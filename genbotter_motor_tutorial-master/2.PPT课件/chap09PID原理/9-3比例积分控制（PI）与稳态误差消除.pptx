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notesSlides/notesSlide5.xml" ContentType="application/vnd.openxmlformats-officedocument.presentationml.notesSlide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6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9" r:id="rId2"/>
    <p:sldId id="802" r:id="rId3"/>
    <p:sldId id="811" r:id="rId4"/>
    <p:sldId id="800" r:id="rId5"/>
    <p:sldId id="815" r:id="rId6"/>
    <p:sldId id="816" r:id="rId7"/>
    <p:sldId id="812" r:id="rId8"/>
    <p:sldId id="817" r:id="rId9"/>
    <p:sldId id="818" r:id="rId10"/>
    <p:sldId id="819" r:id="rId11"/>
    <p:sldId id="813" r:id="rId12"/>
    <p:sldId id="820" r:id="rId13"/>
    <p:sldId id="821" r:id="rId14"/>
    <p:sldId id="822" r:id="rId15"/>
    <p:sldId id="814" r:id="rId16"/>
    <p:sldId id="823" r:id="rId17"/>
    <p:sldId id="824" r:id="rId18"/>
    <p:sldId id="28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595959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24" d="100"/>
          <a:sy n="124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zh-CN" altLang="en-US" b="0" i="0" dirty="0"/>
            <a:t>理解比例积分（</a:t>
          </a:r>
          <a:r>
            <a:rPr lang="en-US" altLang="zh-CN" b="0" i="0" dirty="0"/>
            <a:t>PI</a:t>
          </a:r>
          <a:r>
            <a:rPr lang="zh-CN" altLang="en-US" b="0" i="0" dirty="0"/>
            <a:t>）控制的基本结构与工作原理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BB6F50AF-F63D-47EE-BB29-67568AB80496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 dirty="0"/>
            <a:t>掌握积分控制如何消除稳态误差</a:t>
          </a:r>
        </a:p>
      </dgm:t>
    </dgm:pt>
    <dgm:pt modelId="{55A2F0E4-C01F-475F-A9F2-6B822CDE1057}" type="parTrans" cxnId="{2B2B9EAC-5476-4029-8C20-CEFE5A0CD839}">
      <dgm:prSet/>
      <dgm:spPr/>
      <dgm:t>
        <a:bodyPr/>
        <a:lstStyle/>
        <a:p>
          <a:endParaRPr lang="zh-CN" altLang="en-US"/>
        </a:p>
      </dgm:t>
    </dgm:pt>
    <dgm:pt modelId="{281F5650-DE64-487D-8B07-10BD72650913}" type="sibTrans" cxnId="{2B2B9EAC-5476-4029-8C20-CEFE5A0CD839}">
      <dgm:prSet/>
      <dgm:spPr/>
      <dgm:t>
        <a:bodyPr/>
        <a:lstStyle/>
        <a:p>
          <a:endParaRPr lang="zh-CN" altLang="en-US"/>
        </a:p>
      </dgm:t>
    </dgm:pt>
    <dgm:pt modelId="{E6D08556-6744-4EAF-BF7F-6F8389BED443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 dirty="0"/>
            <a:t>了解</a:t>
          </a:r>
          <a:r>
            <a:rPr lang="en-US" altLang="zh-CN" b="0" i="0" dirty="0"/>
            <a:t>PI</a:t>
          </a:r>
          <a:r>
            <a:rPr lang="zh-CN" altLang="en-US" b="0" i="0" dirty="0"/>
            <a:t>控制在电机系统中的应用场景</a:t>
          </a:r>
        </a:p>
      </dgm:t>
    </dgm:pt>
    <dgm:pt modelId="{AF1A7A40-4BA7-449A-A415-C423C9AA78C5}" type="parTrans" cxnId="{9573D862-C1F7-46DE-9B21-E3E70308B654}">
      <dgm:prSet/>
      <dgm:spPr/>
      <dgm:t>
        <a:bodyPr/>
        <a:lstStyle/>
        <a:p>
          <a:endParaRPr lang="zh-CN" altLang="en-US"/>
        </a:p>
      </dgm:t>
    </dgm:pt>
    <dgm:pt modelId="{8300B527-80AC-47BD-807E-3F686FC8BF35}" type="sibTrans" cxnId="{9573D862-C1F7-46DE-9B21-E3E70308B654}">
      <dgm:prSet/>
      <dgm:spPr/>
      <dgm:t>
        <a:bodyPr/>
        <a:lstStyle/>
        <a:p>
          <a:endParaRPr lang="zh-CN" altLang="en-US"/>
        </a:p>
      </dgm:t>
    </dgm:pt>
    <dgm:pt modelId="{7692B929-974F-4740-94B8-01870A7418D7}">
      <dgm:prSet/>
      <dgm:spPr/>
      <dgm:t>
        <a:bodyPr/>
        <a:lstStyle/>
        <a:p>
          <a:pPr>
            <a:buFont typeface="+mj-lt"/>
            <a:buAutoNum type="arabicPeriod"/>
          </a:pPr>
          <a:r>
            <a:rPr lang="zh-CN" altLang="en-US" b="0" i="0" dirty="0"/>
            <a:t>通过仿真理解</a:t>
          </a:r>
          <a:r>
            <a:rPr lang="en-US" altLang="zh-CN" b="0" i="0" dirty="0"/>
            <a:t>PI</a:t>
          </a:r>
          <a:r>
            <a:rPr lang="zh-CN" altLang="en-US" b="0" i="0" dirty="0"/>
            <a:t>参数对系统响应的影响</a:t>
          </a:r>
        </a:p>
      </dgm:t>
    </dgm:pt>
    <dgm:pt modelId="{59B1782D-298B-42CB-8400-4BFC293D07B2}" type="parTrans" cxnId="{B14F1826-437F-4782-A217-5230E8DC9193}">
      <dgm:prSet/>
      <dgm:spPr/>
      <dgm:t>
        <a:bodyPr/>
        <a:lstStyle/>
        <a:p>
          <a:endParaRPr lang="zh-CN" altLang="en-US"/>
        </a:p>
      </dgm:t>
    </dgm:pt>
    <dgm:pt modelId="{75AA9529-DBC9-4259-88AB-336BEFEDD1F7}" type="sibTrans" cxnId="{B14F1826-437F-4782-A217-5230E8DC9193}">
      <dgm:prSet/>
      <dgm:spPr/>
      <dgm:t>
        <a:bodyPr/>
        <a:lstStyle/>
        <a:p>
          <a:endParaRPr lang="zh-CN" altLang="en-US"/>
        </a:p>
      </dgm:t>
    </dgm:pt>
    <dgm:pt modelId="{E6415C9A-A1BC-470B-AD40-580A9EB3936F}" type="pres">
      <dgm:prSet presAssocID="{8CD2E5DB-863B-4C72-909B-8B419B7117A4}" presName="linear" presStyleCnt="0">
        <dgm:presLayoutVars>
          <dgm:animLvl val="lvl"/>
          <dgm:resizeHandles val="exact"/>
        </dgm:presLayoutVars>
      </dgm:prSet>
      <dgm:spPr/>
    </dgm:pt>
    <dgm:pt modelId="{339B97AC-8AD6-40F0-88CB-052045CC62AE}" type="pres">
      <dgm:prSet presAssocID="{E64E6344-03F3-41EA-B2B3-D9F732B8BD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D0A322-3E6E-4EFC-A43A-AE653B213B5F}" type="pres">
      <dgm:prSet presAssocID="{0DC89421-7892-4BB5-8A47-F6705D342A56}" presName="spacer" presStyleCnt="0"/>
      <dgm:spPr/>
    </dgm:pt>
    <dgm:pt modelId="{D9F4F757-074B-4314-8405-93E619D4AB3C}" type="pres">
      <dgm:prSet presAssocID="{BB6F50AF-F63D-47EE-BB29-67568AB804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67AB14F-421D-4BF7-B030-C0F62D70B0A9}" type="pres">
      <dgm:prSet presAssocID="{281F5650-DE64-487D-8B07-10BD72650913}" presName="spacer" presStyleCnt="0"/>
      <dgm:spPr/>
    </dgm:pt>
    <dgm:pt modelId="{AADF5939-8C50-4F77-B4E2-20017492BCA3}" type="pres">
      <dgm:prSet presAssocID="{E6D08556-6744-4EAF-BF7F-6F8389BED44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635286-10D0-49DF-B7E1-170D787B6A7B}" type="pres">
      <dgm:prSet presAssocID="{8300B527-80AC-47BD-807E-3F686FC8BF35}" presName="spacer" presStyleCnt="0"/>
      <dgm:spPr/>
    </dgm:pt>
    <dgm:pt modelId="{2BA1C124-A6C7-4805-B917-2D3124015426}" type="pres">
      <dgm:prSet presAssocID="{7692B929-974F-4740-94B8-01870A7418D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2355A23-D19B-4653-8CCA-105432CEAB96}" type="presOf" srcId="{BB6F50AF-F63D-47EE-BB29-67568AB80496}" destId="{D9F4F757-074B-4314-8405-93E619D4AB3C}" srcOrd="0" destOrd="0" presId="urn:microsoft.com/office/officeart/2005/8/layout/vList2"/>
    <dgm:cxn modelId="{B14F1826-437F-4782-A217-5230E8DC9193}" srcId="{8CD2E5DB-863B-4C72-909B-8B419B7117A4}" destId="{7692B929-974F-4740-94B8-01870A7418D7}" srcOrd="3" destOrd="0" parTransId="{59B1782D-298B-42CB-8400-4BFC293D07B2}" sibTransId="{75AA9529-DBC9-4259-88AB-336BEFEDD1F7}"/>
    <dgm:cxn modelId="{9573D862-C1F7-46DE-9B21-E3E70308B654}" srcId="{8CD2E5DB-863B-4C72-909B-8B419B7117A4}" destId="{E6D08556-6744-4EAF-BF7F-6F8389BED443}" srcOrd="2" destOrd="0" parTransId="{AF1A7A40-4BA7-449A-A415-C423C9AA78C5}" sibTransId="{8300B527-80AC-47BD-807E-3F686FC8BF35}"/>
    <dgm:cxn modelId="{3FDD5C4E-A1C8-4646-AA7C-E704261DF9A0}" type="presOf" srcId="{7692B929-974F-4740-94B8-01870A7418D7}" destId="{2BA1C124-A6C7-4805-B917-2D3124015426}" srcOrd="0" destOrd="0" presId="urn:microsoft.com/office/officeart/2005/8/layout/vList2"/>
    <dgm:cxn modelId="{2B2B9EAC-5476-4029-8C20-CEFE5A0CD839}" srcId="{8CD2E5DB-863B-4C72-909B-8B419B7117A4}" destId="{BB6F50AF-F63D-47EE-BB29-67568AB80496}" srcOrd="1" destOrd="0" parTransId="{55A2F0E4-C01F-475F-A9F2-6B822CDE1057}" sibTransId="{281F5650-DE64-487D-8B07-10BD72650913}"/>
    <dgm:cxn modelId="{F93A03C8-FA4E-4F77-82E3-7F07D90BBE4B}" type="presOf" srcId="{E64E6344-03F3-41EA-B2B3-D9F732B8BD60}" destId="{339B97AC-8AD6-40F0-88CB-052045CC62AE}" srcOrd="0" destOrd="0" presId="urn:microsoft.com/office/officeart/2005/8/layout/vList2"/>
    <dgm:cxn modelId="{4E2E16C8-412F-4D36-9C72-2809E82AE463}" type="presOf" srcId="{8CD2E5DB-863B-4C72-909B-8B419B7117A4}" destId="{E6415C9A-A1BC-470B-AD40-580A9EB3936F}" srcOrd="0" destOrd="0" presId="urn:microsoft.com/office/officeart/2005/8/layout/vList2"/>
    <dgm:cxn modelId="{91F868F5-8B56-4F88-86CA-0A99B462B9A7}" type="presOf" srcId="{E6D08556-6744-4EAF-BF7F-6F8389BED443}" destId="{AADF5939-8C50-4F77-B4E2-20017492BCA3}" srcOrd="0" destOrd="0" presId="urn:microsoft.com/office/officeart/2005/8/layout/vList2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A0D68618-2CA0-4C16-89C0-5A09CBC4329C}" type="presParOf" srcId="{E6415C9A-A1BC-470B-AD40-580A9EB3936F}" destId="{339B97AC-8AD6-40F0-88CB-052045CC62AE}" srcOrd="0" destOrd="0" presId="urn:microsoft.com/office/officeart/2005/8/layout/vList2"/>
    <dgm:cxn modelId="{D7B858A9-36B2-42B5-9272-86CEC75118F8}" type="presParOf" srcId="{E6415C9A-A1BC-470B-AD40-580A9EB3936F}" destId="{38D0A322-3E6E-4EFC-A43A-AE653B213B5F}" srcOrd="1" destOrd="0" presId="urn:microsoft.com/office/officeart/2005/8/layout/vList2"/>
    <dgm:cxn modelId="{3783E96D-BFDA-4A49-8036-01270B12F3D6}" type="presParOf" srcId="{E6415C9A-A1BC-470B-AD40-580A9EB3936F}" destId="{D9F4F757-074B-4314-8405-93E619D4AB3C}" srcOrd="2" destOrd="0" presId="urn:microsoft.com/office/officeart/2005/8/layout/vList2"/>
    <dgm:cxn modelId="{6A1BF63F-35A2-4869-8B47-EA3A77F6768A}" type="presParOf" srcId="{E6415C9A-A1BC-470B-AD40-580A9EB3936F}" destId="{F67AB14F-421D-4BF7-B030-C0F62D70B0A9}" srcOrd="3" destOrd="0" presId="urn:microsoft.com/office/officeart/2005/8/layout/vList2"/>
    <dgm:cxn modelId="{61CE36FC-D853-4F83-AD86-1FA90C6AC473}" type="presParOf" srcId="{E6415C9A-A1BC-470B-AD40-580A9EB3936F}" destId="{AADF5939-8C50-4F77-B4E2-20017492BCA3}" srcOrd="4" destOrd="0" presId="urn:microsoft.com/office/officeart/2005/8/layout/vList2"/>
    <dgm:cxn modelId="{EB90D56D-C607-4894-BC93-FCC7FD84B17C}" type="presParOf" srcId="{E6415C9A-A1BC-470B-AD40-580A9EB3936F}" destId="{85635286-10D0-49DF-B7E1-170D787B6A7B}" srcOrd="5" destOrd="0" presId="urn:microsoft.com/office/officeart/2005/8/layout/vList2"/>
    <dgm:cxn modelId="{BA8E37AC-7B8D-4444-9558-EF8B221BCB8E}" type="presParOf" srcId="{E6415C9A-A1BC-470B-AD40-580A9EB3936F}" destId="{2BA1C124-A6C7-4805-B917-2D31240154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489A14-491A-4DFF-B15E-55F303E7D4F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25EA625-14FC-4916-9F6F-6E948E7971E9}">
      <dgm:prSet/>
      <dgm:spPr/>
      <dgm:t>
        <a:bodyPr/>
        <a:lstStyle/>
        <a:p>
          <a:r>
            <a:rPr lang="zh-CN" b="0" i="0" baseline="0">
              <a:latin typeface="微软雅黑" panose="020B0503020204020204" pitchFamily="34" charset="-122"/>
              <a:ea typeface="微软雅黑" panose="020B0503020204020204" pitchFamily="34" charset="-122"/>
            </a:rPr>
            <a:t>核心逻辑：</a:t>
          </a:r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098C16-D81A-4C10-8F15-2D72677E91AC}" type="parTrans" cxnId="{CEE38A79-D27E-419D-9245-823163303E3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E2A11E6-165E-4D94-8C6C-EFF6FA64D673}" type="sibTrans" cxnId="{CEE38A79-D27E-419D-9245-823163303E3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7B1170D-FD78-42E9-A96E-42414E4C7AF8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比例项（P）负责 “快速拉近距离”（解决动态响应问题），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仅靠 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P 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项，输出始终 “依赖当前误差”，无法抵消固定干扰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00A1945-4A74-4269-B489-879A51E7C477}" type="parTrans" cxnId="{B6F2F78C-9244-4FF9-AF5C-78735674EAC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A77BB4-69AF-4657-9B42-9C18966A1EAA}" type="sibTrans" cxnId="{B6F2F78C-9244-4FF9-AF5C-78735674EAC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7C4AFB-3630-444C-8EB2-113FA516E641}">
      <dgm:prSet/>
      <dgm:spPr/>
      <dgm:t>
        <a:bodyPr/>
        <a:lstStyle/>
        <a:p>
          <a:r>
            <a:rPr 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积分项（I）负责 “精准对齐目标”（解决稳态误差问题）</a:t>
          </a:r>
          <a:r>
            <a:rPr lang="en-US" altLang="zh-CN" b="0" i="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,</a:t>
          </a:r>
          <a:r>
            <a:rPr lang="zh-CN" altLang="en-US" dirty="0"/>
            <a:t> 即使当前误差很小，历史累积的误差也会推动输出补上 “干扰缺口”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9727BF9-E109-455F-AE01-08893D7B1E42}" type="parTrans" cxnId="{3014B77C-1D86-491B-B556-99CCC24873A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D62DDE8-210F-4CA7-9433-AD8BA3010E1C}" type="sibTrans" cxnId="{3014B77C-1D86-491B-B556-99CCC24873A2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0FE571C-595D-4C2C-BE19-2AAC0AE1DE1F}">
      <dgm:prSet/>
      <dgm:spPr/>
      <dgm:t>
        <a:bodyPr/>
        <a:lstStyle/>
        <a:p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P+I 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协同：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1+1&gt;2 </a:t>
          </a:r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的控制逻辑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,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1339581-9575-45A3-99EE-498924517A5F}" type="parTrans" cxnId="{6E6A515A-B61E-479C-80DF-4F1892854935}">
      <dgm:prSet/>
      <dgm:spPr/>
      <dgm:t>
        <a:bodyPr/>
        <a:lstStyle/>
        <a:p>
          <a:endParaRPr lang="zh-CN" altLang="en-US"/>
        </a:p>
      </dgm:t>
    </dgm:pt>
    <dgm:pt modelId="{D20F8630-A580-46CC-B79C-0867D10134FD}" type="sibTrans" cxnId="{6E6A515A-B61E-479C-80DF-4F1892854935}">
      <dgm:prSet/>
      <dgm:spPr/>
      <dgm:t>
        <a:bodyPr/>
        <a:lstStyle/>
        <a:p>
          <a:endParaRPr lang="zh-CN" altLang="en-US"/>
        </a:p>
      </dgm:t>
    </dgm:pt>
    <dgm:pt modelId="{A6585351-43D6-4ABC-B9E9-B445E33A89BD}" type="pres">
      <dgm:prSet presAssocID="{ED489A14-491A-4DFF-B15E-55F303E7D4F0}" presName="linear" presStyleCnt="0">
        <dgm:presLayoutVars>
          <dgm:dir/>
          <dgm:animLvl val="lvl"/>
          <dgm:resizeHandles val="exact"/>
        </dgm:presLayoutVars>
      </dgm:prSet>
      <dgm:spPr/>
    </dgm:pt>
    <dgm:pt modelId="{09517185-72D3-4578-9810-DCA9CE88D249}" type="pres">
      <dgm:prSet presAssocID="{825EA625-14FC-4916-9F6F-6E948E7971E9}" presName="parentLin" presStyleCnt="0"/>
      <dgm:spPr/>
    </dgm:pt>
    <dgm:pt modelId="{DF90CCE6-BDAC-4DE1-9CA7-2AC0F82C271E}" type="pres">
      <dgm:prSet presAssocID="{825EA625-14FC-4916-9F6F-6E948E7971E9}" presName="parentLeftMargin" presStyleLbl="node1" presStyleIdx="0" presStyleCnt="1"/>
      <dgm:spPr/>
    </dgm:pt>
    <dgm:pt modelId="{CFA64E7D-419E-4242-927C-961886BEBEEC}" type="pres">
      <dgm:prSet presAssocID="{825EA625-14FC-4916-9F6F-6E948E7971E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D43906E-649B-43C5-A508-A0C633D838E8}" type="pres">
      <dgm:prSet presAssocID="{825EA625-14FC-4916-9F6F-6E948E7971E9}" presName="negativeSpace" presStyleCnt="0"/>
      <dgm:spPr/>
    </dgm:pt>
    <dgm:pt modelId="{BEF1A4D1-2E16-42A4-86FF-29C35B6CC7B0}" type="pres">
      <dgm:prSet presAssocID="{825EA625-14FC-4916-9F6F-6E948E7971E9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B7CF15F-5D34-46D8-9A7D-82E3DBFDD277}" type="presOf" srcId="{C7B1170D-FD78-42E9-A96E-42414E4C7AF8}" destId="{BEF1A4D1-2E16-42A4-86FF-29C35B6CC7B0}" srcOrd="0" destOrd="0" presId="urn:microsoft.com/office/officeart/2005/8/layout/list1"/>
    <dgm:cxn modelId="{03E46545-51BD-40CC-98AC-21F434AA7556}" type="presOf" srcId="{825EA625-14FC-4916-9F6F-6E948E7971E9}" destId="{CFA64E7D-419E-4242-927C-961886BEBEEC}" srcOrd="1" destOrd="0" presId="urn:microsoft.com/office/officeart/2005/8/layout/list1"/>
    <dgm:cxn modelId="{7316B656-FF54-4528-B614-900A03A664DB}" type="presOf" srcId="{D27C4AFB-3630-444C-8EB2-113FA516E641}" destId="{BEF1A4D1-2E16-42A4-86FF-29C35B6CC7B0}" srcOrd="0" destOrd="1" presId="urn:microsoft.com/office/officeart/2005/8/layout/list1"/>
    <dgm:cxn modelId="{CEE38A79-D27E-419D-9245-823163303E3B}" srcId="{ED489A14-491A-4DFF-B15E-55F303E7D4F0}" destId="{825EA625-14FC-4916-9F6F-6E948E7971E9}" srcOrd="0" destOrd="0" parTransId="{8A098C16-D81A-4C10-8F15-2D72677E91AC}" sibTransId="{DE2A11E6-165E-4D94-8C6C-EFF6FA64D673}"/>
    <dgm:cxn modelId="{6E6A515A-B61E-479C-80DF-4F1892854935}" srcId="{825EA625-14FC-4916-9F6F-6E948E7971E9}" destId="{C0FE571C-595D-4C2C-BE19-2AAC0AE1DE1F}" srcOrd="2" destOrd="0" parTransId="{81339581-9575-45A3-99EE-498924517A5F}" sibTransId="{D20F8630-A580-46CC-B79C-0867D10134FD}"/>
    <dgm:cxn modelId="{3014B77C-1D86-491B-B556-99CCC24873A2}" srcId="{825EA625-14FC-4916-9F6F-6E948E7971E9}" destId="{D27C4AFB-3630-444C-8EB2-113FA516E641}" srcOrd="1" destOrd="0" parTransId="{09727BF9-E109-455F-AE01-08893D7B1E42}" sibTransId="{4D62DDE8-210F-4CA7-9433-AD8BA3010E1C}"/>
    <dgm:cxn modelId="{B6F2F78C-9244-4FF9-AF5C-78735674EAC7}" srcId="{825EA625-14FC-4916-9F6F-6E948E7971E9}" destId="{C7B1170D-FD78-42E9-A96E-42414E4C7AF8}" srcOrd="0" destOrd="0" parTransId="{300A1945-4A74-4269-B489-879A51E7C477}" sibTransId="{1BA77BB4-69AF-4657-9B42-9C18966A1EAA}"/>
    <dgm:cxn modelId="{4B48B8D8-BD08-447C-9509-A4DF8C056BF2}" type="presOf" srcId="{C0FE571C-595D-4C2C-BE19-2AAC0AE1DE1F}" destId="{BEF1A4D1-2E16-42A4-86FF-29C35B6CC7B0}" srcOrd="0" destOrd="2" presId="urn:microsoft.com/office/officeart/2005/8/layout/list1"/>
    <dgm:cxn modelId="{6F16D5E0-137A-48E4-A607-2F08B5F02D25}" type="presOf" srcId="{825EA625-14FC-4916-9F6F-6E948E7971E9}" destId="{DF90CCE6-BDAC-4DE1-9CA7-2AC0F82C271E}" srcOrd="0" destOrd="0" presId="urn:microsoft.com/office/officeart/2005/8/layout/list1"/>
    <dgm:cxn modelId="{BE5C82F7-A403-42E5-A200-A5DEE104CE1D}" type="presOf" srcId="{ED489A14-491A-4DFF-B15E-55F303E7D4F0}" destId="{A6585351-43D6-4ABC-B9E9-B445E33A89BD}" srcOrd="0" destOrd="0" presId="urn:microsoft.com/office/officeart/2005/8/layout/list1"/>
    <dgm:cxn modelId="{A43730B2-52C6-413B-95C9-A4AFF11353A8}" type="presParOf" srcId="{A6585351-43D6-4ABC-B9E9-B445E33A89BD}" destId="{09517185-72D3-4578-9810-DCA9CE88D249}" srcOrd="0" destOrd="0" presId="urn:microsoft.com/office/officeart/2005/8/layout/list1"/>
    <dgm:cxn modelId="{B82FE832-D5DD-4315-B69C-69DDE91A19CD}" type="presParOf" srcId="{09517185-72D3-4578-9810-DCA9CE88D249}" destId="{DF90CCE6-BDAC-4DE1-9CA7-2AC0F82C271E}" srcOrd="0" destOrd="0" presId="urn:microsoft.com/office/officeart/2005/8/layout/list1"/>
    <dgm:cxn modelId="{A0CAFEE9-012B-4FB8-A167-53D2CBAB84B9}" type="presParOf" srcId="{09517185-72D3-4578-9810-DCA9CE88D249}" destId="{CFA64E7D-419E-4242-927C-961886BEBEEC}" srcOrd="1" destOrd="0" presId="urn:microsoft.com/office/officeart/2005/8/layout/list1"/>
    <dgm:cxn modelId="{20892401-AB7E-4DB9-A89F-FE042DD71E12}" type="presParOf" srcId="{A6585351-43D6-4ABC-B9E9-B445E33A89BD}" destId="{8D43906E-649B-43C5-A508-A0C633D838E8}" srcOrd="1" destOrd="0" presId="urn:microsoft.com/office/officeart/2005/8/layout/list1"/>
    <dgm:cxn modelId="{CD1EAFC7-4165-4226-8030-4907FDD5FAF5}" type="presParOf" srcId="{A6585351-43D6-4ABC-B9E9-B445E33A89BD}" destId="{BEF1A4D1-2E16-42A4-86FF-29C35B6CC7B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7AB550-2037-4740-8398-DDF33038D2E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8ABB44A6-67D1-4A39-A287-50284DF0404E}">
      <dgm:prSet custT="1"/>
      <dgm:spPr/>
      <dgm:t>
        <a:bodyPr/>
        <a:lstStyle/>
        <a:p>
          <a:r>
            <a:rPr lang="zh-CN" altLang="en-US" sz="1600"/>
            <a:t>动态过程（水箱案例）：</a:t>
          </a:r>
        </a:p>
      </dgm:t>
    </dgm:pt>
    <dgm:pt modelId="{67D29888-37AF-4B2A-8DC3-C29203362945}" type="parTrans" cxnId="{E6DE71E4-4433-4F42-B179-817BFF346BC5}">
      <dgm:prSet/>
      <dgm:spPr/>
      <dgm:t>
        <a:bodyPr/>
        <a:lstStyle/>
        <a:p>
          <a:endParaRPr lang="zh-CN" altLang="en-US" sz="1600"/>
        </a:p>
      </dgm:t>
    </dgm:pt>
    <dgm:pt modelId="{FCB7425F-595C-4D18-9E28-340D3C2605FF}" type="sibTrans" cxnId="{E6DE71E4-4433-4F42-B179-817BFF346BC5}">
      <dgm:prSet/>
      <dgm:spPr/>
      <dgm:t>
        <a:bodyPr/>
        <a:lstStyle/>
        <a:p>
          <a:endParaRPr lang="zh-CN" altLang="en-US" sz="1600"/>
        </a:p>
      </dgm:t>
    </dgm:pt>
    <dgm:pt modelId="{3DBB99E8-0845-4F24-8D31-40A51080ED57}">
      <dgm:prSet custT="1"/>
      <dgm:spPr/>
      <dgm:t>
        <a:bodyPr/>
        <a:lstStyle/>
        <a:p>
          <a:r>
            <a:rPr lang="zh-CN" altLang="en-US" sz="1600" b="0"/>
            <a:t>误差存在时，积分项持续增大→控制输出持续增加；</a:t>
          </a:r>
          <a:endParaRPr lang="zh-CN" altLang="en-US" sz="1600"/>
        </a:p>
      </dgm:t>
    </dgm:pt>
    <dgm:pt modelId="{37DBC908-3700-4C70-B8E7-4E9A2CADA318}" type="parTrans" cxnId="{2DDCC8C8-D8B1-4A6A-9032-A3D21BB01F0B}">
      <dgm:prSet/>
      <dgm:spPr/>
      <dgm:t>
        <a:bodyPr/>
        <a:lstStyle/>
        <a:p>
          <a:endParaRPr lang="zh-CN" altLang="en-US" sz="1600"/>
        </a:p>
      </dgm:t>
    </dgm:pt>
    <dgm:pt modelId="{90B0DA52-0AD5-48D1-9F0F-5E2CE7EF6344}" type="sibTrans" cxnId="{2DDCC8C8-D8B1-4A6A-9032-A3D21BB01F0B}">
      <dgm:prSet/>
      <dgm:spPr/>
      <dgm:t>
        <a:bodyPr/>
        <a:lstStyle/>
        <a:p>
          <a:endParaRPr lang="zh-CN" altLang="en-US" sz="1600"/>
        </a:p>
      </dgm:t>
    </dgm:pt>
    <dgm:pt modelId="{6700CEB2-C8EC-4610-80D9-DD4C9EE5F189}">
      <dgm:prSet custT="1"/>
      <dgm:spPr/>
      <dgm:t>
        <a:bodyPr/>
        <a:lstStyle/>
        <a:p>
          <a:r>
            <a:rPr lang="zh-CN" sz="1600" b="0"/>
            <a:t>误差趋近 </a:t>
          </a:r>
          <a:r>
            <a:rPr lang="en-US" sz="1600" b="0"/>
            <a:t>0 </a:t>
          </a:r>
          <a:r>
            <a:rPr lang="zh-CN" sz="1600" b="0"/>
            <a:t>时，积分项稳定→输出刚好抵消干扰（如 </a:t>
          </a:r>
          <a:r>
            <a:rPr lang="en-US" sz="1600" b="0"/>
            <a:t>0.2m/s </a:t>
          </a:r>
          <a:r>
            <a:rPr lang="zh-CN" sz="1600" b="0"/>
            <a:t>出水）；</a:t>
          </a:r>
          <a:endParaRPr lang="zh-CN" sz="1600"/>
        </a:p>
      </dgm:t>
    </dgm:pt>
    <dgm:pt modelId="{7B3681FE-2D04-4D9D-98FC-2CB0B7EE9F76}" type="parTrans" cxnId="{5324BDA2-5023-4B74-BBCF-F3460671975D}">
      <dgm:prSet/>
      <dgm:spPr/>
      <dgm:t>
        <a:bodyPr/>
        <a:lstStyle/>
        <a:p>
          <a:endParaRPr lang="zh-CN" altLang="en-US" sz="1600"/>
        </a:p>
      </dgm:t>
    </dgm:pt>
    <dgm:pt modelId="{F1FA7BD7-8AA1-4D0C-9A8D-EB685E158029}" type="sibTrans" cxnId="{5324BDA2-5023-4B74-BBCF-F3460671975D}">
      <dgm:prSet/>
      <dgm:spPr/>
      <dgm:t>
        <a:bodyPr/>
        <a:lstStyle/>
        <a:p>
          <a:endParaRPr lang="zh-CN" altLang="en-US" sz="1600"/>
        </a:p>
      </dgm:t>
    </dgm:pt>
    <dgm:pt modelId="{6A151E7F-38E6-4116-9A32-283D77553A8B}" type="pres">
      <dgm:prSet presAssocID="{B87AB550-2037-4740-8398-DDF33038D2E6}" presName="linear" presStyleCnt="0">
        <dgm:presLayoutVars>
          <dgm:dir/>
          <dgm:animLvl val="lvl"/>
          <dgm:resizeHandles val="exact"/>
        </dgm:presLayoutVars>
      </dgm:prSet>
      <dgm:spPr/>
    </dgm:pt>
    <dgm:pt modelId="{4C93C7CA-E6CC-4761-A581-37BB29E3B26B}" type="pres">
      <dgm:prSet presAssocID="{8ABB44A6-67D1-4A39-A287-50284DF0404E}" presName="parentLin" presStyleCnt="0"/>
      <dgm:spPr/>
    </dgm:pt>
    <dgm:pt modelId="{478062A1-3B6D-4055-A81F-B9697A61F211}" type="pres">
      <dgm:prSet presAssocID="{8ABB44A6-67D1-4A39-A287-50284DF0404E}" presName="parentLeftMargin" presStyleLbl="node1" presStyleIdx="0" presStyleCnt="1"/>
      <dgm:spPr/>
    </dgm:pt>
    <dgm:pt modelId="{B3284B15-9147-4913-80F3-D9251E40F541}" type="pres">
      <dgm:prSet presAssocID="{8ABB44A6-67D1-4A39-A287-50284DF0404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0B39856-BDC2-48D9-91F7-F31FBA62EBF8}" type="pres">
      <dgm:prSet presAssocID="{8ABB44A6-67D1-4A39-A287-50284DF0404E}" presName="negativeSpace" presStyleCnt="0"/>
      <dgm:spPr/>
    </dgm:pt>
    <dgm:pt modelId="{D4B806F3-30DC-4BF1-8708-5A70928FB743}" type="pres">
      <dgm:prSet presAssocID="{8ABB44A6-67D1-4A39-A287-50284DF0404E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BA3360B-391C-4DD0-8684-2F54A83DAEF3}" type="presOf" srcId="{8ABB44A6-67D1-4A39-A287-50284DF0404E}" destId="{478062A1-3B6D-4055-A81F-B9697A61F211}" srcOrd="0" destOrd="0" presId="urn:microsoft.com/office/officeart/2005/8/layout/list1"/>
    <dgm:cxn modelId="{00138E2C-EFB4-429E-8B65-0D7F143F82CC}" type="presOf" srcId="{3DBB99E8-0845-4F24-8D31-40A51080ED57}" destId="{D4B806F3-30DC-4BF1-8708-5A70928FB743}" srcOrd="0" destOrd="0" presId="urn:microsoft.com/office/officeart/2005/8/layout/list1"/>
    <dgm:cxn modelId="{5A5A4E5B-ED73-4A61-92C9-F39B83B40460}" type="presOf" srcId="{8ABB44A6-67D1-4A39-A287-50284DF0404E}" destId="{B3284B15-9147-4913-80F3-D9251E40F541}" srcOrd="1" destOrd="0" presId="urn:microsoft.com/office/officeart/2005/8/layout/list1"/>
    <dgm:cxn modelId="{14C17E7D-0EF0-4968-B9F8-00C6E1961705}" type="presOf" srcId="{6700CEB2-C8EC-4610-80D9-DD4C9EE5F189}" destId="{D4B806F3-30DC-4BF1-8708-5A70928FB743}" srcOrd="0" destOrd="1" presId="urn:microsoft.com/office/officeart/2005/8/layout/list1"/>
    <dgm:cxn modelId="{5324BDA2-5023-4B74-BBCF-F3460671975D}" srcId="{8ABB44A6-67D1-4A39-A287-50284DF0404E}" destId="{6700CEB2-C8EC-4610-80D9-DD4C9EE5F189}" srcOrd="1" destOrd="0" parTransId="{7B3681FE-2D04-4D9D-98FC-2CB0B7EE9F76}" sibTransId="{F1FA7BD7-8AA1-4D0C-9A8D-EB685E158029}"/>
    <dgm:cxn modelId="{B36928C1-FA2E-48E6-9720-8C53C8032B2A}" type="presOf" srcId="{B87AB550-2037-4740-8398-DDF33038D2E6}" destId="{6A151E7F-38E6-4116-9A32-283D77553A8B}" srcOrd="0" destOrd="0" presId="urn:microsoft.com/office/officeart/2005/8/layout/list1"/>
    <dgm:cxn modelId="{2DDCC8C8-D8B1-4A6A-9032-A3D21BB01F0B}" srcId="{8ABB44A6-67D1-4A39-A287-50284DF0404E}" destId="{3DBB99E8-0845-4F24-8D31-40A51080ED57}" srcOrd="0" destOrd="0" parTransId="{37DBC908-3700-4C70-B8E7-4E9A2CADA318}" sibTransId="{90B0DA52-0AD5-48D1-9F0F-5E2CE7EF6344}"/>
    <dgm:cxn modelId="{E6DE71E4-4433-4F42-B179-817BFF346BC5}" srcId="{B87AB550-2037-4740-8398-DDF33038D2E6}" destId="{8ABB44A6-67D1-4A39-A287-50284DF0404E}" srcOrd="0" destOrd="0" parTransId="{67D29888-37AF-4B2A-8DC3-C29203362945}" sibTransId="{FCB7425F-595C-4D18-9E28-340D3C2605FF}"/>
    <dgm:cxn modelId="{0F4DF1E8-F614-4014-A124-8E84D46B507E}" type="presParOf" srcId="{6A151E7F-38E6-4116-9A32-283D77553A8B}" destId="{4C93C7CA-E6CC-4761-A581-37BB29E3B26B}" srcOrd="0" destOrd="0" presId="urn:microsoft.com/office/officeart/2005/8/layout/list1"/>
    <dgm:cxn modelId="{4E10F5FB-9C47-420E-AB0B-33338519D6F4}" type="presParOf" srcId="{4C93C7CA-E6CC-4761-A581-37BB29E3B26B}" destId="{478062A1-3B6D-4055-A81F-B9697A61F211}" srcOrd="0" destOrd="0" presId="urn:microsoft.com/office/officeart/2005/8/layout/list1"/>
    <dgm:cxn modelId="{FB1DBE5D-BACD-43C9-A790-6688488B5596}" type="presParOf" srcId="{4C93C7CA-E6CC-4761-A581-37BB29E3B26B}" destId="{B3284B15-9147-4913-80F3-D9251E40F541}" srcOrd="1" destOrd="0" presId="urn:microsoft.com/office/officeart/2005/8/layout/list1"/>
    <dgm:cxn modelId="{368D14B6-1C4C-4107-80A6-E7D5D2EB51DD}" type="presParOf" srcId="{6A151E7F-38E6-4116-9A32-283D77553A8B}" destId="{A0B39856-BDC2-48D9-91F7-F31FBA62EBF8}" srcOrd="1" destOrd="0" presId="urn:microsoft.com/office/officeart/2005/8/layout/list1"/>
    <dgm:cxn modelId="{28073533-D473-4D76-8DEA-08A0B9C43721}" type="presParOf" srcId="{6A151E7F-38E6-4116-9A32-283D77553A8B}" destId="{D4B806F3-30DC-4BF1-8708-5A70928FB743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C3B495-0856-436F-A513-B7117866581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3284B33-ADD8-4B25-9DA0-3521D80CF267}">
      <dgm:prSet/>
      <dgm:spPr/>
      <dgm:t>
        <a:bodyPr/>
        <a:lstStyle/>
        <a:p>
          <a:r>
            <a:rPr lang="zh-CN" b="1" i="0" baseline="0" dirty="0"/>
            <a:t>初始阶段（0~2.5s）</a:t>
          </a:r>
          <a:endParaRPr lang="zh-CN" dirty="0"/>
        </a:p>
      </dgm:t>
    </dgm:pt>
    <dgm:pt modelId="{8CEFB648-B40F-4B87-A137-AD1DA2594F45}" type="parTrans" cxnId="{8416E2DA-6342-41FE-BB64-B666F24E8190}">
      <dgm:prSet/>
      <dgm:spPr/>
      <dgm:t>
        <a:bodyPr/>
        <a:lstStyle/>
        <a:p>
          <a:endParaRPr lang="zh-CN" altLang="en-US"/>
        </a:p>
      </dgm:t>
    </dgm:pt>
    <dgm:pt modelId="{EBC48441-E7AE-474B-B2BD-913B0EF992D2}" type="sibTrans" cxnId="{8416E2DA-6342-41FE-BB64-B666F24E8190}">
      <dgm:prSet/>
      <dgm:spPr/>
      <dgm:t>
        <a:bodyPr/>
        <a:lstStyle/>
        <a:p>
          <a:endParaRPr lang="zh-CN" altLang="en-US"/>
        </a:p>
      </dgm:t>
    </dgm:pt>
    <dgm:pt modelId="{D205389F-792E-48E0-A414-473424ABDD4F}">
      <dgm:prSet/>
      <dgm:spPr/>
      <dgm:t>
        <a:bodyPr/>
        <a:lstStyle/>
        <a:p>
          <a:r>
            <a:rPr lang="zh-CN" b="1" i="0" baseline="0" dirty="0"/>
            <a:t>上升阶段（2.5~7.5s）</a:t>
          </a:r>
          <a:endParaRPr lang="zh-CN" dirty="0"/>
        </a:p>
      </dgm:t>
    </dgm:pt>
    <dgm:pt modelId="{4EC4018D-64BE-401F-8504-EB0F96D550BB}" type="parTrans" cxnId="{1C874346-2183-4A53-B2B5-BEEA60A3C476}">
      <dgm:prSet/>
      <dgm:spPr/>
      <dgm:t>
        <a:bodyPr/>
        <a:lstStyle/>
        <a:p>
          <a:endParaRPr lang="zh-CN" altLang="en-US"/>
        </a:p>
      </dgm:t>
    </dgm:pt>
    <dgm:pt modelId="{6685FC6B-FED5-45BA-A749-CCF9DFD4EF1E}" type="sibTrans" cxnId="{1C874346-2183-4A53-B2B5-BEEA60A3C476}">
      <dgm:prSet/>
      <dgm:spPr/>
      <dgm:t>
        <a:bodyPr/>
        <a:lstStyle/>
        <a:p>
          <a:endParaRPr lang="zh-CN" altLang="en-US"/>
        </a:p>
      </dgm:t>
    </dgm:pt>
    <dgm:pt modelId="{476942BD-E46A-4ACF-B443-5EBB21C3FBF5}">
      <dgm:prSet/>
      <dgm:spPr/>
      <dgm:t>
        <a:bodyPr/>
        <a:lstStyle/>
        <a:p>
          <a:r>
            <a:rPr lang="zh-CN" b="1" i="0" baseline="0" dirty="0"/>
            <a:t>逼近阶段（7.5~10s）</a:t>
          </a:r>
          <a:endParaRPr lang="zh-CN" dirty="0"/>
        </a:p>
      </dgm:t>
    </dgm:pt>
    <dgm:pt modelId="{B7BBB269-66AF-4F46-8F29-BC4C833AF019}" type="parTrans" cxnId="{83E5B94D-372C-438B-BC17-2BF811A55593}">
      <dgm:prSet/>
      <dgm:spPr/>
      <dgm:t>
        <a:bodyPr/>
        <a:lstStyle/>
        <a:p>
          <a:endParaRPr lang="zh-CN" altLang="en-US"/>
        </a:p>
      </dgm:t>
    </dgm:pt>
    <dgm:pt modelId="{F6C5611E-C76C-41CE-9C5C-36B145C9D6B0}" type="sibTrans" cxnId="{83E5B94D-372C-438B-BC17-2BF811A55593}">
      <dgm:prSet/>
      <dgm:spPr/>
      <dgm:t>
        <a:bodyPr/>
        <a:lstStyle/>
        <a:p>
          <a:endParaRPr lang="zh-CN" altLang="en-US"/>
        </a:p>
      </dgm:t>
    </dgm:pt>
    <dgm:pt modelId="{20B32902-DDD3-4EF0-BF64-D02CA5A41AFB}">
      <dgm:prSet/>
      <dgm:spPr/>
      <dgm:t>
        <a:bodyPr/>
        <a:lstStyle/>
        <a:p>
          <a:r>
            <a:rPr lang="zh-CN" b="1" i="0" baseline="0" dirty="0"/>
            <a:t>稳态阶段（10s 后）</a:t>
          </a:r>
          <a:endParaRPr lang="zh-CN" dirty="0"/>
        </a:p>
      </dgm:t>
    </dgm:pt>
    <dgm:pt modelId="{2CC3F05C-DC9E-49E2-959D-F13C11A21887}" type="parTrans" cxnId="{E2BF7573-591F-450D-8050-DE6704A87442}">
      <dgm:prSet/>
      <dgm:spPr/>
      <dgm:t>
        <a:bodyPr/>
        <a:lstStyle/>
        <a:p>
          <a:endParaRPr lang="zh-CN" altLang="en-US"/>
        </a:p>
      </dgm:t>
    </dgm:pt>
    <dgm:pt modelId="{653CE190-F421-4886-A285-67D4540FE4B4}" type="sibTrans" cxnId="{E2BF7573-591F-450D-8050-DE6704A87442}">
      <dgm:prSet/>
      <dgm:spPr/>
      <dgm:t>
        <a:bodyPr/>
        <a:lstStyle/>
        <a:p>
          <a:endParaRPr lang="zh-CN" altLang="en-US"/>
        </a:p>
      </dgm:t>
    </dgm:pt>
    <dgm:pt modelId="{B15F8FC6-9C83-44E3-A7A4-6BD55C8861A0}">
      <dgm:prSet/>
      <dgm:spPr/>
      <dgm:t>
        <a:bodyPr/>
        <a:lstStyle/>
        <a:p>
          <a:r>
            <a:rPr lang="zh-CN" b="0" i="0" baseline="0" dirty="0"/>
            <a:t>误差大，I 项从 0 开始快速累积，贡献逐步增加（但此时 P 项主导，曲线陡升）； </a:t>
          </a:r>
          <a:endParaRPr lang="zh-CN" dirty="0"/>
        </a:p>
      </dgm:t>
    </dgm:pt>
    <dgm:pt modelId="{DB352DE8-22F2-4EC5-9DAF-37A5F6AA765D}" type="parTrans" cxnId="{A6E6970E-49D9-4A8D-A3BD-AB9F9642A385}">
      <dgm:prSet/>
      <dgm:spPr/>
      <dgm:t>
        <a:bodyPr/>
        <a:lstStyle/>
        <a:p>
          <a:endParaRPr lang="zh-CN" altLang="en-US"/>
        </a:p>
      </dgm:t>
    </dgm:pt>
    <dgm:pt modelId="{34BDBC90-411C-4A68-BABB-9C24AB75482D}" type="sibTrans" cxnId="{A6E6970E-49D9-4A8D-A3BD-AB9F9642A385}">
      <dgm:prSet/>
      <dgm:spPr/>
      <dgm:t>
        <a:bodyPr/>
        <a:lstStyle/>
        <a:p>
          <a:endParaRPr lang="zh-CN" altLang="en-US"/>
        </a:p>
      </dgm:t>
    </dgm:pt>
    <dgm:pt modelId="{F44478F7-D125-4EA3-89D4-5FA16B937CBD}">
      <dgm:prSet/>
      <dgm:spPr/>
      <dgm:t>
        <a:bodyPr/>
        <a:lstStyle/>
        <a:p>
          <a:r>
            <a:rPr lang="zh-CN" b="0" i="0" baseline="0" dirty="0"/>
            <a:t>误差减小但仍为正，I 项持续累积，贡献不断增大（曲线斜率放缓，I 项开始辅助 P 项）； </a:t>
          </a:r>
          <a:endParaRPr lang="zh-CN" dirty="0"/>
        </a:p>
      </dgm:t>
    </dgm:pt>
    <dgm:pt modelId="{4DA70A7D-301F-4DD2-8A8A-6C1F600737B2}" type="parTrans" cxnId="{78F34668-B1BF-483C-ACB6-FE1378F5D912}">
      <dgm:prSet/>
      <dgm:spPr/>
      <dgm:t>
        <a:bodyPr/>
        <a:lstStyle/>
        <a:p>
          <a:endParaRPr lang="zh-CN" altLang="en-US"/>
        </a:p>
      </dgm:t>
    </dgm:pt>
    <dgm:pt modelId="{CB616D23-CC53-4805-8393-540CE40AF9B3}" type="sibTrans" cxnId="{78F34668-B1BF-483C-ACB6-FE1378F5D912}">
      <dgm:prSet/>
      <dgm:spPr/>
      <dgm:t>
        <a:bodyPr/>
        <a:lstStyle/>
        <a:p>
          <a:endParaRPr lang="zh-CN" altLang="en-US"/>
        </a:p>
      </dgm:t>
    </dgm:pt>
    <dgm:pt modelId="{3F28F20E-F04E-457F-9BBA-5E94224BA803}">
      <dgm:prSet/>
      <dgm:spPr/>
      <dgm:t>
        <a:bodyPr/>
        <a:lstStyle/>
        <a:p>
          <a:r>
            <a:rPr lang="zh-CN" b="0" i="0" baseline="0" dirty="0"/>
            <a:t>误差趋近于 0，I 项累积速度变慢，贡献接近稳定； </a:t>
          </a:r>
          <a:endParaRPr lang="zh-CN" dirty="0"/>
        </a:p>
      </dgm:t>
    </dgm:pt>
    <dgm:pt modelId="{71CBE484-FB9B-4865-AE35-02F1DF5E8C52}" type="parTrans" cxnId="{8C80610F-0BEF-4FF1-9918-EDB1DCFA5E52}">
      <dgm:prSet/>
      <dgm:spPr/>
      <dgm:t>
        <a:bodyPr/>
        <a:lstStyle/>
        <a:p>
          <a:endParaRPr lang="zh-CN" altLang="en-US"/>
        </a:p>
      </dgm:t>
    </dgm:pt>
    <dgm:pt modelId="{9C54AC85-0B28-48FC-91D6-AAC9AD2F065D}" type="sibTrans" cxnId="{8C80610F-0BEF-4FF1-9918-EDB1DCFA5E52}">
      <dgm:prSet/>
      <dgm:spPr/>
      <dgm:t>
        <a:bodyPr/>
        <a:lstStyle/>
        <a:p>
          <a:endParaRPr lang="zh-CN" altLang="en-US"/>
        </a:p>
      </dgm:t>
    </dgm:pt>
    <dgm:pt modelId="{29E660D4-3BEF-47BB-AB0D-9CB057542752}">
      <dgm:prSet/>
      <dgm:spPr/>
      <dgm:t>
        <a:bodyPr/>
        <a:lstStyle/>
        <a:p>
          <a:r>
            <a:rPr lang="zh-CN" b="0" i="0" baseline="0"/>
            <a:t>误差≈0，I 项停止累积，贡献恒定（刚好抵消干扰，维持水位无稳态误差）。 </a:t>
          </a:r>
          <a:endParaRPr lang="zh-CN" dirty="0"/>
        </a:p>
      </dgm:t>
    </dgm:pt>
    <dgm:pt modelId="{A8C70FD6-127A-4114-AF5D-B6D82B6016A3}" type="parTrans" cxnId="{E5B639FF-9466-4C8C-BA21-3C531B4B2419}">
      <dgm:prSet/>
      <dgm:spPr/>
      <dgm:t>
        <a:bodyPr/>
        <a:lstStyle/>
        <a:p>
          <a:endParaRPr lang="zh-CN" altLang="en-US"/>
        </a:p>
      </dgm:t>
    </dgm:pt>
    <dgm:pt modelId="{DCC49DD7-D7E2-47AF-81F9-BB42F17CCA99}" type="sibTrans" cxnId="{E5B639FF-9466-4C8C-BA21-3C531B4B2419}">
      <dgm:prSet/>
      <dgm:spPr/>
      <dgm:t>
        <a:bodyPr/>
        <a:lstStyle/>
        <a:p>
          <a:endParaRPr lang="zh-CN" altLang="en-US"/>
        </a:p>
      </dgm:t>
    </dgm:pt>
    <dgm:pt modelId="{139D9CDD-4BDC-4E31-9E44-326BBEF506CA}" type="pres">
      <dgm:prSet presAssocID="{5AC3B495-0856-436F-A513-B7117866581B}" presName="linear" presStyleCnt="0">
        <dgm:presLayoutVars>
          <dgm:dir/>
          <dgm:animLvl val="lvl"/>
          <dgm:resizeHandles val="exact"/>
        </dgm:presLayoutVars>
      </dgm:prSet>
      <dgm:spPr/>
    </dgm:pt>
    <dgm:pt modelId="{90AAD34E-F6F4-4E0F-91FA-E202DD837841}" type="pres">
      <dgm:prSet presAssocID="{73284B33-ADD8-4B25-9DA0-3521D80CF267}" presName="parentLin" presStyleCnt="0"/>
      <dgm:spPr/>
    </dgm:pt>
    <dgm:pt modelId="{6C7A6EE1-EB41-435F-B2AD-F54A6F1B776F}" type="pres">
      <dgm:prSet presAssocID="{73284B33-ADD8-4B25-9DA0-3521D80CF267}" presName="parentLeftMargin" presStyleLbl="node1" presStyleIdx="0" presStyleCnt="4"/>
      <dgm:spPr/>
    </dgm:pt>
    <dgm:pt modelId="{9AC80AEE-0BAC-4EEA-9075-15C195AE2555}" type="pres">
      <dgm:prSet presAssocID="{73284B33-ADD8-4B25-9DA0-3521D80CF26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9C3756-7D02-4846-9C2D-B3CC0DC1D868}" type="pres">
      <dgm:prSet presAssocID="{73284B33-ADD8-4B25-9DA0-3521D80CF267}" presName="negativeSpace" presStyleCnt="0"/>
      <dgm:spPr/>
    </dgm:pt>
    <dgm:pt modelId="{0DCF821E-E777-40C0-BB3D-834D37672640}" type="pres">
      <dgm:prSet presAssocID="{73284B33-ADD8-4B25-9DA0-3521D80CF267}" presName="childText" presStyleLbl="conFgAcc1" presStyleIdx="0" presStyleCnt="4">
        <dgm:presLayoutVars>
          <dgm:bulletEnabled val="1"/>
        </dgm:presLayoutVars>
      </dgm:prSet>
      <dgm:spPr/>
    </dgm:pt>
    <dgm:pt modelId="{6EFEA31D-56D9-402C-9693-19A756CFECA5}" type="pres">
      <dgm:prSet presAssocID="{EBC48441-E7AE-474B-B2BD-913B0EF992D2}" presName="spaceBetweenRectangles" presStyleCnt="0"/>
      <dgm:spPr/>
    </dgm:pt>
    <dgm:pt modelId="{01DC17BD-25B7-45AE-9294-1F8F364B6D1B}" type="pres">
      <dgm:prSet presAssocID="{D205389F-792E-48E0-A414-473424ABDD4F}" presName="parentLin" presStyleCnt="0"/>
      <dgm:spPr/>
    </dgm:pt>
    <dgm:pt modelId="{456748D2-BDA6-4F68-BDC5-7A08C232886A}" type="pres">
      <dgm:prSet presAssocID="{D205389F-792E-48E0-A414-473424ABDD4F}" presName="parentLeftMargin" presStyleLbl="node1" presStyleIdx="0" presStyleCnt="4"/>
      <dgm:spPr/>
    </dgm:pt>
    <dgm:pt modelId="{613F70F4-030B-43D1-B85C-B5881AD8A28A}" type="pres">
      <dgm:prSet presAssocID="{D205389F-792E-48E0-A414-473424ABDD4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39C47F-1A13-48B9-BD77-3DBC5EA2C8AE}" type="pres">
      <dgm:prSet presAssocID="{D205389F-792E-48E0-A414-473424ABDD4F}" presName="negativeSpace" presStyleCnt="0"/>
      <dgm:spPr/>
    </dgm:pt>
    <dgm:pt modelId="{D79887D3-57E6-450F-ACB3-FC95F32E93F6}" type="pres">
      <dgm:prSet presAssocID="{D205389F-792E-48E0-A414-473424ABDD4F}" presName="childText" presStyleLbl="conFgAcc1" presStyleIdx="1" presStyleCnt="4">
        <dgm:presLayoutVars>
          <dgm:bulletEnabled val="1"/>
        </dgm:presLayoutVars>
      </dgm:prSet>
      <dgm:spPr/>
    </dgm:pt>
    <dgm:pt modelId="{7EFF5C57-67C0-48C3-933C-0A867E0E81C3}" type="pres">
      <dgm:prSet presAssocID="{6685FC6B-FED5-45BA-A749-CCF9DFD4EF1E}" presName="spaceBetweenRectangles" presStyleCnt="0"/>
      <dgm:spPr/>
    </dgm:pt>
    <dgm:pt modelId="{1E32D296-23B6-459F-8502-4D0FB45C5988}" type="pres">
      <dgm:prSet presAssocID="{476942BD-E46A-4ACF-B443-5EBB21C3FBF5}" presName="parentLin" presStyleCnt="0"/>
      <dgm:spPr/>
    </dgm:pt>
    <dgm:pt modelId="{A829B018-10B1-41BA-A2F2-902F91A52DF7}" type="pres">
      <dgm:prSet presAssocID="{476942BD-E46A-4ACF-B443-5EBB21C3FBF5}" presName="parentLeftMargin" presStyleLbl="node1" presStyleIdx="1" presStyleCnt="4"/>
      <dgm:spPr/>
    </dgm:pt>
    <dgm:pt modelId="{9A4463A9-452A-4FA8-AA83-F3970807A9FC}" type="pres">
      <dgm:prSet presAssocID="{476942BD-E46A-4ACF-B443-5EBB21C3FBF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7C0A8E-0693-49CB-9202-2E97AC1D94C2}" type="pres">
      <dgm:prSet presAssocID="{476942BD-E46A-4ACF-B443-5EBB21C3FBF5}" presName="negativeSpace" presStyleCnt="0"/>
      <dgm:spPr/>
    </dgm:pt>
    <dgm:pt modelId="{47B7BFFE-E716-4E03-B696-DB039E2139DD}" type="pres">
      <dgm:prSet presAssocID="{476942BD-E46A-4ACF-B443-5EBB21C3FBF5}" presName="childText" presStyleLbl="conFgAcc1" presStyleIdx="2" presStyleCnt="4">
        <dgm:presLayoutVars>
          <dgm:bulletEnabled val="1"/>
        </dgm:presLayoutVars>
      </dgm:prSet>
      <dgm:spPr/>
    </dgm:pt>
    <dgm:pt modelId="{356F3B08-2004-4288-9F70-D124980827CC}" type="pres">
      <dgm:prSet presAssocID="{F6C5611E-C76C-41CE-9C5C-36B145C9D6B0}" presName="spaceBetweenRectangles" presStyleCnt="0"/>
      <dgm:spPr/>
    </dgm:pt>
    <dgm:pt modelId="{19F07E36-17EC-492C-9E40-F18D783B8483}" type="pres">
      <dgm:prSet presAssocID="{20B32902-DDD3-4EF0-BF64-D02CA5A41AFB}" presName="parentLin" presStyleCnt="0"/>
      <dgm:spPr/>
    </dgm:pt>
    <dgm:pt modelId="{3E9BDE66-A308-4AAE-BC13-3E672EBF3ED1}" type="pres">
      <dgm:prSet presAssocID="{20B32902-DDD3-4EF0-BF64-D02CA5A41AFB}" presName="parentLeftMargin" presStyleLbl="node1" presStyleIdx="2" presStyleCnt="4"/>
      <dgm:spPr/>
    </dgm:pt>
    <dgm:pt modelId="{3172E8B6-DF09-4870-A9D5-A6B48410DA17}" type="pres">
      <dgm:prSet presAssocID="{20B32902-DDD3-4EF0-BF64-D02CA5A41AF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1B4FCD2-DE5C-4E2D-8EA6-9D7F2188AAD7}" type="pres">
      <dgm:prSet presAssocID="{20B32902-DDD3-4EF0-BF64-D02CA5A41AFB}" presName="negativeSpace" presStyleCnt="0"/>
      <dgm:spPr/>
    </dgm:pt>
    <dgm:pt modelId="{0B4DE78B-3DE6-414E-93A6-B8CAA7DDC0BE}" type="pres">
      <dgm:prSet presAssocID="{20B32902-DDD3-4EF0-BF64-D02CA5A41AF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35C350C-D85A-4502-89D1-1B11DEC90B82}" type="presOf" srcId="{5AC3B495-0856-436F-A513-B7117866581B}" destId="{139D9CDD-4BDC-4E31-9E44-326BBEF506CA}" srcOrd="0" destOrd="0" presId="urn:microsoft.com/office/officeart/2005/8/layout/list1"/>
    <dgm:cxn modelId="{A6E6970E-49D9-4A8D-A3BD-AB9F9642A385}" srcId="{73284B33-ADD8-4B25-9DA0-3521D80CF267}" destId="{B15F8FC6-9C83-44E3-A7A4-6BD55C8861A0}" srcOrd="0" destOrd="0" parTransId="{DB352DE8-22F2-4EC5-9DAF-37A5F6AA765D}" sibTransId="{34BDBC90-411C-4A68-BABB-9C24AB75482D}"/>
    <dgm:cxn modelId="{8C80610F-0BEF-4FF1-9918-EDB1DCFA5E52}" srcId="{476942BD-E46A-4ACF-B443-5EBB21C3FBF5}" destId="{3F28F20E-F04E-457F-9BBA-5E94224BA803}" srcOrd="0" destOrd="0" parTransId="{71CBE484-FB9B-4865-AE35-02F1DF5E8C52}" sibTransId="{9C54AC85-0B28-48FC-91D6-AAC9AD2F065D}"/>
    <dgm:cxn modelId="{6EC4BB2F-5F88-411F-B3D5-98DCF2459B37}" type="presOf" srcId="{F44478F7-D125-4EA3-89D4-5FA16B937CBD}" destId="{D79887D3-57E6-450F-ACB3-FC95F32E93F6}" srcOrd="0" destOrd="0" presId="urn:microsoft.com/office/officeart/2005/8/layout/list1"/>
    <dgm:cxn modelId="{7E43C333-26AF-4C45-B2F7-FD720BDE65DC}" type="presOf" srcId="{B15F8FC6-9C83-44E3-A7A4-6BD55C8861A0}" destId="{0DCF821E-E777-40C0-BB3D-834D37672640}" srcOrd="0" destOrd="0" presId="urn:microsoft.com/office/officeart/2005/8/layout/list1"/>
    <dgm:cxn modelId="{2DF8C13D-6F80-4206-9612-1E8973CC6D5A}" type="presOf" srcId="{29E660D4-3BEF-47BB-AB0D-9CB057542752}" destId="{0B4DE78B-3DE6-414E-93A6-B8CAA7DDC0BE}" srcOrd="0" destOrd="0" presId="urn:microsoft.com/office/officeart/2005/8/layout/list1"/>
    <dgm:cxn modelId="{1C874346-2183-4A53-B2B5-BEEA60A3C476}" srcId="{5AC3B495-0856-436F-A513-B7117866581B}" destId="{D205389F-792E-48E0-A414-473424ABDD4F}" srcOrd="1" destOrd="0" parTransId="{4EC4018D-64BE-401F-8504-EB0F96D550BB}" sibTransId="{6685FC6B-FED5-45BA-A749-CCF9DFD4EF1E}"/>
    <dgm:cxn modelId="{78F34668-B1BF-483C-ACB6-FE1378F5D912}" srcId="{D205389F-792E-48E0-A414-473424ABDD4F}" destId="{F44478F7-D125-4EA3-89D4-5FA16B937CBD}" srcOrd="0" destOrd="0" parTransId="{4DA70A7D-301F-4DD2-8A8A-6C1F600737B2}" sibTransId="{CB616D23-CC53-4805-8393-540CE40AF9B3}"/>
    <dgm:cxn modelId="{83E5B94D-372C-438B-BC17-2BF811A55593}" srcId="{5AC3B495-0856-436F-A513-B7117866581B}" destId="{476942BD-E46A-4ACF-B443-5EBB21C3FBF5}" srcOrd="2" destOrd="0" parTransId="{B7BBB269-66AF-4F46-8F29-BC4C833AF019}" sibTransId="{F6C5611E-C76C-41CE-9C5C-36B145C9D6B0}"/>
    <dgm:cxn modelId="{EE564673-E002-45DC-A43A-E22B12A84EB6}" type="presOf" srcId="{476942BD-E46A-4ACF-B443-5EBB21C3FBF5}" destId="{A829B018-10B1-41BA-A2F2-902F91A52DF7}" srcOrd="0" destOrd="0" presId="urn:microsoft.com/office/officeart/2005/8/layout/list1"/>
    <dgm:cxn modelId="{E2BF7573-591F-450D-8050-DE6704A87442}" srcId="{5AC3B495-0856-436F-A513-B7117866581B}" destId="{20B32902-DDD3-4EF0-BF64-D02CA5A41AFB}" srcOrd="3" destOrd="0" parTransId="{2CC3F05C-DC9E-49E2-959D-F13C11A21887}" sibTransId="{653CE190-F421-4886-A285-67D4540FE4B4}"/>
    <dgm:cxn modelId="{8E641A7E-818D-4A71-A346-61A925552126}" type="presOf" srcId="{3F28F20E-F04E-457F-9BBA-5E94224BA803}" destId="{47B7BFFE-E716-4E03-B696-DB039E2139DD}" srcOrd="0" destOrd="0" presId="urn:microsoft.com/office/officeart/2005/8/layout/list1"/>
    <dgm:cxn modelId="{AF228690-5EC5-4EE2-AF2C-9F8E9F6F9A40}" type="presOf" srcId="{D205389F-792E-48E0-A414-473424ABDD4F}" destId="{456748D2-BDA6-4F68-BDC5-7A08C232886A}" srcOrd="0" destOrd="0" presId="urn:microsoft.com/office/officeart/2005/8/layout/list1"/>
    <dgm:cxn modelId="{375E68BE-3DCE-4885-B067-51A1B7D19CB0}" type="presOf" srcId="{20B32902-DDD3-4EF0-BF64-D02CA5A41AFB}" destId="{3172E8B6-DF09-4870-A9D5-A6B48410DA17}" srcOrd="1" destOrd="0" presId="urn:microsoft.com/office/officeart/2005/8/layout/list1"/>
    <dgm:cxn modelId="{369573C3-8547-4F34-80DA-7E683DBE4C54}" type="presOf" srcId="{D205389F-792E-48E0-A414-473424ABDD4F}" destId="{613F70F4-030B-43D1-B85C-B5881AD8A28A}" srcOrd="1" destOrd="0" presId="urn:microsoft.com/office/officeart/2005/8/layout/list1"/>
    <dgm:cxn modelId="{0D990BD1-E8E5-4B87-B374-C1092C30C71D}" type="presOf" srcId="{73284B33-ADD8-4B25-9DA0-3521D80CF267}" destId="{6C7A6EE1-EB41-435F-B2AD-F54A6F1B776F}" srcOrd="0" destOrd="0" presId="urn:microsoft.com/office/officeart/2005/8/layout/list1"/>
    <dgm:cxn modelId="{8416E2DA-6342-41FE-BB64-B666F24E8190}" srcId="{5AC3B495-0856-436F-A513-B7117866581B}" destId="{73284B33-ADD8-4B25-9DA0-3521D80CF267}" srcOrd="0" destOrd="0" parTransId="{8CEFB648-B40F-4B87-A137-AD1DA2594F45}" sibTransId="{EBC48441-E7AE-474B-B2BD-913B0EF992D2}"/>
    <dgm:cxn modelId="{60875DEB-854D-4114-8C16-75B7D392256C}" type="presOf" srcId="{476942BD-E46A-4ACF-B443-5EBB21C3FBF5}" destId="{9A4463A9-452A-4FA8-AA83-F3970807A9FC}" srcOrd="1" destOrd="0" presId="urn:microsoft.com/office/officeart/2005/8/layout/list1"/>
    <dgm:cxn modelId="{87D638F7-5C25-4687-9C38-8241E115A115}" type="presOf" srcId="{73284B33-ADD8-4B25-9DA0-3521D80CF267}" destId="{9AC80AEE-0BAC-4EEA-9075-15C195AE2555}" srcOrd="1" destOrd="0" presId="urn:microsoft.com/office/officeart/2005/8/layout/list1"/>
    <dgm:cxn modelId="{896BDEFD-0A9F-4175-8F3C-88E68FB4947F}" type="presOf" srcId="{20B32902-DDD3-4EF0-BF64-D02CA5A41AFB}" destId="{3E9BDE66-A308-4AAE-BC13-3E672EBF3ED1}" srcOrd="0" destOrd="0" presId="urn:microsoft.com/office/officeart/2005/8/layout/list1"/>
    <dgm:cxn modelId="{E5B639FF-9466-4C8C-BA21-3C531B4B2419}" srcId="{20B32902-DDD3-4EF0-BF64-D02CA5A41AFB}" destId="{29E660D4-3BEF-47BB-AB0D-9CB057542752}" srcOrd="0" destOrd="0" parTransId="{A8C70FD6-127A-4114-AF5D-B6D82B6016A3}" sibTransId="{DCC49DD7-D7E2-47AF-81F9-BB42F17CCA99}"/>
    <dgm:cxn modelId="{1A5DC0E6-C5E5-4961-88AE-D484360A9089}" type="presParOf" srcId="{139D9CDD-4BDC-4E31-9E44-326BBEF506CA}" destId="{90AAD34E-F6F4-4E0F-91FA-E202DD837841}" srcOrd="0" destOrd="0" presId="urn:microsoft.com/office/officeart/2005/8/layout/list1"/>
    <dgm:cxn modelId="{7434E96D-EDFD-4B26-89D1-91ECB0B052DA}" type="presParOf" srcId="{90AAD34E-F6F4-4E0F-91FA-E202DD837841}" destId="{6C7A6EE1-EB41-435F-B2AD-F54A6F1B776F}" srcOrd="0" destOrd="0" presId="urn:microsoft.com/office/officeart/2005/8/layout/list1"/>
    <dgm:cxn modelId="{2B46332E-59B8-4ABE-BCBD-EDDF5DF45F89}" type="presParOf" srcId="{90AAD34E-F6F4-4E0F-91FA-E202DD837841}" destId="{9AC80AEE-0BAC-4EEA-9075-15C195AE2555}" srcOrd="1" destOrd="0" presId="urn:microsoft.com/office/officeart/2005/8/layout/list1"/>
    <dgm:cxn modelId="{B8A82BDD-C1B3-433D-A479-258B27BAD427}" type="presParOf" srcId="{139D9CDD-4BDC-4E31-9E44-326BBEF506CA}" destId="{CF9C3756-7D02-4846-9C2D-B3CC0DC1D868}" srcOrd="1" destOrd="0" presId="urn:microsoft.com/office/officeart/2005/8/layout/list1"/>
    <dgm:cxn modelId="{13D46508-D14A-4336-AD45-C82A457D37B5}" type="presParOf" srcId="{139D9CDD-4BDC-4E31-9E44-326BBEF506CA}" destId="{0DCF821E-E777-40C0-BB3D-834D37672640}" srcOrd="2" destOrd="0" presId="urn:microsoft.com/office/officeart/2005/8/layout/list1"/>
    <dgm:cxn modelId="{B729ACD5-41C9-4993-BD09-E8A251AEAAF6}" type="presParOf" srcId="{139D9CDD-4BDC-4E31-9E44-326BBEF506CA}" destId="{6EFEA31D-56D9-402C-9693-19A756CFECA5}" srcOrd="3" destOrd="0" presId="urn:microsoft.com/office/officeart/2005/8/layout/list1"/>
    <dgm:cxn modelId="{059F988D-5462-423D-A0D3-8569A8296D73}" type="presParOf" srcId="{139D9CDD-4BDC-4E31-9E44-326BBEF506CA}" destId="{01DC17BD-25B7-45AE-9294-1F8F364B6D1B}" srcOrd="4" destOrd="0" presId="urn:microsoft.com/office/officeart/2005/8/layout/list1"/>
    <dgm:cxn modelId="{168B0EDA-9AFD-412F-B50C-687A26B5661B}" type="presParOf" srcId="{01DC17BD-25B7-45AE-9294-1F8F364B6D1B}" destId="{456748D2-BDA6-4F68-BDC5-7A08C232886A}" srcOrd="0" destOrd="0" presId="urn:microsoft.com/office/officeart/2005/8/layout/list1"/>
    <dgm:cxn modelId="{B36A80E7-FDCF-4ECB-B3E3-F7B1FB8A5E91}" type="presParOf" srcId="{01DC17BD-25B7-45AE-9294-1F8F364B6D1B}" destId="{613F70F4-030B-43D1-B85C-B5881AD8A28A}" srcOrd="1" destOrd="0" presId="urn:microsoft.com/office/officeart/2005/8/layout/list1"/>
    <dgm:cxn modelId="{58296231-FE78-42F0-B05B-A2FB16F645F3}" type="presParOf" srcId="{139D9CDD-4BDC-4E31-9E44-326BBEF506CA}" destId="{1039C47F-1A13-48B9-BD77-3DBC5EA2C8AE}" srcOrd="5" destOrd="0" presId="urn:microsoft.com/office/officeart/2005/8/layout/list1"/>
    <dgm:cxn modelId="{6D35B20F-6D79-49D4-9D91-F88C85D9A100}" type="presParOf" srcId="{139D9CDD-4BDC-4E31-9E44-326BBEF506CA}" destId="{D79887D3-57E6-450F-ACB3-FC95F32E93F6}" srcOrd="6" destOrd="0" presId="urn:microsoft.com/office/officeart/2005/8/layout/list1"/>
    <dgm:cxn modelId="{45AD980F-93B0-4B15-BCC3-38D09DA2AF05}" type="presParOf" srcId="{139D9CDD-4BDC-4E31-9E44-326BBEF506CA}" destId="{7EFF5C57-67C0-48C3-933C-0A867E0E81C3}" srcOrd="7" destOrd="0" presId="urn:microsoft.com/office/officeart/2005/8/layout/list1"/>
    <dgm:cxn modelId="{B34588B7-0C6D-43C0-A859-C20E242CBB54}" type="presParOf" srcId="{139D9CDD-4BDC-4E31-9E44-326BBEF506CA}" destId="{1E32D296-23B6-459F-8502-4D0FB45C5988}" srcOrd="8" destOrd="0" presId="urn:microsoft.com/office/officeart/2005/8/layout/list1"/>
    <dgm:cxn modelId="{AE074773-8E6D-4248-8C5C-86C3E49CF9F3}" type="presParOf" srcId="{1E32D296-23B6-459F-8502-4D0FB45C5988}" destId="{A829B018-10B1-41BA-A2F2-902F91A52DF7}" srcOrd="0" destOrd="0" presId="urn:microsoft.com/office/officeart/2005/8/layout/list1"/>
    <dgm:cxn modelId="{A4028664-4C42-425F-BB88-93811243C28A}" type="presParOf" srcId="{1E32D296-23B6-459F-8502-4D0FB45C5988}" destId="{9A4463A9-452A-4FA8-AA83-F3970807A9FC}" srcOrd="1" destOrd="0" presId="urn:microsoft.com/office/officeart/2005/8/layout/list1"/>
    <dgm:cxn modelId="{84D5683D-5411-4529-BECF-F289AE9D915C}" type="presParOf" srcId="{139D9CDD-4BDC-4E31-9E44-326BBEF506CA}" destId="{8A7C0A8E-0693-49CB-9202-2E97AC1D94C2}" srcOrd="9" destOrd="0" presId="urn:microsoft.com/office/officeart/2005/8/layout/list1"/>
    <dgm:cxn modelId="{74FADBD3-0D34-42EF-864C-C29F1464D6D1}" type="presParOf" srcId="{139D9CDD-4BDC-4E31-9E44-326BBEF506CA}" destId="{47B7BFFE-E716-4E03-B696-DB039E2139DD}" srcOrd="10" destOrd="0" presId="urn:microsoft.com/office/officeart/2005/8/layout/list1"/>
    <dgm:cxn modelId="{AA93F933-1A17-4248-AB8D-C73045C3908E}" type="presParOf" srcId="{139D9CDD-4BDC-4E31-9E44-326BBEF506CA}" destId="{356F3B08-2004-4288-9F70-D124980827CC}" srcOrd="11" destOrd="0" presId="urn:microsoft.com/office/officeart/2005/8/layout/list1"/>
    <dgm:cxn modelId="{AC11ACD3-A4BA-43C4-9289-FBD581B729A6}" type="presParOf" srcId="{139D9CDD-4BDC-4E31-9E44-326BBEF506CA}" destId="{19F07E36-17EC-492C-9E40-F18D783B8483}" srcOrd="12" destOrd="0" presId="urn:microsoft.com/office/officeart/2005/8/layout/list1"/>
    <dgm:cxn modelId="{A370A1D6-FECE-4B32-82D9-F5BF438B131E}" type="presParOf" srcId="{19F07E36-17EC-492C-9E40-F18D783B8483}" destId="{3E9BDE66-A308-4AAE-BC13-3E672EBF3ED1}" srcOrd="0" destOrd="0" presId="urn:microsoft.com/office/officeart/2005/8/layout/list1"/>
    <dgm:cxn modelId="{1E95BA51-B954-4C45-95E5-5E37BBAD66E3}" type="presParOf" srcId="{19F07E36-17EC-492C-9E40-F18D783B8483}" destId="{3172E8B6-DF09-4870-A9D5-A6B48410DA17}" srcOrd="1" destOrd="0" presId="urn:microsoft.com/office/officeart/2005/8/layout/list1"/>
    <dgm:cxn modelId="{D74F06FB-05FD-420E-B14B-679762205D8A}" type="presParOf" srcId="{139D9CDD-4BDC-4E31-9E44-326BBEF506CA}" destId="{B1B4FCD2-DE5C-4E2D-8EA6-9D7F2188AAD7}" srcOrd="13" destOrd="0" presId="urn:microsoft.com/office/officeart/2005/8/layout/list1"/>
    <dgm:cxn modelId="{E912F7FC-9766-4579-976B-A719A6BABD0A}" type="presParOf" srcId="{139D9CDD-4BDC-4E31-9E44-326BBEF506CA}" destId="{0B4DE78B-3DE6-414E-93A6-B8CAA7DDC0B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187036-51B7-4B08-9432-DCF5CD2F1BD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A1AC359-0625-44EB-91B9-D60640B22A49}">
      <dgm:prSet/>
      <dgm:spPr/>
      <dgm:t>
        <a:bodyPr/>
        <a:lstStyle/>
        <a:p>
          <a:r>
            <a:rPr lang="zh-CN" b="0" i="0" baseline="0" dirty="0"/>
            <a:t>核心应用场景</a:t>
          </a:r>
          <a:endParaRPr lang="zh-CN" dirty="0"/>
        </a:p>
      </dgm:t>
    </dgm:pt>
    <dgm:pt modelId="{3AF60F32-038B-42E0-A112-41C3021776DA}" type="parTrans" cxnId="{C3BC2B8E-BCA9-492E-B4F0-AF2544327640}">
      <dgm:prSet/>
      <dgm:spPr/>
      <dgm:t>
        <a:bodyPr/>
        <a:lstStyle/>
        <a:p>
          <a:endParaRPr lang="zh-CN" altLang="en-US"/>
        </a:p>
      </dgm:t>
    </dgm:pt>
    <dgm:pt modelId="{7CD097D6-54B8-4270-92E9-ECE4A06980F8}" type="sibTrans" cxnId="{C3BC2B8E-BCA9-492E-B4F0-AF2544327640}">
      <dgm:prSet/>
      <dgm:spPr/>
      <dgm:t>
        <a:bodyPr/>
        <a:lstStyle/>
        <a:p>
          <a:endParaRPr lang="zh-CN" altLang="en-US"/>
        </a:p>
      </dgm:t>
    </dgm:pt>
    <dgm:pt modelId="{5ACF9009-C33B-4025-B041-99316A4BF0DF}">
      <dgm:prSet/>
      <dgm:spPr/>
      <dgm:t>
        <a:bodyPr/>
        <a:lstStyle/>
        <a:p>
          <a:r>
            <a:rPr lang="zh-CN" b="0" i="0" baseline="0" dirty="0"/>
            <a:t>直流电机速度控制（如风扇调速、传送带驱动、机器人底盘）； </a:t>
          </a:r>
          <a:endParaRPr lang="zh-CN" dirty="0"/>
        </a:p>
      </dgm:t>
    </dgm:pt>
    <dgm:pt modelId="{3A5BF134-B695-45DD-AC29-8327BB59F672}" type="parTrans" cxnId="{01C184D7-3638-476A-806D-C3734A55B199}">
      <dgm:prSet/>
      <dgm:spPr/>
      <dgm:t>
        <a:bodyPr/>
        <a:lstStyle/>
        <a:p>
          <a:endParaRPr lang="zh-CN" altLang="en-US"/>
        </a:p>
      </dgm:t>
    </dgm:pt>
    <dgm:pt modelId="{47A30DAF-799C-43AE-BD88-B1A95D458CED}" type="sibTrans" cxnId="{01C184D7-3638-476A-806D-C3734A55B199}">
      <dgm:prSet/>
      <dgm:spPr/>
      <dgm:t>
        <a:bodyPr/>
        <a:lstStyle/>
        <a:p>
          <a:endParaRPr lang="zh-CN" altLang="en-US"/>
        </a:p>
      </dgm:t>
    </dgm:pt>
    <dgm:pt modelId="{566B819A-7FE0-429E-8B31-9E34B75F20F4}">
      <dgm:prSet/>
      <dgm:spPr/>
      <dgm:t>
        <a:bodyPr/>
        <a:lstStyle/>
        <a:p>
          <a:r>
            <a:rPr lang="zh-CN" b="0" i="0" baseline="0" dirty="0"/>
            <a:t>伺服电机位置控制（如机械臂关节、打印机喷头、数控机床）； </a:t>
          </a:r>
          <a:endParaRPr lang="zh-CN" dirty="0"/>
        </a:p>
      </dgm:t>
    </dgm:pt>
    <dgm:pt modelId="{7EB21474-F6EC-406A-BAF6-75FBE60A959A}" type="parTrans" cxnId="{839C926D-041A-44F2-92B6-88CCE881E513}">
      <dgm:prSet/>
      <dgm:spPr/>
      <dgm:t>
        <a:bodyPr/>
        <a:lstStyle/>
        <a:p>
          <a:endParaRPr lang="zh-CN" altLang="en-US"/>
        </a:p>
      </dgm:t>
    </dgm:pt>
    <dgm:pt modelId="{260D02EB-4FE4-47E9-9652-071933ED5514}" type="sibTrans" cxnId="{839C926D-041A-44F2-92B6-88CCE881E513}">
      <dgm:prSet/>
      <dgm:spPr/>
      <dgm:t>
        <a:bodyPr/>
        <a:lstStyle/>
        <a:p>
          <a:endParaRPr lang="zh-CN" altLang="en-US"/>
        </a:p>
      </dgm:t>
    </dgm:pt>
    <dgm:pt modelId="{0714F1B4-F727-4C55-8EC7-2941DBA14B0A}">
      <dgm:prSet/>
      <dgm:spPr/>
      <dgm:t>
        <a:bodyPr/>
        <a:lstStyle/>
        <a:p>
          <a:r>
            <a:rPr lang="zh-CN" b="0" i="0" baseline="0" dirty="0"/>
            <a:t>低速 / 恒速负载场景（如水泵、风机，需抑制负载扰动）。 </a:t>
          </a:r>
          <a:endParaRPr lang="zh-CN" dirty="0"/>
        </a:p>
      </dgm:t>
    </dgm:pt>
    <dgm:pt modelId="{5BB4F088-139F-4479-AB39-0560B25B5D6A}" type="parTrans" cxnId="{6B99BFF3-DBBD-4B5A-91C4-E4A8CFB6CD90}">
      <dgm:prSet/>
      <dgm:spPr/>
      <dgm:t>
        <a:bodyPr/>
        <a:lstStyle/>
        <a:p>
          <a:endParaRPr lang="zh-CN" altLang="en-US"/>
        </a:p>
      </dgm:t>
    </dgm:pt>
    <dgm:pt modelId="{AF81969C-109C-4BC2-AEEB-BDA68ECBCB39}" type="sibTrans" cxnId="{6B99BFF3-DBBD-4B5A-91C4-E4A8CFB6CD90}">
      <dgm:prSet/>
      <dgm:spPr/>
      <dgm:t>
        <a:bodyPr/>
        <a:lstStyle/>
        <a:p>
          <a:endParaRPr lang="zh-CN" altLang="en-US"/>
        </a:p>
      </dgm:t>
    </dgm:pt>
    <dgm:pt modelId="{62944948-AE3A-40D0-B420-E060B61A1D59}">
      <dgm:prSet/>
      <dgm:spPr/>
      <dgm:t>
        <a:bodyPr/>
        <a:lstStyle/>
        <a:p>
          <a:r>
            <a:rPr lang="zh-CN" b="0" i="0" baseline="0" dirty="0"/>
            <a:t>应用优势</a:t>
          </a:r>
          <a:endParaRPr lang="zh-CN" dirty="0"/>
        </a:p>
      </dgm:t>
    </dgm:pt>
    <dgm:pt modelId="{CF64ADA5-5D12-4CE9-AAEC-03E35D538C5D}" type="parTrans" cxnId="{0CCE9D6E-7159-403D-90B0-E68CD65E3B4B}">
      <dgm:prSet/>
      <dgm:spPr/>
      <dgm:t>
        <a:bodyPr/>
        <a:lstStyle/>
        <a:p>
          <a:endParaRPr lang="zh-CN" altLang="en-US"/>
        </a:p>
      </dgm:t>
    </dgm:pt>
    <dgm:pt modelId="{5A06BB0A-0146-44CF-803D-37F593B14818}" type="sibTrans" cxnId="{0CCE9D6E-7159-403D-90B0-E68CD65E3B4B}">
      <dgm:prSet/>
      <dgm:spPr/>
      <dgm:t>
        <a:bodyPr/>
        <a:lstStyle/>
        <a:p>
          <a:endParaRPr lang="zh-CN" altLang="en-US"/>
        </a:p>
      </dgm:t>
    </dgm:pt>
    <dgm:pt modelId="{372C0A24-84C7-45F0-BB55-49DD03151AB9}">
      <dgm:prSet/>
      <dgm:spPr/>
      <dgm:t>
        <a:bodyPr/>
        <a:lstStyle/>
        <a:p>
          <a:r>
            <a:rPr lang="zh-CN" b="0" i="0" baseline="0" dirty="0"/>
            <a:t>相比纯 P 控制，PI 可消除 “负载变化导致的转速漂移”“定位静差”，兼顾响应速度与精度。 </a:t>
          </a:r>
          <a:endParaRPr lang="zh-CN" dirty="0"/>
        </a:p>
      </dgm:t>
    </dgm:pt>
    <dgm:pt modelId="{C1BF0B6F-E0B6-4408-85B0-1B408A205D25}" type="parTrans" cxnId="{1E4986C6-252B-481A-AFBC-D98AE7AB579B}">
      <dgm:prSet/>
      <dgm:spPr/>
      <dgm:t>
        <a:bodyPr/>
        <a:lstStyle/>
        <a:p>
          <a:endParaRPr lang="zh-CN" altLang="en-US"/>
        </a:p>
      </dgm:t>
    </dgm:pt>
    <dgm:pt modelId="{946A93EB-E7D1-4865-9505-878DF076CFFB}" type="sibTrans" cxnId="{1E4986C6-252B-481A-AFBC-D98AE7AB579B}">
      <dgm:prSet/>
      <dgm:spPr/>
      <dgm:t>
        <a:bodyPr/>
        <a:lstStyle/>
        <a:p>
          <a:endParaRPr lang="zh-CN" altLang="en-US"/>
        </a:p>
      </dgm:t>
    </dgm:pt>
    <dgm:pt modelId="{3FB373AE-701D-422D-AA32-A7E74AB0A3B8}" type="pres">
      <dgm:prSet presAssocID="{AD187036-51B7-4B08-9432-DCF5CD2F1BD8}" presName="linear" presStyleCnt="0">
        <dgm:presLayoutVars>
          <dgm:dir/>
          <dgm:animLvl val="lvl"/>
          <dgm:resizeHandles val="exact"/>
        </dgm:presLayoutVars>
      </dgm:prSet>
      <dgm:spPr/>
    </dgm:pt>
    <dgm:pt modelId="{1888AB04-BC00-4692-B478-F7670D25EA1E}" type="pres">
      <dgm:prSet presAssocID="{1A1AC359-0625-44EB-91B9-D60640B22A49}" presName="parentLin" presStyleCnt="0"/>
      <dgm:spPr/>
    </dgm:pt>
    <dgm:pt modelId="{B43E5090-27D9-468C-BD92-4F43A844320C}" type="pres">
      <dgm:prSet presAssocID="{1A1AC359-0625-44EB-91B9-D60640B22A49}" presName="parentLeftMargin" presStyleLbl="node1" presStyleIdx="0" presStyleCnt="2"/>
      <dgm:spPr/>
    </dgm:pt>
    <dgm:pt modelId="{B6F31DEA-C287-4825-942E-CD041A78BE41}" type="pres">
      <dgm:prSet presAssocID="{1A1AC359-0625-44EB-91B9-D60640B22A4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7A897F-9F49-4854-B93F-14879B3E9014}" type="pres">
      <dgm:prSet presAssocID="{1A1AC359-0625-44EB-91B9-D60640B22A49}" presName="negativeSpace" presStyleCnt="0"/>
      <dgm:spPr/>
    </dgm:pt>
    <dgm:pt modelId="{49B457C0-C903-4FF3-9092-98A9C6DE85BB}" type="pres">
      <dgm:prSet presAssocID="{1A1AC359-0625-44EB-91B9-D60640B22A49}" presName="childText" presStyleLbl="conFgAcc1" presStyleIdx="0" presStyleCnt="2">
        <dgm:presLayoutVars>
          <dgm:bulletEnabled val="1"/>
        </dgm:presLayoutVars>
      </dgm:prSet>
      <dgm:spPr/>
    </dgm:pt>
    <dgm:pt modelId="{2CC9CE25-0030-4914-B878-A1F6456E556E}" type="pres">
      <dgm:prSet presAssocID="{7CD097D6-54B8-4270-92E9-ECE4A06980F8}" presName="spaceBetweenRectangles" presStyleCnt="0"/>
      <dgm:spPr/>
    </dgm:pt>
    <dgm:pt modelId="{B86A29A5-1C21-4378-8082-ED7364412138}" type="pres">
      <dgm:prSet presAssocID="{62944948-AE3A-40D0-B420-E060B61A1D59}" presName="parentLin" presStyleCnt="0"/>
      <dgm:spPr/>
    </dgm:pt>
    <dgm:pt modelId="{6B075FCE-B81C-4411-AC33-7666C889301E}" type="pres">
      <dgm:prSet presAssocID="{62944948-AE3A-40D0-B420-E060B61A1D59}" presName="parentLeftMargin" presStyleLbl="node1" presStyleIdx="0" presStyleCnt="2"/>
      <dgm:spPr/>
    </dgm:pt>
    <dgm:pt modelId="{3EC6F34B-0FCB-4091-B80A-F7F7A9E60068}" type="pres">
      <dgm:prSet presAssocID="{62944948-AE3A-40D0-B420-E060B61A1D5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E1A810C-4695-4C11-A63C-9BC9732820E8}" type="pres">
      <dgm:prSet presAssocID="{62944948-AE3A-40D0-B420-E060B61A1D59}" presName="negativeSpace" presStyleCnt="0"/>
      <dgm:spPr/>
    </dgm:pt>
    <dgm:pt modelId="{7BD10846-A1D4-4D82-BB9D-3322CF8AE7DE}" type="pres">
      <dgm:prSet presAssocID="{62944948-AE3A-40D0-B420-E060B61A1D5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27DE610-FE6C-480C-A156-EA6942F88242}" type="presOf" srcId="{62944948-AE3A-40D0-B420-E060B61A1D59}" destId="{3EC6F34B-0FCB-4091-B80A-F7F7A9E60068}" srcOrd="1" destOrd="0" presId="urn:microsoft.com/office/officeart/2005/8/layout/list1"/>
    <dgm:cxn modelId="{76F2E216-8746-4C85-AD4A-62F396215831}" type="presOf" srcId="{1A1AC359-0625-44EB-91B9-D60640B22A49}" destId="{B6F31DEA-C287-4825-942E-CD041A78BE41}" srcOrd="1" destOrd="0" presId="urn:microsoft.com/office/officeart/2005/8/layout/list1"/>
    <dgm:cxn modelId="{839C926D-041A-44F2-92B6-88CCE881E513}" srcId="{1A1AC359-0625-44EB-91B9-D60640B22A49}" destId="{566B819A-7FE0-429E-8B31-9E34B75F20F4}" srcOrd="1" destOrd="0" parTransId="{7EB21474-F6EC-406A-BAF6-75FBE60A959A}" sibTransId="{260D02EB-4FE4-47E9-9652-071933ED5514}"/>
    <dgm:cxn modelId="{0CCE9D6E-7159-403D-90B0-E68CD65E3B4B}" srcId="{AD187036-51B7-4B08-9432-DCF5CD2F1BD8}" destId="{62944948-AE3A-40D0-B420-E060B61A1D59}" srcOrd="1" destOrd="0" parTransId="{CF64ADA5-5D12-4CE9-AAEC-03E35D538C5D}" sibTransId="{5A06BB0A-0146-44CF-803D-37F593B14818}"/>
    <dgm:cxn modelId="{6778347F-44C1-4F9D-A5B3-0AD52CF0A327}" type="presOf" srcId="{1A1AC359-0625-44EB-91B9-D60640B22A49}" destId="{B43E5090-27D9-468C-BD92-4F43A844320C}" srcOrd="0" destOrd="0" presId="urn:microsoft.com/office/officeart/2005/8/layout/list1"/>
    <dgm:cxn modelId="{C3BC2B8E-BCA9-492E-B4F0-AF2544327640}" srcId="{AD187036-51B7-4B08-9432-DCF5CD2F1BD8}" destId="{1A1AC359-0625-44EB-91B9-D60640B22A49}" srcOrd="0" destOrd="0" parTransId="{3AF60F32-038B-42E0-A112-41C3021776DA}" sibTransId="{7CD097D6-54B8-4270-92E9-ECE4A06980F8}"/>
    <dgm:cxn modelId="{996C08AE-71B7-4578-ADF3-C105F4186CD4}" type="presOf" srcId="{62944948-AE3A-40D0-B420-E060B61A1D59}" destId="{6B075FCE-B81C-4411-AC33-7666C889301E}" srcOrd="0" destOrd="0" presId="urn:microsoft.com/office/officeart/2005/8/layout/list1"/>
    <dgm:cxn modelId="{78AE0FB6-9F94-446A-92D1-F53DAF8453DD}" type="presOf" srcId="{0714F1B4-F727-4C55-8EC7-2941DBA14B0A}" destId="{49B457C0-C903-4FF3-9092-98A9C6DE85BB}" srcOrd="0" destOrd="2" presId="urn:microsoft.com/office/officeart/2005/8/layout/list1"/>
    <dgm:cxn modelId="{B86D25C1-7D6B-4621-8D61-97FFB674BDCB}" type="presOf" srcId="{372C0A24-84C7-45F0-BB55-49DD03151AB9}" destId="{7BD10846-A1D4-4D82-BB9D-3322CF8AE7DE}" srcOrd="0" destOrd="0" presId="urn:microsoft.com/office/officeart/2005/8/layout/list1"/>
    <dgm:cxn modelId="{1E4986C6-252B-481A-AFBC-D98AE7AB579B}" srcId="{62944948-AE3A-40D0-B420-E060B61A1D59}" destId="{372C0A24-84C7-45F0-BB55-49DD03151AB9}" srcOrd="0" destOrd="0" parTransId="{C1BF0B6F-E0B6-4408-85B0-1B408A205D25}" sibTransId="{946A93EB-E7D1-4865-9505-878DF076CFFB}"/>
    <dgm:cxn modelId="{2DE8FCCF-D91E-4930-9633-0168A64AE548}" type="presOf" srcId="{5ACF9009-C33B-4025-B041-99316A4BF0DF}" destId="{49B457C0-C903-4FF3-9092-98A9C6DE85BB}" srcOrd="0" destOrd="0" presId="urn:microsoft.com/office/officeart/2005/8/layout/list1"/>
    <dgm:cxn modelId="{916C32D2-5C81-4358-B6B3-8522B5A4FEDB}" type="presOf" srcId="{AD187036-51B7-4B08-9432-DCF5CD2F1BD8}" destId="{3FB373AE-701D-422D-AA32-A7E74AB0A3B8}" srcOrd="0" destOrd="0" presId="urn:microsoft.com/office/officeart/2005/8/layout/list1"/>
    <dgm:cxn modelId="{01C184D7-3638-476A-806D-C3734A55B199}" srcId="{1A1AC359-0625-44EB-91B9-D60640B22A49}" destId="{5ACF9009-C33B-4025-B041-99316A4BF0DF}" srcOrd="0" destOrd="0" parTransId="{3A5BF134-B695-45DD-AC29-8327BB59F672}" sibTransId="{47A30DAF-799C-43AE-BD88-B1A95D458CED}"/>
    <dgm:cxn modelId="{C420B9E4-F5A2-40A9-A0B6-CF3B63FC3CAC}" type="presOf" srcId="{566B819A-7FE0-429E-8B31-9E34B75F20F4}" destId="{49B457C0-C903-4FF3-9092-98A9C6DE85BB}" srcOrd="0" destOrd="1" presId="urn:microsoft.com/office/officeart/2005/8/layout/list1"/>
    <dgm:cxn modelId="{6B99BFF3-DBBD-4B5A-91C4-E4A8CFB6CD90}" srcId="{1A1AC359-0625-44EB-91B9-D60640B22A49}" destId="{0714F1B4-F727-4C55-8EC7-2941DBA14B0A}" srcOrd="2" destOrd="0" parTransId="{5BB4F088-139F-4479-AB39-0560B25B5D6A}" sibTransId="{AF81969C-109C-4BC2-AEEB-BDA68ECBCB39}"/>
    <dgm:cxn modelId="{27D02A56-8159-47AB-B441-366E6CC56A9D}" type="presParOf" srcId="{3FB373AE-701D-422D-AA32-A7E74AB0A3B8}" destId="{1888AB04-BC00-4692-B478-F7670D25EA1E}" srcOrd="0" destOrd="0" presId="urn:microsoft.com/office/officeart/2005/8/layout/list1"/>
    <dgm:cxn modelId="{2D226781-C46C-4D7D-B06F-7E69BDAF52F3}" type="presParOf" srcId="{1888AB04-BC00-4692-B478-F7670D25EA1E}" destId="{B43E5090-27D9-468C-BD92-4F43A844320C}" srcOrd="0" destOrd="0" presId="urn:microsoft.com/office/officeart/2005/8/layout/list1"/>
    <dgm:cxn modelId="{E264F8E3-D766-45B8-86B5-235DF928B835}" type="presParOf" srcId="{1888AB04-BC00-4692-B478-F7670D25EA1E}" destId="{B6F31DEA-C287-4825-942E-CD041A78BE41}" srcOrd="1" destOrd="0" presId="urn:microsoft.com/office/officeart/2005/8/layout/list1"/>
    <dgm:cxn modelId="{E4C60001-02D2-4994-A08F-6CCB3CEA2F2B}" type="presParOf" srcId="{3FB373AE-701D-422D-AA32-A7E74AB0A3B8}" destId="{677A897F-9F49-4854-B93F-14879B3E9014}" srcOrd="1" destOrd="0" presId="urn:microsoft.com/office/officeart/2005/8/layout/list1"/>
    <dgm:cxn modelId="{CF8AB8C0-FC38-4317-9324-010800AF240D}" type="presParOf" srcId="{3FB373AE-701D-422D-AA32-A7E74AB0A3B8}" destId="{49B457C0-C903-4FF3-9092-98A9C6DE85BB}" srcOrd="2" destOrd="0" presId="urn:microsoft.com/office/officeart/2005/8/layout/list1"/>
    <dgm:cxn modelId="{6126B997-2F13-4871-BEA6-7B90A619A027}" type="presParOf" srcId="{3FB373AE-701D-422D-AA32-A7E74AB0A3B8}" destId="{2CC9CE25-0030-4914-B878-A1F6456E556E}" srcOrd="3" destOrd="0" presId="urn:microsoft.com/office/officeart/2005/8/layout/list1"/>
    <dgm:cxn modelId="{BE3CAB80-D15C-4ABC-9D00-F9D0B04CDC0D}" type="presParOf" srcId="{3FB373AE-701D-422D-AA32-A7E74AB0A3B8}" destId="{B86A29A5-1C21-4378-8082-ED7364412138}" srcOrd="4" destOrd="0" presId="urn:microsoft.com/office/officeart/2005/8/layout/list1"/>
    <dgm:cxn modelId="{CD8F4655-7358-4C49-8502-CBF7A8EC8B85}" type="presParOf" srcId="{B86A29A5-1C21-4378-8082-ED7364412138}" destId="{6B075FCE-B81C-4411-AC33-7666C889301E}" srcOrd="0" destOrd="0" presId="urn:microsoft.com/office/officeart/2005/8/layout/list1"/>
    <dgm:cxn modelId="{880D88EB-7CE0-4890-BCC0-81A6AF1FC332}" type="presParOf" srcId="{B86A29A5-1C21-4378-8082-ED7364412138}" destId="{3EC6F34B-0FCB-4091-B80A-F7F7A9E60068}" srcOrd="1" destOrd="0" presId="urn:microsoft.com/office/officeart/2005/8/layout/list1"/>
    <dgm:cxn modelId="{FC2315F0-76AE-4D45-92E4-C302CED92EED}" type="presParOf" srcId="{3FB373AE-701D-422D-AA32-A7E74AB0A3B8}" destId="{0E1A810C-4695-4C11-A63C-9BC9732820E8}" srcOrd="5" destOrd="0" presId="urn:microsoft.com/office/officeart/2005/8/layout/list1"/>
    <dgm:cxn modelId="{39620450-2C87-47EE-9379-C3B3254A2BCC}" type="presParOf" srcId="{3FB373AE-701D-422D-AA32-A7E74AB0A3B8}" destId="{7BD10846-A1D4-4D82-BB9D-3322CF8AE7D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077F297-CB25-450B-98EB-3ABDD5CF70F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E5B82E7-EE91-416F-AC56-F98276BA0385}">
      <dgm:prSet/>
      <dgm:spPr/>
      <dgm:t>
        <a:bodyPr/>
        <a:lstStyle/>
        <a:p>
          <a:r>
            <a:rPr lang="zh-CN" b="0" i="0" baseline="0" dirty="0"/>
            <a:t>积分饱和抑制（电机场景</a:t>
          </a:r>
          <a:r>
            <a:rPr lang="zh-CN" altLang="en-US" b="0" i="0" baseline="0" dirty="0"/>
            <a:t>下特别注意</a:t>
          </a:r>
          <a:r>
            <a:rPr lang="zh-CN" b="0" i="0" baseline="0" dirty="0"/>
            <a:t>）</a:t>
          </a:r>
          <a:endParaRPr lang="zh-CN" dirty="0"/>
        </a:p>
      </dgm:t>
    </dgm:pt>
    <dgm:pt modelId="{D83CC51D-DE60-45F9-96B2-04E651CEFE60}" type="parTrans" cxnId="{99177EBA-494B-4062-86E9-B2A43F6B6E61}">
      <dgm:prSet/>
      <dgm:spPr/>
      <dgm:t>
        <a:bodyPr/>
        <a:lstStyle/>
        <a:p>
          <a:endParaRPr lang="zh-CN" altLang="en-US"/>
        </a:p>
      </dgm:t>
    </dgm:pt>
    <dgm:pt modelId="{3E9DEC4F-0AFD-4581-9CBA-6DAFD38AD782}" type="sibTrans" cxnId="{99177EBA-494B-4062-86E9-B2A43F6B6E61}">
      <dgm:prSet/>
      <dgm:spPr/>
      <dgm:t>
        <a:bodyPr/>
        <a:lstStyle/>
        <a:p>
          <a:endParaRPr lang="zh-CN" altLang="en-US"/>
        </a:p>
      </dgm:t>
    </dgm:pt>
    <dgm:pt modelId="{DE2DFA1C-CB75-45F9-A568-C81DE13BA06D}">
      <dgm:prSet/>
      <dgm:spPr/>
      <dgm:t>
        <a:bodyPr/>
        <a:lstStyle/>
        <a:p>
          <a:r>
            <a:rPr lang="zh-CN" b="0" i="0" baseline="0" dirty="0"/>
            <a:t>问题：电机启动 / 急停时误差大，积分项累积导致 “过流”“超调”； </a:t>
          </a:r>
          <a:endParaRPr lang="zh-CN" dirty="0"/>
        </a:p>
      </dgm:t>
    </dgm:pt>
    <dgm:pt modelId="{1E7179F7-476E-48B6-A01F-3D294C552BE2}" type="parTrans" cxnId="{A6242BAB-1A1C-4FC3-B65F-2211F950EF0E}">
      <dgm:prSet/>
      <dgm:spPr/>
      <dgm:t>
        <a:bodyPr/>
        <a:lstStyle/>
        <a:p>
          <a:endParaRPr lang="zh-CN" altLang="en-US"/>
        </a:p>
      </dgm:t>
    </dgm:pt>
    <dgm:pt modelId="{6CAF276A-56A8-448E-BE1F-3DA3A20544E5}" type="sibTrans" cxnId="{A6242BAB-1A1C-4FC3-B65F-2211F950EF0E}">
      <dgm:prSet/>
      <dgm:spPr/>
      <dgm:t>
        <a:bodyPr/>
        <a:lstStyle/>
        <a:p>
          <a:endParaRPr lang="zh-CN" altLang="en-US"/>
        </a:p>
      </dgm:t>
    </dgm:pt>
    <dgm:pt modelId="{3D571304-B1CD-488C-9A61-202964350DEC}">
      <dgm:prSet/>
      <dgm:spPr/>
      <dgm:t>
        <a:bodyPr/>
        <a:lstStyle/>
        <a:p>
          <a:r>
            <a:rPr lang="zh-CN" b="0" i="0" baseline="0" dirty="0"/>
            <a:t>解决方案：积分分离（误差 &gt; 阈值时禁用 I 项，误差 &lt; 阈值时启用）。 </a:t>
          </a:r>
          <a:endParaRPr lang="zh-CN" dirty="0"/>
        </a:p>
      </dgm:t>
    </dgm:pt>
    <dgm:pt modelId="{78CEDBE5-C2F0-4061-AF2D-4C9DD57BBDB2}" type="parTrans" cxnId="{78A22251-FFC0-486B-9178-DD1B851FA888}">
      <dgm:prSet/>
      <dgm:spPr/>
      <dgm:t>
        <a:bodyPr/>
        <a:lstStyle/>
        <a:p>
          <a:endParaRPr lang="zh-CN" altLang="en-US"/>
        </a:p>
      </dgm:t>
    </dgm:pt>
    <dgm:pt modelId="{DFA7163A-0C14-4B93-9964-1A7C04F746B0}" type="sibTrans" cxnId="{78A22251-FFC0-486B-9178-DD1B851FA888}">
      <dgm:prSet/>
      <dgm:spPr/>
      <dgm:t>
        <a:bodyPr/>
        <a:lstStyle/>
        <a:p>
          <a:endParaRPr lang="zh-CN" altLang="en-US"/>
        </a:p>
      </dgm:t>
    </dgm:pt>
    <dgm:pt modelId="{09D0452E-C304-49B9-81A4-679EA6DE97C9}">
      <dgm:prSet/>
      <dgm:spPr/>
      <dgm:t>
        <a:bodyPr/>
        <a:lstStyle/>
        <a:p>
          <a:r>
            <a:rPr lang="zh-CN" b="0" i="0" baseline="0" dirty="0"/>
            <a:t>噪声处理</a:t>
          </a:r>
          <a:endParaRPr lang="zh-CN" dirty="0"/>
        </a:p>
      </dgm:t>
    </dgm:pt>
    <dgm:pt modelId="{63A0622B-648C-4B2A-82C4-9B725C4090BF}" type="parTrans" cxnId="{16E4E46B-6BA9-4917-BC33-81239A1C9A2F}">
      <dgm:prSet/>
      <dgm:spPr/>
      <dgm:t>
        <a:bodyPr/>
        <a:lstStyle/>
        <a:p>
          <a:endParaRPr lang="zh-CN" altLang="en-US"/>
        </a:p>
      </dgm:t>
    </dgm:pt>
    <dgm:pt modelId="{0CD9F70A-BEF8-4D94-982F-F15157E69D80}" type="sibTrans" cxnId="{16E4E46B-6BA9-4917-BC33-81239A1C9A2F}">
      <dgm:prSet/>
      <dgm:spPr/>
      <dgm:t>
        <a:bodyPr/>
        <a:lstStyle/>
        <a:p>
          <a:endParaRPr lang="zh-CN" altLang="en-US"/>
        </a:p>
      </dgm:t>
    </dgm:pt>
    <dgm:pt modelId="{1770BA2E-A972-4ACC-A0F6-62EF95E5E94D}">
      <dgm:prSet/>
      <dgm:spPr/>
      <dgm:t>
        <a:bodyPr/>
        <a:lstStyle/>
        <a:p>
          <a:r>
            <a:rPr lang="zh-CN" b="0" i="0" baseline="0" dirty="0"/>
            <a:t>输出限幅</a:t>
          </a:r>
          <a:endParaRPr lang="zh-CN" dirty="0"/>
        </a:p>
      </dgm:t>
    </dgm:pt>
    <dgm:pt modelId="{014F0A3B-9DA0-4833-B4E9-C53E3CB2AF54}" type="parTrans" cxnId="{DFF0D4C4-017F-48EA-91D5-5FF8657353B0}">
      <dgm:prSet/>
      <dgm:spPr/>
      <dgm:t>
        <a:bodyPr/>
        <a:lstStyle/>
        <a:p>
          <a:endParaRPr lang="zh-CN" altLang="en-US"/>
        </a:p>
      </dgm:t>
    </dgm:pt>
    <dgm:pt modelId="{6C8B158C-5BBD-436A-96BE-65F9BD4E660C}" type="sibTrans" cxnId="{DFF0D4C4-017F-48EA-91D5-5FF8657353B0}">
      <dgm:prSet/>
      <dgm:spPr/>
      <dgm:t>
        <a:bodyPr/>
        <a:lstStyle/>
        <a:p>
          <a:endParaRPr lang="zh-CN" altLang="en-US"/>
        </a:p>
      </dgm:t>
    </dgm:pt>
    <dgm:pt modelId="{2387ACAE-E986-4332-83FD-7C7048E8877E}">
      <dgm:prSet/>
      <dgm:spPr/>
      <dgm:t>
        <a:bodyPr/>
        <a:lstStyle/>
        <a:p>
          <a:r>
            <a:rPr lang="zh-CN" b="0" i="0" baseline="0" dirty="0"/>
            <a:t>电机电流 / 转速信号含噪声，可对反馈信号滤波，避免 I 项误累积。 </a:t>
          </a:r>
          <a:endParaRPr lang="zh-CN" dirty="0"/>
        </a:p>
      </dgm:t>
    </dgm:pt>
    <dgm:pt modelId="{E9FAEE05-8D60-4CDB-BFC8-8DAF3ECF9485}" type="parTrans" cxnId="{3B21438A-176B-4F6B-8B5A-3B19F3466094}">
      <dgm:prSet/>
      <dgm:spPr/>
      <dgm:t>
        <a:bodyPr/>
        <a:lstStyle/>
        <a:p>
          <a:endParaRPr lang="zh-CN" altLang="en-US"/>
        </a:p>
      </dgm:t>
    </dgm:pt>
    <dgm:pt modelId="{3C97DA0E-9DA6-4276-BC3A-C71F1C8009D5}" type="sibTrans" cxnId="{3B21438A-176B-4F6B-8B5A-3B19F3466094}">
      <dgm:prSet/>
      <dgm:spPr/>
      <dgm:t>
        <a:bodyPr/>
        <a:lstStyle/>
        <a:p>
          <a:endParaRPr lang="zh-CN" altLang="en-US"/>
        </a:p>
      </dgm:t>
    </dgm:pt>
    <dgm:pt modelId="{4840A66C-19E2-4E50-B523-2943FAB7CADD}">
      <dgm:prSet/>
      <dgm:spPr/>
      <dgm:t>
        <a:bodyPr/>
        <a:lstStyle/>
        <a:p>
          <a:r>
            <a:rPr lang="zh-CN" b="0" i="0" baseline="0"/>
            <a:t>控制输出（电机 PWM 占空比 / 电压）限制在安全范围（如 0~100%），防止电机过载。 </a:t>
          </a:r>
          <a:endParaRPr lang="zh-CN" dirty="0"/>
        </a:p>
      </dgm:t>
    </dgm:pt>
    <dgm:pt modelId="{764DE971-8F53-4743-9D6D-8B372F264339}" type="parTrans" cxnId="{718AA435-1683-4DE4-AA99-0CF99310F381}">
      <dgm:prSet/>
      <dgm:spPr/>
      <dgm:t>
        <a:bodyPr/>
        <a:lstStyle/>
        <a:p>
          <a:endParaRPr lang="zh-CN" altLang="en-US"/>
        </a:p>
      </dgm:t>
    </dgm:pt>
    <dgm:pt modelId="{3B42915D-97C9-4B7E-8D3A-441A3F511C86}" type="sibTrans" cxnId="{718AA435-1683-4DE4-AA99-0CF99310F381}">
      <dgm:prSet/>
      <dgm:spPr/>
      <dgm:t>
        <a:bodyPr/>
        <a:lstStyle/>
        <a:p>
          <a:endParaRPr lang="zh-CN" altLang="en-US"/>
        </a:p>
      </dgm:t>
    </dgm:pt>
    <dgm:pt modelId="{1C6D363B-88EB-4B67-A188-F93E19AA2C4F}" type="pres">
      <dgm:prSet presAssocID="{7077F297-CB25-450B-98EB-3ABDD5CF70FF}" presName="linear" presStyleCnt="0">
        <dgm:presLayoutVars>
          <dgm:dir/>
          <dgm:animLvl val="lvl"/>
          <dgm:resizeHandles val="exact"/>
        </dgm:presLayoutVars>
      </dgm:prSet>
      <dgm:spPr/>
    </dgm:pt>
    <dgm:pt modelId="{1CCE5FA8-A307-4159-AD68-B12E02C1C0AE}" type="pres">
      <dgm:prSet presAssocID="{3E5B82E7-EE91-416F-AC56-F98276BA0385}" presName="parentLin" presStyleCnt="0"/>
      <dgm:spPr/>
    </dgm:pt>
    <dgm:pt modelId="{503EEF77-5C68-4E5C-B55D-5C838ECBCAA8}" type="pres">
      <dgm:prSet presAssocID="{3E5B82E7-EE91-416F-AC56-F98276BA0385}" presName="parentLeftMargin" presStyleLbl="node1" presStyleIdx="0" presStyleCnt="3"/>
      <dgm:spPr/>
    </dgm:pt>
    <dgm:pt modelId="{C886E7C1-6D06-4B65-BA35-531C9D2E3A2A}" type="pres">
      <dgm:prSet presAssocID="{3E5B82E7-EE91-416F-AC56-F98276BA038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345B8F-3D6C-4F5D-BD57-FF53067CFC99}" type="pres">
      <dgm:prSet presAssocID="{3E5B82E7-EE91-416F-AC56-F98276BA0385}" presName="negativeSpace" presStyleCnt="0"/>
      <dgm:spPr/>
    </dgm:pt>
    <dgm:pt modelId="{F0A39D99-5062-48F3-B0E9-75CE28863510}" type="pres">
      <dgm:prSet presAssocID="{3E5B82E7-EE91-416F-AC56-F98276BA0385}" presName="childText" presStyleLbl="conFgAcc1" presStyleIdx="0" presStyleCnt="3">
        <dgm:presLayoutVars>
          <dgm:bulletEnabled val="1"/>
        </dgm:presLayoutVars>
      </dgm:prSet>
      <dgm:spPr/>
    </dgm:pt>
    <dgm:pt modelId="{EEC56C6E-8E7B-4EC4-91C3-FE986364818E}" type="pres">
      <dgm:prSet presAssocID="{3E9DEC4F-0AFD-4581-9CBA-6DAFD38AD782}" presName="spaceBetweenRectangles" presStyleCnt="0"/>
      <dgm:spPr/>
    </dgm:pt>
    <dgm:pt modelId="{3EF6341C-281D-40F2-AE1B-B1C69B69C5F5}" type="pres">
      <dgm:prSet presAssocID="{09D0452E-C304-49B9-81A4-679EA6DE97C9}" presName="parentLin" presStyleCnt="0"/>
      <dgm:spPr/>
    </dgm:pt>
    <dgm:pt modelId="{D87B339E-9FE7-45BD-AF26-3E15F0C6BFA1}" type="pres">
      <dgm:prSet presAssocID="{09D0452E-C304-49B9-81A4-679EA6DE97C9}" presName="parentLeftMargin" presStyleLbl="node1" presStyleIdx="0" presStyleCnt="3"/>
      <dgm:spPr/>
    </dgm:pt>
    <dgm:pt modelId="{6393113C-44C5-4AB2-9E11-CC1C59761F2A}" type="pres">
      <dgm:prSet presAssocID="{09D0452E-C304-49B9-81A4-679EA6DE97C9}" presName="parentText" presStyleLbl="node1" presStyleIdx="1" presStyleCnt="3" custLinFactNeighborX="4381" custLinFactNeighborY="9405">
        <dgm:presLayoutVars>
          <dgm:chMax val="0"/>
          <dgm:bulletEnabled val="1"/>
        </dgm:presLayoutVars>
      </dgm:prSet>
      <dgm:spPr/>
    </dgm:pt>
    <dgm:pt modelId="{EA8190C8-6868-4316-821E-A50C97E8F92B}" type="pres">
      <dgm:prSet presAssocID="{09D0452E-C304-49B9-81A4-679EA6DE97C9}" presName="negativeSpace" presStyleCnt="0"/>
      <dgm:spPr/>
    </dgm:pt>
    <dgm:pt modelId="{47AB15C5-9A3C-44D5-BB61-DCFA7D6C6488}" type="pres">
      <dgm:prSet presAssocID="{09D0452E-C304-49B9-81A4-679EA6DE97C9}" presName="childText" presStyleLbl="conFgAcc1" presStyleIdx="1" presStyleCnt="3">
        <dgm:presLayoutVars>
          <dgm:bulletEnabled val="1"/>
        </dgm:presLayoutVars>
      </dgm:prSet>
      <dgm:spPr/>
    </dgm:pt>
    <dgm:pt modelId="{B20DC4B2-42BD-435F-A6E8-CB39E0D16035}" type="pres">
      <dgm:prSet presAssocID="{0CD9F70A-BEF8-4D94-982F-F15157E69D80}" presName="spaceBetweenRectangles" presStyleCnt="0"/>
      <dgm:spPr/>
    </dgm:pt>
    <dgm:pt modelId="{BE158676-F3CA-470D-8A12-6E01F9A9A6AA}" type="pres">
      <dgm:prSet presAssocID="{1770BA2E-A972-4ACC-A0F6-62EF95E5E94D}" presName="parentLin" presStyleCnt="0"/>
      <dgm:spPr/>
    </dgm:pt>
    <dgm:pt modelId="{5D8A80C1-FF82-4478-BD7E-FF0585550205}" type="pres">
      <dgm:prSet presAssocID="{1770BA2E-A972-4ACC-A0F6-62EF95E5E94D}" presName="parentLeftMargin" presStyleLbl="node1" presStyleIdx="1" presStyleCnt="3"/>
      <dgm:spPr/>
    </dgm:pt>
    <dgm:pt modelId="{A84976CF-210A-4340-A088-2F809034F615}" type="pres">
      <dgm:prSet presAssocID="{1770BA2E-A972-4ACC-A0F6-62EF95E5E94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0BC8F6-FEBD-44FA-A699-4DE697FA13CC}" type="pres">
      <dgm:prSet presAssocID="{1770BA2E-A972-4ACC-A0F6-62EF95E5E94D}" presName="negativeSpace" presStyleCnt="0"/>
      <dgm:spPr/>
    </dgm:pt>
    <dgm:pt modelId="{EE33EAE1-FB8A-4906-8E62-51A1C52B6FA4}" type="pres">
      <dgm:prSet presAssocID="{1770BA2E-A972-4ACC-A0F6-62EF95E5E94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0C86C0E-8DC0-4625-93FA-B141AFB123D5}" type="presOf" srcId="{09D0452E-C304-49B9-81A4-679EA6DE97C9}" destId="{6393113C-44C5-4AB2-9E11-CC1C59761F2A}" srcOrd="1" destOrd="0" presId="urn:microsoft.com/office/officeart/2005/8/layout/list1"/>
    <dgm:cxn modelId="{718AA435-1683-4DE4-AA99-0CF99310F381}" srcId="{1770BA2E-A972-4ACC-A0F6-62EF95E5E94D}" destId="{4840A66C-19E2-4E50-B523-2943FAB7CADD}" srcOrd="0" destOrd="0" parTransId="{764DE971-8F53-4743-9D6D-8B372F264339}" sibTransId="{3B42915D-97C9-4B7E-8D3A-441A3F511C86}"/>
    <dgm:cxn modelId="{E7F2533B-9DB1-4842-931B-A04C9D8691FF}" type="presOf" srcId="{09D0452E-C304-49B9-81A4-679EA6DE97C9}" destId="{D87B339E-9FE7-45BD-AF26-3E15F0C6BFA1}" srcOrd="0" destOrd="0" presId="urn:microsoft.com/office/officeart/2005/8/layout/list1"/>
    <dgm:cxn modelId="{4F1E3662-AA81-4FC0-AD3B-2C026C516653}" type="presOf" srcId="{1770BA2E-A972-4ACC-A0F6-62EF95E5E94D}" destId="{5D8A80C1-FF82-4478-BD7E-FF0585550205}" srcOrd="0" destOrd="0" presId="urn:microsoft.com/office/officeart/2005/8/layout/list1"/>
    <dgm:cxn modelId="{5BC50146-09A6-4894-BBB8-9139B5DE3E98}" type="presOf" srcId="{3D571304-B1CD-488C-9A61-202964350DEC}" destId="{F0A39D99-5062-48F3-B0E9-75CE28863510}" srcOrd="0" destOrd="1" presId="urn:microsoft.com/office/officeart/2005/8/layout/list1"/>
    <dgm:cxn modelId="{8ED75367-E6AD-4DC4-BA8C-FAC5A18D3B65}" type="presOf" srcId="{4840A66C-19E2-4E50-B523-2943FAB7CADD}" destId="{EE33EAE1-FB8A-4906-8E62-51A1C52B6FA4}" srcOrd="0" destOrd="0" presId="urn:microsoft.com/office/officeart/2005/8/layout/list1"/>
    <dgm:cxn modelId="{F03AC348-03D9-4584-9C83-B96305A39088}" type="presOf" srcId="{DE2DFA1C-CB75-45F9-A568-C81DE13BA06D}" destId="{F0A39D99-5062-48F3-B0E9-75CE28863510}" srcOrd="0" destOrd="0" presId="urn:microsoft.com/office/officeart/2005/8/layout/list1"/>
    <dgm:cxn modelId="{16E4E46B-6BA9-4917-BC33-81239A1C9A2F}" srcId="{7077F297-CB25-450B-98EB-3ABDD5CF70FF}" destId="{09D0452E-C304-49B9-81A4-679EA6DE97C9}" srcOrd="1" destOrd="0" parTransId="{63A0622B-648C-4B2A-82C4-9B725C4090BF}" sibTransId="{0CD9F70A-BEF8-4D94-982F-F15157E69D80}"/>
    <dgm:cxn modelId="{78A22251-FFC0-486B-9178-DD1B851FA888}" srcId="{3E5B82E7-EE91-416F-AC56-F98276BA0385}" destId="{3D571304-B1CD-488C-9A61-202964350DEC}" srcOrd="1" destOrd="0" parTransId="{78CEDBE5-C2F0-4061-AF2D-4C9DD57BBDB2}" sibTransId="{DFA7163A-0C14-4B93-9964-1A7C04F746B0}"/>
    <dgm:cxn modelId="{3B21438A-176B-4F6B-8B5A-3B19F3466094}" srcId="{09D0452E-C304-49B9-81A4-679EA6DE97C9}" destId="{2387ACAE-E986-4332-83FD-7C7048E8877E}" srcOrd="0" destOrd="0" parTransId="{E9FAEE05-8D60-4CDB-BFC8-8DAF3ECF9485}" sibTransId="{3C97DA0E-9DA6-4276-BC3A-C71F1C8009D5}"/>
    <dgm:cxn modelId="{ACDA5F92-C01E-4974-9F7B-C46FC2FD90CB}" type="presOf" srcId="{7077F297-CB25-450B-98EB-3ABDD5CF70FF}" destId="{1C6D363B-88EB-4B67-A188-F93E19AA2C4F}" srcOrd="0" destOrd="0" presId="urn:microsoft.com/office/officeart/2005/8/layout/list1"/>
    <dgm:cxn modelId="{A6242BAB-1A1C-4FC3-B65F-2211F950EF0E}" srcId="{3E5B82E7-EE91-416F-AC56-F98276BA0385}" destId="{DE2DFA1C-CB75-45F9-A568-C81DE13BA06D}" srcOrd="0" destOrd="0" parTransId="{1E7179F7-476E-48B6-A01F-3D294C552BE2}" sibTransId="{6CAF276A-56A8-448E-BE1F-3DA3A20544E5}"/>
    <dgm:cxn modelId="{99177EBA-494B-4062-86E9-B2A43F6B6E61}" srcId="{7077F297-CB25-450B-98EB-3ABDD5CF70FF}" destId="{3E5B82E7-EE91-416F-AC56-F98276BA0385}" srcOrd="0" destOrd="0" parTransId="{D83CC51D-DE60-45F9-96B2-04E651CEFE60}" sibTransId="{3E9DEC4F-0AFD-4581-9CBA-6DAFD38AD782}"/>
    <dgm:cxn modelId="{417090C0-9F5E-460B-8D75-8AA9A459737C}" type="presOf" srcId="{2387ACAE-E986-4332-83FD-7C7048E8877E}" destId="{47AB15C5-9A3C-44D5-BB61-DCFA7D6C6488}" srcOrd="0" destOrd="0" presId="urn:microsoft.com/office/officeart/2005/8/layout/list1"/>
    <dgm:cxn modelId="{DFF0D4C4-017F-48EA-91D5-5FF8657353B0}" srcId="{7077F297-CB25-450B-98EB-3ABDD5CF70FF}" destId="{1770BA2E-A972-4ACC-A0F6-62EF95E5E94D}" srcOrd="2" destOrd="0" parTransId="{014F0A3B-9DA0-4833-B4E9-C53E3CB2AF54}" sibTransId="{6C8B158C-5BBD-436A-96BE-65F9BD4E660C}"/>
    <dgm:cxn modelId="{90B3BCCA-ADB3-41DC-9BBC-853796897C3A}" type="presOf" srcId="{3E5B82E7-EE91-416F-AC56-F98276BA0385}" destId="{C886E7C1-6D06-4B65-BA35-531C9D2E3A2A}" srcOrd="1" destOrd="0" presId="urn:microsoft.com/office/officeart/2005/8/layout/list1"/>
    <dgm:cxn modelId="{0F3DCADA-04C0-4BDB-8C8A-FB8CAE849D4A}" type="presOf" srcId="{1770BA2E-A972-4ACC-A0F6-62EF95E5E94D}" destId="{A84976CF-210A-4340-A088-2F809034F615}" srcOrd="1" destOrd="0" presId="urn:microsoft.com/office/officeart/2005/8/layout/list1"/>
    <dgm:cxn modelId="{BA62ACF6-CC36-4491-8B4A-78587A833C32}" type="presOf" srcId="{3E5B82E7-EE91-416F-AC56-F98276BA0385}" destId="{503EEF77-5C68-4E5C-B55D-5C838ECBCAA8}" srcOrd="0" destOrd="0" presId="urn:microsoft.com/office/officeart/2005/8/layout/list1"/>
    <dgm:cxn modelId="{336FD487-1566-4001-94F8-6515ED1C1603}" type="presParOf" srcId="{1C6D363B-88EB-4B67-A188-F93E19AA2C4F}" destId="{1CCE5FA8-A307-4159-AD68-B12E02C1C0AE}" srcOrd="0" destOrd="0" presId="urn:microsoft.com/office/officeart/2005/8/layout/list1"/>
    <dgm:cxn modelId="{E526617F-664C-4445-914C-45077975610F}" type="presParOf" srcId="{1CCE5FA8-A307-4159-AD68-B12E02C1C0AE}" destId="{503EEF77-5C68-4E5C-B55D-5C838ECBCAA8}" srcOrd="0" destOrd="0" presId="urn:microsoft.com/office/officeart/2005/8/layout/list1"/>
    <dgm:cxn modelId="{C266AE9C-D9D7-4C2C-8021-8B8701EFDBD9}" type="presParOf" srcId="{1CCE5FA8-A307-4159-AD68-B12E02C1C0AE}" destId="{C886E7C1-6D06-4B65-BA35-531C9D2E3A2A}" srcOrd="1" destOrd="0" presId="urn:microsoft.com/office/officeart/2005/8/layout/list1"/>
    <dgm:cxn modelId="{83F87F98-FC12-4251-B958-05F04FDC0F75}" type="presParOf" srcId="{1C6D363B-88EB-4B67-A188-F93E19AA2C4F}" destId="{41345B8F-3D6C-4F5D-BD57-FF53067CFC99}" srcOrd="1" destOrd="0" presId="urn:microsoft.com/office/officeart/2005/8/layout/list1"/>
    <dgm:cxn modelId="{E3E0D0A0-7BA3-4ADA-8D81-7AA1E06B1D1B}" type="presParOf" srcId="{1C6D363B-88EB-4B67-A188-F93E19AA2C4F}" destId="{F0A39D99-5062-48F3-B0E9-75CE28863510}" srcOrd="2" destOrd="0" presId="urn:microsoft.com/office/officeart/2005/8/layout/list1"/>
    <dgm:cxn modelId="{A8E87644-F125-40E2-8ED1-B9939142C42E}" type="presParOf" srcId="{1C6D363B-88EB-4B67-A188-F93E19AA2C4F}" destId="{EEC56C6E-8E7B-4EC4-91C3-FE986364818E}" srcOrd="3" destOrd="0" presId="urn:microsoft.com/office/officeart/2005/8/layout/list1"/>
    <dgm:cxn modelId="{7B9ECBD8-1241-4040-B4BA-FBFC7E6ED171}" type="presParOf" srcId="{1C6D363B-88EB-4B67-A188-F93E19AA2C4F}" destId="{3EF6341C-281D-40F2-AE1B-B1C69B69C5F5}" srcOrd="4" destOrd="0" presId="urn:microsoft.com/office/officeart/2005/8/layout/list1"/>
    <dgm:cxn modelId="{16DFAFBA-E449-4A89-AA14-A3C44E190771}" type="presParOf" srcId="{3EF6341C-281D-40F2-AE1B-B1C69B69C5F5}" destId="{D87B339E-9FE7-45BD-AF26-3E15F0C6BFA1}" srcOrd="0" destOrd="0" presId="urn:microsoft.com/office/officeart/2005/8/layout/list1"/>
    <dgm:cxn modelId="{14EACF69-9CE6-4841-8FBF-E0F2CE4A1955}" type="presParOf" srcId="{3EF6341C-281D-40F2-AE1B-B1C69B69C5F5}" destId="{6393113C-44C5-4AB2-9E11-CC1C59761F2A}" srcOrd="1" destOrd="0" presId="urn:microsoft.com/office/officeart/2005/8/layout/list1"/>
    <dgm:cxn modelId="{4614143D-E46B-4BF4-835E-B146B7E0B2D5}" type="presParOf" srcId="{1C6D363B-88EB-4B67-A188-F93E19AA2C4F}" destId="{EA8190C8-6868-4316-821E-A50C97E8F92B}" srcOrd="5" destOrd="0" presId="urn:microsoft.com/office/officeart/2005/8/layout/list1"/>
    <dgm:cxn modelId="{CC2F9B29-33FE-43A4-9E38-61B484AC60A3}" type="presParOf" srcId="{1C6D363B-88EB-4B67-A188-F93E19AA2C4F}" destId="{47AB15C5-9A3C-44D5-BB61-DCFA7D6C6488}" srcOrd="6" destOrd="0" presId="urn:microsoft.com/office/officeart/2005/8/layout/list1"/>
    <dgm:cxn modelId="{F1DB1491-FCAA-4751-91A9-3CBA53D2C009}" type="presParOf" srcId="{1C6D363B-88EB-4B67-A188-F93E19AA2C4F}" destId="{B20DC4B2-42BD-435F-A6E8-CB39E0D16035}" srcOrd="7" destOrd="0" presId="urn:microsoft.com/office/officeart/2005/8/layout/list1"/>
    <dgm:cxn modelId="{C06BBB41-7524-4F02-A0DD-80341F2E1FBA}" type="presParOf" srcId="{1C6D363B-88EB-4B67-A188-F93E19AA2C4F}" destId="{BE158676-F3CA-470D-8A12-6E01F9A9A6AA}" srcOrd="8" destOrd="0" presId="urn:microsoft.com/office/officeart/2005/8/layout/list1"/>
    <dgm:cxn modelId="{23DFB352-5F17-48FE-91F3-1704A2F3A937}" type="presParOf" srcId="{BE158676-F3CA-470D-8A12-6E01F9A9A6AA}" destId="{5D8A80C1-FF82-4478-BD7E-FF0585550205}" srcOrd="0" destOrd="0" presId="urn:microsoft.com/office/officeart/2005/8/layout/list1"/>
    <dgm:cxn modelId="{B84025AD-0C84-4C25-8EE1-56A9B456D704}" type="presParOf" srcId="{BE158676-F3CA-470D-8A12-6E01F9A9A6AA}" destId="{A84976CF-210A-4340-A088-2F809034F615}" srcOrd="1" destOrd="0" presId="urn:microsoft.com/office/officeart/2005/8/layout/list1"/>
    <dgm:cxn modelId="{9C5C295B-53DD-44ED-BE4F-9044EBE79914}" type="presParOf" srcId="{1C6D363B-88EB-4B67-A188-F93E19AA2C4F}" destId="{EA0BC8F6-FEBD-44FA-A699-4DE697FA13CC}" srcOrd="9" destOrd="0" presId="urn:microsoft.com/office/officeart/2005/8/layout/list1"/>
    <dgm:cxn modelId="{A69F25EA-9B07-48CE-B105-C9F005C39F44}" type="presParOf" srcId="{1C6D363B-88EB-4B67-A188-F93E19AA2C4F}" destId="{EE33EAE1-FB8A-4906-8E62-51A1C52B6FA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807C4B-A332-4F66-942D-68E02E9E30E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984A9E4-91AD-48BC-B356-B682C2C4E875}">
      <dgm:prSet/>
      <dgm:spPr/>
      <dgm:t>
        <a:bodyPr/>
        <a:lstStyle/>
        <a:p>
          <a:r>
            <a:rPr lang="zh-CN" b="0" i="0" baseline="0" dirty="0"/>
            <a:t>水箱模型（目标水位 1m，固定出水流速 0.2m/s）</a:t>
          </a:r>
          <a:endParaRPr lang="zh-CN" dirty="0"/>
        </a:p>
      </dgm:t>
    </dgm:pt>
    <dgm:pt modelId="{095755F5-3957-4BD1-BC1F-B9D2C6764A6E}" type="parTrans" cxnId="{3E78C0FC-2158-4709-AF2B-D673C7BC9559}">
      <dgm:prSet/>
      <dgm:spPr/>
      <dgm:t>
        <a:bodyPr/>
        <a:lstStyle/>
        <a:p>
          <a:endParaRPr lang="zh-CN" altLang="en-US"/>
        </a:p>
      </dgm:t>
    </dgm:pt>
    <dgm:pt modelId="{77236BD4-7B31-4EF1-8D95-F3DEA7AF3D2B}" type="sibTrans" cxnId="{3E78C0FC-2158-4709-AF2B-D673C7BC9559}">
      <dgm:prSet/>
      <dgm:spPr/>
      <dgm:t>
        <a:bodyPr/>
        <a:lstStyle/>
        <a:p>
          <a:endParaRPr lang="zh-CN" altLang="en-US"/>
        </a:p>
      </dgm:t>
    </dgm:pt>
    <dgm:pt modelId="{526D082F-8F6D-4776-B81E-BE31830443DB}">
      <dgm:prSet/>
      <dgm:spPr/>
      <dgm:t>
        <a:bodyPr/>
        <a:lstStyle/>
        <a:p>
          <a:r>
            <a:rPr lang="zh-CN" b="0" i="0" baseline="0" dirty="0"/>
            <a:t>对比维度：纯 P 控制 vs PI 控制； </a:t>
          </a:r>
          <a:endParaRPr lang="zh-CN" dirty="0"/>
        </a:p>
      </dgm:t>
    </dgm:pt>
    <dgm:pt modelId="{44495EA5-09B1-4778-B950-9CFE7A1FC24B}" type="parTrans" cxnId="{701CBF5E-78C2-498A-9F36-3C33D835543B}">
      <dgm:prSet/>
      <dgm:spPr/>
      <dgm:t>
        <a:bodyPr/>
        <a:lstStyle/>
        <a:p>
          <a:endParaRPr lang="zh-CN" altLang="en-US"/>
        </a:p>
      </dgm:t>
    </dgm:pt>
    <dgm:pt modelId="{7B8C191B-0D2B-454A-9C2C-578313678E2C}" type="sibTrans" cxnId="{701CBF5E-78C2-498A-9F36-3C33D835543B}">
      <dgm:prSet/>
      <dgm:spPr/>
      <dgm:t>
        <a:bodyPr/>
        <a:lstStyle/>
        <a:p>
          <a:endParaRPr lang="zh-CN" altLang="en-US"/>
        </a:p>
      </dgm:t>
    </dgm:pt>
    <dgm:pt modelId="{A3D6D49F-BE64-498D-B218-DED79BAB2FA2}">
      <dgm:prSet/>
      <dgm:spPr/>
      <dgm:t>
        <a:bodyPr/>
        <a:lstStyle/>
        <a:p>
          <a:r>
            <a:rPr lang="zh-CN" b="0" i="0" baseline="0"/>
            <a:t>核心参数（固定）：</a:t>
          </a:r>
          <a:endParaRPr lang="zh-CN"/>
        </a:p>
      </dgm:t>
    </dgm:pt>
    <dgm:pt modelId="{57C5E0A9-7146-48EA-A604-910532DF7751}" type="parTrans" cxnId="{142E56C6-4FD4-4335-899A-CB3620E54A22}">
      <dgm:prSet/>
      <dgm:spPr/>
      <dgm:t>
        <a:bodyPr/>
        <a:lstStyle/>
        <a:p>
          <a:endParaRPr lang="zh-CN" altLang="en-US"/>
        </a:p>
      </dgm:t>
    </dgm:pt>
    <dgm:pt modelId="{BD2987D7-C361-4C1A-B96D-C57D9ACF36CC}" type="sibTrans" cxnId="{142E56C6-4FD4-4335-899A-CB3620E54A22}">
      <dgm:prSet/>
      <dgm:spPr/>
      <dgm:t>
        <a:bodyPr/>
        <a:lstStyle/>
        <a:p>
          <a:endParaRPr lang="zh-CN" altLang="en-US"/>
        </a:p>
      </dgm:t>
    </dgm:pt>
    <dgm:pt modelId="{226DB86D-485B-4BDA-987E-1C215D172C9A}">
      <dgm:prSet/>
      <dgm:spPr/>
      <dgm:t>
        <a:bodyPr/>
        <a:lstStyle/>
        <a:p>
          <a:r>
            <a:rPr lang="zh-CN" b="0" i="0" baseline="0" dirty="0"/>
            <a:t>纯 P：Kp=1.0； </a:t>
          </a:r>
          <a:endParaRPr lang="zh-CN" dirty="0"/>
        </a:p>
      </dgm:t>
    </dgm:pt>
    <dgm:pt modelId="{334EBB61-DE29-4CE1-9402-00E8E3256F3A}" type="parTrans" cxnId="{8B2B1EBB-732F-42D0-A21F-EDB5E52F7119}">
      <dgm:prSet/>
      <dgm:spPr/>
      <dgm:t>
        <a:bodyPr/>
        <a:lstStyle/>
        <a:p>
          <a:endParaRPr lang="zh-CN" altLang="en-US"/>
        </a:p>
      </dgm:t>
    </dgm:pt>
    <dgm:pt modelId="{7551DBE2-9B2B-46CB-B166-B819F0F5C6AA}" type="sibTrans" cxnId="{8B2B1EBB-732F-42D0-A21F-EDB5E52F7119}">
      <dgm:prSet/>
      <dgm:spPr/>
      <dgm:t>
        <a:bodyPr/>
        <a:lstStyle/>
        <a:p>
          <a:endParaRPr lang="zh-CN" altLang="en-US"/>
        </a:p>
      </dgm:t>
    </dgm:pt>
    <dgm:pt modelId="{37C5085E-1102-484E-A36E-92950416DA19}">
      <dgm:prSet/>
      <dgm:spPr/>
      <dgm:t>
        <a:bodyPr/>
        <a:lstStyle/>
        <a:p>
          <a:r>
            <a:rPr lang="zh-CN" b="0" i="0" baseline="0" dirty="0"/>
            <a:t>PI：Kp=1.0，Ki=0.1； </a:t>
          </a:r>
          <a:endParaRPr lang="zh-CN" dirty="0"/>
        </a:p>
      </dgm:t>
    </dgm:pt>
    <dgm:pt modelId="{4875584E-9130-4D00-B8FB-BC2C594CE33C}" type="parTrans" cxnId="{D3178511-0347-4E24-AA7A-2E8C342CB9BD}">
      <dgm:prSet/>
      <dgm:spPr/>
      <dgm:t>
        <a:bodyPr/>
        <a:lstStyle/>
        <a:p>
          <a:endParaRPr lang="zh-CN" altLang="en-US"/>
        </a:p>
      </dgm:t>
    </dgm:pt>
    <dgm:pt modelId="{4D95F191-4C65-4B41-A6AE-2D57F5406CE6}" type="sibTrans" cxnId="{D3178511-0347-4E24-AA7A-2E8C342CB9BD}">
      <dgm:prSet/>
      <dgm:spPr/>
      <dgm:t>
        <a:bodyPr/>
        <a:lstStyle/>
        <a:p>
          <a:endParaRPr lang="zh-CN" altLang="en-US"/>
        </a:p>
      </dgm:t>
    </dgm:pt>
    <dgm:pt modelId="{CECDB83D-8D83-4D33-A63F-3DF1D860F5AC}">
      <dgm:prSet/>
      <dgm:spPr/>
      <dgm:t>
        <a:bodyPr/>
        <a:lstStyle/>
        <a:p>
          <a:r>
            <a:rPr lang="zh-CN" b="0" i="0" baseline="0"/>
            <a:t>性能指标：</a:t>
          </a:r>
          <a:endParaRPr lang="zh-CN"/>
        </a:p>
      </dgm:t>
    </dgm:pt>
    <dgm:pt modelId="{29350546-E9AB-4733-BC70-3F1796E5F355}" type="parTrans" cxnId="{12BC7A92-7BE6-45BA-8C60-569A68CB00D1}">
      <dgm:prSet/>
      <dgm:spPr/>
      <dgm:t>
        <a:bodyPr/>
        <a:lstStyle/>
        <a:p>
          <a:endParaRPr lang="zh-CN" altLang="en-US"/>
        </a:p>
      </dgm:t>
    </dgm:pt>
    <dgm:pt modelId="{CFD05A48-22B3-4E08-AC29-FB9A380D0704}" type="sibTrans" cxnId="{12BC7A92-7BE6-45BA-8C60-569A68CB00D1}">
      <dgm:prSet/>
      <dgm:spPr/>
      <dgm:t>
        <a:bodyPr/>
        <a:lstStyle/>
        <a:p>
          <a:endParaRPr lang="zh-CN" altLang="en-US"/>
        </a:p>
      </dgm:t>
    </dgm:pt>
    <dgm:pt modelId="{26F02311-1CA8-4E9F-BACE-C878196D5180}">
      <dgm:prSet/>
      <dgm:spPr/>
      <dgm:t>
        <a:bodyPr/>
        <a:lstStyle/>
        <a:p>
          <a:r>
            <a:rPr lang="zh-CN" b="0" i="0" baseline="0"/>
            <a:t>稳态误差</a:t>
          </a:r>
          <a:endParaRPr lang="zh-CN"/>
        </a:p>
      </dgm:t>
    </dgm:pt>
    <dgm:pt modelId="{8CF9AF08-0123-4E81-A004-56E8F6232C09}" type="parTrans" cxnId="{BA2FD6AC-1E78-4D1D-89CB-F60BE0F19BA4}">
      <dgm:prSet/>
      <dgm:spPr/>
      <dgm:t>
        <a:bodyPr/>
        <a:lstStyle/>
        <a:p>
          <a:endParaRPr lang="zh-CN" altLang="en-US"/>
        </a:p>
      </dgm:t>
    </dgm:pt>
    <dgm:pt modelId="{BDD5D7E7-570F-43DD-BFC7-E8526F4F98F9}" type="sibTrans" cxnId="{BA2FD6AC-1E78-4D1D-89CB-F60BE0F19BA4}">
      <dgm:prSet/>
      <dgm:spPr/>
      <dgm:t>
        <a:bodyPr/>
        <a:lstStyle/>
        <a:p>
          <a:endParaRPr lang="zh-CN" altLang="en-US"/>
        </a:p>
      </dgm:t>
    </dgm:pt>
    <dgm:pt modelId="{7F6F2F7E-A9E8-4629-99DF-9B2D3C1415F6}">
      <dgm:prSet/>
      <dgm:spPr/>
      <dgm:t>
        <a:bodyPr/>
        <a:lstStyle/>
        <a:p>
          <a:r>
            <a:rPr lang="zh-CN" b="0" i="0" baseline="0"/>
            <a:t>上升时间</a:t>
          </a:r>
          <a:endParaRPr lang="zh-CN"/>
        </a:p>
      </dgm:t>
    </dgm:pt>
    <dgm:pt modelId="{1EC04DE4-0EB5-4ED6-A758-210BD3F761A6}" type="parTrans" cxnId="{78889274-56D5-4550-AAAA-1918E663680B}">
      <dgm:prSet/>
      <dgm:spPr/>
      <dgm:t>
        <a:bodyPr/>
        <a:lstStyle/>
        <a:p>
          <a:endParaRPr lang="zh-CN" altLang="en-US"/>
        </a:p>
      </dgm:t>
    </dgm:pt>
    <dgm:pt modelId="{10EBC773-9131-4F45-971A-C882164B331D}" type="sibTrans" cxnId="{78889274-56D5-4550-AAAA-1918E663680B}">
      <dgm:prSet/>
      <dgm:spPr/>
      <dgm:t>
        <a:bodyPr/>
        <a:lstStyle/>
        <a:p>
          <a:endParaRPr lang="zh-CN" altLang="en-US"/>
        </a:p>
      </dgm:t>
    </dgm:pt>
    <dgm:pt modelId="{A615CDB2-44D5-4985-9610-06A3A331C01B}">
      <dgm:prSet/>
      <dgm:spPr/>
      <dgm:t>
        <a:bodyPr/>
        <a:lstStyle/>
        <a:p>
          <a:r>
            <a:rPr lang="zh-CN" b="0" i="0" baseline="0"/>
            <a:t>超调量。 </a:t>
          </a:r>
          <a:endParaRPr lang="zh-CN"/>
        </a:p>
      </dgm:t>
    </dgm:pt>
    <dgm:pt modelId="{21E38D8E-F02B-4453-9A2F-53980CF8D3B3}" type="parTrans" cxnId="{B82BDEEA-95E6-4390-9BF8-7C86F322F3E7}">
      <dgm:prSet/>
      <dgm:spPr/>
      <dgm:t>
        <a:bodyPr/>
        <a:lstStyle/>
        <a:p>
          <a:endParaRPr lang="zh-CN" altLang="en-US"/>
        </a:p>
      </dgm:t>
    </dgm:pt>
    <dgm:pt modelId="{6555D402-237D-4462-A4B3-B6C85B895CFF}" type="sibTrans" cxnId="{B82BDEEA-95E6-4390-9BF8-7C86F322F3E7}">
      <dgm:prSet/>
      <dgm:spPr/>
      <dgm:t>
        <a:bodyPr/>
        <a:lstStyle/>
        <a:p>
          <a:endParaRPr lang="zh-CN" altLang="en-US"/>
        </a:p>
      </dgm:t>
    </dgm:pt>
    <dgm:pt modelId="{A31B070C-0475-4C8A-AC37-2CB806A70581}" type="pres">
      <dgm:prSet presAssocID="{EA807C4B-A332-4F66-942D-68E02E9E30E7}" presName="linear" presStyleCnt="0">
        <dgm:presLayoutVars>
          <dgm:dir/>
          <dgm:animLvl val="lvl"/>
          <dgm:resizeHandles val="exact"/>
        </dgm:presLayoutVars>
      </dgm:prSet>
      <dgm:spPr/>
    </dgm:pt>
    <dgm:pt modelId="{EBB7B6A8-1098-4E4D-AB1F-DFC84127EAC0}" type="pres">
      <dgm:prSet presAssocID="{D984A9E4-91AD-48BC-B356-B682C2C4E875}" presName="parentLin" presStyleCnt="0"/>
      <dgm:spPr/>
    </dgm:pt>
    <dgm:pt modelId="{D1075B0C-4788-4B38-BE5B-5970567D3BBD}" type="pres">
      <dgm:prSet presAssocID="{D984A9E4-91AD-48BC-B356-B682C2C4E875}" presName="parentLeftMargin" presStyleLbl="node1" presStyleIdx="0" presStyleCnt="2"/>
      <dgm:spPr/>
    </dgm:pt>
    <dgm:pt modelId="{1AAA93D8-7C54-409D-9039-8BC18688DFF8}" type="pres">
      <dgm:prSet presAssocID="{D984A9E4-91AD-48BC-B356-B682C2C4E87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2DA9110-9F3A-40B2-9BD4-B24B3AE2FB7E}" type="pres">
      <dgm:prSet presAssocID="{D984A9E4-91AD-48BC-B356-B682C2C4E875}" presName="negativeSpace" presStyleCnt="0"/>
      <dgm:spPr/>
    </dgm:pt>
    <dgm:pt modelId="{FECD4C5A-9BB4-4401-8AB3-7D4629AE0127}" type="pres">
      <dgm:prSet presAssocID="{D984A9E4-91AD-48BC-B356-B682C2C4E875}" presName="childText" presStyleLbl="conFgAcc1" presStyleIdx="0" presStyleCnt="2">
        <dgm:presLayoutVars>
          <dgm:bulletEnabled val="1"/>
        </dgm:presLayoutVars>
      </dgm:prSet>
      <dgm:spPr/>
    </dgm:pt>
    <dgm:pt modelId="{D56AFE43-5DD0-4ADB-8D6B-11F472245F4B}" type="pres">
      <dgm:prSet presAssocID="{77236BD4-7B31-4EF1-8D95-F3DEA7AF3D2B}" presName="spaceBetweenRectangles" presStyleCnt="0"/>
      <dgm:spPr/>
    </dgm:pt>
    <dgm:pt modelId="{CD460AF1-319B-4620-934A-6E92502D4E72}" type="pres">
      <dgm:prSet presAssocID="{CECDB83D-8D83-4D33-A63F-3DF1D860F5AC}" presName="parentLin" presStyleCnt="0"/>
      <dgm:spPr/>
    </dgm:pt>
    <dgm:pt modelId="{18F3823E-4841-4A7D-AF39-6E031E6AFCF4}" type="pres">
      <dgm:prSet presAssocID="{CECDB83D-8D83-4D33-A63F-3DF1D860F5AC}" presName="parentLeftMargin" presStyleLbl="node1" presStyleIdx="0" presStyleCnt="2"/>
      <dgm:spPr/>
    </dgm:pt>
    <dgm:pt modelId="{A43BEF16-D4F7-4BC5-AB65-13AB77FC4DB9}" type="pres">
      <dgm:prSet presAssocID="{CECDB83D-8D83-4D33-A63F-3DF1D860F5A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84F42F9-BD45-4FAF-99F1-6F16DDE66ABD}" type="pres">
      <dgm:prSet presAssocID="{CECDB83D-8D83-4D33-A63F-3DF1D860F5AC}" presName="negativeSpace" presStyleCnt="0"/>
      <dgm:spPr/>
    </dgm:pt>
    <dgm:pt modelId="{FCD3E216-9A13-4093-ABF2-BAA76180045B}" type="pres">
      <dgm:prSet presAssocID="{CECDB83D-8D83-4D33-A63F-3DF1D860F5A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3178511-0347-4E24-AA7A-2E8C342CB9BD}" srcId="{D984A9E4-91AD-48BC-B356-B682C2C4E875}" destId="{37C5085E-1102-484E-A36E-92950416DA19}" srcOrd="3" destOrd="0" parTransId="{4875584E-9130-4D00-B8FB-BC2C594CE33C}" sibTransId="{4D95F191-4C65-4B41-A6AE-2D57F5406CE6}"/>
    <dgm:cxn modelId="{8BF7F020-E816-43B6-ABFB-B449EB96F88D}" type="presOf" srcId="{226DB86D-485B-4BDA-987E-1C215D172C9A}" destId="{FECD4C5A-9BB4-4401-8AB3-7D4629AE0127}" srcOrd="0" destOrd="2" presId="urn:microsoft.com/office/officeart/2005/8/layout/list1"/>
    <dgm:cxn modelId="{42C4EB3D-735E-4908-8C4D-D395EA5D0E98}" type="presOf" srcId="{CECDB83D-8D83-4D33-A63F-3DF1D860F5AC}" destId="{18F3823E-4841-4A7D-AF39-6E031E6AFCF4}" srcOrd="0" destOrd="0" presId="urn:microsoft.com/office/officeart/2005/8/layout/list1"/>
    <dgm:cxn modelId="{90B7A95C-049E-486D-AB93-D8C5CA9A26EF}" type="presOf" srcId="{37C5085E-1102-484E-A36E-92950416DA19}" destId="{FECD4C5A-9BB4-4401-8AB3-7D4629AE0127}" srcOrd="0" destOrd="3" presId="urn:microsoft.com/office/officeart/2005/8/layout/list1"/>
    <dgm:cxn modelId="{701CBF5E-78C2-498A-9F36-3C33D835543B}" srcId="{D984A9E4-91AD-48BC-B356-B682C2C4E875}" destId="{526D082F-8F6D-4776-B81E-BE31830443DB}" srcOrd="0" destOrd="0" parTransId="{44495EA5-09B1-4778-B950-9CFE7A1FC24B}" sibTransId="{7B8C191B-0D2B-454A-9C2C-578313678E2C}"/>
    <dgm:cxn modelId="{78889274-56D5-4550-AAAA-1918E663680B}" srcId="{CECDB83D-8D83-4D33-A63F-3DF1D860F5AC}" destId="{7F6F2F7E-A9E8-4629-99DF-9B2D3C1415F6}" srcOrd="1" destOrd="0" parTransId="{1EC04DE4-0EB5-4ED6-A758-210BD3F761A6}" sibTransId="{10EBC773-9131-4F45-971A-C882164B331D}"/>
    <dgm:cxn modelId="{E245F854-CDC0-4EFB-8147-EB5D08262294}" type="presOf" srcId="{D984A9E4-91AD-48BC-B356-B682C2C4E875}" destId="{D1075B0C-4788-4B38-BE5B-5970567D3BBD}" srcOrd="0" destOrd="0" presId="urn:microsoft.com/office/officeart/2005/8/layout/list1"/>
    <dgm:cxn modelId="{12BC7A92-7BE6-45BA-8C60-569A68CB00D1}" srcId="{EA807C4B-A332-4F66-942D-68E02E9E30E7}" destId="{CECDB83D-8D83-4D33-A63F-3DF1D860F5AC}" srcOrd="1" destOrd="0" parTransId="{29350546-E9AB-4733-BC70-3F1796E5F355}" sibTransId="{CFD05A48-22B3-4E08-AC29-FB9A380D0704}"/>
    <dgm:cxn modelId="{AC0F5293-A393-457D-AF27-1FDE8654CDF2}" type="presOf" srcId="{D984A9E4-91AD-48BC-B356-B682C2C4E875}" destId="{1AAA93D8-7C54-409D-9039-8BC18688DFF8}" srcOrd="1" destOrd="0" presId="urn:microsoft.com/office/officeart/2005/8/layout/list1"/>
    <dgm:cxn modelId="{F5A4C4A4-A0DC-4E24-A546-D606E47396C3}" type="presOf" srcId="{26F02311-1CA8-4E9F-BACE-C878196D5180}" destId="{FCD3E216-9A13-4093-ABF2-BAA76180045B}" srcOrd="0" destOrd="0" presId="urn:microsoft.com/office/officeart/2005/8/layout/list1"/>
    <dgm:cxn modelId="{BA2FD6AC-1E78-4D1D-89CB-F60BE0F19BA4}" srcId="{CECDB83D-8D83-4D33-A63F-3DF1D860F5AC}" destId="{26F02311-1CA8-4E9F-BACE-C878196D5180}" srcOrd="0" destOrd="0" parTransId="{8CF9AF08-0123-4E81-A004-56E8F6232C09}" sibTransId="{BDD5D7E7-570F-43DD-BFC7-E8526F4F98F9}"/>
    <dgm:cxn modelId="{9E75DFB4-0ED1-41F2-90FF-A590905C76E1}" type="presOf" srcId="{A615CDB2-44D5-4985-9610-06A3A331C01B}" destId="{FCD3E216-9A13-4093-ABF2-BAA76180045B}" srcOrd="0" destOrd="2" presId="urn:microsoft.com/office/officeart/2005/8/layout/list1"/>
    <dgm:cxn modelId="{8B2B1EBB-732F-42D0-A21F-EDB5E52F7119}" srcId="{D984A9E4-91AD-48BC-B356-B682C2C4E875}" destId="{226DB86D-485B-4BDA-987E-1C215D172C9A}" srcOrd="2" destOrd="0" parTransId="{334EBB61-DE29-4CE1-9402-00E8E3256F3A}" sibTransId="{7551DBE2-9B2B-46CB-B166-B819F0F5C6AA}"/>
    <dgm:cxn modelId="{142E56C6-4FD4-4335-899A-CB3620E54A22}" srcId="{D984A9E4-91AD-48BC-B356-B682C2C4E875}" destId="{A3D6D49F-BE64-498D-B218-DED79BAB2FA2}" srcOrd="1" destOrd="0" parTransId="{57C5E0A9-7146-48EA-A604-910532DF7751}" sibTransId="{BD2987D7-C361-4C1A-B96D-C57D9ACF36CC}"/>
    <dgm:cxn modelId="{34D07ED5-9A6B-4131-BDF3-D31FAD473C86}" type="presOf" srcId="{A3D6D49F-BE64-498D-B218-DED79BAB2FA2}" destId="{FECD4C5A-9BB4-4401-8AB3-7D4629AE0127}" srcOrd="0" destOrd="1" presId="urn:microsoft.com/office/officeart/2005/8/layout/list1"/>
    <dgm:cxn modelId="{FB34A9DC-37D8-4574-9094-A985DFD2B979}" type="presOf" srcId="{CECDB83D-8D83-4D33-A63F-3DF1D860F5AC}" destId="{A43BEF16-D4F7-4BC5-AB65-13AB77FC4DB9}" srcOrd="1" destOrd="0" presId="urn:microsoft.com/office/officeart/2005/8/layout/list1"/>
    <dgm:cxn modelId="{B82BDEEA-95E6-4390-9BF8-7C86F322F3E7}" srcId="{CECDB83D-8D83-4D33-A63F-3DF1D860F5AC}" destId="{A615CDB2-44D5-4985-9610-06A3A331C01B}" srcOrd="2" destOrd="0" parTransId="{21E38D8E-F02B-4453-9A2F-53980CF8D3B3}" sibTransId="{6555D402-237D-4462-A4B3-B6C85B895CFF}"/>
    <dgm:cxn modelId="{8D5636FC-B82A-4F20-8CFA-55841A8F25B9}" type="presOf" srcId="{7F6F2F7E-A9E8-4629-99DF-9B2D3C1415F6}" destId="{FCD3E216-9A13-4093-ABF2-BAA76180045B}" srcOrd="0" destOrd="1" presId="urn:microsoft.com/office/officeart/2005/8/layout/list1"/>
    <dgm:cxn modelId="{3E78C0FC-2158-4709-AF2B-D673C7BC9559}" srcId="{EA807C4B-A332-4F66-942D-68E02E9E30E7}" destId="{D984A9E4-91AD-48BC-B356-B682C2C4E875}" srcOrd="0" destOrd="0" parTransId="{095755F5-3957-4BD1-BC1F-B9D2C6764A6E}" sibTransId="{77236BD4-7B31-4EF1-8D95-F3DEA7AF3D2B}"/>
    <dgm:cxn modelId="{5AC7D2FC-CFC3-4574-80C7-B5F44658DCA3}" type="presOf" srcId="{526D082F-8F6D-4776-B81E-BE31830443DB}" destId="{FECD4C5A-9BB4-4401-8AB3-7D4629AE0127}" srcOrd="0" destOrd="0" presId="urn:microsoft.com/office/officeart/2005/8/layout/list1"/>
    <dgm:cxn modelId="{AF133BFD-8FD9-444A-A126-864651BEB974}" type="presOf" srcId="{EA807C4B-A332-4F66-942D-68E02E9E30E7}" destId="{A31B070C-0475-4C8A-AC37-2CB806A70581}" srcOrd="0" destOrd="0" presId="urn:microsoft.com/office/officeart/2005/8/layout/list1"/>
    <dgm:cxn modelId="{BEE56D47-A781-4A96-B0AA-A78301A22826}" type="presParOf" srcId="{A31B070C-0475-4C8A-AC37-2CB806A70581}" destId="{EBB7B6A8-1098-4E4D-AB1F-DFC84127EAC0}" srcOrd="0" destOrd="0" presId="urn:microsoft.com/office/officeart/2005/8/layout/list1"/>
    <dgm:cxn modelId="{CC5A2F39-72E9-4723-8A24-8DC6CE002B44}" type="presParOf" srcId="{EBB7B6A8-1098-4E4D-AB1F-DFC84127EAC0}" destId="{D1075B0C-4788-4B38-BE5B-5970567D3BBD}" srcOrd="0" destOrd="0" presId="urn:microsoft.com/office/officeart/2005/8/layout/list1"/>
    <dgm:cxn modelId="{5B1B51CF-0623-4F89-8872-2225401E82D4}" type="presParOf" srcId="{EBB7B6A8-1098-4E4D-AB1F-DFC84127EAC0}" destId="{1AAA93D8-7C54-409D-9039-8BC18688DFF8}" srcOrd="1" destOrd="0" presId="urn:microsoft.com/office/officeart/2005/8/layout/list1"/>
    <dgm:cxn modelId="{F21077A5-F4C8-4612-A565-FFFF0F66295C}" type="presParOf" srcId="{A31B070C-0475-4C8A-AC37-2CB806A70581}" destId="{92DA9110-9F3A-40B2-9BD4-B24B3AE2FB7E}" srcOrd="1" destOrd="0" presId="urn:microsoft.com/office/officeart/2005/8/layout/list1"/>
    <dgm:cxn modelId="{2BF728C3-D37E-4E73-B073-0CF0622D7513}" type="presParOf" srcId="{A31B070C-0475-4C8A-AC37-2CB806A70581}" destId="{FECD4C5A-9BB4-4401-8AB3-7D4629AE0127}" srcOrd="2" destOrd="0" presId="urn:microsoft.com/office/officeart/2005/8/layout/list1"/>
    <dgm:cxn modelId="{CB899451-F69A-46E1-9D93-E70E49EAFD49}" type="presParOf" srcId="{A31B070C-0475-4C8A-AC37-2CB806A70581}" destId="{D56AFE43-5DD0-4ADB-8D6B-11F472245F4B}" srcOrd="3" destOrd="0" presId="urn:microsoft.com/office/officeart/2005/8/layout/list1"/>
    <dgm:cxn modelId="{A6D792B0-9167-4F6C-9525-D83844E92D23}" type="presParOf" srcId="{A31B070C-0475-4C8A-AC37-2CB806A70581}" destId="{CD460AF1-319B-4620-934A-6E92502D4E72}" srcOrd="4" destOrd="0" presId="urn:microsoft.com/office/officeart/2005/8/layout/list1"/>
    <dgm:cxn modelId="{1F424496-BD90-4DAA-91B8-2186F0C0F585}" type="presParOf" srcId="{CD460AF1-319B-4620-934A-6E92502D4E72}" destId="{18F3823E-4841-4A7D-AF39-6E031E6AFCF4}" srcOrd="0" destOrd="0" presId="urn:microsoft.com/office/officeart/2005/8/layout/list1"/>
    <dgm:cxn modelId="{FF405037-4550-4E0C-8BAC-89889F852D36}" type="presParOf" srcId="{CD460AF1-319B-4620-934A-6E92502D4E72}" destId="{A43BEF16-D4F7-4BC5-AB65-13AB77FC4DB9}" srcOrd="1" destOrd="0" presId="urn:microsoft.com/office/officeart/2005/8/layout/list1"/>
    <dgm:cxn modelId="{65E38199-A2C8-48AD-A670-64FD2B148143}" type="presParOf" srcId="{A31B070C-0475-4C8A-AC37-2CB806A70581}" destId="{184F42F9-BD45-4FAF-99F1-6F16DDE66ABD}" srcOrd="5" destOrd="0" presId="urn:microsoft.com/office/officeart/2005/8/layout/list1"/>
    <dgm:cxn modelId="{CC8FDEE7-B0F0-4D9B-969C-8555F72418D2}" type="presParOf" srcId="{A31B070C-0475-4C8A-AC37-2CB806A70581}" destId="{FCD3E216-9A13-4093-ABF2-BAA76180045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B97AC-8AD6-40F0-88CB-052045CC62AE}">
      <dsp:nvSpPr>
        <dsp:cNvPr id="0" name=""/>
        <dsp:cNvSpPr/>
      </dsp:nvSpPr>
      <dsp:spPr>
        <a:xfrm>
          <a:off x="0" y="281883"/>
          <a:ext cx="10848583" cy="10266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900" b="0" i="0" kern="1200" dirty="0"/>
            <a:t>理解比例积分（</a:t>
          </a:r>
          <a:r>
            <a:rPr lang="en-US" altLang="zh-CN" sz="3900" b="0" i="0" kern="1200" dirty="0"/>
            <a:t>PI</a:t>
          </a:r>
          <a:r>
            <a:rPr lang="zh-CN" altLang="en-US" sz="3900" b="0" i="0" kern="1200" dirty="0"/>
            <a:t>）控制的基本结构与工作原理</a:t>
          </a:r>
          <a:endParaRPr lang="zh-CN" sz="3900" kern="1200" dirty="0"/>
        </a:p>
      </dsp:txBody>
      <dsp:txXfrm>
        <a:off x="50118" y="332001"/>
        <a:ext cx="10748347" cy="926439"/>
      </dsp:txXfrm>
    </dsp:sp>
    <dsp:sp modelId="{D9F4F757-074B-4314-8405-93E619D4AB3C}">
      <dsp:nvSpPr>
        <dsp:cNvPr id="0" name=""/>
        <dsp:cNvSpPr/>
      </dsp:nvSpPr>
      <dsp:spPr>
        <a:xfrm>
          <a:off x="0" y="1420878"/>
          <a:ext cx="10848583" cy="10266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3900" b="0" i="0" kern="1200" dirty="0"/>
            <a:t>掌握积分控制如何消除稳态误差</a:t>
          </a:r>
        </a:p>
      </dsp:txBody>
      <dsp:txXfrm>
        <a:off x="50118" y="1470996"/>
        <a:ext cx="10748347" cy="926439"/>
      </dsp:txXfrm>
    </dsp:sp>
    <dsp:sp modelId="{AADF5939-8C50-4F77-B4E2-20017492BCA3}">
      <dsp:nvSpPr>
        <dsp:cNvPr id="0" name=""/>
        <dsp:cNvSpPr/>
      </dsp:nvSpPr>
      <dsp:spPr>
        <a:xfrm>
          <a:off x="0" y="2559874"/>
          <a:ext cx="10848583" cy="10266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3900" b="0" i="0" kern="1200" dirty="0"/>
            <a:t>了解</a:t>
          </a:r>
          <a:r>
            <a:rPr lang="en-US" altLang="zh-CN" sz="3900" b="0" i="0" kern="1200" dirty="0"/>
            <a:t>PI</a:t>
          </a:r>
          <a:r>
            <a:rPr lang="zh-CN" altLang="en-US" sz="3900" b="0" i="0" kern="1200" dirty="0"/>
            <a:t>控制在电机系统中的应用场景</a:t>
          </a:r>
        </a:p>
      </dsp:txBody>
      <dsp:txXfrm>
        <a:off x="50118" y="2609992"/>
        <a:ext cx="10748347" cy="926439"/>
      </dsp:txXfrm>
    </dsp:sp>
    <dsp:sp modelId="{2BA1C124-A6C7-4805-B917-2D3124015426}">
      <dsp:nvSpPr>
        <dsp:cNvPr id="0" name=""/>
        <dsp:cNvSpPr/>
      </dsp:nvSpPr>
      <dsp:spPr>
        <a:xfrm>
          <a:off x="0" y="3698869"/>
          <a:ext cx="10848583" cy="102667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3900" b="0" i="0" kern="1200" dirty="0"/>
            <a:t>通过仿真理解</a:t>
          </a:r>
          <a:r>
            <a:rPr lang="en-US" altLang="zh-CN" sz="3900" b="0" i="0" kern="1200" dirty="0"/>
            <a:t>PI</a:t>
          </a:r>
          <a:r>
            <a:rPr lang="zh-CN" altLang="en-US" sz="3900" b="0" i="0" kern="1200" dirty="0"/>
            <a:t>参数对系统响应的影响</a:t>
          </a:r>
        </a:p>
      </dsp:txBody>
      <dsp:txXfrm>
        <a:off x="50118" y="3748987"/>
        <a:ext cx="10748347" cy="9264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F1A4D1-2E16-42A4-86FF-29C35B6CC7B0}">
      <dsp:nvSpPr>
        <dsp:cNvPr id="0" name=""/>
        <dsp:cNvSpPr/>
      </dsp:nvSpPr>
      <dsp:spPr>
        <a:xfrm>
          <a:off x="0" y="287427"/>
          <a:ext cx="4846212" cy="259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120" tIns="312420" rIns="3761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比例项（P）负责 “快速拉近距离”（解决动态响应问题），</a:t>
          </a:r>
          <a:r>
            <a:rPr lang="zh-CN" altLang="en-US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仅靠 </a:t>
          </a:r>
          <a:r>
            <a:rPr lang="en-US" alt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 </a:t>
          </a:r>
          <a:r>
            <a:rPr lang="zh-CN" altLang="en-US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项，输出始终 “依赖当前误差”，无法抵消固定干扰</a:t>
          </a:r>
          <a:endParaRPr lang="zh-CN" sz="15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5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积分项（I）负责 “精准对齐目标”（解决稳态误差问题）</a:t>
          </a:r>
          <a:r>
            <a:rPr lang="en-US" altLang="zh-CN" sz="1500" b="0" i="0" kern="1200" baseline="0" dirty="0">
              <a:latin typeface="微软雅黑" panose="020B0503020204020204" pitchFamily="34" charset="-122"/>
              <a:ea typeface="微软雅黑" panose="020B0503020204020204" pitchFamily="34" charset="-122"/>
            </a:rPr>
            <a:t>,</a:t>
          </a:r>
          <a:r>
            <a:rPr lang="zh-CN" altLang="en-US" sz="1500" kern="1200" dirty="0"/>
            <a:t> 即使当前误差很小，历史累积的误差也会推动输出补上 “干扰缺口”</a:t>
          </a:r>
          <a:endParaRPr lang="zh-CN" sz="15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P+I </a:t>
          </a:r>
          <a:r>
            <a:rPr lang="zh-CN" altLang="en-US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协同：</a:t>
          </a:r>
          <a:r>
            <a:rPr lang="en-US" alt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1+1&gt;2 </a:t>
          </a:r>
          <a:r>
            <a:rPr lang="zh-CN" altLang="en-US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的控制逻辑</a:t>
          </a:r>
          <a:r>
            <a:rPr lang="en-US" altLang="zh-CN" sz="15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,</a:t>
          </a:r>
          <a:endParaRPr lang="zh-CN" sz="15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287427"/>
        <a:ext cx="4846212" cy="2598750"/>
      </dsp:txXfrm>
    </dsp:sp>
    <dsp:sp modelId="{CFA64E7D-419E-4242-927C-961886BEBEEC}">
      <dsp:nvSpPr>
        <dsp:cNvPr id="0" name=""/>
        <dsp:cNvSpPr/>
      </dsp:nvSpPr>
      <dsp:spPr>
        <a:xfrm>
          <a:off x="242310" y="66027"/>
          <a:ext cx="339234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223" tIns="0" rIns="12822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500" b="0" i="0" kern="1200" baseline="0">
              <a:latin typeface="微软雅黑" panose="020B0503020204020204" pitchFamily="34" charset="-122"/>
              <a:ea typeface="微软雅黑" panose="020B0503020204020204" pitchFamily="34" charset="-122"/>
            </a:rPr>
            <a:t>核心逻辑：</a:t>
          </a:r>
          <a:endParaRPr lang="zh-CN" sz="15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63926" y="87643"/>
        <a:ext cx="3349117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806F3-30DC-4BF1-8708-5A70928FB743}">
      <dsp:nvSpPr>
        <dsp:cNvPr id="0" name=""/>
        <dsp:cNvSpPr/>
      </dsp:nvSpPr>
      <dsp:spPr>
        <a:xfrm>
          <a:off x="0" y="175075"/>
          <a:ext cx="7412997" cy="90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5331" tIns="229108" rIns="575331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b="0" kern="1200"/>
            <a:t>误差存在时，积分项持续增大→控制输出持续增加；</a:t>
          </a:r>
          <a:endParaRPr lang="zh-CN" alt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b="0" kern="1200"/>
            <a:t>误差趋近 </a:t>
          </a:r>
          <a:r>
            <a:rPr lang="en-US" sz="1600" b="0" kern="1200"/>
            <a:t>0 </a:t>
          </a:r>
          <a:r>
            <a:rPr lang="zh-CN" sz="1600" b="0" kern="1200"/>
            <a:t>时，积分项稳定→输出刚好抵消干扰（如 </a:t>
          </a:r>
          <a:r>
            <a:rPr lang="en-US" sz="1600" b="0" kern="1200"/>
            <a:t>0.2m/s </a:t>
          </a:r>
          <a:r>
            <a:rPr lang="zh-CN" sz="1600" b="0" kern="1200"/>
            <a:t>出水）；</a:t>
          </a:r>
          <a:endParaRPr lang="zh-CN" sz="1600" kern="1200"/>
        </a:p>
      </dsp:txBody>
      <dsp:txXfrm>
        <a:off x="0" y="175075"/>
        <a:ext cx="7412997" cy="900900"/>
      </dsp:txXfrm>
    </dsp:sp>
    <dsp:sp modelId="{B3284B15-9147-4913-80F3-D9251E40F541}">
      <dsp:nvSpPr>
        <dsp:cNvPr id="0" name=""/>
        <dsp:cNvSpPr/>
      </dsp:nvSpPr>
      <dsp:spPr>
        <a:xfrm>
          <a:off x="370649" y="12715"/>
          <a:ext cx="5189097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136" tIns="0" rIns="19613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/>
            <a:t>动态过程（水箱案例）：</a:t>
          </a:r>
        </a:p>
      </dsp:txBody>
      <dsp:txXfrm>
        <a:off x="386501" y="28567"/>
        <a:ext cx="5157393" cy="29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F821E-E777-40C0-BB3D-834D37672640}">
      <dsp:nvSpPr>
        <dsp:cNvPr id="0" name=""/>
        <dsp:cNvSpPr/>
      </dsp:nvSpPr>
      <dsp:spPr>
        <a:xfrm>
          <a:off x="0" y="349731"/>
          <a:ext cx="6443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074" tIns="249936" rIns="50007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b="0" i="0" kern="1200" baseline="0" dirty="0"/>
            <a:t>误差大，I 项从 0 开始快速累积，贡献逐步增加（但此时 P 项主导，曲线陡升）； </a:t>
          </a:r>
          <a:endParaRPr lang="zh-CN" sz="1200" kern="1200" dirty="0"/>
        </a:p>
      </dsp:txBody>
      <dsp:txXfrm>
        <a:off x="0" y="349731"/>
        <a:ext cx="6443335" cy="529200"/>
      </dsp:txXfrm>
    </dsp:sp>
    <dsp:sp modelId="{9AC80AEE-0BAC-4EEA-9075-15C195AE2555}">
      <dsp:nvSpPr>
        <dsp:cNvPr id="0" name=""/>
        <dsp:cNvSpPr/>
      </dsp:nvSpPr>
      <dsp:spPr>
        <a:xfrm>
          <a:off x="322166" y="172611"/>
          <a:ext cx="451033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480" tIns="0" rIns="17048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200" b="1" i="0" kern="1200" baseline="0" dirty="0"/>
            <a:t>初始阶段（0~2.5s）</a:t>
          </a:r>
          <a:endParaRPr lang="zh-CN" sz="1200" kern="1200" dirty="0"/>
        </a:p>
      </dsp:txBody>
      <dsp:txXfrm>
        <a:off x="339459" y="189904"/>
        <a:ext cx="4475748" cy="319654"/>
      </dsp:txXfrm>
    </dsp:sp>
    <dsp:sp modelId="{D79887D3-57E6-450F-ACB3-FC95F32E93F6}">
      <dsp:nvSpPr>
        <dsp:cNvPr id="0" name=""/>
        <dsp:cNvSpPr/>
      </dsp:nvSpPr>
      <dsp:spPr>
        <a:xfrm>
          <a:off x="0" y="1120851"/>
          <a:ext cx="6443335" cy="718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074" tIns="249936" rIns="50007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b="0" i="0" kern="1200" baseline="0" dirty="0"/>
            <a:t>误差减小但仍为正，I 项持续累积，贡献不断增大（曲线斜率放缓，I 项开始辅助 P 项）； </a:t>
          </a:r>
          <a:endParaRPr lang="zh-CN" sz="1200" kern="1200" dirty="0"/>
        </a:p>
      </dsp:txBody>
      <dsp:txXfrm>
        <a:off x="0" y="1120851"/>
        <a:ext cx="6443335" cy="718200"/>
      </dsp:txXfrm>
    </dsp:sp>
    <dsp:sp modelId="{613F70F4-030B-43D1-B85C-B5881AD8A28A}">
      <dsp:nvSpPr>
        <dsp:cNvPr id="0" name=""/>
        <dsp:cNvSpPr/>
      </dsp:nvSpPr>
      <dsp:spPr>
        <a:xfrm>
          <a:off x="322166" y="943731"/>
          <a:ext cx="451033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480" tIns="0" rIns="17048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200" b="1" i="0" kern="1200" baseline="0" dirty="0"/>
            <a:t>上升阶段（2.5~7.5s）</a:t>
          </a:r>
          <a:endParaRPr lang="zh-CN" sz="1200" kern="1200" dirty="0"/>
        </a:p>
      </dsp:txBody>
      <dsp:txXfrm>
        <a:off x="339459" y="961024"/>
        <a:ext cx="4475748" cy="319654"/>
      </dsp:txXfrm>
    </dsp:sp>
    <dsp:sp modelId="{47B7BFFE-E716-4E03-B696-DB039E2139DD}">
      <dsp:nvSpPr>
        <dsp:cNvPr id="0" name=""/>
        <dsp:cNvSpPr/>
      </dsp:nvSpPr>
      <dsp:spPr>
        <a:xfrm>
          <a:off x="0" y="2080971"/>
          <a:ext cx="6443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074" tIns="249936" rIns="50007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b="0" i="0" kern="1200" baseline="0" dirty="0"/>
            <a:t>误差趋近于 0，I 项累积速度变慢，贡献接近稳定； </a:t>
          </a:r>
          <a:endParaRPr lang="zh-CN" sz="1200" kern="1200" dirty="0"/>
        </a:p>
      </dsp:txBody>
      <dsp:txXfrm>
        <a:off x="0" y="2080971"/>
        <a:ext cx="6443335" cy="529200"/>
      </dsp:txXfrm>
    </dsp:sp>
    <dsp:sp modelId="{9A4463A9-452A-4FA8-AA83-F3970807A9FC}">
      <dsp:nvSpPr>
        <dsp:cNvPr id="0" name=""/>
        <dsp:cNvSpPr/>
      </dsp:nvSpPr>
      <dsp:spPr>
        <a:xfrm>
          <a:off x="322166" y="1903851"/>
          <a:ext cx="451033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480" tIns="0" rIns="17048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200" b="1" i="0" kern="1200" baseline="0" dirty="0"/>
            <a:t>逼近阶段（7.5~10s）</a:t>
          </a:r>
          <a:endParaRPr lang="zh-CN" sz="1200" kern="1200" dirty="0"/>
        </a:p>
      </dsp:txBody>
      <dsp:txXfrm>
        <a:off x="339459" y="1921144"/>
        <a:ext cx="4475748" cy="319654"/>
      </dsp:txXfrm>
    </dsp:sp>
    <dsp:sp modelId="{0B4DE78B-3DE6-414E-93A6-B8CAA7DDC0BE}">
      <dsp:nvSpPr>
        <dsp:cNvPr id="0" name=""/>
        <dsp:cNvSpPr/>
      </dsp:nvSpPr>
      <dsp:spPr>
        <a:xfrm>
          <a:off x="0" y="2852091"/>
          <a:ext cx="6443335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074" tIns="249936" rIns="50007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b="0" i="0" kern="1200" baseline="0"/>
            <a:t>误差≈0，I 项停止累积，贡献恒定（刚好抵消干扰，维持水位无稳态误差）。 </a:t>
          </a:r>
          <a:endParaRPr lang="zh-CN" sz="1200" kern="1200" dirty="0"/>
        </a:p>
      </dsp:txBody>
      <dsp:txXfrm>
        <a:off x="0" y="2852091"/>
        <a:ext cx="6443335" cy="529200"/>
      </dsp:txXfrm>
    </dsp:sp>
    <dsp:sp modelId="{3172E8B6-DF09-4870-A9D5-A6B48410DA17}">
      <dsp:nvSpPr>
        <dsp:cNvPr id="0" name=""/>
        <dsp:cNvSpPr/>
      </dsp:nvSpPr>
      <dsp:spPr>
        <a:xfrm>
          <a:off x="322166" y="2674971"/>
          <a:ext cx="4510334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480" tIns="0" rIns="17048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200" b="1" i="0" kern="1200" baseline="0" dirty="0"/>
            <a:t>稳态阶段（10s 后）</a:t>
          </a:r>
          <a:endParaRPr lang="zh-CN" sz="1200" kern="1200" dirty="0"/>
        </a:p>
      </dsp:txBody>
      <dsp:txXfrm>
        <a:off x="339459" y="2692264"/>
        <a:ext cx="4475748" cy="3196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457C0-C903-4FF3-9092-98A9C6DE85BB}">
      <dsp:nvSpPr>
        <dsp:cNvPr id="0" name=""/>
        <dsp:cNvSpPr/>
      </dsp:nvSpPr>
      <dsp:spPr>
        <a:xfrm>
          <a:off x="0" y="318851"/>
          <a:ext cx="5143376" cy="27121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9183" tIns="437388" rIns="399183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0" i="0" kern="1200" baseline="0" dirty="0"/>
            <a:t>直流电机速度控制（如风扇调速、传送带驱动、机器人底盘）； </a:t>
          </a:r>
          <a:endParaRPr lang="zh-C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0" i="0" kern="1200" baseline="0" dirty="0"/>
            <a:t>伺服电机位置控制（如机械臂关节、打印机喷头、数控机床）； </a:t>
          </a:r>
          <a:endParaRPr lang="zh-CN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0" i="0" kern="1200" baseline="0" dirty="0"/>
            <a:t>低速 / 恒速负载场景（如水泵、风机，需抑制负载扰动）。 </a:t>
          </a:r>
          <a:endParaRPr lang="zh-CN" sz="2100" kern="1200" dirty="0"/>
        </a:p>
      </dsp:txBody>
      <dsp:txXfrm>
        <a:off x="0" y="318851"/>
        <a:ext cx="5143376" cy="2712149"/>
      </dsp:txXfrm>
    </dsp:sp>
    <dsp:sp modelId="{B6F31DEA-C287-4825-942E-CD041A78BE41}">
      <dsp:nvSpPr>
        <dsp:cNvPr id="0" name=""/>
        <dsp:cNvSpPr/>
      </dsp:nvSpPr>
      <dsp:spPr>
        <a:xfrm>
          <a:off x="257168" y="8891"/>
          <a:ext cx="3600363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85" tIns="0" rIns="13608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b="0" i="0" kern="1200" baseline="0" dirty="0"/>
            <a:t>核心应用场景</a:t>
          </a:r>
          <a:endParaRPr lang="zh-CN" sz="2100" kern="1200" dirty="0"/>
        </a:p>
      </dsp:txBody>
      <dsp:txXfrm>
        <a:off x="287430" y="39153"/>
        <a:ext cx="3539839" cy="559396"/>
      </dsp:txXfrm>
    </dsp:sp>
    <dsp:sp modelId="{7BD10846-A1D4-4D82-BB9D-3322CF8AE7DE}">
      <dsp:nvSpPr>
        <dsp:cNvPr id="0" name=""/>
        <dsp:cNvSpPr/>
      </dsp:nvSpPr>
      <dsp:spPr>
        <a:xfrm>
          <a:off x="0" y="3454361"/>
          <a:ext cx="5143376" cy="158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9183" tIns="437388" rIns="399183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2100" b="0" i="0" kern="1200" baseline="0" dirty="0"/>
            <a:t>相比纯 P 控制，PI 可消除 “负载变化导致的转速漂移”“定位静差”，兼顾响应速度与精度。 </a:t>
          </a:r>
          <a:endParaRPr lang="zh-CN" sz="2100" kern="1200" dirty="0"/>
        </a:p>
      </dsp:txBody>
      <dsp:txXfrm>
        <a:off x="0" y="3454361"/>
        <a:ext cx="5143376" cy="1587600"/>
      </dsp:txXfrm>
    </dsp:sp>
    <dsp:sp modelId="{3EC6F34B-0FCB-4091-B80A-F7F7A9E60068}">
      <dsp:nvSpPr>
        <dsp:cNvPr id="0" name=""/>
        <dsp:cNvSpPr/>
      </dsp:nvSpPr>
      <dsp:spPr>
        <a:xfrm>
          <a:off x="257168" y="3144401"/>
          <a:ext cx="3600363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85" tIns="0" rIns="136085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b="0" i="0" kern="1200" baseline="0" dirty="0"/>
            <a:t>应用优势</a:t>
          </a:r>
          <a:endParaRPr lang="zh-CN" sz="2100" kern="1200" dirty="0"/>
        </a:p>
      </dsp:txBody>
      <dsp:txXfrm>
        <a:off x="287430" y="3174663"/>
        <a:ext cx="3539839" cy="559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39D99-5062-48F3-B0E9-75CE28863510}">
      <dsp:nvSpPr>
        <dsp:cNvPr id="0" name=""/>
        <dsp:cNvSpPr/>
      </dsp:nvSpPr>
      <dsp:spPr>
        <a:xfrm>
          <a:off x="0" y="290700"/>
          <a:ext cx="10347842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108" tIns="291592" rIns="80310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baseline="0" dirty="0"/>
            <a:t>问题：电机启动 / 急停时误差大，积分项累积导致 “过流”“超调”； </a:t>
          </a:r>
          <a:endParaRPr lang="zh-C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baseline="0" dirty="0"/>
            <a:t>解决方案：积分分离（误差 &gt; 阈值时禁用 I 项，误差 &lt; 阈值时启用）。 </a:t>
          </a:r>
          <a:endParaRPr lang="zh-CN" sz="1400" kern="1200" dirty="0"/>
        </a:p>
      </dsp:txBody>
      <dsp:txXfrm>
        <a:off x="0" y="290700"/>
        <a:ext cx="10347842" cy="882000"/>
      </dsp:txXfrm>
    </dsp:sp>
    <dsp:sp modelId="{C886E7C1-6D06-4B65-BA35-531C9D2E3A2A}">
      <dsp:nvSpPr>
        <dsp:cNvPr id="0" name=""/>
        <dsp:cNvSpPr/>
      </dsp:nvSpPr>
      <dsp:spPr>
        <a:xfrm>
          <a:off x="517392" y="84060"/>
          <a:ext cx="7243489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87" tIns="0" rIns="2737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0" i="0" kern="1200" baseline="0" dirty="0"/>
            <a:t>积分饱和抑制（电机场景</a:t>
          </a:r>
          <a:r>
            <a:rPr lang="zh-CN" altLang="en-US" sz="1400" b="0" i="0" kern="1200" baseline="0" dirty="0"/>
            <a:t>下特别注意</a:t>
          </a:r>
          <a:r>
            <a:rPr lang="zh-CN" sz="1400" b="0" i="0" kern="1200" baseline="0" dirty="0"/>
            <a:t>）</a:t>
          </a:r>
          <a:endParaRPr lang="zh-CN" sz="1400" kern="1200" dirty="0"/>
        </a:p>
      </dsp:txBody>
      <dsp:txXfrm>
        <a:off x="537567" y="104235"/>
        <a:ext cx="7203139" cy="372930"/>
      </dsp:txXfrm>
    </dsp:sp>
    <dsp:sp modelId="{47AB15C5-9A3C-44D5-BB61-DCFA7D6C6488}">
      <dsp:nvSpPr>
        <dsp:cNvPr id="0" name=""/>
        <dsp:cNvSpPr/>
      </dsp:nvSpPr>
      <dsp:spPr>
        <a:xfrm>
          <a:off x="0" y="1454940"/>
          <a:ext cx="10347842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108" tIns="291592" rIns="80310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baseline="0" dirty="0"/>
            <a:t>电机电流 / 转速信号含噪声，可对反馈信号滤波，避免 I 项误累积。 </a:t>
          </a:r>
          <a:endParaRPr lang="zh-CN" sz="1400" kern="1200" dirty="0"/>
        </a:p>
      </dsp:txBody>
      <dsp:txXfrm>
        <a:off x="0" y="1454940"/>
        <a:ext cx="10347842" cy="617400"/>
      </dsp:txXfrm>
    </dsp:sp>
    <dsp:sp modelId="{6393113C-44C5-4AB2-9E11-CC1C59761F2A}">
      <dsp:nvSpPr>
        <dsp:cNvPr id="0" name=""/>
        <dsp:cNvSpPr/>
      </dsp:nvSpPr>
      <dsp:spPr>
        <a:xfrm>
          <a:off x="540059" y="1287168"/>
          <a:ext cx="7243489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87" tIns="0" rIns="2737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0" i="0" kern="1200" baseline="0" dirty="0"/>
            <a:t>噪声处理</a:t>
          </a:r>
          <a:endParaRPr lang="zh-CN" sz="1400" kern="1200" dirty="0"/>
        </a:p>
      </dsp:txBody>
      <dsp:txXfrm>
        <a:off x="560234" y="1307343"/>
        <a:ext cx="7203139" cy="372930"/>
      </dsp:txXfrm>
    </dsp:sp>
    <dsp:sp modelId="{EE33EAE1-FB8A-4906-8E62-51A1C52B6FA4}">
      <dsp:nvSpPr>
        <dsp:cNvPr id="0" name=""/>
        <dsp:cNvSpPr/>
      </dsp:nvSpPr>
      <dsp:spPr>
        <a:xfrm>
          <a:off x="0" y="2354580"/>
          <a:ext cx="10347842" cy="61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108" tIns="291592" rIns="80310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400" b="0" i="0" kern="1200" baseline="0"/>
            <a:t>控制输出（电机 PWM 占空比 / 电压）限制在安全范围（如 0~100%），防止电机过载。 </a:t>
          </a:r>
          <a:endParaRPr lang="zh-CN" sz="1400" kern="1200" dirty="0"/>
        </a:p>
      </dsp:txBody>
      <dsp:txXfrm>
        <a:off x="0" y="2354580"/>
        <a:ext cx="10347842" cy="617400"/>
      </dsp:txXfrm>
    </dsp:sp>
    <dsp:sp modelId="{A84976CF-210A-4340-A088-2F809034F615}">
      <dsp:nvSpPr>
        <dsp:cNvPr id="0" name=""/>
        <dsp:cNvSpPr/>
      </dsp:nvSpPr>
      <dsp:spPr>
        <a:xfrm>
          <a:off x="517392" y="2147940"/>
          <a:ext cx="7243489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87" tIns="0" rIns="27378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400" b="0" i="0" kern="1200" baseline="0" dirty="0"/>
            <a:t>输出限幅</a:t>
          </a:r>
          <a:endParaRPr lang="zh-CN" sz="1400" kern="1200" dirty="0"/>
        </a:p>
      </dsp:txBody>
      <dsp:txXfrm>
        <a:off x="537567" y="2168115"/>
        <a:ext cx="7203139" cy="37293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D4C5A-9BB4-4401-8AB3-7D4629AE0127}">
      <dsp:nvSpPr>
        <dsp:cNvPr id="0" name=""/>
        <dsp:cNvSpPr/>
      </dsp:nvSpPr>
      <dsp:spPr>
        <a:xfrm>
          <a:off x="0" y="1414048"/>
          <a:ext cx="5439467" cy="1289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2163" tIns="270764" rIns="42216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 dirty="0"/>
            <a:t>对比维度：纯 P 控制 vs PI 控制； </a:t>
          </a:r>
          <a:endParaRPr lang="zh-C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/>
            <a:t>核心参数（固定）：</a:t>
          </a:r>
          <a:endParaRPr lang="zh-CN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 dirty="0"/>
            <a:t>纯 P：Kp=1.0； </a:t>
          </a:r>
          <a:endParaRPr lang="zh-C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 dirty="0"/>
            <a:t>PI：Kp=1.0，Ki=0.1； </a:t>
          </a:r>
          <a:endParaRPr lang="zh-CN" sz="1300" kern="1200" dirty="0"/>
        </a:p>
      </dsp:txBody>
      <dsp:txXfrm>
        <a:off x="0" y="1414048"/>
        <a:ext cx="5439467" cy="1289925"/>
      </dsp:txXfrm>
    </dsp:sp>
    <dsp:sp modelId="{1AAA93D8-7C54-409D-9039-8BC18688DFF8}">
      <dsp:nvSpPr>
        <dsp:cNvPr id="0" name=""/>
        <dsp:cNvSpPr/>
      </dsp:nvSpPr>
      <dsp:spPr>
        <a:xfrm>
          <a:off x="271973" y="1222168"/>
          <a:ext cx="380762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919" tIns="0" rIns="14391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b="0" i="0" kern="1200" baseline="0" dirty="0"/>
            <a:t>水箱模型（目标水位 1m，固定出水流速 0.2m/s）</a:t>
          </a:r>
          <a:endParaRPr lang="zh-CN" sz="1300" kern="1200" dirty="0"/>
        </a:p>
      </dsp:txBody>
      <dsp:txXfrm>
        <a:off x="290707" y="1240902"/>
        <a:ext cx="3770158" cy="346292"/>
      </dsp:txXfrm>
    </dsp:sp>
    <dsp:sp modelId="{FCD3E216-9A13-4093-ABF2-BAA76180045B}">
      <dsp:nvSpPr>
        <dsp:cNvPr id="0" name=""/>
        <dsp:cNvSpPr/>
      </dsp:nvSpPr>
      <dsp:spPr>
        <a:xfrm>
          <a:off x="0" y="2966054"/>
          <a:ext cx="5439467" cy="1044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2163" tIns="270764" rIns="422163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/>
            <a:t>稳态误差</a:t>
          </a:r>
          <a:endParaRPr lang="zh-CN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/>
            <a:t>上升时间</a:t>
          </a:r>
          <a:endParaRPr lang="zh-CN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300" b="0" i="0" kern="1200" baseline="0"/>
            <a:t>超调量。 </a:t>
          </a:r>
          <a:endParaRPr lang="zh-CN" sz="1300" kern="1200"/>
        </a:p>
      </dsp:txBody>
      <dsp:txXfrm>
        <a:off x="0" y="2966054"/>
        <a:ext cx="5439467" cy="1044225"/>
      </dsp:txXfrm>
    </dsp:sp>
    <dsp:sp modelId="{A43BEF16-D4F7-4BC5-AB65-13AB77FC4DB9}">
      <dsp:nvSpPr>
        <dsp:cNvPr id="0" name=""/>
        <dsp:cNvSpPr/>
      </dsp:nvSpPr>
      <dsp:spPr>
        <a:xfrm>
          <a:off x="271973" y="2774174"/>
          <a:ext cx="380762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3919" tIns="0" rIns="143919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300" b="0" i="0" kern="1200" baseline="0"/>
            <a:t>性能指标：</a:t>
          </a:r>
          <a:endParaRPr lang="zh-CN" sz="1300" kern="1200"/>
        </a:p>
      </dsp:txBody>
      <dsp:txXfrm>
        <a:off x="290707" y="2792908"/>
        <a:ext cx="3770158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3:24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436 28 2724 0 0,'-8'-2'824'0'0,"0"0"-1"0"0,0 0 1 0 0,0-1 0 0 0,0 0-1 0 0,1-1 1 0 0,-14-7-1 0 0,21 11-871 0 0,-29 12-128 0 0,-28 27-1753 0 0,-64 33 0 0 0,33-22-506 0 0,40-23 1290 0 0,24-15 674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3:29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1 229 1720 0 0,'0'-3'8878'0'0,"0"-4"-5275"0"0,0-23-5135 0 0,0 19 972 0 0,0-73-2036 0 0,0 84 2515 0 0,33-16 192 0 0,67 1 999 0 0,1 4-1 0 0,104 2 1 0 0,-205 9-420 0 0,33-10 495 0 0,6-22-1865 0 0,-36 33 3104 0 0,3-3-8114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3:32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16 334 2252 0 0,'-4'-34'489'0'0,"-1"1"95"0"0,2 0 1 0 0,0 0 0 0 0,3 0 0 0 0,5-54 0 0 0,-5 83-639 0 0,1 1 1 0 0,-1-1 0 0 0,1 1 0 0 0,0-1 0 0 0,1 1 0 0 0,-1-1 0 0 0,0 1 0 0 0,1 0 0 0 0,0-1 0 0 0,0 1 0 0 0,0 0 0 0 0,0 0 0 0 0,0 1 0 0 0,1-1 0 0 0,-1 0 0 0 0,1 1 0 0 0,0-1 0 0 0,0 1 0 0 0,0 0 0 0 0,0 0 0 0 0,6-3 0 0 0,0 2-242 0 0,1 0 1 0 0,0 1-1 0 0,-1 1 1 0 0,1-1-1 0 0,0 1 1 0 0,0 1-1 0 0,10 0 1 0 0,102 0-1357 0 0,-83 0 1364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03:45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9201 1565 14522,'-4'61'0,"-6"1"0,-8-1 0,-7 0 0,-6-1 0,-8 0 0,-7 0 0,-6-1 0,-7-1 0,-7-1 0,-7-1 0,-5-1 0,-8 0 0,-5-2 0,-6-2 0,-7 0 0,-5-2 0,-5-2 0,-6-1 0,-5-1 0,-6-3 0,-4-1 0,-4-2 0,-5-2 0,-5-2 0,-3-2 0,-4-2 0,-3-2 0,-3-2 0,-4-2 0,-2-3 0,-3-2 0,-2-2 0,-2-2 0,-1-3 0,-2-2 0,-1-3 0,-1-2 0,0-2 0,0-3 0,-1-2 0,1-3 0,0-2 0,1-2 0,1-3 0,2-2 0,1-3 0,2-2 0,2-2 0,3-2 0,2-3 0,4-2 0,3-2 0,3-2 0,4-2 0,3-2 0,5-2 0,5-2 0,4-2 0,4-1 0,6-3 0,5-1 0,6-1 0,5-2 0,5-2 0,7 0 0,6-2 0,5-2 0,8 0 0,5-1 0,7-1 0,7-1 0,7-1 0,6-1 0,7 0 0,8 0 0,6-1 0,7 0 0,8-1 0,6 1 0,8 0 0,6-1 0,8 1 0,7 0 0,6 1 0,8 0 0,7 0 0,6 1 0,7 1 0,7 1 0,7 1 0,5 1 0,8 0 0,5 2 0,6 2 0,7 0 0,5 2 0,5 2 0,6 1 0,5 1 0,6 3 0,4 1 0,4 2 0,5 2 0,5 2 0,3 2 0,4 2 0,3 2 0,3 2 0,4 2 0,2 3 0,3 2 0,2 2 0,2 2 0,1 3 0,2 2 0,1 3 0,1 2 0,0 2 0,1 3 0,-1 2 0,0 3 0,0 2 0,-1 2 0,-1 3 0,-2 2 0,-1 3 0,-2 2 0,-2 2 0,-3 2 0,-2 3 0,-4 2 0,-3 2 0,-3 2 0,-4 2 0,-3 2 0,-5 2 0,-5 2 0,-4 2 0,-4 1 0,-6 3 0,-5 1 0,-6 1 0,-5 2 0,-5 2 0,-7 0 0,-6 2 0,-5 2 0,-8 0 0,-5 1 0,-7 1 0,-7 1 0,-7 1 0,-6 1 0,-7 0 0,-8 0 0,-6 1 0,-7 0 0,-8 1 0,-6-1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01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347 147 1100 0 0,'-22'-3'294'0'0,"0"-2"1"0"0,0 0-1 0 0,1-1 0 0 0,0-1 0 0 0,0-1 1 0 0,1-1-1 0 0,0-1 0 0 0,-36-23 0 0 0,31 18-1462 0 0,-42-17-1 0 0,44 22 37 0 0,16 7 925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16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97 896 0 0,'48'4'858'0'0,"0"-1"1"0"0,59-6-1 0 0,-16 1 133 0 0,1234-45 4789 0 0,-262 3-5398 0 0,-968 41-449 0 0,-30-1 15 0 0,1 3 0 0 0,-1 4 0 0 0,75 11 0 0 0,-87 6 2315 0 0,-49-17-2177 0 0,-1 0 0 0 0,2 0 0 0 0,-1 0 0 0 0,0 0 1 0 0,0 0-1 0 0,1-1 0 0 0,-1 0 0 0 0,10 3 0 0 0,-9-3 4 0 0,21 11-156 0 0,-16-8 103 0 0,1 0 0 0 0,-1 0 0 0 0,1-1 0 0 0,0 0 0 0 0,14 2 0 0 0,-9-4-458 0 0,-7-4-5734 0 0,-18-2 348 0 0,-7 1 6004 0 0,5 1-936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26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27 177 1076 0 0,'0'0'1517'0'0,"-16"-35"3843"0"0,8-17-493 0 0,6 38-3838 0 0,2 0-493 0 0,1 13-530 0 0,0 0 1 0 0,0 1 0 0 0,0-1-1 0 0,0 0 1 0 0,1 1 0 0 0,-1 0-1 0 0,0-1 1 0 0,0 1 0 0 0,0 0-1 0 0,1-1 1 0 0,-1 1 0 0 0,0 0-1 0 0,1 0 1 0 0,-1 0 0 0 0,0 0-1 0 0,2 1 1 0 0,39-2 77 0 0,0-1 1 0 0,0-2-1 0 0,0-2 1 0 0,-1-2-1 0 0,45-14 1 0 0,-74 18-93 0 0,31-5-199 0 0,-41 9 201 0 0,0 0 0 0 0,0 0 1 0 0,0 0-1 0 0,0 0 0 0 0,0 1 0 0 0,0-1 0 0 0,0 1 0 0 0,0-1 0 0 0,0 1 0 0 0,0 0 0 0 0,0 0 0 0 0,0 0 0 0 0,0 0 0 0 0,-1 0 0 0 0,1 0 0 0 0,0 1 0 0 0,-1-1 0 0 0,3 3 0 0 0,39 45 162 0 0,-29-30-54 0 0,2-2 0 0 0,34 32 0 0 0,-44-44-86 0 0,0-1 0 0 0,0 0 1 0 0,0 0-1 0 0,1-1 1 0 0,-1 0-1 0 0,1 0 1 0 0,0 0-1 0 0,0-1 1 0 0,0 0-1 0 0,0 0 0 0 0,0 0 1 0 0,1-1-1 0 0,12 0 1 0 0,16-3-37 0 0,0-2 0 0 0,-1-2 1 0 0,0-1-1 0 0,67-23 0 0 0,-53 15-343 0 0,73-14-1 0 0,-109 29 369 0 0,0 0 0 0 0,0 1-1 0 0,0 0 1 0 0,0 1 0 0 0,0 0-1 0 0,0 1 1 0 0,-1 1 0 0 0,1 0 0 0 0,-1 0-1 0 0,0 1 1 0 0,13 8 0 0 0,-7-4 55 0 0,-1-2 0 0 0,2 0 1 0 0,-1-1-1 0 0,27 5 0 0 0,14-5-48 0 0,1-3 0 0 0,86-5 0 0 0,120-25-807 0 0,-99 8 173 0 0,275-36 599 0 0,-429 51-6680 0 0,-34-1 3313 0 0,-34 0 644 0 0,39 5 2296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26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26 2076 0 0,'9'-12'782'0'0,"3"-2"6210"0"0,-8 41-3599 0 0,-6-3-3013 0 0,0 1 1 0 0,-2-1-1 0 0,-8 29 1 0 0,-5 32-21 0 0,4 9-204 0 0,5-43-212 0 0,1 0 0 0 0,3 1 0 0 0,3 71 0 0 0,3-88-255 0 0,-2-24-119 0 0,0 0 0 0 0,1 0 0 0 0,1 1 0 0 0,3 13 0 0 0,-5-25 331 0 0,0 0-1 0 0,0 0 1 0 0,0 0 0 0 0,0 0-1 0 0,0 1 1 0 0,0-1 0 0 0,0 0-1 0 0,0 0 1 0 0,0 0 0 0 0,0 1-1 0 0,0-1 1 0 0,0 0 0 0 0,1 0-1 0 0,-1 0 1 0 0,0 0 0 0 0,0 0-1 0 0,0 1 1 0 0,0-1 0 0 0,0 0 0 0 0,0 0-1 0 0,1 0 1 0 0,-1 0 0 0 0,0 0-1 0 0,0 0 1 0 0,0 0 0 0 0,0 1-1 0 0,0-1 1 0 0,1 0 0 0 0,-1 0-1 0 0,0 0 1 0 0,0 0 0 0 0,0 0-1 0 0,1 0 1 0 0,-1 0 0 0 0,0 0 0 0 0,0 0-1 0 0,0 0 1 0 0,0 0 0 0 0,1 0-1 0 0,-1 0 1 0 0,0 0 0 0 0,0 0-1 0 0,0 0 1 0 0,0 0 0 0 0,1 0-1 0 0,-1-1 1 0 0,0 1 0 0 0,0 0-1 0 0,0 0 1 0 0,0 0 0 0 0,1 0 0 0 0,-1 0-1 0 0,0 0 1 0 0,10-13-2090 0 0,4-18 82 0 0,1-22 6 0 0,-13 32 1593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27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70 3320 0 0,'0'-2'277'0'0,"0"-1"0"0"0,1 1-1 0 0,-1-1 1 0 0,0 1 0 0 0,1-1-1 0 0,-1 0 1 0 0,1 1 0 0 0,0 0-1 0 0,0-1 1 0 0,0 1 0 0 0,0 0-1 0 0,0-1 1 0 0,0 1 0 0 0,1 0-1 0 0,-1 0 1 0 0,1 0 0 0 0,0 0-1 0 0,-1 0 1 0 0,1 0 0 0 0,0 1-1 0 0,3-3 1 0 0,0 1-7 0 0,0 0-1 0 0,0 1 1 0 0,0 0 0 0 0,0 0-1 0 0,1 0 1 0 0,-1 1-1 0 0,0 0 1 0 0,1 0 0 0 0,9-1-1 0 0,4 2 138 0 0,1 1 0 0 0,0 0 0 0 0,-1 1 0 0 0,33 8 0 0 0,-31-4-225 0 0,0 1 0 0 0,0 0-1 0 0,0 2 1 0 0,-1 1 0 0 0,0 0 0 0 0,0 1-1 0 0,29 24 1 0 0,-35-24-159 0 0,-1 0 0 0 0,-1 1 0 0 0,0 0 0 0 0,0 1 0 0 0,-2 1 0 0 0,1 0 0 0 0,-2 0 0 0 0,0 0 0 0 0,0 2 0 0 0,9 23 0 0 0,-16-34-12 0 0,0 0 1 0 0,-1 0-1 0 0,1 0 1 0 0,-1 0 0 0 0,0 1-1 0 0,0-1 1 0 0,-1 0-1 0 0,1 1 1 0 0,-1-1-1 0 0,0 0 1 0 0,-1 1 0 0 0,1-1-1 0 0,-1 0 1 0 0,0 1-1 0 0,-1-1 1 0 0,1 0-1 0 0,-1 0 1 0 0,-3 7-1 0 0,2-7 11 0 0,-1 0-1 0 0,0 0 0 0 0,0-1 0 0 0,0 1 0 0 0,0-1 1 0 0,-1 0-1 0 0,0 0 0 0 0,0 0 0 0 0,0-1 1 0 0,0 1-1 0 0,0-1 0 0 0,-1-1 0 0 0,-10 5 0 0 0,-1-2-27 0 0,-1 0 0 0 0,1-1 0 0 0,-1-1-1 0 0,1-1 1 0 0,-1 0 0 0 0,0-2 0 0 0,0 0-1 0 0,0 0 1 0 0,-35-7 0 0 0,37 3-287 0 0,1 0 1 0 0,-1-1 0 0 0,1 0-1 0 0,0-1 1 0 0,1-1 0 0 0,-1 0-1 0 0,1-1 1 0 0,1-1 0 0 0,-16-12-1 0 0,25 18-6 0 0,0-1 0 0 0,0 1 0 0 0,0-1-1 0 0,1 0 1 0 0,-1 0 0 0 0,1-1-1 0 0,0 1 1 0 0,1 0 0 0 0,-1-1-1 0 0,1 0 1 0 0,0 0 0 0 0,0 1-1 0 0,0-1 1 0 0,0 0 0 0 0,1-1 0 0 0,0 1-1 0 0,0 0 1 0 0,1 0 0 0 0,-1 0-1 0 0,1-1 1 0 0,0 1 0 0 0,1 0-1 0 0,-1 0 1 0 0,1-1 0 0 0,0 1 0 0 0,0 0-1 0 0,1 0 1 0 0,-1 0 0 0 0,1 0-1 0 0,0 0 1 0 0,4-6 0 0 0,-3 6 12 0 0,0 1 1 0 0,1-1 0 0 0,-1 0 0 0 0,1 1 0 0 0,0 0-1 0 0,0 0 1 0 0,0 0 0 0 0,0 1 0 0 0,1-1 0 0 0,9-5-1 0 0,1 3-166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28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0 374 1420 0 0,'33'-31'6818'0'0,"475"-86"-4808"0"0,-494 114-2009 0 0,0 1-1 0 0,-1 0 1 0 0,2 1-1 0 0,-1 1 0 0 0,0 0 1 0 0,0 1-1 0 0,0 0 1 0 0,0 2-1 0 0,-1-1 0 0 0,1 1 1 0 0,0 1-1 0 0,-1 1 1 0 0,0 0-1 0 0,0 0 1 0 0,0 2-1 0 0,-1-1 0 0 0,0 1 1 0 0,14 12-1 0 0,1 2 294 0 0,-5-3 254 0 0,1-1 1 0 0,37 21-1 0 0,-50-33-420 0 0,0-1 0 0 0,0 0 0 0 0,0 0 0 0 0,0-1-1 0 0,0-1 1 0 0,1 1 0 0 0,-1-2 0 0 0,1 0 0 0 0,0 0-1 0 0,13-1 1 0 0,61-8-69 0 0,165-37 0 0 0,-68 8-172 0 0,147-37-3583 0 0,-2 0 2082 0 0,-209 61 2402 0 0,0 5 0 0 0,189 12 1 0 0,-261-2-608 0 0,270-3-502 0 0,-272-2-338 0 0,0-3 1 0 0,0-1-1 0 0,0-2 1 0 0,-1-3-1 0 0,44-17 0 0 0,-74 25 376 0 0,0-2-1 0 0,-1 1 1 0 0,0-2-1 0 0,0 0 1 0 0,0 0 0 0 0,14-13-1 0 0,-26 20 166 0 0,1-1 0 0 0,-1 0 0 0 0,0 0 0 0 0,0-1-1 0 0,0 1 1 0 0,0 0 0 0 0,0 0 0 0 0,0 0 0 0 0,0 0 0 0 0,0 0 0 0 0,0 0-1 0 0,0 0 1 0 0,-1 0 0 0 0,1 0 0 0 0,0 0 0 0 0,-1 0 0 0 0,1 1 0 0 0,-1-1-1 0 0,1 0 1 0 0,-1 0 0 0 0,1 0 0 0 0,-1 0 0 0 0,0 0 0 0 0,1 1 0 0 0,-1-1-1 0 0,0 0 1 0 0,1 1 0 0 0,-1-1 0 0 0,0 0 0 0 0,-1 0 0 0 0,-2-2-285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29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 2200 0 0,'12'5'7347'0'0,"8"-7"-5022"0"0,23-10-3063 0 0,-33 9 1590 0 0,123-23 163 0 0,-141 57-61 0 0,-16 133-51 0 0,15-92-840 0 0,8-65-206 0 0,0-1 1 0 0,0 1 0 0 0,-1-1 0 0 0,1 0-1 0 0,-1 1 1 0 0,-1-1 0 0 0,1 0 0 0 0,-1 0-1 0 0,0 0 1 0 0,-1-1 0 0 0,1 1-1 0 0,-1-1 1 0 0,0 1 0 0 0,-6 4 0 0 0,6-6-50 0 0,-1-1 0 0 0,1 0 0 0 0,-1-1 0 0 0,0 1 1 0 0,1-1-1 0 0,-1 0 0 0 0,-1 0 0 0 0,1 0 0 0 0,0-1 1 0 0,0 1-1 0 0,-1-1 0 0 0,1-1 0 0 0,0 1 0 0 0,-1-1 1 0 0,1 0-1 0 0,-1 0 0 0 0,-9-2 0 0 0,15 2 283 0 0,0 0 0 0 0,0 0-1 0 0,0 0 1 0 0,0-1 0 0 0,0 1 0 0 0,0 0-1 0 0,0 0 1 0 0,0 0 0 0 0,0 0 0 0 0,0 0 0 0 0,0 0-1 0 0,0 0 1 0 0,0 0 0 0 0,0-1 0 0 0,0 1-1 0 0,0 0 1 0 0,0 0 0 0 0,0 0 0 0 0,0 0-1 0 0,0 0 1 0 0,0 0 0 0 0,0 0 0 0 0,0 0-1 0 0,0 0 1 0 0,0-1 0 0 0,0 1 0 0 0,0 0-1 0 0,-1 0 1 0 0,1 0 0 0 0,0 0 0 0 0,0 0-1 0 0,0 0 1 0 0,0 0 0 0 0,0 0 0 0 0,0 0-1 0 0,0 0 1 0 0,0 0 0 0 0,20-5 1088 0 0,30 0-602 0 0,81 2-1439 0 0,-1 0-7710 0 0,-129 3 7440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6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664 223 896 0 0,'0'0'1134'0'0,"-23"-6"1290"0"0,15-3-1421 0 0,6 7-759 0 0,0-1-1 0 0,0 1 1 0 0,0-1-1 0 0,0 1 1 0 0,0-1 0 0 0,1 1-1 0 0,-1-1 1 0 0,1 0 0 0 0,0 0-1 0 0,0 0 1 0 0,0 0-1 0 0,-1-6 1 0 0,2 8-143 0 0,0 0 0 0 0,0 0 0 0 0,-1 0-1 0 0,1-1 1 0 0,0 1 0 0 0,0 0 0 0 0,-1 0-1 0 0,1 0 1 0 0,0 0 0 0 0,-1 0 0 0 0,0-1 0 0 0,1 1-1 0 0,-1 0 1 0 0,1 0 0 0 0,-1 0 0 0 0,0 0 0 0 0,0 1-1 0 0,0-1 1 0 0,1 0 0 0 0,-1 0 0 0 0,0 0 0 0 0,0 1-1 0 0,0-1 1 0 0,-2 0 0 0 0,0-1 59 0 0,0 1 0 0 0,0 0 1 0 0,-1 0-1 0 0,1 0 0 0 0,0 0 0 0 0,-1 1 1 0 0,1-1-1 0 0,-6 1 0 0 0,-2 0-45 0 0,1 0 0 0 0,-1 1 0 0 0,0 1 0 0 0,-16 4 0 0 0,12 0-213 0 0,1 0 1 0 0,-1 1-1 0 0,1 1 1 0 0,0 0-1 0 0,1 1 1 0 0,0 0-1 0 0,0 1 1 0 0,1 1-1 0 0,0 0 1 0 0,-13 17-1 0 0,14-13 21 0 0,1 1-1 0 0,0 0 0 0 0,2 1 1 0 0,0-1-1 0 0,0 2 0 0 0,2-1 0 0 0,0 1 1 0 0,-5 25-1 0 0,6-6-2 0 0,2 0 0 0 0,1 1 0 0 0,2-1 0 0 0,9 71 0 0 0,-3-66 103 0 0,1 0 1 0 0,16 46-1 0 0,-18-71-82 0 0,2 1-1 0 0,0-1 1 0 0,1-1 0 0 0,0 1-1 0 0,2-1 1 0 0,0-1 0 0 0,17 21-1 0 0,-8-17 96 0 0,1-1-1 0 0,1-1 1 0 0,1-1-1 0 0,0-1 0 0 0,1-1 1 0 0,1-1-1 0 0,0-1 1 0 0,29 10-1 0 0,-32-12 23 0 0,74 32 441 0 0,120 36 0 0 0,-166-64-472 0 0,0-3 0 0 0,0-2 0 0 0,1-2 0 0 0,82 2 0 0 0,72-14-186 0 0,123 4-444 0 0,-165 1-159 0 0,-93-1 513 0 0,124 12 0 0 0,267 19 752 0 0,-121-15-764 0 0,-140 0 355 0 0,1-8 1 0 0,277-25 0 0 0,349-28-431 0 0,-255 48 420 0 0,-206 3 524 0 0,-232-3-495 0 0,122-3-191 0 0,-208-3-17 0 0,0-1 1 0 0,0-3-1 0 0,65-18 0 0 0,343-128-654 0 0,-416 138 594 0 0,0-2 0 0 0,-1-2-1 0 0,-2-1 1 0 0,0-2 0 0 0,-1-1 0 0 0,-1-2 0 0 0,-1-2 0 0 0,-2 0 0 0 0,35-42-1 0 0,-56 56 109 0 0,-1 0 0 0 0,-1 0 0 0 0,0-1 0 0 0,-1 0-1 0 0,-1 0 1 0 0,0-1 0 0 0,-1 0 0 0 0,-1 0-1 0 0,0 0 1 0 0,2-26 0 0 0,-6 30 129 0 0,1 0 0 0 0,-2 1 0 0 0,0-1 0 0 0,0 1 0 0 0,-1-1 0 0 0,0 1 0 0 0,-1-1 0 0 0,0 1 0 0 0,-1 0 0 0 0,0 0 0 0 0,-1 1 1 0 0,0-1-1 0 0,-1 1 0 0 0,0 0 0 0 0,-10-11 0 0 0,-10-12 823 0 0,-2 2 0 0 0,-57-52 0 0 0,55 55-631 0 0,-1 1 1 0 0,-1 2-1 0 0,-1 1 1 0 0,-1 2-1 0 0,-1 1 1 0 0,-1 1 0 0 0,-1 3-1 0 0,-62-22 1 0 0,42 24-375 0 0,0 3 0 0 0,-1 2 0 0 0,0 2 0 0 0,-93 1 0 0 0,-238 28 19 0 0,21 1 330 0 0,-373 3 489 0 0,563-17-403 0 0,-209-18 1 0 0,-175-52 57 0 0,139 28-378 0 0,247 31 90 0 0,89 4-6 0 0,-157-20 0 0 0,172 7-162 0 0,-1 3-1 0 0,-78 1 1 0 0,-260 35-139 0 0,346-23 196 0 0,0-3-1 0 0,-79-8 0 0 0,82 2-1 0 0,-1 2 0 0 0,-98 10 0 0 0,-231 56-82 0 0,-87 10 228 0 0,-2 9-1658 0 0,475-81 972 0 0,-1 1 0 0 0,0 0 0 0 0,1 0 0 0 0,-1 1-1 0 0,1-1 1 0 0,0 1 0 0 0,0 1 0 0 0,0 0 0 0 0,-9 6-1 0 0,14-8 375 0 0,-1-1-1 0 0,1 1 0 0 0,0-1 0 0 0,0 1 0 0 0,0 0 0 0 0,0-1 1 0 0,0 1-1 0 0,0 0 0 0 0,0 0 0 0 0,0 0 0 0 0,0 0 0 0 0,1-1 1 0 0,-1 1-1 0 0,1 0 0 0 0,0 0 0 0 0,-1 0 0 0 0,1 0 1 0 0,0 0-1 0 0,0 0 0 0 0,0 0 0 0 0,1 0 0 0 0,-1 0 0 0 0,0 0 1 0 0,1 0-1 0 0,-1 0 0 0 0,1 0 0 0 0,0 0 0 0 0,-1 0 0 0 0,1 0 1 0 0,0 0-1 0 0,0-1 0 0 0,0 1 0 0 0,1 0 0 0 0,-1-1 1 0 0,0 1-1 0 0,2 1 0 0 0,4 5-99 0 0,-1-1-1 0 0,1 0 1 0 0,0 0 0 0 0,0-1 0 0 0,1 0 0 0 0,14 9-1 0 0,3-2 20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7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120 277 2648 0 0,'-1'-1'3430'0'0,"8"-3"-1560"0"0,27-8-1266 0 0,44-12-1153 0 0,104-26 1543 0 0,85-25 217 0 0,-265 74-1212 0 0,8-1-5 0 0,0-2 1 0 0,0 1-1 0 0,0-1 1 0 0,0-1-1 0 0,0 0 1 0 0,-1 0-1 0 0,10-7 1 0 0,-20 10-48 0 0,0 0-1 0 0,0 0 1 0 0,0 0-1 0 0,0 1 1 0 0,-1-1 0 0 0,1 1-1 0 0,0-1 1 0 0,-1 1 0 0 0,1-1-1 0 0,-1 1 1 0 0,0 0-1 0 0,1 0 1 0 0,-1 0 0 0 0,0 0-1 0 0,-2-1 1 0 0,-35-10 92 0 0,0 2 0 0 0,0 2 1 0 0,-1 1-1 0 0,0 3 0 0 0,0 1 0 0 0,0 1 0 0 0,0 3 1 0 0,0 1-1 0 0,0 2 0 0 0,0 2 0 0 0,0 1 1 0 0,-42 15-1 0 0,71-18 82 0 0,-1 1 0 0 0,1 0 0 0 0,0 0 0 0 0,1 1 1 0 0,-1 1-1 0 0,1 0 0 0 0,0 0 0 0 0,1 1 0 0 0,0 0 0 0 0,0 1 0 0 0,1 0 0 0 0,0 0 1 0 0,0 1-1 0 0,1 0 0 0 0,1 0 0 0 0,-1 1 0 0 0,2-1 0 0 0,-1 1 0 0 0,2 1 0 0 0,-1-1 1 0 0,2 1-1 0 0,-1 0 0 0 0,2 0 0 0 0,-1 0 0 0 0,2 0 0 0 0,-1 0 0 0 0,2 0 0 0 0,0 0 1 0 0,0 1-1 0 0,1-1 0 0 0,1 0 0 0 0,0 0 0 0 0,0 0 0 0 0,1 0 0 0 0,1 0 1 0 0,8 17-1 0 0,-3-9-65 0 0,2-1 0 0 0,0-1 0 0 0,1 0 1 0 0,1 0-1 0 0,0-1 0 0 0,2-1 0 0 0,0 0 1 0 0,0-1-1 0 0,2-1 0 0 0,0 0 0 0 0,30 18 1 0 0,-29-21-448 0 0,0-1-1 0 0,0 0 1 0 0,1-2 0 0 0,0 0 0 0 0,1-1 0 0 0,0-1 0 0 0,0 0 0 0 0,0-2 0 0 0,1-1 0 0 0,-1 0 0 0 0,1-1 0 0 0,25-2 0 0 0,-37-1-154 0 0,1 0 1 0 0,0-1-1 0 0,-1 0 0 0 0,0-1 1 0 0,0 0-1 0 0,0 0 1 0 0,0-1-1 0 0,0 0 1 0 0,12-9-1 0 0,1-3-646 0 0,0 0 0 0 0,19-21 0 0 0,-26 24 868 0 0,8-7-99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1 3480 0 0,'-43'35'3809'0'0,"27"-22"-2455"0"0,1 0-1 0 0,-29 30 1 0 0,23-15-1096 0 0,0 0 0 0 0,2 2 0 0 0,1 0 0 0 0,2 1 0 0 0,1 0 0 0 0,1 1 0 0 0,2 1 0 0 0,-12 47 1 0 0,23-74-273 0 0,0-1 0 0 0,0 0 0 0 0,0 1 1 0 0,1-1-1 0 0,0 0 0 0 0,0 1 1 0 0,0-1-1 0 0,1 1 0 0 0,0-1 0 0 0,0 0 1 0 0,0 0-1 0 0,1 1 0 0 0,-1-1 0 0 0,1 0 1 0 0,1 0-1 0 0,-1-1 0 0 0,1 1 1 0 0,-1 0-1 0 0,1-1 0 0 0,1 0 0 0 0,-1 1 1 0 0,1-1-1 0 0,-1 0 0 0 0,1-1 1 0 0,0 1-1 0 0,0-1 0 0 0,1 0 0 0 0,7 5 1 0 0,-2-3-282 0 0,0 0 1 0 0,0-1 0 0 0,0 0 0 0 0,1-1 0 0 0,-1 0 0 0 0,1 0-1 0 0,0-1 1 0 0,0-1 0 0 0,0 1 0 0 0,0-2 0 0 0,0 0 0 0 0,0 0-1 0 0,12-2 1 0 0,-2-3-383 0 0,0 0 0 0 0,0-1 0 0 0,0-1 0 0 0,-1-2 0 0 0,0 1 1 0 0,-1-2-1 0 0,1-1 0 0 0,-2 0 0 0 0,18-15 0 0 0,-7 4 454 0 0,-2-1 1 0 0,-1-2 0 0 0,-1-1-1 0 0,38-49 1 0 0,-61 72 428 0 0,0 1 0 0 0,-1-1 1 0 0,1 1-1 0 0,-1-1 0 0 0,1 0 0 0 0,-1 0 1 0 0,0 0-1 0 0,0 0 0 0 0,0 0 0 0 0,-1 0 1 0 0,1 0-1 0 0,-1 0 0 0 0,1-3 0 0 0,-1 5-123 0 0,0 1-1 0 0,0-1 1 0 0,-1 1-1 0 0,1-1 1 0 0,0 1-1 0 0,0-1 1 0 0,0 1-1 0 0,0-1 1 0 0,-1 1-1 0 0,1-1 1 0 0,0 1-1 0 0,0-1 1 0 0,-1 1-1 0 0,1-1 1 0 0,0 1-1 0 0,-1 0 1 0 0,1-1-1 0 0,-1 1 1 0 0,1 0-1 0 0,0-1 1 0 0,-1 1-1 0 0,1 0 1 0 0,-1-1-1 0 0,1 1 0 0 0,-1 0 1 0 0,1 0-1 0 0,-2-1 1 0 0,1 1 39 0 0,-1 0 1 0 0,0 0-1 0 0,0 0 0 0 0,0 0 1 0 0,0 1-1 0 0,1-1 1 0 0,-1 0-1 0 0,0 1 0 0 0,0-1 1 0 0,0 1-1 0 0,1 0 0 0 0,-4 1 1 0 0,-4 2 128 0 0,0 2 1 0 0,1-1-1 0 0,-1 1 1 0 0,1 1-1 0 0,0-1 1 0 0,0 1-1 0 0,1 1 1 0 0,0-1-1 0 0,0 1 1 0 0,-6 11 0 0 0,9-14-216 0 0,1 0 0 0 0,0 0 0 0 0,0 0 0 0 0,0 1 0 0 0,1-1 1 0 0,0 1-1 0 0,0 0 0 0 0,0-1 0 0 0,1 1 0 0 0,0 0 1 0 0,0 0-1 0 0,0 0 0 0 0,1 0 0 0 0,0 0 0 0 0,0 0 0 0 0,0 0 1 0 0,1 0-1 0 0,2 9 0 0 0,-1-10-84 0 0,1 0 0 0 0,0-1 0 0 0,0 0 0 0 0,0 1 0 0 0,1-1 0 0 0,-1 0 0 0 0,1-1 0 0 0,0 1 0 0 0,0 0 0 0 0,1-1 0 0 0,-1 0 0 0 0,1 0 0 0 0,-1-1 0 0 0,1 1 0 0 0,0-1 0 0 0,0 0 0 0 0,0 0 0 0 0,0-1 0 0 0,0 1 0 0 0,0-1 0 0 0,1 0 0 0 0,-1-1 0 0 0,8 1 0 0 0,-9 0-232 0 0,1 0 0 0 0,0-1 0 0 0,0 0 0 0 0,0 0 0 0 0,0 0 0 0 0,-1-1 0 0 0,1 1-1 0 0,0-1 1 0 0,0 0 0 0 0,-1 0 0 0 0,1-1 0 0 0,0 0 0 0 0,-1 1 0 0 0,0-2 0 0 0,1 1-1 0 0,-1 0 1 0 0,0-1 0 0 0,0 0 0 0 0,0 0 0 0 0,-1 0 0 0 0,1 0 0 0 0,-1 0 0 0 0,1-1 0 0 0,-1 0-1 0 0,5-7 1 0 0,-7 9 111 0 0,-1 0-1 0 0,1-1 1 0 0,0 1 0 0 0,-1 0-1 0 0,1-1 1 0 0,-1 1-1 0 0,0-1 1 0 0,0 1-1 0 0,0 0 1 0 0,0-1-1 0 0,0 1 1 0 0,0-1 0 0 0,0 1-1 0 0,-2-3 1 0 0,-4-3-228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8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 1952 0 0,'67'-6'4258'0'0,"204"-24"-7551"0"0,-223 20 1967 0 0,64-22 1 0 0,-90 24 1067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8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0 2164 0 0,'9'0'219'0'0,"0"1"-1"0"0,0 0 0 0 0,0 0 1 0 0,0 1-1 0 0,0 0 1 0 0,0 0-1 0 0,0 1 1 0 0,0 0-1 0 0,-1 1 0 0 0,1 0 1 0 0,-1 0-1 0 0,0 1 1 0 0,-1 0-1 0 0,1 0 0 0 0,-1 1 1 0 0,0 0-1 0 0,0 0 1 0 0,8 10-1 0 0,-8-7-84 0 0,0 1-1 0 0,0 0 1 0 0,-1 0-1 0 0,-1 1 1 0 0,0 0-1 0 0,0-1 1 0 0,-1 2-1 0 0,-1-1 1 0 0,1 0-1 0 0,-2 1 1 0 0,0-1-1 0 0,0 1 1 0 0,0 23-1 0 0,-3-17-108 0 0,0-1-1 0 0,-1 0 1 0 0,-1 1-1 0 0,0-1 1 0 0,-1 0-1 0 0,-1-1 1 0 0,-1 1-1 0 0,0-1 1 0 0,-1 0 0 0 0,-1 0-1 0 0,0-1 1 0 0,-1 0-1 0 0,-1-1 1 0 0,0 0-1 0 0,-1 0 1 0 0,-1-1-1 0 0,0 0 1 0 0,0-1-1 0 0,-2-1 1 0 0,1 0-1 0 0,-1-1 1 0 0,-1 0-1 0 0,0-1 1 0 0,-26 12-1 0 0,27-15-318 0 0,-9 5-1269 0 0,-47 14-1 0 0,64-23 1223 0 0,-1 0 1 0 0,0-1-1 0 0,1 0 1 0 0,-1 0-1 0 0,0-1 1 0 0,0 0-1 0 0,0 0 1 0 0,0 0-1 0 0,0-1 1 0 0,1 0-1 0 0,-1 0 1 0 0,-6-3-1 0 0,4-1-139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8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1 145 3592 0 0,'35'-10'4003'0'0,"51"-21"-1"0"0,23-7-3798 0 0,-11 7-881 0 0,12-3-4654 0 0,-108 34 4396 0 0,-15 11-2918 0 0,1-4 3328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8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34 148 3000 0 0,'-4'4'396'0'0,"-19"21"1139"0"0,22-25-1446 0 0,1 1 0 0 0,-1-1 0 0 0,1 0 1 0 0,-1 1-1 0 0,1-1 0 0 0,-1 1 0 0 0,1-1 1 0 0,0 1-1 0 0,-1-1 0 0 0,1 1 0 0 0,0-1 0 0 0,-1 1 1 0 0,1 0-1 0 0,0-1 0 0 0,0 1 0 0 0,0-1 1 0 0,-1 1-1 0 0,1 0 0 0 0,0-1 0 0 0,0 1 1 0 0,0-1-1 0 0,0 1 0 0 0,0 0 0 0 0,0-1 0 0 0,0 1 1 0 0,0 0-1 0 0,1-1 0 0 0,-1 1 0 0 0,0-1 1 0 0,0 1-1 0 0,0 0 0 0 0,1-1 0 0 0,-1 1 1 0 0,0-1-1 0 0,0 1 0 0 0,1-1 0 0 0,-1 1 0 0 0,1-1 1 0 0,-1 1-1 0 0,0-1 0 0 0,1 1 0 0 0,-1-1 1 0 0,1 1-1 0 0,6-1-35 0 0,0 0 0 0 0,-1 0 0 0 0,1-1 0 0 0,0 0 0 0 0,-1 0 0 0 0,1 0 0 0 0,-1-1 0 0 0,1 0 0 0 0,-1 0 0 0 0,9-6 0 0 0,-3 4-73 0 0,-3 1-36 0 0,57-20-1991 0 0,0-2 0 0 0,-2-4 0 0 0,90-53 0 0 0,-143 74 1580 0 0,-2-1 71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9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435 0 3112 0 0,'-17'39'7754'0'0,"-51"118"-5807"0"0,-194 374-1873 0 0,238-486-2453 0 0,2 0 1 0 0,-17 49 0 0 0,39-93 2246 0 0,0 0-1 0 0,-1-1 1 0 0,1 1 0 0 0,0 0 0 0 0,-1 0 0 0 0,1-1-1 0 0,0 1 1 0 0,0 0 0 0 0,0 0 0 0 0,0-1-1 0 0,0 1 1 0 0,0 0 0 0 0,0 0 0 0 0,0 0-1 0 0,0-1 1 0 0,0 1 0 0 0,0 0 0 0 0,0 0 0 0 0,1-1-1 0 0,-1 1 1 0 0,0 0 0 0 0,1 0 0 0 0,-1-1-1 0 0,1 2 1 0 0,0-2 43 0 0,0 0 0 0 0,0 0 0 0 0,0 1 0 0 0,-1-1 0 0 0,1 0 0 0 0,0 0 0 0 0,0 0 1 0 0,0 0-1 0 0,0-1 0 0 0,0 1 0 0 0,0 0 0 0 0,0 0 0 0 0,0 0 0 0 0,0-1 0 0 0,0 1 0 0 0,0-1 0 0 0,0 1 0 0 0,-1 0 0 0 0,1-1 0 0 0,1-1 0 0 0,10-4-345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49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63 2420 0 0,'-5'44'6788'0'0,"-6"-1"-3934"0"0,7-31-2601 0 0,0 0 0 0 0,2 1 0 0 0,-1-1 0 0 0,2 0 0 0 0,-1 1 0 0 0,2 21 0 0 0,0-29-205 0 0,1 0-1 0 0,-1 0 1 0 0,1 0-1 0 0,1 0 1 0 0,-1 0 0 0 0,0 0-1 0 0,1 0 1 0 0,0-1-1 0 0,0 1 1 0 0,1-1-1 0 0,-1 1 1 0 0,1-1-1 0 0,0 0 1 0 0,0 0 0 0 0,0 0-1 0 0,1 0 1 0 0,0-1-1 0 0,-1 0 1 0 0,6 5-1 0 0,-4-6-31 0 0,-1-1-1 0 0,0 1 0 0 0,0 0 1 0 0,1-1-1 0 0,-1 0 0 0 0,1 0 1 0 0,-1 0-1 0 0,1-1 0 0 0,-1 0 1 0 0,1 0-1 0 0,-1 0 0 0 0,1 0 1 0 0,-1 0-1 0 0,1-1 0 0 0,-1 0 0 0 0,1 0 1 0 0,-1 0-1 0 0,1-1 0 0 0,-1 1 1 0 0,0-1-1 0 0,7-4 0 0 0,1 0 17 0 0,-1-1 0 0 0,1 0 0 0 0,-1-1 0 0 0,0-1 0 0 0,-1 1 0 0 0,0-2 0 0 0,0 1 0 0 0,-1-1 0 0 0,0-1 0 0 0,-1 0 0 0 0,8-14 0 0 0,-12 19-49 0 0,-1 0-1 0 0,0 0 0 0 0,0 0 1 0 0,-1 0-1 0 0,0-1 1 0 0,0 1-1 0 0,0-1 1 0 0,-1 0-1 0 0,0 0 0 0 0,0 1 1 0 0,-1-1-1 0 0,0 0 1 0 0,0 0-1 0 0,0 0 1 0 0,-1 1-1 0 0,0-1 1 0 0,-1 0-1 0 0,1 0 0 0 0,-1 1 1 0 0,0-1-1 0 0,-1 1 1 0 0,0 0-1 0 0,0 0 1 0 0,-4-6-1 0 0,3 7-159 0 0,0 0 0 0 0,0 1 0 0 0,-1-1 0 0 0,1 1 0 0 0,-1 0-1 0 0,0 1 1 0 0,0-1 0 0 0,0 1 0 0 0,-1 0 0 0 0,1 0 0 0 0,-1 1 0 0 0,0-1 0 0 0,1 1 0 0 0,-1 1-1 0 0,0-1 1 0 0,0 1 0 0 0,0 0 0 0 0,-1 0 0 0 0,1 1 0 0 0,0 0 0 0 0,-11 1 0 0 0,-2 0-701 0 0,1 1 0 0 0,0 1-1 0 0,0 0 1 0 0,0 2 0 0 0,1 0 0 0 0,-20 8 0 0 0,10-2-528 0 0,1 1-1 0 0,-48 31 1 0 0,56-29 902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0.3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66 2516 0 0,'-8'-11'1284'0'0,"5"8"-923"0"0,1 1 0 0 0,-1-1 1 0 0,1 0-1 0 0,0 0 0 0 0,0 0 0 0 0,1 0 0 0 0,-1 0 0 0 0,1-1 0 0 0,-1 1 0 0 0,1 0 0 0 0,0-1 0 0 0,-1-6 0 0 0,2 9-20 0 0,8-6 610 0 0,-4 12-707 0 0,0 0 1 0 0,0 0 0 0 0,-1 0-1 0 0,1 0 1 0 0,-1 1 0 0 0,-1-1 0 0 0,1 1-1 0 0,-1 0 1 0 0,0 0 0 0 0,2 6-1 0 0,14 32 478 0 0,-9-31-618 0 0,1 0 0 0 0,0-1-1 0 0,0 0 1 0 0,2-1 0 0 0,-1 0-1 0 0,1-1 1 0 0,1-1 0 0 0,0 1-1 0 0,0-2 1 0 0,1 0 0 0 0,0 0 0 0 0,0-2-1 0 0,1 0 1 0 0,0 0 0 0 0,21 4-1 0 0,24 4-44 0 0,0-3 0 0 0,99 6 0 0 0,-128-15-65 0 0,114 9-1180 0 0,-148-24-7244 0 0,-19-27 6492 0 0,16 29 759 0 0,-26-57-778 0 0,27 48 1730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0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206 114 424 0 0,'2'-33'888'0'0,"0"24"-53"0"0,-2 0 1 0 0,1 0 0 0 0,-1 0 0 0 0,-1-1 0 0 0,1 1 0 0 0,-4-14 0 0 0,4 23-777 0 0,0 0 0 0 0,0 0 0 0 0,0 0 0 0 0,0 0 0 0 0,0 0 0 0 0,0 0 1 0 0,0 0-1 0 0,0 0 0 0 0,1 0 0 0 0,-1 0 0 0 0,0 1 0 0 0,0-1 0 0 0,0 0 1 0 0,0 0-1 0 0,0 0 0 0 0,0 0 0 0 0,0 0 0 0 0,0 0 0 0 0,1 0 0 0 0,-1 0 0 0 0,0 0 1 0 0,0 0-1 0 0,0 0 0 0 0,0 0 0 0 0,0 0 0 0 0,0 0 0 0 0,1 0 0 0 0,-1 0 1 0 0,0 0-1 0 0,0 0 0 0 0,0 0 0 0 0,0 0 0 0 0,0 0 0 0 0,0 0 0 0 0,0 0 0 0 0,0-1 1 0 0,1 1-1 0 0,-1 0 0 0 0,0 0 0 0 0,0 0 0 0 0,0 0 0 0 0,0 0 0 0 0,0 0 1 0 0,0 0-1 0 0,0 0 0 0 0,0 0 0 0 0,0 0 0 0 0,0-1 0 0 0,0 1 0 0 0,1 0 0 0 0,-1 0 1 0 0,0 0-1 0 0,0 0 0 0 0,0 0 0 0 0,0 0 0 0 0,0 0 0 0 0,0-1 0 0 0,0 1 1 0 0,0 0-1 0 0,0 0 0 0 0,0 0 0 0 0,0 0 0 0 0,0 0 0 0 0,0 0 0 0 0,0 0 0 0 0,0-1 1 0 0,16 12 918 0 0,16 16-527 0 0,162 215 2116 0 0,-131-151-2144 0 0,-63-90-415 0 0,0-1 0 0 0,1 1 0 0 0,-1-1 1 0 0,0 1-1 0 0,0 0 0 0 0,-1-1 0 0 0,1 1 0 0 0,0 0 0 0 0,0-1 0 0 0,0 1 0 0 0,0-1 0 0 0,0 1 0 0 0,-1 0 1 0 0,1-1-1 0 0,0 1 0 0 0,-1-1 0 0 0,1 1 0 0 0,0-1 0 0 0,-1 1 0 0 0,1-1 0 0 0,0 1 0 0 0,-1-1 1 0 0,1 1-1 0 0,-1-1 0 0 0,1 0 0 0 0,-1 1 0 0 0,1-1 0 0 0,-1 0 0 0 0,1 1 0 0 0,-1-1 0 0 0,0 0 1 0 0,1 0-1 0 0,-1 1 0 0 0,1-1 0 0 0,-1 0 0 0 0,0 0 0 0 0,1 0 0 0 0,-1 0 0 0 0,1 0 0 0 0,-1 0 1 0 0,0 0-1 0 0,0 0 0 0 0,-26 6 79 0 0,-160 24-3419 0 0,-86 40-8101 0 0,261-66 10778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2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7 1556 0 0,'1'-1'101'0'0,"0"0"-1"0"0,1 1 1 0 0,-1-1-1 0 0,0 1 1 0 0,1-1-1 0 0,-1 0 1 0 0,0 1 0 0 0,1 0-1 0 0,-1-1 1 0 0,0 1-1 0 0,1 0 1 0 0,-1 0-1 0 0,1 0 1 0 0,-1 0-1 0 0,1 0 1 0 0,-1 0 0 0 0,0 0-1 0 0,1 0 1 0 0,-1 1-1 0 0,1-1 1 0 0,-1 1-1 0 0,0-1 1 0 0,1 1-1 0 0,-1-1 1 0 0,0 1 0 0 0,2 0-1 0 0,-2 1 9 0 0,0 0 0 0 0,0 0 0 0 0,0 0 0 0 0,0 0 0 0 0,-1-1 0 0 0,1 1 0 0 0,-1 0 0 0 0,1 0 0 0 0,-1 0 0 0 0,1 0 0 0 0,-1 0 0 0 0,0 0 0 0 0,0 0 0 0 0,0 1 0 0 0,0-1 0 0 0,-1 0 0 0 0,1 0 0 0 0,-1 3 0 0 0,-35 166 4409 0 0,-32 82-2371 0 0,65-242-2125 0 0,0-1-1 0 0,1 1 0 0 0,1 0 1 0 0,-1 0-1 0 0,2-1 0 0 0,-1 1 1 0 0,2 0-1 0 0,1 13 0 0 0,-2-21-35 0 0,0 0-1 0 0,1-1 1 0 0,0 1-1 0 0,0 0 1 0 0,0-1-1 0 0,0 1 1 0 0,0-1-1 0 0,0 1 1 0 0,1-1-1 0 0,-1 1 1 0 0,1-1-1 0 0,-1 0 1 0 0,1 0-1 0 0,0 0 1 0 0,0 0-1 0 0,0 0 1 0 0,0 0-1 0 0,1 0 1 0 0,-1-1-1 0 0,0 1 1 0 0,1-1 0 0 0,-1 0-1 0 0,1 0 1 0 0,-1 1-1 0 0,1-2 1 0 0,-1 1-1 0 0,1 0 1 0 0,0 0-1 0 0,0-1 1 0 0,-1 0-1 0 0,1 1 1 0 0,0-1-1 0 0,0 0 1 0 0,-1 0-1 0 0,1-1 1 0 0,3 0-1 0 0,5-1-276 0 0,0 0 0 0 0,0-1 0 0 0,0 0 0 0 0,-1-1 0 0 0,0 0 0 0 0,0-1 0 0 0,0 0 0 0 0,0-1 0 0 0,-1 0-1 0 0,0 0 1 0 0,0-1 0 0 0,0 0 0 0 0,9-12 0 0 0,13-13-1393 0 0,50-69 0 0 0,-76 94 1581 0 0,16-23 207 0 0,-1 0 0 0 0,-1-1-1 0 0,-1 0 1 0 0,-2-2 0 0 0,-1 0 0 0 0,-2-1-1 0 0,12-45 1 0 0,-25 79-56 0 0,0 0 0 0 0,-1 0-1 0 0,1 0 1 0 0,0 0 0 0 0,0 0-1 0 0,0 0 1 0 0,0 0 0 0 0,-1 0-1 0 0,1 0 1 0 0,0 0 0 0 0,0 0 0 0 0,0 0-1 0 0,0 0 1 0 0,0 0 0 0 0,-1 0-1 0 0,1 0 1 0 0,0 0 0 0 0,0 0-1 0 0,0 0 1 0 0,0-1 0 0 0,0 1 0 0 0,-1 0-1 0 0,1 0 1 0 0,0 0 0 0 0,0 0-1 0 0,0 0 1 0 0,0 0 0 0 0,0 0-1 0 0,0 0 1 0 0,0 0 0 0 0,0-1-1 0 0,-1 1 1 0 0,1 0 0 0 0,0 0 0 0 0,0 0-1 0 0,0 0 1 0 0,0 0 0 0 0,0-1-1 0 0,0 1 1 0 0,0 0 0 0 0,0 0-1 0 0,0 0 1 0 0,0 0 0 0 0,0 0 0 0 0,0-1-1 0 0,0 1 1 0 0,0 0 0 0 0,0 0-1 0 0,0 0 1 0 0,0 0 0 0 0,0 0-1 0 0,0-1 1 0 0,0 1 0 0 0,0 0-1 0 0,0 0 1 0 0,0 0 0 0 0,0 0 0 0 0,0 0-1 0 0,1-1 1 0 0,-17 18 1043 0 0,-15 26-122 0 0,14-10-493 0 0,1-1 1 0 0,2 2-1 0 0,2 0 0 0 0,1 1 0 0 0,-11 58 1 0 0,18-77-600 0 0,0 4-381 0 0,1 0-1 0 0,-1 29 1 0 0,4-43-141 0 0,0 0-1 0 0,0 0 1 0 0,1 0 0 0 0,0 0-1 0 0,0 0 1 0 0,1 0 0 0 0,3 8 0 0 0,-5-13 484 0 0,1-1 1 0 0,0 1-1 0 0,-1 0 1 0 0,1-1-1 0 0,0 1 1 0 0,-1 0 0 0 0,1-1-1 0 0,0 1 1 0 0,0-1-1 0 0,0 1 1 0 0,0-1-1 0 0,-1 0 1 0 0,1 1-1 0 0,0-1 1 0 0,0 0 0 0 0,0 0-1 0 0,0 1 1 0 0,0-1-1 0 0,0 0 1 0 0,0 0-1 0 0,0 0 1 0 0,0 0 0 0 0,0 0-1 0 0,0 0 1 0 0,-1 0-1 0 0,1-1 1 0 0,0 1-1 0 0,0 0 1 0 0,0 0-1 0 0,0-1 1 0 0,0 1 0 0 0,0-1-1 0 0,0 0 1 0 0,30-15-924 0 0,-19 5 738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2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 1 2760 0 0,'-17'35'6488'0'0,"4"-16"-5901"0"0,0 0 0 0 0,1 1 0 0 0,1 0 0 0 0,1 1 0 0 0,1 0 0 0 0,0 0 0 0 0,-6 28 0 0 0,13-42-625 0 0,1 0-1 0 0,-1 1 1 0 0,1-1-1 0 0,0 1 1 0 0,1 0 0 0 0,0-1-1 0 0,0 1 1 0 0,1-1-1 0 0,0 1 1 0 0,0-1-1 0 0,0 1 1 0 0,1-1-1 0 0,0 0 1 0 0,1 1-1 0 0,0-1 1 0 0,0-1 0 0 0,0 1-1 0 0,1 0 1 0 0,0-1-1 0 0,0 1 1 0 0,1-1-1 0 0,0 0 1 0 0,0-1-1 0 0,0 1 1 0 0,11 7 0 0 0,-13-10-240 0 0,1 0 0 0 0,0-1 0 0 0,0 0 1 0 0,0 0-1 0 0,0 0 0 0 0,0 0 0 0 0,0 0 1 0 0,0-1-1 0 0,1 0 0 0 0,-1 0 0 0 0,1 0 1 0 0,-1 0-1 0 0,1-1 0 0 0,-1 0 0 0 0,1 0 1 0 0,-1 0-1 0 0,1 0 0 0 0,-1-1 0 0 0,1 0 1 0 0,-1 0-1 0 0,0 0 0 0 0,1 0 0 0 0,6-4 1 0 0,0 0-426 0 0,1-2 1 0 0,-1 0 0 0 0,-1 0 0 0 0,1-1 0 0 0,-1 0 0 0 0,0-1 0 0 0,8-10-1 0 0,-2 3 246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2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2740 0 0,'-13'28'3770'0'0,"-1"-3"-2045"0"0,13-20-1553 0 0,0 0-1 0 0,1 0 0 0 0,0 0 0 0 0,0 0 0 0 0,0 1 1 0 0,0-1-1 0 0,1 0 0 0 0,0 0 0 0 0,0 0 0 0 0,0-1 1 0 0,1 1-1 0 0,0 0 0 0 0,0 0 0 0 0,0-1 0 0 0,4 8 1 0 0,-4-9-334 0 0,0 0 1 0 0,0 0 0 0 0,1 0 0 0 0,-1-1 0 0 0,1 1 0 0 0,-1 0-1 0 0,1-1 1 0 0,0 0 0 0 0,0 1 0 0 0,0-1 0 0 0,0 0-1 0 0,0-1 1 0 0,1 1 0 0 0,-1 0 0 0 0,1-1 0 0 0,-1 0 0 0 0,1 0-1 0 0,-1 0 1 0 0,1 0 0 0 0,-1-1 0 0 0,5 1 0 0 0,-7-1 22 0 0,-1 0 1 0 0,0-1-1 0 0,1 1 0 0 0,-1 0 1 0 0,0-1-1 0 0,0 1 1 0 0,1 0-1 0 0,-1-1 0 0 0,0 1 1 0 0,0-1-1 0 0,0 1 1 0 0,0 0-1 0 0,0-1 1 0 0,1 1-1 0 0,-1-1 0 0 0,0 1 1 0 0,0-1-1 0 0,0 1 1 0 0,0 0-1 0 0,0-1 1 0 0,0 1-1 0 0,0-1 0 0 0,0 1 1 0 0,-1-1-1 0 0,1 1 1 0 0,0 0-1 0 0,0-1 0 0 0,0 1 1 0 0,0-1-1 0 0,-1 1 1 0 0,1 0-1 0 0,0-1 1 0 0,0 1-1 0 0,0 0 0 0 0,-1-1 1 0 0,-6-14-751 0 0,-5 1-180 0 0,4 6 695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2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 1572 0 0,'7'-2'249'0'0,"1"1"1"0"0,-1-1-1 0 0,1 1 0 0 0,-1 0 0 0 0,1 1 0 0 0,0 0 0 0 0,0 0 1 0 0,9 2-1 0 0,34 0-588 0 0,-22-5-629 0 0,-1-2 1 0 0,56-15-1 0 0,-68 15 675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3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9 2460 0 0,'4'-2'565'0'0,"0"1"0"0"0,0-1 0 0 0,0 1 0 0 0,1 0 1 0 0,-1 0-1 0 0,1 1 0 0 0,-1 0 0 0 0,1-1 0 0 0,-1 1 0 0 0,0 1 0 0 0,6 0 0 0 0,-8 0-403 0 0,1 0 1 0 0,-1 1-1 0 0,0-1 0 0 0,0 1 1 0 0,0 0-1 0 0,0 0 0 0 0,0 0 1 0 0,0 0-1 0 0,0 0 0 0 0,0 0 1 0 0,-1 0-1 0 0,1 0 0 0 0,-1 1 1 0 0,0-1-1 0 0,0 1 0 0 0,0-1 1 0 0,0 1-1 0 0,0-1 0 0 0,0 1 1 0 0,0 3-1 0 0,3 10-42 0 0,-1 0-1 0 0,0 0 1 0 0,-1 1 0 0 0,-1-1-1 0 0,-1 1 1 0 0,0-1 0 0 0,-1 1-1 0 0,-1-1 1 0 0,-1 0 0 0 0,0 0-1 0 0,-1 0 1 0 0,0 0 0 0 0,-2 0 0 0 0,0-1-1 0 0,0 0 1 0 0,-13 20 0 0 0,12-22-741 0 0,-1-1-1 0 0,0 0 1 0 0,-1 0 0 0 0,-1-1 0 0 0,0 0 0 0 0,0 0 0 0 0,-1-1 0 0 0,-1 0 0 0 0,0-1 0 0 0,0-1-1 0 0,-19 11 1 0 0,14-11-586 0 0,-1-1 1 0 0,0 0-1 0 0,0-1 0 0 0,-30 6 0 0 0,35-10 554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3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 2740 0 0,'63'-28'7886'0'0,"3"4"-3723"0"0,249-68-3894 0 0,-223 74-2339 0 0,-32 17-2364 0 0,-60 1 4335 0 0,1 0 0 0 0,-1 0 1 0 0,0 0-1 0 0,1 0 0 0 0,-1 0 0 0 0,0 0 0 0 0,1 0 0 0 0,-1 0 0 0 0,0 1 1 0 0,1-1-1 0 0,-1 0 0 0 0,0 0 0 0 0,0 0 0 0 0,1 0 0 0 0,-1 0 1 0 0,0 1-1 0 0,1-1 0 0 0,-1 0 0 0 0,0 0 0 0 0,0 0 0 0 0,0 1 0 0 0,1-1 1 0 0,-1 0-1 0 0,0 0 0 0 0,0 1 0 0 0,0-1 0 0 0,1 0 0 0 0,-1 1 1 0 0,0-1-1 0 0,0 0 0 0 0,0 0 0 0 0,0 1 0 0 0,0-1 0 0 0,0 0 0 0 0,0 1 1 0 0,0-1-1 0 0,0 0 0 0 0,0 1 0 0 0,-8 13-1799 0 0,-16 8 408 0 0,8-12 891 0 0,0 2 119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3.5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79 3476 0 0,'-84'54'5982'0'0,"108"-40"-5054"0"0,-12-13-951 0 0,0 0 0 0 0,0-1 0 0 0,0 0 0 0 0,0-1 0 0 0,0 0-1 0 0,0-1 1 0 0,15-4 0 0 0,84-29-1903 0 0,-92 28 1423 0 0,1 1-406 0 0,-1-1 0 0 0,0 0 0 0 0,-1-2 0 0 0,1 0 0 0 0,-2-1 1 0 0,1-1-1 0 0,25-21 0 0 0,-38 26 572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3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345 1 2100 0 0,'0'0'654'0'0,"-12"28"2675"0"0,-29 74-555 0 0,-63 136 126 0 0,19-38-1887 0 0,77-185-1042 0 0,-57 130-276 0 0,57-124-720 0 0,2 1 1 0 0,-7 34-1 0 0,12-55 908 0 0,1-1 1 0 0,0 1-1 0 0,0-1 0 0 0,0 1 0 0 0,-1-1 0 0 0,1 1 0 0 0,0 0 0 0 0,0-1 1 0 0,0 1-1 0 0,0-1 0 0 0,0 1 0 0 0,0-1 0 0 0,0 1 0 0 0,0-1 1 0 0,0 1-1 0 0,0 0 0 0 0,0-1 0 0 0,1 1 0 0 0,-1-1 0 0 0,0 1 1 0 0,0-1-1 0 0,0 1 0 0 0,1-1 0 0 0,-1 1 0 0 0,0-1 0 0 0,1 1 0 0 0,-1-1 1 0 0,0 0-1 0 0,1 1 0 0 0,-1-1 0 0 0,1 1 0 0 0,-1-1 0 0 0,1 0 1 0 0,-1 1-1 0 0,0-1 0 0 0,1 0 0 0 0,-1 0 0 0 0,1 1 0 0 0,23-10-2028 0 0,23-27 418 0 0,-25 17 1219 0 0,-1-3 123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4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250 173 4080 0 0,'3'15'1152'0'0,"-2"1"0"0"0,0-1 0 0 0,-1 1 0 0 0,0-1 0 0 0,-1 1 0 0 0,-6 27 0 0 0,-2 42 1220 0 0,9-69-2232 0 0,-1-7-60 0 0,1 0 1 0 0,0 0-1 0 0,1 0 1 0 0,0 0-1 0 0,3 12 1 0 0,-4-20-73 0 0,1 1 0 0 0,-1-1 0 0 0,1 1 0 0 0,-1-1 1 0 0,1 1-1 0 0,0-1 0 0 0,0 0 0 0 0,0 1 0 0 0,-1-1 0 0 0,1 0 1 0 0,1 0-1 0 0,-1 0 0 0 0,0 0 0 0 0,0 0 0 0 0,0 0 0 0 0,0 0 0 0 0,1 0 1 0 0,-1 0-1 0 0,0 0 0 0 0,1-1 0 0 0,-1 1 0 0 0,1 0 0 0 0,-1-1 1 0 0,1 0-1 0 0,-1 1 0 0 0,1-1 0 0 0,-1 0 0 0 0,1 0 0 0 0,0 1 0 0 0,-1-1 1 0 0,1 0-1 0 0,-1-1 0 0 0,1 1 0 0 0,-1 0 0 0 0,1 0 0 0 0,-1-1 1 0 0,3 0-1 0 0,11-3-75 0 0,-1-2 0 0 0,0 1 0 0 0,0-2 0 0 0,0 0 1 0 0,-1 0-1 0 0,1-2 0 0 0,-2 1 0 0 0,1-2 0 0 0,-2 1 1 0 0,1-2-1 0 0,16-18 0 0 0,-14 13-38 0 0,-2 0 0 0 0,1 0-1 0 0,-2-1 1 0 0,0-1 0 0 0,-1 0 0 0 0,-1 0 0 0 0,-1-1 0 0 0,8-25 0 0 0,-14 36 86 0 0,0 0 0 0 0,0 0 0 0 0,-1 0 0 0 0,0 0 1 0 0,-1-1-1 0 0,0 1 0 0 0,0 0 0 0 0,-1-1 1 0 0,0 1-1 0 0,0 0 0 0 0,-1 0 0 0 0,0 0 1 0 0,-1 0-1 0 0,0 0 0 0 0,-6-13 0 0 0,6 16-21 0 0,0 0-1 0 0,0 1 1 0 0,-1 0-1 0 0,1-1 1 0 0,-1 2-1 0 0,0-1 1 0 0,0 0-1 0 0,0 1 1 0 0,-1-1 0 0 0,1 1-1 0 0,-1 1 1 0 0,1-1-1 0 0,-1 0 1 0 0,0 1-1 0 0,0 0 1 0 0,-1 0-1 0 0,1 1 1 0 0,0 0-1 0 0,0-1 1 0 0,-1 2-1 0 0,1-1 1 0 0,-1 1-1 0 0,1-1 1 0 0,-11 2-1 0 0,-7 2-726 0 0,0 1 0 0 0,0 0-1 0 0,0 2 1 0 0,-39 15 0 0 0,-87 47-3769 0 0,66-28 2109 0 0,59-29 1763 0 0,3 0 103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4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57 1852 0 0,'-1'0'36'0'0,"1"0"-1"0"0,0 0 1 0 0,-1 0-1 0 0,1 0 1 0 0,0 0-1 0 0,-1 0 1 0 0,1 0 0 0 0,0 0-1 0 0,-1 0 1 0 0,1 0-1 0 0,0 0 1 0 0,-1 0-1 0 0,1 0 1 0 0,0 0-1 0 0,0 0 1 0 0,-1 0-1 0 0,1-1 1 0 0,0 1 0 0 0,-1 0-1 0 0,1 0 1 0 0,0 0-1 0 0,0-1 1 0 0,-1 1-1 0 0,1 0 1 0 0,0 0-1 0 0,0-1 1 0 0,0 1-1 0 0,-1 0 1 0 0,1 0 0 0 0,0-1-1 0 0,0 1 1 0 0,0 0-1 0 0,0-1 1 0 0,-1 1-1 0 0,1 0 1 0 0,0-1-1 0 0,0 1 1 0 0,0 0-1 0 0,0-1 1 0 0,0 1-1 0 0,0 0 1 0 0,0-1 0 0 0,0 1-1 0 0,0 0 1 0 0,0-1-1 0 0,0 1 1 0 0,0 0-1 0 0,0-1 1 0 0,1 1-1 0 0,-1 0 1 0 0,0 0-1 0 0,0-1 1 0 0,0 1 0 0 0,0 0-1 0 0,0-1 1 0 0,1 1-1 0 0,-1 0 1 0 0,1-1-1 0 0,26-18 1424 0 0,-18 15-983 0 0,0 0 0 0 0,0 0 0 0 0,0 1 0 0 0,0 0 0 0 0,19-4-1 0 0,-16 8-167 0 0,0 0-1 0 0,0 1 1 0 0,-1 0-1 0 0,1 1 1 0 0,-1 0-1 0 0,1 0 1 0 0,16 9-1 0 0,76 45 286 0 0,-48-25-384 0 0,40 24 69 0 0,69 34-1249 0 0,-172-92-6163 0 0,-33-15 4191 0 0,31 10 2472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5.2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1940 0 0,'1'0'198'0'0,"0"0"0"0"0,1-1 1 0 0,-1 1-1 0 0,0 0 0 0 0,1 0 0 0 0,-1 0 0 0 0,0 0 0 0 0,1 0 1 0 0,-1 1-1 0 0,0-1 0 0 0,1 0 0 0 0,-1 1 0 0 0,0-1 0 0 0,1 0 1 0 0,-1 1-1 0 0,0 0 0 0 0,0-1 0 0 0,0 1 0 0 0,0 0 0 0 0,1-1 0 0 0,-1 1 1 0 0,0 0-1 0 0,0 0 0 0 0,0 0 0 0 0,-1 0 0 0 0,1 0 0 0 0,0 0 1 0 0,0 0-1 0 0,1 2 0 0 0,37 47 855 0 0,-30-38-63 0 0,237 321 4017 0 0,-231-316-4903 0 0,-10-11-52 0 0,1 0 1 0 0,-1 1-1 0 0,0-1 0 0 0,0 1 0 0 0,0 0 0 0 0,-1 0 0 0 0,0 1 1 0 0,3 9-1 0 0,-7-17 82 0 0,-7 8-98 0 0,3-4-458 0 0,1 0 0 0 0,-1-1 0 0 0,0 1 0 0 0,0-1 1 0 0,-1 0-1 0 0,1 0 0 0 0,-1-1 0 0 0,-4 3 0 0 0,-187 94-9976 0 0,171-85 9658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6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0 1148 0 0,'0'0'5009'0'0,"-19"35"-2784"0"0,-9 28-594 0 0,18-42-1530 0 0,1 1 0 0 0,-10 35 0 0 0,15-44-140 0 0,3-11 6 0 0,0 0-1 0 0,1 0 1 0 0,-1 1 0 0 0,0-1-1 0 0,1 0 1 0 0,-1 1-1 0 0,1-1 1 0 0,0 1 0 0 0,0-1-1 0 0,0 0 1 0 0,0 1-1 0 0,0-1 1 0 0,0 1 0 0 0,1-1-1 0 0,-1 0 1 0 0,1 1-1 0 0,0-1 1 0 0,0 0-1 0 0,0 0 1 0 0,0 1 0 0 0,2 2-1 0 0,11 4-876 0 0,14-7-5942 0 0,-25-2 5830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4:57.1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1948 0 0,'3'-2'261'0'0,"0"0"0"0"0,0 1 0 0 0,0-1 0 0 0,0 1 0 0 0,0-1 0 0 0,0 1 0 0 0,0 0 0 0 0,1 0 0 0 0,-1 1-1 0 0,0-1 1 0 0,1 1 0 0 0,-1-1 0 0 0,1 1 0 0 0,-1 0 0 0 0,7 1 0 0 0,66 12-461 0 0,-24-3-358 0 0,-24-7-101 0 0,13 2-817 0 0,1-2-1 0 0,60-3 1 0 0,-82-3 1203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0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20 1164 0 0,'0'0'4927'0'0,"-9"-19"-2007"0"0,-58 197-2413 0 0,66-175-1064 0 0,0-1 0 0 0,0 0 0 0 0,1 0 0 0 0,-1 1 0 0 0,1-1-1 0 0,-1 1 1 0 0,1-1 0 0 0,0 0 0 0 0,0 1 0 0 0,0-1 0 0 0,0 0 0 0 0,1 1-1 0 0,-1-1 1 0 0,1 0 0 0 0,0 4 0 0 0,0-4 137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21 464 2012 0 0,'0'0'2609'0'0,"41"-5"-385"0"0,-6-1-1899 0 0,-1-1 1 0 0,0-2-1 0 0,-1-1 1 0 0,0-2-1 0 0,-1-1 1 0 0,0-1-1 0 0,-1-2 1 0 0,0-1-1 0 0,35-27 1 0 0,-56 36-286 0 0,-1 0 0 0 0,0 0 1 0 0,-1-1-1 0 0,1 0 1 0 0,-2-1-1 0 0,1 0 1 0 0,-2 0-1 0 0,1 0 1 0 0,-1-1-1 0 0,-1 0 0 0 0,0 0 1 0 0,4-14-1 0 0,-7 20-43 0 0,-1 0 0 0 0,1 0 0 0 0,-1 0 0 0 0,-1-1 0 0 0,1 1 0 0 0,-1-1 0 0 0,0 1 0 0 0,0 0 0 0 0,0-1-1 0 0,-1 1 1 0 0,0 0 0 0 0,0-1 0 0 0,-1 1 0 0 0,1 0 0 0 0,-1 0 0 0 0,0 0 0 0 0,0 0 0 0 0,-1 0 0 0 0,1 0 0 0 0,-1 1 0 0 0,0-1 0 0 0,0 1-1 0 0,-1 0 1 0 0,0 0 0 0 0,1 0 0 0 0,-1 0 0 0 0,0 1 0 0 0,-1 0 0 0 0,-5-5 0 0 0,4 5 16 0 0,1 0 0 0 0,-1 0 0 0 0,0 0 0 0 0,0 1 1 0 0,0 0-1 0 0,0 0 0 0 0,0 0 0 0 0,0 1 0 0 0,0 0 0 0 0,-1 0 0 0 0,1 1 0 0 0,0-1 1 0 0,-1 1-1 0 0,-8 2 0 0 0,4-1 95 0 0,1 2 1 0 0,-1 0 0 0 0,1 0-1 0 0,0 0 1 0 0,0 2 0 0 0,0-1-1 0 0,-17 12 1 0 0,4 0 233 0 0,0 2-1 0 0,2 0 1 0 0,0 2 0 0 0,0 0 0 0 0,-25 35-1 0 0,32-36-168 0 0,0 1-1 0 0,1 0 0 0 0,2 1 1 0 0,0 1-1 0 0,1 0 0 0 0,1 0 1 0 0,-11 42-1 0 0,17-49-145 0 0,0 1 0 0 0,1-1 0 0 0,0 0 0 0 0,1 1 0 0 0,1 0 0 0 0,0-1 0 0 0,1 0 0 0 0,1 1 0 0 0,1-1 0 0 0,0 0 0 0 0,0 0 0 0 0,2 0 0 0 0,6 16 0 0 0,-7-24-13 0 0,-1 0 0 0 0,1 0 0 0 0,1 0 0 0 0,-1-1 0 0 0,1 1-1 0 0,0-1 1 0 0,0-1 0 0 0,1 1 0 0 0,0-1 0 0 0,0 0 0 0 0,0 0 0 0 0,1 0 0 0 0,-1-1 0 0 0,1 0 0 0 0,8 3-1 0 0,-3-3-255 0 0,-1 0-1 0 0,1 0 0 0 0,0-2 0 0 0,0 1 1 0 0,0-2-1 0 0,0 1 0 0 0,1-2 1 0 0,-1 1-1 0 0,14-3 0 0 0,-5 0-793 0 0,1-1 0 0 0,-1-2 1 0 0,1 0-1 0 0,-1-1 0 0 0,-1-1 0 0 0,1-1 0 0 0,-1-1 0 0 0,-1 0 1 0 0,1-2-1 0 0,29-21 0 0 0,-20 6-251 0 0,-14 12 851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4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37 1724 0 0,'0'-2'189'0'0,"0"1"1"0"0,0-1-1 0 0,0 0 0 0 0,-1 1 0 0 0,1-1 0 0 0,0 1 0 0 0,-1-1 1 0 0,1 1-1 0 0,-1-1 0 0 0,1 0 0 0 0,-1 1 0 0 0,0-1 0 0 0,1 1 1 0 0,-1 0-1 0 0,0-1 0 0 0,0 1 0 0 0,0 0 0 0 0,0 0 1 0 0,0-1-1 0 0,-1 1 0 0 0,1 0 0 0 0,-2-1 0 0 0,2 2-98 0 0,0-1-1 0 0,0 1 0 0 0,0 0 1 0 0,0-1-1 0 0,0 1 0 0 0,0 0 1 0 0,0 0-1 0 0,0 0 0 0 0,0 0 0 0 0,0 0 1 0 0,0 0-1 0 0,0 0 0 0 0,0 0 1 0 0,0 1-1 0 0,0-1 0 0 0,0 0 1 0 0,0 0-1 0 0,0 1 0 0 0,0-1 1 0 0,0 1-1 0 0,0-1 0 0 0,0 1 1 0 0,0-1-1 0 0,1 1 0 0 0,-1 0 1 0 0,0-1-1 0 0,0 1 0 0 0,1 0 1 0 0,-1 0-1 0 0,0 0 0 0 0,1-1 1 0 0,-1 1-1 0 0,0 1 0 0 0,-19 28 371 0 0,1 1 0 0 0,1 1 0 0 0,2 0 0 0 0,1 1 0 0 0,1 1 0 0 0,3 0 0 0 0,-10 41 0 0 0,18-62-546 0 0,1 0-1 0 0,0 0 1 0 0,1 0 0 0 0,0 0 0 0 0,1 0 0 0 0,0 0-1 0 0,1 0 1 0 0,1 0 0 0 0,0 0 0 0 0,5 16-1 0 0,-1-14-1617 0 0,0 0 0 0 0,1-1 0 0 0,1 0 0 0 0,14 20 0 0 0,-17-31-881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4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15 2152 0 0,'10'-14'2612'0'0,"-19"17"1048"0"0,-20 25-1181 0 0,21-13-2079 0 0,1 0 0 0 0,1 0 0 0 0,0 1 0 0 0,0 0 1 0 0,2 0-1 0 0,0 0 0 0 0,1 0 0 0 0,-1 18 0 0 0,3-27-441 0 0,1 0 0 0 0,0 0 0 0 0,0-1 0 0 0,1 1 0 0 0,0 0 0 0 0,0 0-1 0 0,0-1 1 0 0,1 1 0 0 0,0-1 0 0 0,0 0 0 0 0,1 1 0 0 0,0-1 0 0 0,0 0 0 0 0,0 0 0 0 0,1-1 0 0 0,-1 1 0 0 0,2-1 0 0 0,-1 1 0 0 0,0-1-1 0 0,1-1 1 0 0,0 1 0 0 0,8 5 0 0 0,-11-9-230 0 0,0 1 1 0 0,0-1-1 0 0,1 0 0 0 0,-1 0 0 0 0,0 0 1 0 0,1 0-1 0 0,-1-1 0 0 0,1 1 0 0 0,-1 0 0 0 0,1-1 1 0 0,-1 0-1 0 0,1 0 0 0 0,-1 0 0 0 0,1 0 0 0 0,-1 0 1 0 0,1 0-1 0 0,0-1 0 0 0,-1 1 0 0 0,0-1 1 0 0,6-1-1 0 0,-8-2-324 0 0,0 1 1 0 0,0-1 0 0 0,0 1-1 0 0,0-1 1 0 0,0 1 0 0 0,0-1-1 0 0,-1 0 1 0 0,0 1 0 0 0,0 0-1 0 0,-1-5 1 0 0,-4-1 22 0 0,1 0 93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5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2244 0 0,'0'-1'303'0'0,"0"-1"0"0"0,0 1 0 0 0,0 0 0 0 0,1 0 0 0 0,-1 0 0 0 0,0 0 0 0 0,1 0 0 0 0,-1 0 0 0 0,1 0 0 0 0,-1 0-1 0 0,1 0 1 0 0,0 0 0 0 0,-1 0 0 0 0,1 0 0 0 0,0 1 0 0 0,-1-1 0 0 0,3-1 0 0 0,22-13 1662 0 0,44-6-3205 0 0,-35 12 741 0 0,-7-2-1867 0 0,0 0-1 0 0,35-22 1 0 0,-54 29 1922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5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16 2040 0 0,'0'-1'232'0'0,"1"0"0"0"0,-1 0 0 0 0,1 0 0 0 0,-1 0 0 0 0,1 0 0 0 0,0 0 0 0 0,-1 0 0 0 0,1 0 0 0 0,0 1 0 0 0,0-1 0 0 0,0 0 0 0 0,-1 1 0 0 0,1-1 0 0 0,0 0 0 0 0,0 1 0 0 0,0-1 0 0 0,0 1 0 0 0,0 0 0 0 0,0-1 0 0 0,0 1 0 0 0,1 0 0 0 0,-1 0 0 0 0,0-1 0 0 0,0 1 0 0 0,0 0 0 0 0,0 0 0 0 0,0 0 0 0 0,2 1-1 0 0,-1 0-26 0 0,-1 0 0 0 0,1 0 0 0 0,0 0-1 0 0,-1 0 1 0 0,1 1 0 0 0,-1-1-1 0 0,0 1 1 0 0,1-1 0 0 0,-1 1-1 0 0,0-1 1 0 0,0 1 0 0 0,0 0-1 0 0,0-1 1 0 0,1 4 0 0 0,4 12 327 0 0,-1-1 0 0 0,7 32 0 0 0,-11-41-265 0 0,2 7-150 0 0,0 0-1 0 0,-2 1 0 0 0,0-1 1 0 0,0 1-1 0 0,-1-1 0 0 0,-1 1 0 0 0,0-1 1 0 0,-1 1-1 0 0,-1-1 0 0 0,-7 22 1 0 0,6-25-282 0 0,0 0 1 0 0,-1-1-1 0 0,-1 0 0 0 0,1 0 1 0 0,-13 15-1 0 0,10-15-548 0 0,-1-1 0 0 0,0 0 0 0 0,0-1 0 0 0,-1 1-1 0 0,-15 8 1 0 0,17-11-106 0 0,0-1 0 0 0,0 0 0 0 0,-1-1 0 0 0,1 0 0 0 0,-1 0 0 0 0,0-1-1 0 0,0 0 1 0 0,-1 0 0 0 0,1-1 0 0 0,-16 1 0 0 0,23-3 339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5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 3188 0 0,'117'-29'3371'0'0,"-59"19"-6288"0"0,60-3-1 0 0,-105 12 2550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5.5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24 2124 0 0,'-2'2'90'0'0,"1"-1"0"0"0,0 0 0 0 0,0 0-1 0 0,0 1 1 0 0,0-1 0 0 0,1 0 0 0 0,-1 1 0 0 0,0-1-1 0 0,0 1 1 0 0,1-1 0 0 0,-1 1 0 0 0,1-1 0 0 0,-1 1-1 0 0,1 0 1 0 0,0 1 0 0 0,0-2-36 0 0,0 0 0 0 0,0 0 0 0 0,0 0-1 0 0,0-1 1 0 0,1 1 0 0 0,-1 0 0 0 0,0 0 0 0 0,1-1 0 0 0,-1 1 0 0 0,0 0 0 0 0,1-1-1 0 0,-1 1 1 0 0,1-1 0 0 0,-1 1 0 0 0,1 0 0 0 0,-1-1 0 0 0,1 1 0 0 0,0-1 0 0 0,-1 1-1 0 0,1-1 1 0 0,0 0 0 0 0,0 1 0 0 0,2 0-38 0 0,0 0 0 0 0,0 0 0 0 0,1 0 0 0 0,-1 0 0 0 0,0-1 0 0 0,0 1 1 0 0,0-1-1 0 0,0 0 0 0 0,0 0 0 0 0,1 0 0 0 0,-1-1 0 0 0,0 1 0 0 0,6-2 0 0 0,26-9-1401 0 0,0-2 0 0 0,48-24 0 0 0,-71 32 983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06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126 155 3032 0 0,'-16'14'1759'0'0,"2"1"0"0"0,0 1 0 0 0,1 0 0 0 0,-21 34 0 0 0,29-42-1551 0 0,1 0 1 0 0,0 0-1 0 0,0 1 1 0 0,0 0 0 0 0,1 0-1 0 0,0 0 1 0 0,1 0 0 0 0,0 0-1 0 0,1 0 1 0 0,-1 1-1 0 0,2-1 1 0 0,-1 1 0 0 0,2 11-1 0 0,-1-19-187 0 0,1 0 0 0 0,-1 0 0 0 0,0 1 0 0 0,1-1 0 0 0,-1 0 0 0 0,1 0 0 0 0,0 0 0 0 0,0 0 0 0 0,0 0 0 0 0,0 0 0 0 0,0 0 0 0 0,0 0 0 0 0,0 0 0 0 0,0-1-1 0 0,1 1 1 0 0,-1 0 0 0 0,1-1 0 0 0,0 1 0 0 0,-1-1 0 0 0,1 1 0 0 0,0-1 0 0 0,0 0 0 0 0,0 0 0 0 0,0 0 0 0 0,2 1 0 0 0,0-1-4 0 0,0-1 0 0 0,0 1 0 0 0,0-1 0 0 0,0 0 0 0 0,1 0 0 0 0,-1 0 0 0 0,0-1-1 0 0,0 0 1 0 0,0 1 0 0 0,0-1 0 0 0,0-1 0 0 0,6-2 0 0 0,8-4 9 0 0,-1-1 0 0 0,0 0-1 0 0,-1-2 1 0 0,25-19 0 0 0,-16 9-16 0 0,0-2 1 0 0,40-47-1 0 0,-57 60-29 0 0,-1 0 0 0 0,0 0-1 0 0,0-1 1 0 0,-1 1-1 0 0,0-2 1 0 0,-1 1-1 0 0,0-1 1 0 0,-1 1 0 0 0,0-1-1 0 0,3-23 1 0 0,-6 31-113 0 0,-1 0 0 0 0,1 0 1 0 0,-1-1-1 0 0,0 1 1 0 0,0 0-1 0 0,-1 0 0 0 0,1 0 1 0 0,-1 0-1 0 0,0 0 0 0 0,0 0 1 0 0,0 0-1 0 0,-1 0 1 0 0,1 0-1 0 0,-1 1 0 0 0,0-1 1 0 0,0 1-1 0 0,0-1 0 0 0,-1 1 1 0 0,1-1-1 0 0,-1 1 0 0 0,1 0 1 0 0,-1 0-1 0 0,0 1 1 0 0,-1-1-1 0 0,1 0 0 0 0,0 1 1 0 0,-1 0-1 0 0,1 0 0 0 0,-1 0 1 0 0,0 0-1 0 0,1 1 1 0 0,-1-1-1 0 0,0 1 0 0 0,0 0 1 0 0,-8-1-1 0 0,-1 0-543 0 0,-1 1 0 0 0,1 0 0 0 0,-1 1 0 0 0,1 0 1 0 0,-1 1-1 0 0,1 1 0 0 0,0 0 0 0 0,-1 1 0 0 0,-20 7 0 0 0,-55 27-1985 0 0,61-22 2005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2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1 256 0 0,'0'0'-12'0'0,"-4"3"-16"0"0,4 1-8 0 0,0 1-16 0 0,-4-1-16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4.5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1070 133 2400 0 0,'3'-4'605'0'0,"-1"0"-1"0"0,1-1 1 0 0,-1 1 0 0 0,1 0-1 0 0,-1-1 1 0 0,0 1 0 0 0,-1-1-1 0 0,1 0 1 0 0,-1 0-1 0 0,0 1 1 0 0,1-10 0 0 0,10-29 2643 0 0,-5 20-1739 0 0,-9 20-1239 0 0,-7 10-659 0 0,-101 130-4130 0 0,-198 166-2615 0 0,-18-19 5272 0 0,114-100 3231 0 0,183-160-903 0 0,13-12 24 0 0,1 1-1 0 0,0 0 1 0 0,1 1 0 0 0,1 0 0 0 0,0 1 0 0 0,-16 25 0 0 0,29-39-445 0 0,0-1 0 0 0,-1 0 0 0 0,1 1 0 0 0,0-1 0 0 0,0 0 0 0 0,0 1 0 0 0,0-1 0 0 0,0 1 0 0 0,-1-1 0 0 0,1 0 0 0 0,0 1 0 0 0,0-1 0 0 0,0 1 0 0 0,0-1 0 0 0,0 0 0 0 0,0 1 0 0 0,0-1 0 0 0,0 1 0 0 0,1-1 0 0 0,-1 1 0 0 0,0-1 0 0 0,0 0 0 0 0,0 1 0 0 0,0-1 0 0 0,1 0 0 0 0,-1 1 0 0 0,0-1 1 0 0,0 0-1 0 0,0 1 0 0 0,1-1 0 0 0,-1 0 0 0 0,0 1 0 0 0,1-1 0 0 0,0 1 0 0 0,17 4 959 0 0,28-7 34 0 0,-42 2-887 0 0,57-7 744 0 0,-1-2 0 0 0,78-23 0 0 0,116-48-706 0 0,-125 38-641 0 0,-80 26 121 0 0,195-65-2703 0 0,-86 17-2507 0 0,-156 63 5369 0 0,1 0-1 0 0,-1 0 1 0 0,0 0 0 0 0,1-1 0 0 0,-1 1 0 0 0,0-1 0 0 0,0 0 0 0 0,0 1 0 0 0,0-1 0 0 0,0 0-1 0 0,-1 0 1 0 0,1 0 0 0 0,0-1 0 0 0,1-2 0 0 0,-2 4-246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5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272 566 2052 0 0,'-5'-2'373'0'0,"0"0"0"0"0,-1 0 0 0 0,1-1-1 0 0,0 0 1 0 0,0 0 0 0 0,-8-7 1269 0 0,16 39-638 0 0,-1 12-291 0 0,-1-1 0 0 0,-2 1-1 0 0,-2-1 1 0 0,-13 62 0 0 0,9-58-465 0 0,-45 246 58 0 0,-1-98-3734 0 0,51-185 2907 0 0,-1 1 0 0 0,0-1-1 0 0,0 0 1 0 0,-1 0-1 0 0,0 0 1 0 0,0 0 0 0 0,-1-1-1 0 0,-6 8 1 0 0,11-13-68 0 0,-2-2 455 0 0,0-1 0 0 0,0 1 0 0 0,0-1 0 0 0,0 1-1 0 0,1-1 1 0 0,-1 0 0 0 0,1 1 0 0 0,-1-1 0 0 0,1 0 0 0 0,0 0-1 0 0,0 0 1 0 0,-1-2 0 0 0,-6-14 434 0 0,2 0 1 0 0,0-1-1 0 0,2 1 1 0 0,0-1-1 0 0,0 0 0 0 0,0-23 1 0 0,1 13 838 0 0,2 22-812 0 0,0-1 0 0 0,0 1 0 0 0,1 0 1 0 0,0 0-1 0 0,1-1 0 0 0,-1 1 0 0 0,1 0 1 0 0,1 0-1 0 0,-1 0 0 0 0,1 0 0 0 0,1 0 1 0 0,-1 0-1 0 0,1 1 0 0 0,0-1 0 0 0,8-10 1 0 0,1 2-221 0 0,0 1 1 0 0,2 1-1 0 0,-1 0 1 0 0,30-20 0 0 0,34-27-83 0 0,-4-3-1 0 0,-2-3 1 0 0,-3-3 0 0 0,-3-2 0 0 0,-3-4 0 0 0,-3-2 0 0 0,-4-3 0 0 0,60-118 0 0 0,-85 141-23 0 0,-12 26-67 0 0,-2-2-1 0 0,-1 0 1 0 0,11-39 0 0 0,-25 69 137 0 0,7-23-929 0 0,-5 45-294 0 0,-2-3 1134 0 0,0-1 0 0 0,1 1 0 0 0,0-1 0 0 0,1 0 0 0 0,1 0 0 0 0,0 0 0 0 0,2 0 0 0 0,-1-1 0 0 0,2 0 0 0 0,0 0 0 0 0,0 0 0 0 0,16 21 0 0 0,-17-28-32 0 0,0 0 0 0 0,-1 1 0 0 0,0 0 0 0 0,0 1 0 0 0,-1-1 0 0 0,0 1 0 0 0,0 0 0 0 0,-1 0-1 0 0,0 0 1 0 0,2 18 0 0 0,-4-22 45 0 0,-1 1-1 0 0,0 0 1 0 0,-1 0-1 0 0,1 0 1 0 0,-1 0-1 0 0,0 0 1 0 0,-1 0-1 0 0,1-1 1 0 0,-1 1-1 0 0,0-1 1 0 0,-1 1-1 0 0,1-1 1 0 0,-1 0-1 0 0,0 1 1 0 0,0-1-1 0 0,-1-1 1 0 0,0 1-1 0 0,-7 7 1 0 0,-56 48 698 0 0,46-43-535 0 0,1 1 1 0 0,-24 26-1 0 0,44-43-185 0 0,-1 0 0 0 0,0 0 0 0 0,1 0 0 0 0,-1 0 0 0 0,0 0 0 0 0,1 0 0 0 0,-1 0 0 0 0,1 1 0 0 0,0-1-1 0 0,-1 0 1 0 0,1 0 0 0 0,0 1 0 0 0,0-1 0 0 0,0 0 0 0 0,0 0 0 0 0,0 1 0 0 0,0-1 0 0 0,0 0 0 0 0,0 1-1 0 0,0-1 1 0 0,1 0 0 0 0,-1 0 0 0 0,0 0 0 0 0,1 1 0 0 0,-1-1 0 0 0,1 0 0 0 0,0 0 0 0 0,-1 0 0 0 0,1 0-1 0 0,0 0 1 0 0,-1 0 0 0 0,1 0 0 0 0,0 0 0 0 0,0 0 0 0 0,0 0 0 0 0,0 0 0 0 0,0-1 0 0 0,0 1 0 0 0,0 0-1 0 0,0-1 1 0 0,0 1 0 0 0,1-1 0 0 0,-1 1 0 0 0,2 0 0 0 0,10 5 8 0 0,0 0 0 0 0,1-1-1 0 0,16 5 1 0 0,-15-6 79 0 0,-8-1-29 0 0,15 4 24 0 0,0 1-1 0 0,-1 1 0 0 0,22 12 0 0 0,-38-18 6 0 0,-1 0 1 0 0,1 0-1 0 0,-1 1 1 0 0,1-1-1 0 0,-1 1 0 0 0,0 0 1 0 0,0 0-1 0 0,0 0 0 0 0,-1 0 1 0 0,0 1-1 0 0,0 0 1 0 0,0-1-1 0 0,0 1 0 0 0,-1 0 1 0 0,1 0-1 0 0,-1 1 0 0 0,-1-1 1 0 0,2 6-1 0 0,-3-7 24 0 0,0 0 0 0 0,0 0 0 0 0,0 0 0 0 0,-1 0 0 0 0,0 0 1 0 0,0-1-1 0 0,0 1 0 0 0,0 0 0 0 0,0-1 0 0 0,-1 1 0 0 0,0-1 0 0 0,0 1 0 0 0,0-1 0 0 0,0 0 0 0 0,0 1 0 0 0,-1-1 0 0 0,1 0 1 0 0,-1-1-1 0 0,0 1 0 0 0,-5 4 0 0 0,-4 3 106 0 0,-1-1 0 0 0,0 0 0 0 0,-24 12 0 0 0,20-12-212 0 0,0-2 0 0 0,-33 10 0 0 0,46-15-39 0 0,0-1-1 0 0,-1 0 1 0 0,1 0-1 0 0,-1 0 1 0 0,1-1-1 0 0,-1 1 1 0 0,1-1-1 0 0,-1 0 1 0 0,1-1-1 0 0,-1 1 1 0 0,1-1-1 0 0,-1 1 0 0 0,1-1 1 0 0,0-1-1 0 0,-1 1 1 0 0,1-1-1 0 0,-6-2 1 0 0,9 2-22 0 0,-1 0 0 0 0,1 1 0 0 0,0-1 0 0 0,-1 0 0 0 0,1 0 1 0 0,0 0-1 0 0,0 0 0 0 0,0 0 0 0 0,0 0 0 0 0,0-1 0 0 0,1 1 0 0 0,-1 0 0 0 0,1 0 0 0 0,-1-1 0 0 0,1 1 1 0 0,0 0-1 0 0,0-1 0 0 0,0 1 0 0 0,0 0 0 0 0,1-1 0 0 0,-1 1 0 0 0,0 0 0 0 0,1 0 0 0 0,0-1 1 0 0,-1 1-1 0 0,1 0 0 0 0,0 0 0 0 0,0 0 0 0 0,0 0 0 0 0,2-2 0 0 0,-1-1-40 0 0,1 0 0 0 0,-1 0 1 0 0,1 1-1 0 0,1-1 0 0 0,-1 1 0 0 0,0 0 0 0 0,1 0 0 0 0,0 0 0 0 0,0 0 1 0 0,0 1-1 0 0,9-6 0 0 0,-12 8 144 0 0,0 0 0 0 0,0 1 0 0 0,0-1 0 0 0,0 1 1 0 0,0-1-1 0 0,1 1 0 0 0,-1-1 0 0 0,0 1 0 0 0,0 0 0 0 0,0 0 1 0 0,0-1-1 0 0,1 1 0 0 0,-1 0 0 0 0,0 0 0 0 0,0 0 0 0 0,1 0 1 0 0,-1 0-1 0 0,0 0 0 0 0,0 1 0 0 0,0-1 0 0 0,0 0 0 0 0,1 1 1 0 0,-1-1-1 0 0,0 1 0 0 0,1 0 0 0 0,-1 0 29 0 0,0 0 0 0 0,-1 0 0 0 0,1 0 0 0 0,-1 1 0 0 0,1-1 0 0 0,-1 0 0 0 0,0 0 0 0 0,1 1 0 0 0,-1-1 0 0 0,0 0 0 0 0,0 1-1 0 0,0-1 1 0 0,0 0 0 0 0,0 1 0 0 0,0-1 0 0 0,0 0 0 0 0,0 1 0 0 0,-1 1 0 0 0,-2 7 216 0 0,0 1 0 0 0,0-1 0 0 0,-1 1 0 0 0,-6 9 0 0 0,-6 7-83 0 0,-2-1 0 0 0,-1 0 1 0 0,-1-2-1 0 0,-1 0 0 0 0,-1-1 1 0 0,-1-2-1 0 0,-1 0 0 0 0,-1-1 1 0 0,-1-2-1 0 0,-33 19 0 0 0,10-1-983 0 0,49-36 672 0 0,16 22 2 0 0,24-1 670 0 0,1-2 0 0 0,1-2 0 0 0,63 18 0 0 0,-81-29-398 0 0,1 0 0 0 0,-1-2 0 0 0,1-1 0 0 0,0-1 0 0 0,0-1 0 0 0,0-1 0 0 0,46-6 0 0 0,-64 5-156 0 0,1-1 1 0 0,0 0-1 0 0,0 0 0 0 0,-1-1 0 0 0,1 0 1 0 0,-1 0-1 0 0,0-1 0 0 0,0 0 0 0 0,7-4 0 0 0,-12 6-37 0 0,1-1 0 0 0,-1 1 0 0 0,0 0-1 0 0,1-1 1 0 0,-1 1 0 0 0,0-1 0 0 0,0 0-1 0 0,-1 1 1 0 0,1-1 0 0 0,-1 0 0 0 0,1 0-1 0 0,-1 0 1 0 0,0 0 0 0 0,0-1-1 0 0,0 1 1 0 0,-1 0 0 0 0,1 0 0 0 0,-1-1-1 0 0,1 1 1 0 0,-1 0 0 0 0,0-1 0 0 0,-1 1-1 0 0,0-6 1 0 0,-1-2 125 0 0,0-1 0 0 0,-1 1 0 0 0,0 0 0 0 0,-1 0 0 0 0,0 0 0 0 0,-1 1 0 0 0,0-1 0 0 0,-1 1 0 0 0,-9-12 0 0 0,15 21-85 0 0,0 1 1 0 0,1-1-1 0 0,-1 1 0 0 0,0 0 0 0 0,0-1 1 0 0,0 1-1 0 0,1-1 0 0 0,-1 1 0 0 0,0 0 1 0 0,0-1-1 0 0,1 1 0 0 0,-1 0 0 0 0,0 0 1 0 0,1-1-1 0 0,-1 1 0 0 0,0 0 0 0 0,1 0 1 0 0,-1-1-1 0 0,1 1 0 0 0,-1 0 1 0 0,0 0-1 0 0,1 0 0 0 0,-1 0 0 0 0,1-1 1 0 0,-1 1-1 0 0,0 0 0 0 0,1 0 0 0 0,-1 0 1 0 0,1 0-1 0 0,-1 0 0 0 0,1 0 0 0 0,-1 0 1 0 0,1 0-1 0 0,-1 1 0 0 0,1-1 0 0 0,20-3 6 0 0,70 8 558 0 0,1 0-6513 0 0,-92-5 5858 0 0,1-1 0 0 0,-1 1 1 0 0,0 0-1 0 0,0 0 1 0 0,0 0-1 0 0,0 0 1 0 0,1 0-1 0 0,-1 0 0 0 0,0 0 1 0 0,0 0-1 0 0,0 0 1 0 0,1 0-1 0 0,-1 0 1 0 0,0 0-1 0 0,0 0 0 0 0,0 0 1 0 0,1 0-1 0 0,-1 0 1 0 0,0 0-1 0 0,0 0 1 0 0,0 0-1 0 0,0 0 0 0 0,1 1 1 0 0,-1-1-1 0 0,0 0 1 0 0,0 0-1 0 0,0 0 1 0 0,0 0-1 0 0,0 0 0 0 0,1 0 1 0 0,-1 0-1 0 0,0 1 1 0 0,0-1-1 0 0,0 0 1 0 0,0 0-1 0 0,0 0 0 0 0,0 0 1 0 0,0 1-1 0 0,1-1 1 0 0,-1 0-1 0 0,0 0 1 0 0,0 0-1 0 0,0 0 0 0 0,0 1 1 0 0,0-1-1 0 0,0 0 1 0 0,0 0-1 0 0,0 0 1 0 0,0 1-1 0 0,0-1 0 0 0,0 0 1 0 0,0 0-1 0 0,0 0 1 0 0,0 1-1 0 0,0-1 1 0 0,-1 0-1 0 0,1 0 0 0 0,0 0 1 0 0,0 0-1 0 0,0 1 1 0 0,0-1-1 0 0,0 0 1 0 0,0 0-1 0 0,-1 1-359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6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1 251 3652 0 0,'2'1'248'0'0,"0"1"0"0"0,0-1 0 0 0,0 0 0 0 0,0 1-1 0 0,0-1 1 0 0,1 0 0 0 0,-1 0 0 0 0,0-1 0 0 0,1 1-1 0 0,-1 0 1 0 0,0-1 0 0 0,1 1 0 0 0,-1-1 0 0 0,1 0-1 0 0,-1 0 1 0 0,1 0 0 0 0,-1 0 0 0 0,1 0 0 0 0,-1-1 0 0 0,1 1-1 0 0,-1-1 1 0 0,4-1 0 0 0,66-20-316 0 0,-52 15-305 0 0,18-7-580 0 0,0-1-1 0 0,-1-1 0 0 0,-1-3 0 0 0,-1-1 1 0 0,0-1-1 0 0,-2-2 0 0 0,54-47 0 0 0,-72 54 512 0 0,-2-1 51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6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11 1812 0 0,'-3'-2'146'0'0,"1"1"-1"0"0,-1 0 1 0 0,0 0-1 0 0,1 0 1 0 0,-1 0-1 0 0,0 0 1 0 0,0 0-1 0 0,0 1 1 0 0,0-1-1 0 0,0 1 1 0 0,0 0-1 0 0,0 0 1 0 0,0 0-1 0 0,0 0 1 0 0,0 0-1 0 0,0 1 1 0 0,0 0-1 0 0,0-1 1 0 0,1 1-1 0 0,-1 0 1 0 0,0 0-1 0 0,0 1 1 0 0,1-1-1 0 0,-1 0 1 0 0,1 1-1 0 0,-1 0 1 0 0,1-1-1 0 0,-1 1 1 0 0,1 0-1 0 0,0 0 1 0 0,0 1-1 0 0,0-1 1 0 0,-2 3-1 0 0,-8 10 353 0 0,0 0 0 0 0,0 1 0 0 0,-15 31 0 0 0,22-38-403 0 0,-42 84 638 0 0,4 2-1 0 0,-33 112 1 0 0,53-142-723 0 0,22-62-8 0 0,-23 73-154 0 0,22-69 126 0 0,1 0 1 0 0,-1 0 0 0 0,1 0 0 0 0,1 1 0 0 0,0-1 0 0 0,0 0-1 0 0,0 0 1 0 0,3 13 0 0 0,-3-19 40 0 0,1 1 0 0 0,0-1 0 0 0,-1 0 0 0 0,1 0-1 0 0,0 0 1 0 0,0 0 0 0 0,0 0 0 0 0,0 0 0 0 0,0 0 0 0 0,0 0 0 0 0,0 0 0 0 0,0 0 0 0 0,1-1-1 0 0,-1 1 1 0 0,0 0 0 0 0,0-1 0 0 0,1 1 0 0 0,-1-1 0 0 0,0 1 0 0 0,1-1 0 0 0,-1 0 0 0 0,0 0-1 0 0,1 1 1 0 0,-1-1 0 0 0,1 0 0 0 0,-1 0 0 0 0,3-1 0 0 0,45-4 580 0 0,-40 3-430 0 0,50-9 619 0 0,81-26-1 0 0,-10-6-2591 0 0,-104 34 840 0 0,-40 9-6256 0 0,-4 1 6372 0 0,-1 2 1 0 0,-35 8 0 0 0,23 1 974 0 0,2 2 0 0 0,0 1 0 0 0,0 1 1 0 0,-36 28-1 0 0,-95 93 4369 0 0,154-132-4303 0 0,0 1 0 0 0,1 0 0 0 0,0 0 0 0 0,0 0 0 0 0,1 1 0 0 0,-1 0 0 0 0,1 0 0 0 0,1 0 0 0 0,-1 0 0 0 0,1 0 0 0 0,1 1 0 0 0,-1 0 0 0 0,1-1 0 0 0,1 1 0 0 0,-1 0 0 0 0,1 0 0 0 0,1 0 0 0 0,0 15 0 0 0,1-16-92 0 0,0-1-1 0 0,1 1 1 0 0,-1-1 0 0 0,2 1 0 0 0,-1-1-1 0 0,1 0 1 0 0,-1 0 0 0 0,2 0 0 0 0,-1 0-1 0 0,1 0 1 0 0,0-1 0 0 0,0 1 0 0 0,0-1-1 0 0,1 0 1 0 0,0 0 0 0 0,0-1 0 0 0,0 0-1 0 0,0 0 1 0 0,1 0 0 0 0,0 0 0 0 0,0-1-1 0 0,10 5 1 0 0,-3-3 41 0 0,0-1 0 0 0,0 0-1 0 0,1 0 1 0 0,0-1 0 0 0,-1-1 0 0 0,1-1 0 0 0,0 0-1 0 0,0 0 1 0 0,0-2 0 0 0,-1 1 0 0 0,1-2 0 0 0,0 0-1 0 0,17-5 1 0 0,-16 3-550 0 0,1-1 0 0 0,-1-1 0 0 0,0 0 0 0 0,0-1 0 0 0,-1 0 0 0 0,22-16 0 0 0,-34 21 209 0 0,0 1-1 0 0,0-1 0 0 0,0 1 1 0 0,-1-1-1 0 0,1 0 0 0 0,0 0 1 0 0,-1 1-1 0 0,0-1 0 0 0,1 0 1 0 0,-1 0-1 0 0,0-1 0 0 0,0 1 1 0 0,0 0-1 0 0,0 0 0 0 0,0-1 1 0 0,-1 1-1 0 0,1 0 0 0 0,-1-1 1 0 0,1 1-1 0 0,-1 0 0 0 0,0-1 0 0 0,0 1 1 0 0,0 0-1 0 0,0-1 0 0 0,-1 1 1 0 0,1-1-1 0 0,-1 1 0 0 0,1 0 1 0 0,-3-5-1 0 0,1 1 193 0 0,-1-1 1 0 0,0 1-1 0 0,-1 0 0 0 0,0 0 0 0 0,0 0 0 0 0,0 1 1 0 0,-1 0-1 0 0,-9-10 1433 0 0,14 14-1262 0 0,1 0-1 0 0,0 1 1 0 0,0-1 0 0 0,-1 0-1 0 0,1 0 1 0 0,0 1 0 0 0,0-1-1 0 0,0 1 1 0 0,0-1 0 0 0,0 1-1 0 0,0-1 1 0 0,0 1 0 0 0,0-1-1 0 0,0 1 1 0 0,0 0 0 0 0,0 0-1 0 0,0 0 1 0 0,0-1 0 0 0,0 1-1 0 0,0 0 1 0 0,0 0 0 0 0,0 0 0 0 0,2 1-1 0 0,34-1 811 0 0,-30 0-491 0 0,171-12 2754 0 0,-131 5-3664 0 0,79-22-1 0 0,-143 27-7148 0 0,-26-1 4743 0 0,-9 3 385 0 0,35 0 1896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7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1492 0 0,'2'0'831'0'0,"1"0"0"0"0,-1 0 1 0 0,0-1-1 0 0,0 2 0 0 0,0-1 0 0 0,0 0 0 0 0,0 0 0 0 0,0 1 1 0 0,0-1-1 0 0,0 1 0 0 0,-1-1 0 0 0,1 1 0 0 0,0 0 0 0 0,0 0 0 0 0,3 2 1 0 0,9 11-2318 0 0,-12-11 1030 0 0,1 1-1 0 0,-1-1 1 0 0,0 1-1 0 0,0 0 1 0 0,-1-1-1 0 0,1 1 1 0 0,-1 0-1 0 0,0 0 1 0 0,0 0-1 0 0,0 0 1 0 0,0 1-1 0 0,-1-1 1 0 0,0 0-1 0 0,1 0 1 0 0,-2 0-1 0 0,1 0 1 0 0,0 1-1 0 0,-1-1 1 0 0,0 0-1 0 0,0 0 1 0 0,0 0 0 0 0,0 0-1 0 0,-1 0 1 0 0,1 0-1 0 0,-1-1 1 0 0,-4 6-1 0 0,-1 3-119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6 605 3240 0 0,'0'1'185'0'0,"-1"-1"-1"0"0,1 1 0 0 0,-1 0 0 0 0,1-1 0 0 0,-1 1 1 0 0,1 0-1 0 0,0-1 0 0 0,-1 1 0 0 0,1 0 0 0 0,0 0 1 0 0,-1-1-1 0 0,1 1 0 0 0,0 0 0 0 0,0 0 1 0 0,0-1-1 0 0,0 1 0 0 0,0 0 0 0 0,0 0 0 0 0,0-1 1 0 0,0 1-1 0 0,0 0 0 0 0,0 0 0 0 0,0-1 1 0 0,1 1-1 0 0,-1 0 0 0 0,1 1 0 0 0,15-12 2116 0 0,24-29-1942 0 0,-12 10-595 0 0,2 1-1 0 0,1 1 0 0 0,0 2 1 0 0,47-28-1 0 0,-78 53 253 0 0,1 0-1 0 0,-1-1 1 0 0,0 1 0 0 0,1 0-1 0 0,-1 0 1 0 0,0-1-1 0 0,1 1 1 0 0,-1 0 0 0 0,1 0-1 0 0,-1 0 1 0 0,1-1-1 0 0,-1 1 1 0 0,0 0-1 0 0,1 0 1 0 0,-1 0 0 0 0,1 0-1 0 0,-1 0 1 0 0,1 0-1 0 0,-1 0 1 0 0,1 0 0 0 0,-1 0-1 0 0,1 0 1 0 0,-1 0-1 0 0,0 1 1 0 0,1-1 0 0 0,-1 0-1 0 0,1 0 1 0 0,-1 0-1 0 0,1 0 1 0 0,-1 1-1 0 0,1-1 1 0 0,3 17 503 0 0,-9 30 424 0 0,3-35-679 0 0,-3 21 497 0 0,-11 43 0 0 0,0-5-77 0 0,1 5-201 0 0,5-30-257 0 0,-5 50-1 0 0,13-81-189 0 0,1-6-14 0 0,0 0 1 0 0,0 0 0 0 0,1 0-1 0 0,1 15 1 0 0,-1-23-20 0 0,0 0-1 0 0,0 0 1 0 0,0 0-1 0 0,0 0 1 0 0,1 0 0 0 0,-1 0-1 0 0,0 0 1 0 0,1 0-1 0 0,-1 0 1 0 0,1 0 0 0 0,-1-1-1 0 0,1 1 1 0 0,-1 0-1 0 0,1 0 1 0 0,0 0 0 0 0,-1-1-1 0 0,1 1 1 0 0,0 0 0 0 0,0-1-1 0 0,-1 1 1 0 0,1 0-1 0 0,0-1 1 0 0,0 1 0 0 0,0-1-1 0 0,0 0 1 0 0,0 1-1 0 0,0-1 1 0 0,0 1 0 0 0,0-1-1 0 0,0 0 1 0 0,0 0-1 0 0,0 0 1 0 0,0 0 0 0 0,0 0-1 0 0,0 0 1 0 0,0 0-1 0 0,0 0 1 0 0,0 0 0 0 0,0 0-1 0 0,0 0 1 0 0,0-1 0 0 0,0 1-1 0 0,-1 0 1 0 0,1-1-1 0 0,0 1 1 0 0,0-1 0 0 0,0 1-1 0 0,0-1 1 0 0,1 0-1 0 0,15-8-49 0 0,-1-1-1 0 0,0-1 0 0 0,-1 0 0 0 0,0-1 1 0 0,-1 0-1 0 0,0-1 0 0 0,18-23 1 0 0,77-112-457 0 0,-56 62 660 0 0,-5-4 0 0 0,-3-1 0 0 0,-5-2 0 0 0,45-152-1 0 0,-80 229 124 0 0,0 0 0 0 0,-2 0 0 0 0,0 0 0 0 0,1-28 0 0 0,-4 43-276 0 0,0 1 1 0 0,0 0 0 0 0,-1-1-1 0 0,1 1 1 0 0,0 0-1 0 0,-1 0 1 0 0,1-1 0 0 0,-1 1-1 0 0,1 0 1 0 0,0 0-1 0 0,-1 0 1 0 0,1-1 0 0 0,-1 1-1 0 0,1 0 1 0 0,0 0 0 0 0,-1 0-1 0 0,1 0 1 0 0,-1 0-1 0 0,1 0 1 0 0,-1 0 0 0 0,1 0-1 0 0,0 0 1 0 0,-1 0-1 0 0,1 0 1 0 0,-1 0 0 0 0,1 0-1 0 0,-1 0 1 0 0,1 0-1 0 0,0 1 1 0 0,-1-1 0 0 0,1 0-1 0 0,-1 0 1 0 0,1 0-1 0 0,0 1 1 0 0,-1-1 0 0 0,1 0-1 0 0,0 0 1 0 0,-1 1-1 0 0,1-1 1 0 0,-17 9-46 0 0,11-4 35 0 0,-1 1 0 0 0,1 0 0 0 0,0 0 1 0 0,1 1-1 0 0,-1-1 0 0 0,1 1 1 0 0,1 0-1 0 0,-1 1 0 0 0,1-1 0 0 0,1 1 1 0 0,-1 0-1 0 0,-3 14 0 0 0,3-10-1 0 0,1 0 1 0 0,0 0-1 0 0,1 0 0 0 0,1 0 1 0 0,0 0-1 0 0,1 0 0 0 0,0 0 1 0 0,2 17-1 0 0,-1-23 5 0 0,0-1 0 0 0,1 1 0 0 0,0-1 0 0 0,0 1 0 0 0,0-1 0 0 0,0 0 0 0 0,1 0 0 0 0,0 0 0 0 0,0 0 0 0 0,0 0 0 0 0,1-1 0 0 0,5 6 0 0 0,-8-8-13 0 0,1-1 0 0 0,-1 0 0 0 0,1 1 0 0 0,0-1 1 0 0,0 0-1 0 0,0 0 0 0 0,0 0 0 0 0,-1 0 0 0 0,1-1 1 0 0,1 1-1 0 0,-1 0 0 0 0,0-1 0 0 0,0 0 1 0 0,0 1-1 0 0,0-1 0 0 0,0 0 0 0 0,0 0 0 0 0,0 0 1 0 0,0 0-1 0 0,1 0 0 0 0,-1-1 0 0 0,0 1 0 0 0,0-1 1 0 0,0 1-1 0 0,0-1 0 0 0,0 0 0 0 0,0 0 1 0 0,0 0-1 0 0,0 0 0 0 0,-1 0 0 0 0,1 0 0 0 0,0 0 1 0 0,-1-1-1 0 0,1 1 0 0 0,0-1 0 0 0,0-1 0 0 0,1 0-10 0 0,0-1-1 0 0,0 0 0 0 0,-1 1 0 0 0,0-1 1 0 0,0 0-1 0 0,0 0 0 0 0,0 0 0 0 0,-1-1 1 0 0,1 1-1 0 0,-1 0 0 0 0,0-1 0 0 0,0 1 0 0 0,0-6 1 0 0,2-64-224 0 0,-3 62 169 0 0,0-78-2241 0 0,-1 89 2209 0 0,1 1-1 0 0,0-1 1 0 0,0 1 0 0 0,0 0-1 0 0,-1-1 1 0 0,1 1 0 0 0,0 0-1 0 0,-1-1 1 0 0,1 1 0 0 0,0 0-1 0 0,-1-1 1 0 0,1 1 0 0 0,0 0-1 0 0,-1 0 1 0 0,1 0 0 0 0,0-1-1 0 0,-1 1 1 0 0,1 0-1 0 0,-1 0 1 0 0,1 0 0 0 0,0 0-1 0 0,-1 0 1 0 0,1 0 0 0 0,-1-1-1 0 0,1 1 1 0 0,-1 0 0 0 0,1 0-1 0 0,0 0 1 0 0,-1 1 0 0 0,1-1-1 0 0,-1 0 1 0 0,1 0 0 0 0,-1 0-1 0 0,1 0 1 0 0,0 0-1 0 0,-1 0 1 0 0,1 1 0 0 0,-1-1-1 0 0,1 0 1 0 0,0 0 0 0 0,-1 1-1 0 0,1-1 1 0 0,0 0 0 0 0,-1 0-1 0 0,1 1 1 0 0,0-1 0 0 0,-1 1-1 0 0,-19 11-2145 0 0,-67 65-2369 0 0,74-63 4354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8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1 211 1184 0 0,'1'2'151'0'0,"1"0"0"0"0,-1-1-1 0 0,1 1 1 0 0,0 0 0 0 0,0-1 0 0 0,-1 1-1 0 0,1-1 1 0 0,0 1 0 0 0,1-1 0 0 0,-1 0-1 0 0,0 0 1 0 0,0 0 0 0 0,0 0 0 0 0,1-1 0 0 0,-1 1-1 0 0,0 0 1 0 0,1-1 0 0 0,-1 0 0 0 0,1 1-1 0 0,-1-1 1 0 0,0 0 0 0 0,1 0 0 0 0,-1-1-1 0 0,1 1 1 0 0,-1 0 0 0 0,0-1 0 0 0,1 0-1 0 0,-1 1 1 0 0,0-1 0 0 0,1 0 0 0 0,2-2-1 0 0,11-3 772 0 0,-1-1 0 0 0,0 0-1 0 0,17-11 1 0 0,-29 15-751 0 0,107-59 2474 0 0,33-20-4560 0 0,-138 79 1214 0 0,0 0 1 0 0,0 0-1 0 0,-1 0 0 0 0,0-1 0 0 0,1 1 0 0 0,-1-1 0 0 0,-1 0 0 0 0,7-8 0 0 0,-10 11-292 0 0,-8 2-1950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9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33 224 2136 0 0,'-23'32'1516'0'0,"14"-11"3003"0"0,9-21-4404 0 0,1 1-1 0 0,0-1 0 0 0,-1 1 0 0 0,1-1 0 0 0,-1 0 0 0 0,1 1 1 0 0,-1-1-1 0 0,1 0 0 0 0,0 1 0 0 0,-1-1 0 0 0,1 0 0 0 0,0 0 1 0 0,-1 0-1 0 0,1 0 0 0 0,0 0 0 0 0,-1 0 0 0 0,1 0 0 0 0,0 0 1 0 0,-1 0-1 0 0,1 0 0 0 0,0 0 0 0 0,-1 0 0 0 0,1 0 0 0 0,-1 0 1 0 0,1 0-1 0 0,0-1 0 0 0,-1 1 0 0 0,2-1 0 0 0,19-5 602 0 0,29-16-574 0 0,-2-2 0 0 0,68-46-1 0 0,-28 16-2781 0 0,-27 11-901 0 0,-58 41 3252 0 0,0-1 0 0 0,0 0 0 0 0,0 1 0 0 0,0-1 1 0 0,-1 0-1 0 0,1 0 0 0 0,-1-1 0 0 0,0 1 0 0 0,0-1 0 0 0,0 1 0 0 0,0-1 1 0 0,0 1-1 0 0,-1-1 0 0 0,0 0 0 0 0,2-6 0 0 0,-3 9-61 0 0,-4 1 292 0 0,1 1 193 0 0,0 0 0 0 0,0 0 1 0 0,0 0-1 0 0,0 0 1 0 0,0 1-1 0 0,0-1 1 0 0,0 1-1 0 0,0 0 1 0 0,1-1-1 0 0,-1 1 0 0 0,-3 4 1 0 0,-34 33 2419 0 0,26-24-1382 0 0,-1 0-349 0 0,2 1 0 0 0,0 0 0 0 0,1 1 0 0 0,1 0-1 0 0,-14 28 1 0 0,7-8-841 0 0,-21 68 0 0 0,33-93-1130 0 0,3-16-1159 0 0,5-23 707 0 0,1 19 1850 0 0,0 0 0 0 0,1 1 0 0 0,0-1 0 0 0,1 1 0 0 0,-1 0 0 0 0,1 0 0 0 0,1 1 0 0 0,-1-1 0 0 0,1 1 0 0 0,0 0 0 0 0,0 1 0 0 0,1-1 0 0 0,0 1 0 0 0,0 1 0 0 0,0-1 0 0 0,0 1 0 0 0,1 1 0 0 0,0-1-1 0 0,0 1 1 0 0,0 0 0 0 0,0 1 0 0 0,0 0 0 0 0,14-2 0 0 0,11 2 245 0 0,0 1 0 0 0,0 2 0 0 0,0 1 0 0 0,57 11 0 0 0,9 0-4947 0 0,-97-13 4426 0 0,23 0-3941 0 0,-24 0 3797 0 0,-1 0 0 0 0,1 0 0 0 0,0 0 0 0 0,-1 0 0 0 0,1 0 0 0 0,0 0 0 0 0,-1 0-1 0 0,1 0 1 0 0,0 0 0 0 0,-1-1 0 0 0,1 1 0 0 0,-1 0 0 0 0,1-1 0 0 0,0 1 0 0 0,-1 0 0 0 0,1-1-1 0 0,-1 1 1 0 0,1 0 0 0 0,-1-1 0 0 0,1 1 0 0 0,-1-1 0 0 0,1 1 0 0 0,-1-1 0 0 0,1 1 0 0 0,-1-1 0 0 0,0 0-1 0 0,1 1 1 0 0,-1-1 0 0 0,0 1 0 0 0,0-1 0 0 0,1 0 0 0 0,-1 0 0 0 0,0-5-426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19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110 307 3204 0 0,'17'-21'5451'0'0,"-16"18"-5124"0"0,1 0 1 0 0,0 0-1 0 0,0 1 0 0 0,0-1 0 0 0,0 1 0 0 0,0 0 0 0 0,0-1 0 0 0,0 1 0 0 0,5-3 0 0 0,48-34 434 0 0,50-45 0 0 0,-44 33-662 0 0,36-32-1580 0 0,-274 282 17 0 0,163-182 1617 0 0,1 1-1 0 0,1 1 0 0 0,-16 31 0 0 0,24-42-79 0 0,0 0-1 0 0,1 1 0 0 0,0-1 0 0 0,0 1 1 0 0,1 0-1 0 0,0 0 0 0 0,1 0 0 0 0,0 0 1 0 0,0 0-1 0 0,1 0 0 0 0,2 13 0 0 0,-2-19-59 0 0,1 0-1 0 0,0 0 0 0 0,0 0 0 0 0,0 0 1 0 0,0-1-1 0 0,0 1 0 0 0,1 0 1 0 0,-1-1-1 0 0,1 1 0 0 0,0-1 0 0 0,0 1 1 0 0,0-1-1 0 0,0 0 0 0 0,0 0 0 0 0,0 0 1 0 0,0 0-1 0 0,1 0 0 0 0,-1 0 0 0 0,1-1 1 0 0,0 1-1 0 0,-1-1 0 0 0,1 0 0 0 0,0 0 1 0 0,0 0-1 0 0,0 0 0 0 0,0 0 0 0 0,0-1 1 0 0,0 1-1 0 0,0-1 0 0 0,4 1 1 0 0,9-1-59 0 0,1 1 1 0 0,0-2 0 0 0,0 0-1 0 0,18-5 1 0 0,-25 5-33 0 0,-6 0 59 0 0,-3 0 89 0 0,-4 6-55 0 0,1-1-1 0 0,-1 0 1 0 0,0 0 0 0 0,0 0-1 0 0,0 0 1 0 0,-1 0-1 0 0,1-1 1 0 0,-1 0 0 0 0,0 0-1 0 0,-5 3 1 0 0,-3 5 24 0 0,-21 20-8 0 0,4-4-132 0 0,-28 33 0 0 0,50-52 38 0 0,1 0-1 0 0,0 0 1 0 0,1 0-1 0 0,0 0 0 0 0,0 1 1 0 0,1 0-1 0 0,0 0 1 0 0,0 0-1 0 0,-3 18 0 0 0,6-24 43 0 0,1 0 0 0 0,-1-1-1 0 0,1 1 1 0 0,0 0 0 0 0,0 0-1 0 0,0 0 1 0 0,1-1 0 0 0,-1 1-1 0 0,1 0 1 0 0,0 0-1 0 0,-1-1 1 0 0,1 1 0 0 0,0 0-1 0 0,0-1 1 0 0,1 1 0 0 0,-1-1-1 0 0,1 1 1 0 0,-1-1 0 0 0,1 0-1 0 0,0 0 1 0 0,0 0-1 0 0,0 0 1 0 0,0 0 0 0 0,0 0-1 0 0,0 0 1 0 0,0 0 0 0 0,1-1-1 0 0,-1 1 1 0 0,0-1 0 0 0,1 0-1 0 0,0 0 1 0 0,-1 0-1 0 0,1 0 1 0 0,0 0 0 0 0,3 0-1 0 0,9 3-112 0 0,2-1 0 0 0,-1-1 0 0 0,0-1 0 0 0,27 0 0 0 0,-43-1 138 0 0,0 0 1 0 0,1 1-1 0 0,-1-1 1 0 0,0 0-1 0 0,0 0 1 0 0,1 0-1 0 0,-1 1 1 0 0,0-1-1 0 0,1 0 1 0 0,-1 1 0 0 0,0-1-1 0 0,0 0 1 0 0,0 1-1 0 0,1-1 1 0 0,-1 0-1 0 0,0 1 1 0 0,0-1-1 0 0,0 0 1 0 0,0 1-1 0 0,0-1 1 0 0,1 0-1 0 0,-1 1 1 0 0,0-1-1 0 0,0 0 1 0 0,0 1-1 0 0,0-1 1 0 0,0 1-1 0 0,0-1 1 0 0,0 0-1 0 0,0 1 1 0 0,-1-1-1 0 0,1 0 1 0 0,0 1-1 0 0,0-1 1 0 0,0 1-1 0 0,0-1 1 0 0,0 0-1 0 0,-1 1 1 0 0,1-1-1 0 0,0 0 1 0 0,0 0-1 0 0,0 1 1 0 0,-1-1-1 0 0,1 0 1 0 0,0 1-1 0 0,-1-1 1 0 0,1 0-1 0 0,0 0 1 0 0,-1 0-1 0 0,1 1 1 0 0,-1-1-1 0 0,-14 22 147 0 0,14-21-125 0 0,-32 36 291 0 0,-44 38 0 0 0,3-3-204 0 0,70-66-138 0 0,0 1 0 0 0,1 0 0 0 0,0 0 1 0 0,0 0-1 0 0,0 0 0 0 0,1 1 0 0 0,0-1 0 0 0,1 1 0 0 0,-1 0 1 0 0,1 12-1 0 0,-3 6 94 0 0,-1-5 2 0 0,-1 0 0 0 0,0 0 0 0 0,-2 0 0 0 0,-1-1 0 0 0,0 0 0 0 0,-1-1 0 0 0,-18 25 0 0 0,18-24 1065 0 0,27-28-614 0 0,28-27-247 0 0,-32 22-271 0 0,1 2 0 0 0,0 0 0 0 0,1 0-1 0 0,0 1 1 0 0,1 1 0 0 0,0 1 0 0 0,0 0 0 0 0,1 1 0 0 0,0 0 0 0 0,0 2 0 0 0,22-5 0 0 0,-38 10 15 0 0,0 0 1 0 0,1 0-1 0 0,-1 0 1 0 0,0 0-1 0 0,0 0 1 0 0,0 0-1 0 0,0 0 1 0 0,0 0 0 0 0,0 1-1 0 0,1-1 1 0 0,-1 0-1 0 0,0 1 1 0 0,0-1-1 0 0,0 1 1 0 0,0-1-1 0 0,0 1 1 0 0,0-1 0 0 0,0 1-1 0 0,0 0 1 0 0,0-1-1 0 0,-1 1 1 0 0,1 0-1 0 0,0 0 1 0 0,0 0 0 0 0,-1 0-1 0 0,1 0 1 0 0,0 0-1 0 0,-1 0 1 0 0,1 0-1 0 0,-1 0 1 0 0,1 0-1 0 0,-1 0 1 0 0,0 0 0 0 0,1 0-1 0 0,-1 0 1 0 0,0 0-1 0 0,0 0 1 0 0,0 1-1 0 0,0-1 1 0 0,0 0-1 0 0,0 0 1 0 0,0 0 0 0 0,0 0-1 0 0,0 0 1 0 0,0 1-1 0 0,-1-1 1 0 0,1 0-1 0 0,0 0 1 0 0,-2 1-1 0 0,-1 12 159 0 0,-1 0 0 0 0,-1-1-1 0 0,-7 17 1 0 0,5-15-26 0 0,5-12-135 0 0,1 0 0 0 0,0 0 0 0 0,0-1 0 0 0,0 1 0 0 0,1 0 0 0 0,-1 0 0 0 0,1 0-1 0 0,-1 0 1 0 0,1 0 0 0 0,0 0 0 0 0,0 0 0 0 0,0 0 0 0 0,1 0 0 0 0,-1 0 0 0 0,2 3-1 0 0,-1-4-17 0 0,0-1-1 0 0,0 1 0 0 0,0-1 1 0 0,1 0-1 0 0,-1 0 0 0 0,1 0 0 0 0,-1 0 1 0 0,1 0-1 0 0,-1 0 0 0 0,1 0 1 0 0,-1 0-1 0 0,1 0 0 0 0,0-1 0 0 0,-1 1 1 0 0,1-1-1 0 0,0 1 0 0 0,0-1 1 0 0,0 0-1 0 0,-1 0 0 0 0,1 0 0 0 0,0 0 1 0 0,0 0-1 0 0,0 0 0 0 0,-1 0 0 0 0,4-1 1 0 0,17-1-698 0 0,-1-1 1 0 0,0-1 0 0 0,0-1-1 0 0,32-12 1 0 0,-30 8-778 0 0,-1-1-1 0 0,1-1 1 0 0,-2-1 0 0 0,0 0-1 0 0,0-2 1 0 0,29-26 0 0 0,-25 13 142 0 0,-13 12 875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29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 1080 0 0,'4'-7'100'0'0,"-4"-1"-52"0"0,4 1-20 0 0,0 0-16 0 0,-4-1-4 0 0,0-1-284 0 0,0 2-260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35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31 1476 0 0,'0'0'448'0'0,"-21"-30"8107"0"0,36 44-10962 0 0,-10-11 2432 0 0,-1 1 1 0 0,1-1-1 0 0,0 0 0 0 0,-1-1 1 0 0,1 1-1 0 0,0-1 0 0 0,8 3 1 0 0,35 3-57 0 0,0-2 0 0 0,74 0 1 0 0,-65-4 78 0 0,72 10 0 0 0,-71-5 33 0 0,0-3-1 0 0,63-3 1 0 0,-67-2-98 0 0,1 2 0 0 0,86 13-1 0 0,-36 2 416 0 0,1-4-1 0 0,154-3 0 0 0,-213-9-274 0 0,286-10 2038 0 0,-304 6-1846 0 0,-1-1-1 0 0,33-11 0 0 0,-43 10-424 0 0,-1 1-1 0 0,1 1 0 0 0,0 1 0 0 0,1 0 0 0 0,-1 1 0 0 0,0 1 0 0 0,1 1 0 0 0,18 2 0 0 0,-34-2 184 0 0,0 1 0 0 0,1 0 0 0 0,-1 0 0 0 0,0 1-1 0 0,0-1 1 0 0,0 1 0 0 0,0-1 0 0 0,0 1-1 0 0,0 0 1 0 0,0 0 0 0 0,2 3 0 0 0,-5-5 44 0 0,46 31-9944 0 0,-32-21 8044 0 0,-9-5 1092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37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1163 944 0 0,'37'-2'3677'0'0,"56"-9"0"0"0,-82 9-3149 0 0,117-20 1123 0 0,-57 9-1785 0 0,-1 2-1 0 0,2 3 1 0 0,116 3 0 0 0,300 47 2385 0 0,-96-48-1177 0 0,-353 3-987 0 0,100-11 137 0 0,49-2 536 0 0,79 30-792 0 0,-155-6 227 0 0,45 9-104 0 0,70 2 196 0 0,-216-20-267 0 0,1 0 0 0 0,0-1 1 0 0,0 0-1 0 0,-1 0 0 0 0,1-2 0 0 0,-1 1 1 0 0,0-2-1 0 0,0 1 0 0 0,0-1 1 0 0,-1-1-1 0 0,0 0 0 0 0,0-1 1 0 0,0 0-1 0 0,10-10 0 0 0,-4 2 40 0 0,0 0-1 0 0,-1-1 1 0 0,-1-1-1 0 0,0-1 1 0 0,-2 0 0 0 0,20-36-1 0 0,-23 35-33 0 0,0-1 0 0 0,-1 0 0 0 0,-1-1 0 0 0,6-32 0 0 0,-10 40-15 0 0,-2 1 1 0 0,1-1 0 0 0,-2 0-1 0 0,0 1 1 0 0,0-1 0 0 0,-1 0-1 0 0,-1 1 1 0 0,0-1-1 0 0,-4-14 1 0 0,-1 6-19 0 0,-1 1 1 0 0,0 0-1 0 0,-1 0 0 0 0,-1 1 1 0 0,-1 0-1 0 0,-1 1 0 0 0,-1 0 1 0 0,0 1-1 0 0,-1 0 0 0 0,-1 1 1 0 0,0 1-1 0 0,-28-21 0 0 0,-14-5 11 0 0,-1 2-1 0 0,-76-36 0 0 0,100 59 71 0 0,0 1 1 0 0,-2 2 0 0 0,1 2-1 0 0,-2 1 1 0 0,-66-10 0 0 0,-79 3 80 0 0,-144-20 73 0 0,-45-14 137 0 0,140 23-211 0 0,88 15-431 0 0,0 5 1 0 0,0 8-1 0 0,-198 23 1 0 0,189-11 208 0 0,25-2 259 0 0,-226 45 1 0 0,345-53-171 0 0,0-1-45 0 0,0 1 0 0 0,0 0-1 0 0,0 0 1 0 0,0 1 0 0 0,1 0-1 0 0,-1 0 1 0 0,1 1-1 0 0,0 0 1 0 0,0 0 0 0 0,-11 10-1 0 0,16-7-3 0 0,1-1-1 0 0,-1 1 1 0 0,1 0-1 0 0,1 1 1 0 0,-1-1-1 0 0,1 0 1 0 0,1 0-1 0 0,-1 0 0 0 0,2 9 1 0 0,-1-13 21 0 0,4 38 10 0 0,3-1-1 0 0,1 1 1 0 0,27 74 0 0 0,66 108-9 0 0,-70-163 77 0 0,61 85 1 0 0,-90-141-30 0 0,1 0-198 0 0,-1 0 1 0 0,0 1 0 0 0,0-1 0 0 0,0 1-1 0 0,0 0 1 0 0,-1-1 0 0 0,0 1-1 0 0,0 0 1 0 0,0 0 0 0 0,1 7 0 0 0,6 41-10834 0 0,-3-33 9090 0 0,-4-14 1317 0 0,1 0 95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05:44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7367,'1844'-20'0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47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24 880 0 0,'0'0'955'0'0,"-8"-18"-1307"0"0,-12 13-888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49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0 224 0 0,'-9'37'123'0'0,"9"-33"-26"0"0,0 0 0 0 0,-1-1 0 0 0,1 1-1 0 0,-1 0 1 0 0,0-1 0 0 0,0 1 0 0 0,-1-1 0 0 0,1 1 0 0 0,-1-1 0 0 0,1 0 0 0 0,-1 1 0 0 0,0-1 0 0 0,-3 3 0 0 0,1 0-1 0 0,-6-2-1537 0 0,3-2 1258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0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921 191 2780 0 0,'0'0'2106'0'0,"-39"-28"2367"0"0,35 25-4103 0 0,0-1 1 0 0,1 1-1 0 0,-1-1 1 0 0,-1 1-1 0 0,1 0 0 0 0,-8-4 1 0 0,11 7-338 0 0,-2 0-95 0 0,0 0 0 0 0,0 0 0 0 0,0 0 0 0 0,0 1 0 0 0,0-1 0 0 0,0 1 0 0 0,0-1 1 0 0,0 1-1 0 0,0 0 0 0 0,-4 3 0 0 0,-35 20 225 0 0,-2-2 0 0 0,0-1 0 0 0,-1-3 0 0 0,-69 19 0 0 0,104-34-242 0 0,-1 0 0 0 0,2 0 0 0 0,-1 1 0 0 0,0 0-1 0 0,1 0 1 0 0,-1 1 0 0 0,1 1 0 0 0,1 0 0 0 0,-1 0 0 0 0,1 0 0 0 0,0 1-1 0 0,-8 9 1 0 0,-20 28 171 0 0,3 1 1 0 0,2 1-1 0 0,2 2 0 0 0,-34 74 0 0 0,22-40 383 0 0,4 2 1 0 0,-42 140-1 0 0,65-159-450 0 0,3-1 0 0 0,2 2-1 0 0,4-1 1 0 0,2 1 0 0 0,3 0-1 0 0,10 70 1 0 0,18 39 256 0 0,-24-153-276 0 0,0 0-1 0 0,2 0 0 0 0,0 0 1 0 0,2-1-1 0 0,0 0 1 0 0,2-1-1 0 0,22 38 0 0 0,-10-24-117 0 0,1-2-1 0 0,1-1 1 0 0,51 49 0 0 0,-26-36 204 0 0,1-2 0 0 0,3-2 1 0 0,61 35-1 0 0,185 79-1039 0 0,-10-49-282 0 0,-111-44 1676 0 0,-127-43-78 0 0,1-3 1 0 0,1-2 0 0 0,0-2 0 0 0,0-3-1 0 0,77 3 1 0 0,-53-11-115 0 0,0-3 1 0 0,1-4 0 0 0,89-19-1 0 0,-91 11-162 0 0,-2-3-1 0 0,0-4 0 0 0,-2-3 1 0 0,74-36-1 0 0,-114 43-29 0 0,0-1-1 0 0,-1-1 1 0 0,-1-1-1 0 0,-2-2 1 0 0,30-30-1 0 0,118-142-19 0 0,-115 124-40 0 0,121-165-65 0 0,-152 189 8 0 0,-2-2 0 0 0,-1 0 0 0 0,24-69 0 0 0,-30 54 60 0 0,-4 0 0 0 0,-2-1 0 0 0,-3-1 0 0 0,4-80 0 0 0,-12 82 157 0 0,-2 0 1 0 0,-12-104-1 0 0,4 126 28 0 0,-2 0 0 0 0,-2 0 0 0 0,-1 1 0 0 0,-34-77 1 0 0,32 90-99 0 0,-2 1 0 0 0,-1 1 0 0 0,-1 0 0 0 0,-1 1 0 0 0,-1 1 1 0 0,-37-35-1 0 0,24 29-52 0 0,-2 2 0 0 0,-1 2 1 0 0,-1 1-1 0 0,-41-22 0 0 0,-17 1 18 0 0,-3 5 1 0 0,-1 3-1 0 0,-113-27 0 0 0,132 44-67 0 0,-2 3 0 0 0,0 4 0 0 0,-1 3-1 0 0,-93 0 1 0 0,112 11-386 0 0,0 3 0 0 0,1 3 0 0 0,0 2 0 0 0,1 3 0 0 0,0 3 0 0 0,-63 23 0 0 0,96-27-932 0 0,1 2 1 0 0,-42 23-1 0 0,60-29 475 0 0,0 0-1 0 0,0 0 1 0 0,0 0 0 0 0,1 1 0 0 0,0 0 0 0 0,0 1-1 0 0,1 0 1 0 0,0 0 0 0 0,1 1 0 0 0,-9 13-1 0 0,11-9-393 0 0,4-12 809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1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78 385 3504 0 0,'0'0'3966'0'0,"37"3"-3324"0"0,11 0-287 0 0,1-3 1 0 0,-1-2-1 0 0,60-9 1 0 0,-80 7-447 0 0,0-2 1 0 0,-1 0 0 0 0,0-2-1 0 0,-1-1 1 0 0,0-2 0 0 0,49-26-1 0 0,-71 35 56 0 0,0 0-1 0 0,0-1 0 0 0,0 1 0 0 0,-1-1 0 0 0,1 0 0 0 0,-1 0 1 0 0,1 0-1 0 0,-1-1 0 0 0,0 1 0 0 0,-1-1 0 0 0,1 0 0 0 0,-1 1 1 0 0,1-1-1 0 0,-1-1 0 0 0,0 1 0 0 0,-1 0 0 0 0,1 0 0 0 0,-1-1 1 0 0,1 1-1 0 0,-1 0 0 0 0,-1-1 0 0 0,1 1 0 0 0,-1-1 0 0 0,1 1 1 0 0,-2-6-1 0 0,0 3 99 0 0,-1 0 0 0 0,0 0 0 0 0,0-1 0 0 0,-1 1 0 0 0,0 1 0 0 0,0-1-1 0 0,-1 0 1 0 0,0 1 0 0 0,0 0 0 0 0,0-1 0 0 0,-1 2 0 0 0,0-1 0 0 0,0 0 0 0 0,-8-6 0 0 0,1 2 210 0 0,1 0 0 0 0,-1 0 0 0 0,-1 2 0 0 0,0-1 0 0 0,0 2 0 0 0,0 0-1 0 0,-1 0 1 0 0,0 1 0 0 0,-18-5 0 0 0,23 9-168 0 0,0 1 1 0 0,0-1-1 0 0,-1 1 0 0 0,1 1 0 0 0,-1 0 0 0 0,1 0 1 0 0,0 1-1 0 0,-1 0 0 0 0,1 1 0 0 0,0 0 1 0 0,0 0-1 0 0,0 1 0 0 0,0 0 0 0 0,0 0 0 0 0,1 1 1 0 0,-11 6-1 0 0,3 1 41 0 0,0 0 1 0 0,0 0 0 0 0,1 2-1 0 0,0 0 1 0 0,1 0-1 0 0,1 2 1 0 0,-23 30-1 0 0,19-20 7 0 0,2 1-1 0 0,0 1 0 0 0,2 1 0 0 0,-16 45 1 0 0,14-20-56 0 0,1 1 0 0 0,3-1 0 0 0,3 2 0 0 0,2-1 1 0 0,1 71-1 0 0,5-108-94 0 0,-1 21-5 0 0,2 0 1 0 0,2 0 0 0 0,9 48 0 0 0,-11-78-14 0 0,1 1-1 0 0,1 0 1 0 0,0-1 0 0 0,0 1-1 0 0,0-1 1 0 0,1 0-1 0 0,0 0 1 0 0,1 0 0 0 0,-1-1-1 0 0,2 0 1 0 0,-1 1 0 0 0,1-2-1 0 0,0 1 1 0 0,0-1-1 0 0,1 0 1 0 0,0 0 0 0 0,0-1-1 0 0,0 0 1 0 0,14 7-1 0 0,-13-9-73 0 0,0 0-1 0 0,1-1 1 0 0,-1-1-1 0 0,1 1 0 0 0,-1-1 1 0 0,1-1-1 0 0,0 1 1 0 0,-1-2-1 0 0,1 1 0 0 0,-1-1 1 0 0,1 0-1 0 0,0-1 1 0 0,-1 0-1 0 0,0 0 0 0 0,9-4 1 0 0,11-5-634 0 0,-1-1 1 0 0,52-31-1 0 0,-18 4-915 0 0,-2-3-1 0 0,-2-3 0 0 0,99-100 1 0 0,-86 69 1113 0 0,-4-4 1 0 0,65-101-1 0 0,-122 168 862 0 0,-2 5 192 0 0,-1 0 0 0 0,-1-1 0 0 0,1 1 0 0 0,-2-1 1 0 0,1-1-1 0 0,-1 1 0 0 0,0 0 0 0 0,3-18 0 0 0,-7 27-443 0 0,0 0 0 0 0,-1-1 0 0 0,1 1 0 0 0,0 0 0 0 0,-1 0 0 0 0,1 0 0 0 0,0-1 1 0 0,-1 1-1 0 0,1 0 0 0 0,-1 0 0 0 0,1 0 0 0 0,0 0 0 0 0,-1 0 0 0 0,1 0 0 0 0,-1 0 0 0 0,1 0 0 0 0,0 0 0 0 0,-1 0 1 0 0,1 0-1 0 0,-1 0 0 0 0,1 0 0 0 0,0 0 0 0 0,-1 0 0 0 0,1 0 0 0 0,-1 0 0 0 0,1 1 0 0 0,0-1 0 0 0,-1 0 0 0 0,1 0 1 0 0,0 0-1 0 0,-1 1 0 0 0,1-1 0 0 0,0 0 0 0 0,-1 1 0 0 0,-14 7 613 0 0,0 5-397 0 0,0 0 0 0 0,1 2 1 0 0,1-1-1 0 0,0 2 0 0 0,1 0 0 0 0,1 0 0 0 0,0 1 0 0 0,-11 25 0 0 0,-7 22 62 0 0,-19 66 1 0 0,45-124-333 0 0,-2 10-3 0 0,0 0-1 0 0,1 0 0 0 0,1 0 0 0 0,0 0 0 0 0,1 1 0 0 0,1-1 1 0 0,1 23-1 0 0,0-35-60 0 0,0 0 0 0 0,1-1-1 0 0,-1 1 1 0 0,1-1 0 0 0,0 1 0 0 0,0-1 0 0 0,0 1 0 0 0,0-1 0 0 0,0 0 0 0 0,1 1 0 0 0,0-1 0 0 0,-1 0-1 0 0,1 0 1 0 0,0 0 0 0 0,1 0 0 0 0,-1 0 0 0 0,0-1 0 0 0,1 1 0 0 0,0-1 0 0 0,-1 0 0 0 0,1 1 0 0 0,0-1-1 0 0,0 0 1 0 0,0-1 0 0 0,1 1 0 0 0,-1-1 0 0 0,0 1 0 0 0,1-1 0 0 0,-1 0 0 0 0,1 0 0 0 0,-1 0 0 0 0,1-1-1 0 0,-1 1 1 0 0,1-1 0 0 0,-1 0 0 0 0,1 0 0 0 0,0 0 0 0 0,-1 0 0 0 0,5-2 0 0 0,8 0-385 0 0,1-2 0 0 0,-1 0 0 0 0,0 0 0 0 0,-1-2 0 0 0,1 0 0 0 0,-1 0 0 0 0,-1-2 0 0 0,1 0 0 0 0,-1 0 0 0 0,0-2 0 0 0,22-19 0 0 0,-10 6-106 0 0,-1-2-1 0 0,-1-1 1 0 0,-1-1-1 0 0,29-43 0 0 0,-39 44 951 0 0,7-8 3081 0 0,-36 49-1156 0 0,9 3-2067 0 0,0-1 0 0 0,1 2 0 0 0,1-1 0 0 0,0 1 0 0 0,2 0 0 0 0,-2 22 0 0 0,4-35-339 0 0,1 0 0 0 0,-1 0-1 0 0,2 1 1 0 0,-1-1 0 0 0,1 0-1 0 0,0 0 1 0 0,0 0 0 0 0,0 0-1 0 0,1 0 1 0 0,0 0 0 0 0,0 0-1 0 0,1 0 1 0 0,0-1 0 0 0,-1 1 0 0 0,2-1-1 0 0,-1 0 1 0 0,1 0 0 0 0,0 0-1 0 0,0 0 1 0 0,0-1 0 0 0,1 0-1 0 0,9 8 1 0 0,-12-11-185 0 0,0 0-1 0 0,0 0 1 0 0,0 0-1 0 0,0 0 1 0 0,0 0-1 0 0,0-1 1 0 0,0 1-1 0 0,0-1 1 0 0,0 0 0 0 0,0 1-1 0 0,1-1 1 0 0,-1 0-1 0 0,0 0 1 0 0,0 0-1 0 0,0-1 1 0 0,0 1-1 0 0,1 0 1 0 0,-1-1 0 0 0,0 0-1 0 0,2 0 1 0 0,-3 0 81 0 0,0 1 0 0 0,0-1 0 0 0,0 1 0 0 0,0-1 0 0 0,0 0 0 0 0,-1 1 0 0 0,1-1 0 0 0,0 0 0 0 0,-1 0 0 0 0,1 1 0 0 0,0-1 0 0 0,-1 0 0 0 0,1 0 0 0 0,-1 0 0 0 0,1 0 0 0 0,-1 0 0 0 0,0 0 0 0 0,1 0 0 0 0,-1 0 0 0 0,0 0 0 0 0,0 0 0 0 0,1 0 0 0 0,-1 0 0 0 0,0 0 0 0 0,0 0 0 0 0,0 0 0 0 0,0 0 0 0 0,0 0 0 0 0,-1 0 0 0 0,1 0 0 0 0,0 0 0 0 0,0 0 0 0 0,-1 0 0 0 0,1 0 0 0 0,-1 0 0 0 0,1 1 0 0 0,-1-1 0 0 0,1 0 0 0 0,-1 0 0 0 0,1 0 0 0 0,-1 0 0 0 0,-1 0 0 0 0,-10-20-1482 0 0,4 11 1008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1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0 121 3332 0 0,'0'1'177'0'0,"0"0"0"0"0,1 0 0 0 0,-1 0 0 0 0,0 0 0 0 0,0 0-1 0 0,0 0 1 0 0,1 0 0 0 0,-1 1 0 0 0,0-1 0 0 0,1 0 0 0 0,-1-1 0 0 0,1 1-1 0 0,-1 0 1 0 0,1 0 0 0 0,0 0 0 0 0,-1 0 0 0 0,1 0 0 0 0,0 0 0 0 0,0-1-1 0 0,-1 1 1 0 0,1 0 0 0 0,0-1 0 0 0,0 1 0 0 0,1 0 0 0 0,31 6 1913 0 0,39-14-1957 0 0,-66 6-280 0 0,39-8-1821 0 0,82-26 0 0 0,-106 28 1230 0 0,-1-1 1 0 0,-1-1-1 0 0,0-1 0 0 0,0-1 1 0 0,-1 0-1 0 0,21-17 1 0 0,-23 13 274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2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219 17 4032 0 0,'8'-4'729'0'0,"0"1"-1"0"0,0 1 0 0 0,0 0 0 0 0,1 0 0 0 0,-1 0 0 0 0,1 1 1 0 0,-1 1-1 0 0,1-1 0 0 0,0 1 0 0 0,9 2 0 0 0,-13-1-527 0 0,-1 0 0 0 0,0 1 0 0 0,1-1 1 0 0,-1 1-1 0 0,0 0 0 0 0,0 0 0 0 0,0 1 0 0 0,-1-1 0 0 0,1 1 0 0 0,0 0 0 0 0,-1 0 0 0 0,0 0 0 0 0,1 1 0 0 0,-1-1 0 0 0,-1 1 0 0 0,1 0 0 0 0,0-1 0 0 0,-1 1 0 0 0,0 0 0 0 0,3 8 0 0 0,-1-2-136 0 0,-1 1-1 0 0,0 0 0 0 0,0-1 1 0 0,-1 1-1 0 0,-1 0 1 0 0,0 0-1 0 0,0 0 1 0 0,-1 0-1 0 0,-1 0 1 0 0,-2 15-1 0 0,0-3-181 0 0,-2 1 1 0 0,0-1-1 0 0,-16 39 0 0 0,12-41-677 0 0,-1-2 0 0 0,0 1 0 0 0,-2-2 0 0 0,0 1 0 0 0,-1-2 0 0 0,0 1 0 0 0,-2-2 0 0 0,0 0 0 0 0,-1-1 0 0 0,-1 0 0 0 0,0-2 1 0 0,0 0-1 0 0,-2 0 0 0 0,1-2 0 0 0,-2 0 0 0 0,1-2 0 0 0,-2 0 0 0 0,1-1 0 0 0,-38 10 0 0 0,34-13 259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3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1 205 3492 0 0,'144'-53'9180'0'0,"-93"31"-8137"0"0,76-20-1 0 0,-49 27-1971 0 0,137-10 0 0 0,-154 19-2342 0 0,-60 7 3153 0 0,-1-1 0 0 0,1 0-1 0 0,-1 0 1 0 0,0 0 0 0 0,1 0 0 0 0,-1 0 0 0 0,1 0 0 0 0,-1 0 0 0 0,1 0 0 0 0,-1 0 0 0 0,0 0 0 0 0,1 0 0 0 0,-1 0 0 0 0,1-1 0 0 0,-1 1 0 0 0,0 0 0 0 0,1 0 0 0 0,-1 0 0 0 0,0 0 0 0 0,1-1 0 0 0,-1 1 0 0 0,0 0 0 0 0,1 0 0 0 0,-1-1 0 0 0,0 1 0 0 0,1 0 0 0 0,-1-1 0 0 0,0 1 0 0 0,0 0 0 0 0,1-1 0 0 0,-1 1 0 0 0,0 0 0 0 0,0-1 0 0 0,0 1 0 0 0,0 0 0 0 0,1-1 0 0 0,-1 1 0 0 0,0-1 0 0 0,0 1 0 0 0,0 0 0 0 0,0-1 0 0 0,0 1 0 0 0,0-1 0 0 0,0 1 0 0 0,0-1 0 0 0,0 1 0 0 0,0 0 0 0 0,0-1 0 0 0,-1 0 0 0 0,-12-18-2830 0 0,10 16 3062 0 0,-4-4-567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3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47 138 3600 0 0,'-7'-13'1673'0'0,"0"0"0"0"0,0 0 0 0 0,1 0 0 0 0,1-1 1 0 0,-7-27-1 0 0,12 40-1606 0 0,0 0 0 0 0,-1 0 0 0 0,1 0 0 0 0,0 1 1 0 0,-1-1-1 0 0,1 0 0 0 0,0 0 0 0 0,0 0 1 0 0,0 0-1 0 0,0 0 0 0 0,0 0 0 0 0,0 0 1 0 0,0 0-1 0 0,0 0 0 0 0,0 1 0 0 0,1-1 0 0 0,-1 0 1 0 0,0 0-1 0 0,0 0 0 0 0,1 0 0 0 0,-1 0 1 0 0,1 1-1 0 0,-1-1 0 0 0,1 0 0 0 0,-1 0 0 0 0,1 1 1 0 0,-1-1-1 0 0,1 0 0 0 0,-1 1 0 0 0,1-1 1 0 0,0 0-1 0 0,0 1 0 0 0,-1-1 0 0 0,2 0 0 0 0,1 1-31 0 0,0-1 0 0 0,0 1-1 0 0,-1-1 1 0 0,1 1 0 0 0,0 0-1 0 0,0 1 1 0 0,-1-1-1 0 0,1 0 1 0 0,0 1 0 0 0,0-1-1 0 0,3 2 1 0 0,9 3-73 0 0,-1 1 1 0 0,0 0-1 0 0,18 11 0 0 0,-8-3 8 0 0,-1 2-1 0 0,-1 1 1 0 0,0 0-1 0 0,-1 2 1 0 0,32 36-1 0 0,-48-48 15 0 0,1 1 0 0 0,-2-1 0 0 0,1 1 1 0 0,-1 0-1 0 0,0 0 0 0 0,0 1 0 0 0,-1-1 0 0 0,0 1 0 0 0,2 12 0 0 0,-4-15 5 0 0,0 1 0 0 0,-1-1 0 0 0,0 0 0 0 0,0 1 0 0 0,-1-1 1 0 0,0 0-1 0 0,0 1 0 0 0,0-1 0 0 0,-1 0 0 0 0,0 0 0 0 0,0 0 0 0 0,-1 0 0 0 0,1 0 0 0 0,-8 10 0 0 0,1-2-76 0 0,-1-1 0 0 0,0 1 0 0 0,-1-2 0 0 0,-23 22 0 0 0,27-28-405 0 0,-1 0 1 0 0,1-1 0 0 0,-1 0-1 0 0,-11 5 1 0 0,13-8-436 0 0,1 1 1 0 0,-1-2 0 0 0,0 1-1 0 0,1-1 1 0 0,-1 1 0 0 0,0-2-1 0 0,-10 1 1 0 0,16 0 814 0 0,-1-1 0 0 0,1 0 0 0 0,-1 0 0 0 0,1 0 1 0 0,-1 0-1 0 0,1-1 0 0 0,-1 1 0 0 0,1 0 0 0 0,-1 0 0 0 0,1 0 1 0 0,-1 0-1 0 0,0-1 0 0 0,1 1 0 0 0,0 0 0 0 0,-1 0 0 0 0,1-1 1 0 0,-1 1-1 0 0,1 0 0 0 0,-1-1 0 0 0,1 1 0 0 0,0 0 0 0 0,-1-1 1 0 0,1 1-1 0 0,-1-1 0 0 0,1 1 0 0 0,0-1 0 0 0,0 1 0 0 0,-1 0 1 0 0,1-1-1 0 0,0 1 0 0 0,0-1 0 0 0,0 0 0 0 0,-1 1 0 0 0,1-1 0 0 0,0 1 1 0 0,0-1-1 0 0,0 1 0 0 0,0-1 0 0 0,0 1 0 0 0,0-2 0 0 0,4-5-460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3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110 265 4424 0 0,'14'59'8227'0'0,"-13"-51"-7771"0"0,0-1 0 0 0,1 1 0 0 0,0 0 0 0 0,0-1 1 0 0,0 0-1 0 0,1 1 0 0 0,6 11 0 0 0,-7-17-405 0 0,0 0-1 0 0,0 0 1 0 0,0 0-1 0 0,0 0 1 0 0,0-1-1 0 0,0 1 1 0 0,1-1 0 0 0,-1 0-1 0 0,0 1 1 0 0,1-1-1 0 0,-1 0 1 0 0,1 0-1 0 0,-1-1 1 0 0,1 1-1 0 0,0 0 1 0 0,-1-1 0 0 0,1 0-1 0 0,0 0 1 0 0,-1 1-1 0 0,1-2 1 0 0,0 1-1 0 0,-1 0 1 0 0,1 0-1 0 0,0-1 1 0 0,-1 0 0 0 0,1 1-1 0 0,4-3 1 0 0,4 0 20 0 0,-1-1 0 0 0,0 0 0 0 0,0-1 0 0 0,0 0 0 0 0,0-1 1 0 0,-1 0-1 0 0,0 0 0 0 0,0-1 0 0 0,-1 0 0 0 0,1 0 0 0 0,-2-1 1 0 0,1 0-1 0 0,-1-1 0 0 0,0 0 0 0 0,-1 0 0 0 0,0 0 0 0 0,-1-1 1 0 0,0 0-1 0 0,0 0 0 0 0,-1 0 0 0 0,4-13 0 0 0,-5 15-46 0 0,-1 1 0 0 0,-1-1 0 0 0,0 0 0 0 0,0 1 0 0 0,0-1 0 0 0,-1 0 0 0 0,0 0-1 0 0,0 0 1 0 0,-1 1 0 0 0,0-1 0 0 0,0 0 0 0 0,-1 1 0 0 0,0-1 0 0 0,0 1 0 0 0,-1-1 0 0 0,0 1 0 0 0,0 0-1 0 0,-1 0 1 0 0,0 1 0 0 0,0-1 0 0 0,-1 1 0 0 0,1 0 0 0 0,-1 0 0 0 0,-1 0 0 0 0,1 0 0 0 0,-1 1 0 0 0,0 0-1 0 0,0 1 1 0 0,-1-1 0 0 0,-11-5 0 0 0,13 6-114 0 0,-1 1 0 0 0,0 1 0 0 0,0-1 0 0 0,0 1 0 0 0,0 0 0 0 0,0 1 0 0 0,0-1 1 0 0,-1 1-1 0 0,1 0 0 0 0,0 1 0 0 0,-1-1 0 0 0,1 1 0 0 0,-1 1 0 0 0,1-1 0 0 0,0 1 0 0 0,-1 0 0 0 0,1 1 0 0 0,0-1 0 0 0,0 1 0 0 0,0 1 0 0 0,0-1 0 0 0,-6 4 0 0 0,2 0-544 0 0,1 1 0 0 0,0 0 0 0 0,0 0 1 0 0,1 1-1 0 0,0 0 0 0 0,0 0 0 0 0,1 1 0 0 0,0 0 0 0 0,0 0 0 0 0,1 1 0 0 0,-9 18 0 0 0,6-8-642 0 0,0-1 0 0 0,1 2 0 0 0,1-1 0 0 0,1 1 0 0 0,1 0 0 0 0,-2 24 0 0 0,6-26 484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00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15 896 0 0,'0'0'32'0'0,"8"2"-24"0"0,0-6-4 0 0,1 1-124 0 0,-5 1-156 0 0,0-2-28 0 0,4 0 68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6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182 397 2504 0 0,'-52'-250'11949'0'0,"52"249"-11904"0"0,-3-12 1292 0 0,3 17 50 0 0,2 23-765 0 0,-75 846 58 0 0,23-428-2940 0 0,47-429 1783 0 0,2-1 1 0 0,0 1-1 0 0,1 0 0 0 0,1 0 0 0 0,0 0 0 0 0,1 0 1 0 0,7 26-1 0 0,-9-41 425 0 0,0-1 1 0 0,0 0 0 0 0,0 0-1 0 0,0 0 1 0 0,0 1 0 0 0,0-1-1 0 0,0 0 1 0 0,0 0 0 0 0,0 0-1 0 0,0 1 1 0 0,0-1 0 0 0,0 0-1 0 0,0 0 1 0 0,1 0 0 0 0,-1 0-1 0 0,0 1 1 0 0,0-1 0 0 0,0 0-1 0 0,0 0 1 0 0,0 0 0 0 0,1 0-1 0 0,-1 0 1 0 0,0 0 0 0 0,0 1-1 0 0,0-1 1 0 0,1 0 0 0 0,-1 0-1 0 0,0 0 1 0 0,0 0 0 0 0,0 0-1 0 0,1 0 1 0 0,-1 0-1 0 0,0 0 1 0 0,0 0 0 0 0,0 0-1 0 0,1 0 1 0 0,-1 0 0 0 0,0 0-1 0 0,0 0 1 0 0,0 0 0 0 0,1 0-1 0 0,-1 0 1 0 0,0 0 0 0 0,0 0-1 0 0,0 0 1 0 0,1 0 0 0 0,-1-1-1 0 0,0 1 1 0 0,0 0 0 0 0,0 0-1 0 0,1 0 1 0 0,7-14-1439 0 0,2-19-257 0 0,30-291-3426 0 0,-24-4 6070 0 0,6-63 3772 0 0,-19 348-3999 0 0,2-20 1406 0 0,23-109 0 0 0,-24 154-1760 0 0,2 0-1 0 0,0 0 0 0 0,0 1 0 0 0,2-1 1 0 0,0 2-1 0 0,1-1 0 0 0,1 1 0 0 0,0 0 1 0 0,1 1-1 0 0,19-20 0 0 0,-22 28-248 0 0,0 0 1 0 0,0 1-1 0 0,1 0 0 0 0,-1 0 0 0 0,1 1 1 0 0,0 0-1 0 0,1 1 0 0 0,-1 0 1 0 0,1 0-1 0 0,0 1 0 0 0,0 0 0 0 0,0 1 1 0 0,0 0-1 0 0,1 1 0 0 0,-1 0 0 0 0,0 0 1 0 0,1 1-1 0 0,-1 1 0 0 0,0 0 1 0 0,1 0-1 0 0,-1 1 0 0 0,15 4 0 0 0,-14-3-10 0 0,-1 1 0 0 0,0-1 0 0 0,-1 2 0 0 0,1-1 0 0 0,-1 1 0 0 0,0 1 0 0 0,0-1 0 0 0,-1 2 0 0 0,1-1 0 0 0,-1 1 0 0 0,-1 0 0 0 0,1 1 0 0 0,-1 0 0 0 0,-1 0 0 0 0,1 0 0 0 0,-1 1 0 0 0,-1 0 0 0 0,0 0 0 0 0,0 1 0 0 0,0-1 0 0 0,4 19 0 0 0,-7-21-4 0 0,-1 0-1 0 0,0 0 1 0 0,0 0 0 0 0,-1 0-1 0 0,0 0 1 0 0,0 0-1 0 0,0 0 1 0 0,-1 0 0 0 0,0 0-1 0 0,-1 0 1 0 0,0 0 0 0 0,-4 13-1 0 0,0-9 3 0 0,1 0-1 0 0,-2 0 0 0 0,1-1 1 0 0,-2 1-1 0 0,1-2 1 0 0,-16 17-1 0 0,-9 3-229 0 0,-1-2-1 0 0,-1-2 1 0 0,-47 28-1 0 0,74-48 88 0 0,-175 93-3863 0 0,48-29-3162 0 0,109-52 4730 0 0,25-16 2272 0 0,-1-1 0 0 0,0 0 0 0 0,1 1-1 0 0,-1-1 1 0 0,1 0 0 0 0,-1 1 0 0 0,1-1 0 0 0,-1 1-1 0 0,1-1 1 0 0,-1 1 0 0 0,1-1 0 0 0,0 1 0 0 0,-1-1-1 0 0,1 1 1 0 0,0 0 0 0 0,-1-1 0 0 0,1 1 0 0 0,0-1-1 0 0,-1 1 1 0 0,1 0 0 0 0,0-1 0 0 0,0 1 0 0 0,0 0-1 0 0,0-1 1 0 0,0 1 0 0 0,0 0 0 0 0,0-1 0 0 0,0 1-1 0 0,0 0 1 0 0,0-1 0 0 0,0 1 0 0 0,0 0 0 0 0,0-1-1 0 0,1 1 1 0 0,-1 1 0 0 0,8 3-465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7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0 347 4332 0 0,'2'1'370'0'0,"-1"1"-1"0"0,1-1 0 0 0,-1 0 0 0 0,1 1 1 0 0,-1-1-1 0 0,1 0 0 0 0,0 0 1 0 0,-1 0-1 0 0,1 0 0 0 0,0 0 0 0 0,0-1 1 0 0,0 1-1 0 0,0 0 0 0 0,0-1 1 0 0,0 0-1 0 0,0 1 0 0 0,0-1 0 0 0,0 0 1 0 0,2 0-1 0 0,0 0-57 0 0,0-1 1 0 0,1 0-1 0 0,-1 0 1 0 0,0 0-1 0 0,0 0 1 0 0,0-1-1 0 0,0 0 0 0 0,7-3 1 0 0,7-7-745 0 0,-1 0 1 0 0,0-1-1 0 0,15-17 0 0 0,-11 12-561 0 0,3-3-391 0 0,0-1-1 0 0,-2-1 1 0 0,0-2 0 0 0,-1 0 0 0 0,-2 0 0 0 0,-1-2 0 0 0,24-46 0 0 0,-33 51 903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7.2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 2548 0 0,'-6'4'571'0'0,"0"1"-1"0"0,1 0 1 0 0,-1 1 0 0 0,2-1-1 0 0,-1 1 1 0 0,0 0 0 0 0,1 0-1 0 0,0 1 1 0 0,1-1-1 0 0,-1 1 1 0 0,1 0 0 0 0,-2 7-1 0 0,-7 12 586 0 0,-9 16-614 0 0,2 1 0 0 0,2 0 0 0 0,2 2 0 0 0,2 0 0 0 0,2 0 0 0 0,2 1 0 0 0,-3 54-1 0 0,10-82-513 0 0,2 1 0 0 0,2 27-1 0 0,-2-42-134 0 0,0 0-1 0 0,1 0 0 0 0,0 0 0 0 0,-1-1 1 0 0,1 1-1 0 0,1 0 0 0 0,-1 0 0 0 0,1-1 0 0 0,-1 1 1 0 0,1-1-1 0 0,0 1 0 0 0,1-1 0 0 0,-1 0 0 0 0,0 1 1 0 0,1-1-1 0 0,0-1 0 0 0,-1 1 0 0 0,5 2 1 0 0,-5-3-150 0 0,1-1 0 0 0,0 0 0 0 0,1-1 0 0 0,-1 1 1 0 0,0 0-1 0 0,0-1 0 0 0,0 0 0 0 0,0 0 1 0 0,0 0-1 0 0,0 0 0 0 0,1 0 0 0 0,-1-1 0 0 0,0 1 1 0 0,0-1-1 0 0,0 0 0 0 0,0 0 0 0 0,0 0 1 0 0,0 0-1 0 0,0 0 0 0 0,0-1 0 0 0,-1 1 0 0 0,1-1 1 0 0,-1 0-1 0 0,4-2 0 0 0,9-7-1066 0 0,-1 0 1 0 0,21-22-1 0 0,-35 32 1318 0 0,41-42-1772 0 0,-21 19 1082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8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1 153 3476 0 0,'5'7'13132'0'0,"-2"-5"-14038"0"0,31-5 1014 0 0,-1-2-1 0 0,1-1 0 0 0,-2-1 1 0 0,1-2-1 0 0,-1-1 1 0 0,34-17-1 0 0,13-2-321 0 0,-53 21-12 0 0,124-49-4338 0 0,-149 57 4128 0 0,-32 6-1012 0 0,19-2 1653 0 0,1 0 1 0 0,0 1-1 0 0,0 0 0 0 0,0 1 1 0 0,1 0-1 0 0,-1 1 1 0 0,2 0-1 0 0,-1 1 1 0 0,1 0-1 0 0,0 0 1 0 0,1 1-1 0 0,0 0 1 0 0,0 1-1 0 0,1-1 1 0 0,0 1-1 0 0,-5 12 1 0 0,-10 20 452 0 0,2 1 0 0 0,-25 81 0 0 0,32-85-546 0 0,-7 24 110 0 0,3 1-1 0 0,-13 92 1 0 0,29-154-223 0 0,0 0-1 0 0,1 1 1 0 0,0-1 0 0 0,-1 0-1 0 0,1 0 1 0 0,0 0-1 0 0,0 1 1 0 0,0-1 0 0 0,0 0-1 0 0,1 0 1 0 0,-1 1-1 0 0,0-1 1 0 0,1 0 0 0 0,0 0-1 0 0,-1 0 1 0 0,1 0-1 0 0,0 0 1 0 0,0 0 0 0 0,0 0-1 0 0,0 0 1 0 0,1 0-1 0 0,-1 0 1 0 0,1 0 0 0 0,-1-1-1 0 0,1 1 1 0 0,-1-1-1 0 0,1 1 1 0 0,0-1 0 0 0,0 1-1 0 0,2 0 1 0 0,0-1-78 0 0,0 0 0 0 0,0 0 0 0 0,1-1 1 0 0,-1 1-1 0 0,0-1 0 0 0,0 0 0 0 0,0-1 0 0 0,1 1 1 0 0,-1-1-1 0 0,0 0 0 0 0,0 0 0 0 0,0 0 0 0 0,0 0 1 0 0,0-1-1 0 0,7-3 0 0 0,12-6-959 0 0,-1-2-1 0 0,1-1 1 0 0,-2-1-1 0 0,0-1 1 0 0,-1 0-1 0 0,-1-2 1 0 0,0 0-1 0 0,-1-1 1 0 0,-1-1-1 0 0,-1-1 1 0 0,-1 0 0 0 0,12-23-1 0 0,-11 16 449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5:58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412 43 4164 0 0,'1'-2'356'0'0,"0"1"0"0"0,0-1 0 0 0,0 0 0 0 0,0 0 0 0 0,0 0 0 0 0,0 1-1 0 0,1-1 1 0 0,-1 0 0 0 0,0 1 0 0 0,1-1 0 0 0,-1 1 0 0 0,1 0 0 0 0,0-1 0 0 0,-1 1-1 0 0,1 0 1 0 0,0 0 0 0 0,0 0 0 0 0,0 0 0 0 0,0 1 0 0 0,0-1 0 0 0,0 0 0 0 0,0 1-1 0 0,0-1 1 0 0,4 1 0 0 0,52-10 889 0 0,-53 9-1396 0 0,0 1-1 0 0,0-1 1 0 0,0 1 0 0 0,0 0-1 0 0,0 1 1 0 0,0 0-1 0 0,0-1 1 0 0,0 2 0 0 0,0-1-1 0 0,0 0 1 0 0,8 5 0 0 0,-12-6 82 0 0,0 1 1 0 0,0 0 0 0 0,0 0-1 0 0,0-1 1 0 0,0 1 0 0 0,0 0-1 0 0,0 0 1 0 0,0 0-1 0 0,-1 0 1 0 0,1 0 0 0 0,0 0-1 0 0,-1 0 1 0 0,1 0 0 0 0,-1 1-1 0 0,1-1 1 0 0,-1 0 0 0 0,1 0-1 0 0,-1 0 1 0 0,0 2-1 0 0,0 0-2 0 0,0 0-1 0 0,0-1 1 0 0,0 1-1 0 0,-1-1 1 0 0,1 1-1 0 0,-1 0 1 0 0,0-1-1 0 0,0 1 0 0 0,0-1 1 0 0,0 0-1 0 0,0 1 1 0 0,-2 2-1 0 0,-15 19-101 0 0,0 0 0 0 0,-1-2 0 0 0,-1 0-1 0 0,-35 29 1 0 0,8-7 95 0 0,14-13 58 0 0,-66 69 171 0 0,86-85 193 0 0,0 1 0 0 0,1-1 1 0 0,1 2-1 0 0,-17 33 0 0 0,23-31 96 0 0,0 0-1 0 0,1 0 1 0 0,1 0-1 0 0,1 0 1 0 0,0 1-1 0 0,1-1 1 0 0,2 1-1 0 0,4 33 1 0 0,-1 26 13 0 0,-4-42-398 0 0,-2-1 0 0 0,-1 1 1 0 0,-2-1-1 0 0,-2 0 0 0 0,-1 0 0 0 0,-1 0 0 0 0,-2-1 0 0 0,-2-1 0 0 0,-1 0 0 0 0,-35 61 0 0 0,-17 1-149 0 0,128-202-1686 0 0,4 2 1 0 0,149-177-1 0 0,-123 187 1697 0 0,-82 85 267 0 0,1 0 0 0 0,0 1 0 0 0,0 0 1 0 0,1 1-1 0 0,0 0 0 0 0,0 1 0 0 0,20-7 0 0 0,-31 13-134 0 0,0-1-1 0 0,0 1 0 0 0,0-1 0 0 0,1 1 0 0 0,-1 0 1 0 0,0 0-1 0 0,0 0 0 0 0,0-1 0 0 0,1 1 0 0 0,-1 0 1 0 0,0 1-1 0 0,1-1 0 0 0,-1 0 0 0 0,0 0 0 0 0,0 0 1 0 0,0 1-1 0 0,1-1 0 0 0,-1 1 0 0 0,0-1 0 0 0,0 1 0 0 0,0-1 1 0 0,0 1-1 0 0,0 0 0 0 0,0-1 0 0 0,0 1 0 0 0,0 0 1 0 0,0 0-1 0 0,0 0 0 0 0,1 1 0 0 0,-1 1 26 0 0,1 0 0 0 0,-1 0 0 0 0,0 0 0 0 0,0 0 0 0 0,0 0 0 0 0,0 0 0 0 0,0 1 0 0 0,-1-1 0 0 0,1 0 0 0 0,-1 1 0 0 0,0 2 1 0 0,-1 10 143 0 0,0-1 0 0 0,-1 0 0 0 0,-7 30 0 0 0,-5 3 6 0 0,-2 0-1 0 0,-26 51 1 0 0,32-78-552 0 0,-2 0 0 0 0,-1-1-1 0 0,0 0 1 0 0,-1-1 0 0 0,-1 0 0 0 0,-30 27 0 0 0,44-45 204 0 0,1 0 0 0 0,-1 0 0 0 0,0 0 0 0 0,0 0 0 0 0,0 0 0 0 0,0 0 0 0 0,0 0 0 0 0,0-1-1 0 0,0 1 1 0 0,0-1 0 0 0,0 1 0 0 0,0 0 0 0 0,-1-1 0 0 0,1 0 0 0 0,0 1 0 0 0,0-1 0 0 0,0 0 0 0 0,-1 1 0 0 0,1-1-1 0 0,0 0 1 0 0,0 0 0 0 0,-1 0 0 0 0,1 0 0 0 0,0 0 0 0 0,-1-1 0 0 0,1 1 0 0 0,-2-1 0 0 0,1 0-10 0 0,1 0 1 0 0,0-1 0 0 0,-1 1-1 0 0,1-1 1 0 0,0 0 0 0 0,-1 1 0 0 0,1-1-1 0 0,0 0 1 0 0,0 0 0 0 0,1 1-1 0 0,-1-1 1 0 0,0 0 0 0 0,1 0-1 0 0,-1 0 1 0 0,0-3 0 0 0,-2-12 28 0 0,1 0 1 0 0,1-1-1 0 0,1-17 0 0 0,0 29 396 0 0,0 0-413 0 0,-3-21 3126 0 0,-4 25-1015 0 0,-7 15-1305 0 0,-96 115-1828 0 0,2 2-3556 0 0,97-116 3803 0 0,5-8 253 0 0,1 1 1 0 0,-1-1-1 0 0,1 1 1 0 0,1 0 0 0 0,-1 1-1 0 0,-5 12 1 0 0,10-20 620 0 0,0 1 1 0 0,0-1-1 0 0,-1 0 1 0 0,1 1-1 0 0,0-1 1 0 0,0 0-1 0 0,0 1 1 0 0,0-1-1 0 0,0 1 1 0 0,0-1-1 0 0,0 0 1 0 0,0 1-1 0 0,0-1 1 0 0,0 0-1 0 0,0 1 1 0 0,1-1-1 0 0,-1 0 1 0 0,0 1-1 0 0,0-1 1 0 0,0 0-1 0 0,0 1 1 0 0,0-1-1 0 0,1 0 1 0 0,-1 1-1 0 0,0-1 1 0 0,0 0-1 0 0,1 0 1 0 0,-1 1-1 0 0,0-1 1 0 0,0 0-1 0 0,1 0 1 0 0,-1 1-1 0 0,0-1 1 0 0,1 0-1 0 0,-1 0 1 0 0,0 0-1 0 0,1 0 1 0 0,-1 1-1 0 0,1-1 1 0 0,19-1 252 0 0,18-10 1253 0 0,-18 4-277 0 0,1 1-1 0 0,0 0 0 0 0,0 1 0 0 0,0 2 0 0 0,1 0 1 0 0,-1 1-1 0 0,1 1 0 0 0,30 3 0 0 0,10 5 718 0 0,95 24-1 0 0,32 5-4477 0 0,-186-36 2185 0 0,-1 1 0 0 0,1-1 0 0 0,0 0 0 0 0,0 0 1 0 0,-1 0-1 0 0,1 0 0 0 0,0 0 0 0 0,0 0 0 0 0,-1-1 1 0 0,1 0-1 0 0,0 1 0 0 0,-1-1 0 0 0,1 0 0 0 0,-1 0 1 0 0,1 0-1 0 0,-1-1 0 0 0,1 1 0 0 0,-1-1 0 0 0,0 1 0 0 0,4-4 1 0 0,-3 0-161 0 0,0 1 1 0 0,0 0-1 0 0,-1-1 0 0 0,0 0 1 0 0,0 1-1 0 0,0-1 1 0 0,0 0-1 0 0,-1 0 1 0 0,0 0-1 0 0,1-6 0 0 0,2-10-374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01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1 467 3308 0 0,'0'0'4687'0'0,"7"-11"2847"0"0,11-11-5511 0 0,-2 15-1808 0 0,1 0 1 0 0,0 1-1 0 0,0 1 1 0 0,1 1-1 0 0,-1 0 1 0 0,1 2-1 0 0,26-2 1 0 0,10-2-76 0 0,473-43-215 0 0,-127 17-2967 0 0,-391 31 2625 0 0,0 0 0 0 0,1-1 0 0 0,-1 0 0 0 0,0 0 0 0 0,0-1 0 0 0,10-4 0 0 0,-18 6 230 0 0,1 0 1 0 0,-1 0 0 0 0,1 0 0 0 0,-1 0 0 0 0,0 0-1 0 0,1 0 1 0 0,-1 0 0 0 0,0 0 0 0 0,0-1 0 0 0,1 1-1 0 0,-1 0 1 0 0,0-1 0 0 0,-1 1 0 0 0,1-1-1 0 0,0 1 1 0 0,0-1 0 0 0,0 1 0 0 0,-1-1 0 0 0,1 0-1 0 0,-1 1 1 0 0,0-1 0 0 0,1 0 0 0 0,-1 1 0 0 0,0-1-1 0 0,0 0 1 0 0,0 0 0 0 0,0 1 0 0 0,0-1 0 0 0,0 0-1 0 0,-1 0 1 0 0,1 1 0 0 0,0-1 0 0 0,-1 0-1 0 0,0 1 1 0 0,1-1 0 0 0,-1 1 0 0 0,0-1 0 0 0,0 1-1 0 0,-1-3 1 0 0,-4-6-599 0 0,1 0 0 0 0,-2 0-1 0 0,0 1 1 0 0,0 0-1 0 0,-14-13 1 0 0,-44-32-13 0 0,26 23 1948 0 0,35 28-655 0 0,-36-32 3254 0 0,39 33-3197 0 0,0 1 0 0 0,-1 0 1 0 0,1-1-1 0 0,0 1 1 0 0,0-1-1 0 0,0 0 0 0 0,0 1 1 0 0,0-1-1 0 0,0 0 1 0 0,0 0-1 0 0,1 1 0 0 0,-2-4 1 0 0,3 4-473 0 0,-1 0 0 0 0,1 0 0 0 0,-1 1 0 0 0,1-1 0 0 0,-1 0 0 0 0,1 1 0 0 0,-1-1 1 0 0,1 0-1 0 0,0 1 0 0 0,-1-1 0 0 0,1 1 0 0 0,0-1 0 0 0,-1 1 0 0 0,1-1 0 0 0,0 1 0 0 0,0 0 0 0 0,0-1 0 0 0,-1 1 0 0 0,1 0 1 0 0,0 0-1 0 0,0-1 0 0 0,0 1 0 0 0,0 0 0 0 0,-1 0 0 0 0,1 0 0 0 0,0 0 0 0 0,0 0 0 0 0,1 1 0 0 0,30-1 91 0 0,-29 0-69 0 0,240 22 503 0 0,-215-18-568 0 0,-1 2 0 0 0,1 1 0 0 0,-1 1 0 0 0,-1 1 0 0 0,0 1 0 0 0,40 22 0 0 0,-61-29-4 0 0,0 1-1 0 0,0-1 0 0 0,0 0 1 0 0,0 1-1 0 0,-1 0 0 0 0,0 0 0 0 0,0 0 1 0 0,0 1-1 0 0,0 0 0 0 0,-1-1 0 0 0,0 1 1 0 0,0 0-1 0 0,5 11 0 0 0,-7-13 3 0 0,-1 0 0 0 0,1 0 0 0 0,-1 1-1 0 0,1-1 1 0 0,-1 0 0 0 0,0 1 0 0 0,0-1 0 0 0,0 0-1 0 0,-1 1 1 0 0,1-1 0 0 0,-1 0 0 0 0,0 0 0 0 0,0 1-1 0 0,0-1 1 0 0,0 0 0 0 0,-1 0 0 0 0,1 0 0 0 0,-1 0 0 0 0,1-1-1 0 0,-1 1 1 0 0,0 0 0 0 0,0-1 0 0 0,-1 1 0 0 0,1-1-1 0 0,-4 3 1 0 0,-18 17 73 0 0,-1-2-1 0 0,-1 0 1 0 0,-1-2-1 0 0,-48 25 0 0 0,-126 47-2232 0 0,145-67 617 0 0,-14 10-2456 0 0,28-6-1622 0 0,58-21 2306 0 0,-1-6 2418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01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251 338 4420 0 0,'5'2'765'0'0,"1"0"0"0"0,-1 1 0 0 0,0 0 0 0 0,1 0-1 0 0,-1 0 1 0 0,-1 0 0 0 0,1 1 0 0 0,0 0-1 0 0,-1 0 1 0 0,0 0 0 0 0,0 1 0 0 0,0-1 0 0 0,-1 1-1 0 0,1 0 1 0 0,-1 0 0 0 0,4 9 0 0 0,22 26 93 0 0,-24-35-726 0 0,0 0 0 0 0,0 0 0 0 0,1-1 0 0 0,-1 0 0 0 0,1 0 0 0 0,0 0 1 0 0,0 0-1 0 0,1-1 0 0 0,-1 0 0 0 0,1-1 0 0 0,-1 1 0 0 0,1-1 0 0 0,0-1 1 0 0,12 3-1 0 0,-8-4-26 0 0,0 0 1 0 0,0 0 0 0 0,0-1 0 0 0,0 0 0 0 0,0 0-1 0 0,0-2 1 0 0,0 1 0 0 0,19-8 0 0 0,-13 2-28 0 0,0 0 1 0 0,0 0-1 0 0,-1-2 0 0 0,0 0 1 0 0,0-1-1 0 0,-2 0 0 0 0,1-1 1 0 0,-1-1-1 0 0,-1 0 1 0 0,23-30-1 0 0,-31 36-108 0 0,0-1 0 0 0,-1 0 0 0 0,1 0 0 0 0,-2 0 0 0 0,1-1 0 0 0,-1 1-1 0 0,0-1 1 0 0,-1 0 0 0 0,0 0 0 0 0,0 0 0 0 0,-1 0 0 0 0,0 0 0 0 0,-1 0 0 0 0,0-1 0 0 0,0 1 0 0 0,-1 0 0 0 0,0 0 0 0 0,-1 0 0 0 0,0 0-1 0 0,0 0 1 0 0,-1 1 0 0 0,0-1 0 0 0,-1 0 0 0 0,0 1 0 0 0,0 0 0 0 0,0 0 0 0 0,-1 0 0 0 0,-1 1 0 0 0,1 0 0 0 0,-1 0 0 0 0,0 0-1 0 0,-1 0 1 0 0,1 1 0 0 0,-1 0 0 0 0,-1 1 0 0 0,1-1 0 0 0,-1 1 0 0 0,0 1 0 0 0,0 0 0 0 0,0 0 0 0 0,-1 0 0 0 0,1 1 0 0 0,-18-4 0 0 0,6 4-517 0 0,0 0 1 0 0,0 1 0 0 0,0 1 0 0 0,0 1 0 0 0,0 1 0 0 0,0 0 0 0 0,1 2 0 0 0,-1 0 0 0 0,0 2 0 0 0,1 0-1 0 0,0 1 1 0 0,0 0 0 0 0,0 2 0 0 0,1 0 0 0 0,0 1 0 0 0,-20 14 0 0 0,-13 14-2201 0 0,2 1 1 0 0,2 3-1 0 0,-78 84 1 0 0,104-101 2189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02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0 149 4704 0 0,'7'1'890'0'0,"0"0"-1"0"0,0-1 0 0 0,1 0 1 0 0,-1 0-1 0 0,0 0 0 0 0,14-3 1 0 0,44-14 1389 0 0,-28 7-2311 0 0,312-62-1748 0 0,-115 36-3336 0 0,-211 33 4189 0 0,89-6-4096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02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18 236 5036 0 0,'-3'3'363'0'0,"1"-1"1"0"0,0 1-1 0 0,1 0 0 0 0,-1-1 0 0 0,0 1 0 0 0,1 0 0 0 0,0 0 0 0 0,-1 0 0 0 0,0 5 0 0 0,9 2 2767 0 0,17-7-1136 0 0,38-11-2005 0 0,0-3-1 0 0,-1-3 1 0 0,89-31 0 0 0,-64 18-914 0 0,-5 3-2542 0 0,-2-3-1 0 0,120-61 0 0 0,-162 63 1971 0 0,-24 12 940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03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50 4340 0 0,'-31'-47'6128'0'0,"38"44"-2129"0"0,13 4-3377 0 0,25 13-429 0 0,-2 1 0 0 0,0 3 0 0 0,-1 1 0 0 0,63 40 0 0 0,-65-36-152 0 0,-12-8-48 0 0,-1 3 0 0 0,0 0 0 0 0,-2 2 0 0 0,31 28 0 0 0,-47-39 36 0 0,0 0-1 0 0,-1 1 1 0 0,0 0-1 0 0,0 0 1 0 0,-1 1 0 0 0,-1-1-1 0 0,0 2 1 0 0,0-1-1 0 0,-1 1 1 0 0,0-1-1 0 0,-1 1 1 0 0,-1 1 0 0 0,4 20-1 0 0,-7-22 109 0 0,0-1-1 0 0,-1 1 1 0 0,0-1-1 0 0,-1 1 1 0 0,0-1-1 0 0,-1 0 1 0 0,0 0-1 0 0,0 0 1 0 0,-1 0-1 0 0,0 0 1 0 0,-1-1-1 0 0,0 0 1 0 0,-1 0-1 0 0,0 0 1 0 0,-11 12-1 0 0,-12 12 550 0 0,-1-2-1 0 0,-48 39 1 0 0,53-48-392 0 0,-295 247 1073 0 0,249-206-1426 0 0,70-62-245 0 0,1-1 0 0 0,-1 1 1 0 0,0-1-1 0 0,0 0 0 0 0,1 1 0 0 0,-1 0 0 0 0,0-1 0 0 0,1 1 0 0 0,-1-1 0 0 0,1 1 0 0 0,-1 0 0 0 0,1 0 0 0 0,-1-1 0 0 0,1 1 0 0 0,-1 0 0 0 0,1 0 0 0 0,0-1 0 0 0,-1 1 0 0 0,1 0 0 0 0,0 0 0 0 0,0 0 0 0 0,-1 0 0 0 0,1-1 0 0 0,0 1 0 0 0,0 0 0 0 0,0 0 1 0 0,0 0-1 0 0,0 0 0 0 0,1 1 0 0 0,14 21-6008 0 0,-13-21 5858 0 0,0 0 0 0 0,0 0 0 0 0,-1 0 0 0 0,1 0 0 0 0,-1 0 1 0 0,1 1-1 0 0,-1-1 0 0 0,0 0 0 0 0,0 1 0 0 0,0-1 0 0 0,0 1 0 0 0,0-1 0 0 0,0 4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20.8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283 402 1232 0 0,'0'-2'118'0'0,"0"1"1"0"0,-1-1-1 0 0,1 1 0 0 0,0 0 0 0 0,-1-1 0 0 0,1 1 1 0 0,-1 0-1 0 0,0 0 0 0 0,1-1 0 0 0,-1 1 1 0 0,0 0-1 0 0,0 0 0 0 0,1 0 0 0 0,-1 0 0 0 0,0 0 1 0 0,0 0-1 0 0,0 0 0 0 0,-1 0 0 0 0,1 0 1 0 0,0 0-1 0 0,0 1 0 0 0,0-1 0 0 0,0 1 0 0 0,-1-1 1 0 0,1 0-1 0 0,0 1 0 0 0,-3-1 0 0 0,-38-5 3373 0 0,41 6-3353 0 0,-23 22-354 0 0,14-2 148 0 0,0 0-1 0 0,1 0 1 0 0,-9 34 0 0 0,-11 24 91 0 0,18-50 49 0 0,-12 48 0 0 0,4-14 74 0 0,5-13 63 0 0,1 0 0 0 0,3 1 0 0 0,-7 89 0 0 0,10 155 125 0 0,8-227-259 0 0,35 368 1338 0 0,13-15-264 0 0,-45-385-1099 0 0,16 61-1 0 0,-16-81 49 0 0,1-1 0 0 0,0 0 0 0 0,0-1-1 0 0,2 1 1 0 0,0-1 0 0 0,16 23 0 0 0,6-5 182 0 0,1-2 1 0 0,1 0 0 0 0,2-3-1 0 0,70 44 1 0 0,-26-17-18 0 0,-49-37-245 0 0,0-1 0 0 0,1-1 0 0 0,1-1 0 0 0,0-2 0 0 0,33 8 0 0 0,6 3-37 0 0,-2-1 63 0 0,1-3 0 0 0,0-3 0 0 0,77 7 0 0 0,209-1 324 0 0,780-13 524 0 0,-865-18-837 0 0,216-1-14 0 0,-338 22-87 0 0,202 40 0 0 0,103 10 74 0 0,-357-56-19 0 0,52 3-2 0 0,179-12 0 0 0,-282 1 10 0 0,0-2 0 0 0,-1-2 0 0 0,1-2 0 0 0,-2-2 0 0 0,1-2-1 0 0,-2-2 1 0 0,0-1 0 0 0,62-35 0 0 0,-60 23 19 0 0,0-3 1 0 0,-2-1-1 0 0,-2-2 0 0 0,0-1 0 0 0,-3-2 0 0 0,43-57 1 0 0,-42 44-21 0 0,-2-2 0 0 0,-2-1 0 0 0,-3-1 0 0 0,-2-2 0 0 0,20-59 0 0 0,-23 45 6 0 0,-4-2-1 0 0,-3 0 1 0 0,10-81-1 0 0,-22 99-4 0 0,-2 1 0 0 0,-3-1 0 0 0,-1 0 0 0 0,-17-106 1 0 0,4 84 80 0 0,-4 1 1 0 0,-2 1 0 0 0,-5 0-1 0 0,-2 2 1 0 0,-60-117 0 0 0,37 106-72 0 0,-4 2 1 0 0,-3 3 0 0 0,-4 2 0 0 0,-3 2 0 0 0,-133-119 0 0 0,150 155-39 0 0,-1 2-1 0 0,-2 2 1 0 0,-1 2-1 0 0,-2 3 1 0 0,-1 1 0 0 0,-1 3-1 0 0,-1 3 1 0 0,-1 2-1 0 0,-78-18 1 0 0,37 15-36 0 0,-1 4 0 0 0,-1 4 0 0 0,-1 5 0 0 0,1 4 0 0 0,-143 9 1 0 0,-317 63-116 0 0,361-40 225 0 0,-290 27 97 0 0,-93 13-207 0 0,4 1 160 0 0,-105 16 75 0 0,620-73-335 0 0,1 3-1 0 0,-97 34 1 0 0,123-34-443 0 0,0 2 0 0 0,2 1 0 0 0,0 2 0 0 0,1 1 0 0 0,-52 41 0 0 0,80-56 109 0 0,-1 0 1 0 0,1 1 0 0 0,0-1-1 0 0,0 1 1 0 0,1 0 0 0 0,0 0-1 0 0,0 1 1 0 0,0-1 0 0 0,0 1 0 0 0,1-1-1 0 0,0 1 1 0 0,-2 9 0 0 0,2-11 192 0 0,2 0 0 0 0,-1 0 0 0 0,1 1-1 0 0,-1-1 1 0 0,1 0 0 0 0,0 0 0 0 0,0 0 0 0 0,1 0 0 0 0,-1 1 0 0 0,1-1 0 0 0,0 0 0 0 0,0 0 0 0 0,1 0 0 0 0,-1 0 0 0 0,1 0 0 0 0,0-1 0 0 0,0 1 0 0 0,0 0 0 0 0,4 4-1 0 0,5 3-264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14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59 1004 0 0,'-21'-39'4338'0'0,"18"37"-4139"0"0,-1-1 0 0 0,1 1 0 0 0,-1 0 0 0 0,0 0 0 0 0,0 1 0 0 0,1-1 0 0 0,-1 1 0 0 0,-1-1 0 0 0,1 2 0 0 0,-8-2 0 0 0,10 2-285 0 0,-1 0 1 0 0,1 0-1 0 0,0 1 0 0 0,-1-1 0 0 0,1 1 0 0 0,-1-1 0 0 0,1 1 0 0 0,0 0 1 0 0,-1 0-1 0 0,1 0 0 0 0,0 0 0 0 0,0 1 0 0 0,0-1 0 0 0,0 1 0 0 0,0-1 1 0 0,0 1-1 0 0,0 0 0 0 0,1-1 0 0 0,-1 1 0 0 0,0 0 0 0 0,-1 3 1 0 0,-4 6-102 0 0,0 0 0 0 0,1 0 1 0 0,0 1-1 0 0,0 0 1 0 0,1 0-1 0 0,1 1 1 0 0,0-1-1 0 0,1 1 0 0 0,0 0 1 0 0,1 0-1 0 0,-1 22 1 0 0,4 8-308 0 0,1 0 1 0 0,9 53-1 0 0,-8-81 352 0 0,9 68-1157 0 0,-12-69 1105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15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1881 296 952 0 0,'-9'-20'142'0'0,"-1"1"-1"0"0,-1 1 0 0 0,-1-1 1 0 0,-1 2-1 0 0,0 0 1 0 0,-1 0-1 0 0,-1 2 1 0 0,0-1-1 0 0,-1 2 1 0 0,-1 0-1 0 0,0 1 1 0 0,-1 1-1 0 0,-1 1 1 0 0,0 0-1 0 0,0 1 0 0 0,-1 1 1 0 0,0 1-1 0 0,0 1 1 0 0,-1 1-1 0 0,0 0 1 0 0,0 2-1 0 0,-23-2 1 0 0,-59 0-132 0 0,0 5 0 0 0,1 5 0 0 0,-1 4 0 0 0,1 4 1 0 0,1 5-1 0 0,-118 35 0 0 0,189-43 46 0 0,0 1-1 0 0,1 1 1 0 0,0 1-1 0 0,1 2 1 0 0,1 0 0 0 0,0 2-1 0 0,1 2 1 0 0,1 0-1 0 0,0 1 1 0 0,2 2 0 0 0,0 0-1 0 0,-24 30 1 0 0,17-15 58 0 0,2 1 0 0 0,1 2 0 0 0,2 1 0 0 0,2 0 0 0 0,1 2 0 0 0,3 1 0 0 0,1 0 0 0 0,-18 68 0 0 0,22-55-181 0 0,3-1 0 0 0,2 2 0 0 0,2-1 0 0 0,3 1 1 0 0,2 0-1 0 0,7 59 0 0 0,-2-81-24 0 0,2 0-1 0 0,2-1 1 0 0,1 0-1 0 0,1 0 1 0 0,2-1 0 0 0,2 0-1 0 0,1-1 1 0 0,1 0 0 0 0,1-1-1 0 0,42 57 1 0 0,-26-49-292 0 0,1-1 0 0 0,2-2-1 0 0,1-2 1 0 0,71 52 0 0 0,-83-69 152 0 0,1 0-1 0 0,1-2 1 0 0,0-1-1 0 0,1-2 1 0 0,1 0 0 0 0,0-1-1 0 0,0-2 1 0 0,1-1 0 0 0,39 5-1 0 0,-28-9 77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16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1734 804 0 0,'73'-65'309'0'0,"-2"-3"1"0"0,-4-3-1 0 0,-3-3 1 0 0,97-146-1 0 0,-119 156-469 0 0,-2-1 0 0 0,48-109-1 0 0,-71 133 254 0 0,-3-1-1 0 0,-1-1 0 0 0,-1 0 0 0 0,-3 0 0 0 0,7-82 0 0 0,-14 74 237 0 0,-1-1 0 0 0,-12-99 1 0 0,8 130-240 0 0,-1 1-1 0 0,-1-1 1 0 0,0 1 0 0 0,-2 0 0 0 0,0 1-1 0 0,-2 0 1 0 0,0 0 0 0 0,-1 0 0 0 0,-1 1 0 0 0,-14-18-1 0 0,16 27 83 0 0,0 0 0 0 0,0 1 0 0 0,-1 0 0 0 0,-1 0 0 0 0,1 1-1 0 0,-1 1 1 0 0,-1-1 0 0 0,1 2 0 0 0,-1 0 0 0 0,0 0-1 0 0,0 1 1 0 0,-14-3 0 0 0,-4 0 349 0 0,-1 2-1 0 0,1 0 1 0 0,-58 0 0 0 0,59 6-103 0 0,-1 0 1 0 0,-29 7-1 0 0,47-6-142 0 0,0 0 0 0 0,0 2 1 0 0,0-1-1 0 0,0 2 0 0 0,1-1 0 0 0,-1 1 1 0 0,-14 10-1 0 0,24-14-189 0 0,0 1 1 0 0,0 0-1 0 0,1-1 0 0 0,-1 1 1 0 0,0 0-1 0 0,1 0 1 0 0,-1 0-1 0 0,1 0 1 0 0,-1 1-1 0 0,1-1 0 0 0,0 0 1 0 0,0 0-1 0 0,0 1 1 0 0,0-1-1 0 0,0 1 1 0 0,1-1-1 0 0,-1 1 0 0 0,1-1 1 0 0,0 1-1 0 0,-1-1 1 0 0,1 1-1 0 0,0-1 1 0 0,1 5-1 0 0,-2 1-726 0 0,-3 16-5095 0 0,4-23 5577 0 0,0-1-1 0 0,0 1 1 0 0,0-1-1 0 0,0 1 1 0 0,-1-1-1 0 0,1 1 0 0 0,0-1 1 0 0,0 1-1 0 0,0-1 1 0 0,0 1-1 0 0,0-1 1 0 0,1 1-1 0 0,-1-1 1 0 0,0 1-1 0 0,0-1 1 0 0,0 1-1 0 0,0-1 1 0 0,0 1-1 0 0,1-1 1 0 0,-1 1-1 0 0,0-1 1 0 0,0 0-1 0 0,1 1 0 0 0,-1-1 1 0 0,0 1-1 0 0,1-1 1 0 0,-1 0-1 0 0,0 1 1 0 0,1-1-1 0 0,-1 0 1 0 0,1 1-1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31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1 962 840 0 0,'0'11'230'0'0,"2"0"-1"0"0,-1-1 1 0 0,2 1-1 0 0,-1 0 1 0 0,9 18-1 0 0,1 9 114 0 0,-10-35-317 0 0,-1 1 1 0 0,1-1-1 0 0,0 0 0 0 0,0 0 0 0 0,1 1 1 0 0,-1-2-1 0 0,1 1 0 0 0,-1 0 0 0 0,1 0 1 0 0,0-1-1 0 0,0 0 0 0 0,0 1 0 0 0,0-1 1 0 0,0 0-1 0 0,1 0 0 0 0,-1-1 0 0 0,1 1 1 0 0,-1-1-1 0 0,1 0 0 0 0,4 1 0 0 0,14 4-2 0 0,1-1 0 0 0,26 3 1 0 0,-28-5-45 0 0,122 20-117 0 0,200 24 425 0 0,-277-41-158 0 0,0-4 1 0 0,1-3-1 0 0,78-10 1 0 0,-83 2 0 0 0,-2-2-1 0 0,1-4 1 0 0,-2-1 0 0 0,0-4-1 0 0,-1-1 1 0 0,-1-4 0 0 0,-2-2-1 0 0,93-59 1 0 0,-134 76-123 0 0,10-7 12 0 0,35-32 1 0 0,-51 41-11 0 0,0 0 0 0 0,-1-1 0 0 0,0 0 0 0 0,-1-1 0 0 0,0 1-1 0 0,0-1 1 0 0,6-16 0 0 0,-1-5-4 0 0,-1 0-1 0 0,-1-1 1 0 0,-2 0 0 0 0,-1 0-1 0 0,-2-1 1 0 0,-1 0 0 0 0,-2 1-1 0 0,-1-1 1 0 0,-1 0 0 0 0,-2 0-1 0 0,-1 1 1 0 0,-2-1 0 0 0,-1 1-1 0 0,-19-51 1 0 0,18 62 213 0 0,-1 1 1 0 0,-1 0-1 0 0,0 0 1 0 0,-2 1-1 0 0,-27-34 1 0 0,29 44-92 0 0,1-1 0 0 0,-1 2 0 0 0,0 0 0 0 0,-1 0 0 0 0,0 0 0 0 0,0 2 1 0 0,0-1-1 0 0,-1 1 0 0 0,0 1 0 0 0,0 0 0 0 0,-19-4 0 0 0,-35-7 242 0 0,-1 4 0 0 0,-129-8 0 0 0,-142 18 359 0 0,174 4-597 0 0,121-2-139 0 0,0 1 0 0 0,0 2 1 0 0,-73 16-1 0 0,101-15-13 0 0,0 0 0 0 0,0 1 0 0 0,0 1-1 0 0,1 1 1 0 0,0 0 0 0 0,0 0 0 0 0,0 2 0 0 0,1 0 0 0 0,1 0 0 0 0,0 1 0 0 0,0 0-1 0 0,1 1 1 0 0,-17 21 0 0 0,0 4-30 0 0,2 1-1 0 0,1 1 0 0 0,1 1 1 0 0,3 2-1 0 0,1 0 1 0 0,2 1-1 0 0,2 1 0 0 0,2 0 1 0 0,2 1-1 0 0,-12 79 1 0 0,21-96 35 0 0,2-1 0 0 0,1 1 1 0 0,1-1-1 0 0,2 0 0 0 0,7 36 1 0 0,-7-47 24 0 0,1 1 0 0 0,1-1-1 0 0,1 0 1 0 0,0 0 0 0 0,1-1 0 0 0,1 1 0 0 0,0-2 0 0 0,1 1-1 0 0,0-1 1 0 0,12 13 0 0 0,4-2-407 0 0,1 0-1 0 0,1-1 1 0 0,1-2-1 0 0,1-1 1 0 0,1-1-1 0 0,1-1 1 0 0,0-2-1 0 0,1-1 1 0 0,1-2-1 0 0,54 15 0 0 0,-50-18 73 0 0,1-2 0 0 0,0-2-1 0 0,1-1 1 0 0,-1-2-1 0 0,1-2 1 0 0,0-2-1 0 0,-1-1 1 0 0,1-1-1 0 0,55-14 1 0 0,-77 12 155 0 0,1 0 0 0 0,-1-2 1 0 0,-1 0-1 0 0,1-1 0 0 0,-1-1 0 0 0,-1 0 0 0 0,27-21 1 0 0,-22 14 44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39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71 1748 0 0,'-31'-1'2418'0'0,"2"0"2990"0"0,29-13-1927 0 0,5-16-4387 0 0,2 27 906 0 0,-1 0 1 0 0,1 0-1 0 0,0 1 0 0 0,0 0 0 0 0,0 0 0 0 0,0 0 1 0 0,0 1-1 0 0,0 0 0 0 0,1 0 0 0 0,-1 1 0 0 0,10 0 1 0 0,88 11 694 0 0,-87-9-733 0 0,148 30 192 0 0,10 1 108 0 0,-63-23 205 0 0,-112-10 322 0 0,-45-8-1597 0 0,-198-22-2824 0 0,-2 20 6043 0 0,243 10-2405 0 0,0 0 0 0 0,-1-1 0 0 0,1 1 0 0 0,-1 0 0 0 0,1 0 0 0 0,-1 0 0 0 0,1 0 0 0 0,-1 0 0 0 0,1 1 0 0 0,-1-1 0 0 0,1 0 0 0 0,-1 1 0 0 0,1-1 0 0 0,0 1 0 0 0,-1-1 0 0 0,1 1 0 0 0,-2 1 0 0 0,21 8-843 0 0,45 8 424 0 0,372 60 1422 0 0,-391-70-1075 0 0,-43-8 79 0 0,-34 2-495 0 0,-100-3-463 0 0,-230 8 1361 0 0,283 6-59 0 0,80-13-371 0 0,0 0 0 0 0,0 0 0 0 0,-1 0 0 0 0,1 0-1 0 0,0 0 1 0 0,0 0 0 0 0,-1 0 0 0 0,1 0 0 0 0,0 0-1 0 0,0 0 1 0 0,-1 0 0 0 0,1 0 0 0 0,0 0 0 0 0,0 0-1 0 0,0 0 1 0 0,-1 0 0 0 0,1 1 0 0 0,0-1 0 0 0,0 0-1 0 0,0 0 1 0 0,-1 0 0 0 0,1 0 0 0 0,0 0 0 0 0,0 1-1 0 0,0-1 1 0 0,0 0 0 0 0,-1 0 0 0 0,1 0 0 0 0,0 1-1 0 0,0-1 1 0 0,0 0 0 0 0,0 0 0 0 0,0 1 0 0 0,0-1-1 0 0,0 0 1 0 0,0 0 0 0 0,0 0 0 0 0,0 1-1 0 0,0-1 1 0 0,0 0 0 0 0,0 0 0 0 0,0 1 0 0 0,0-1-1 0 0,0 0 1 0 0,0 0 0 0 0,0 1 0 0 0,0-1 0 0 0,0 0-1 0 0,0 0 1 0 0,0 0 0 0 0,0 1 0 0 0,1-1 0 0 0,14 11-256 0 0,24 4 274 0 0,12-3 242 0 0,0-1 0 0 0,1-3 0 0 0,1-2 0 0 0,102-1 0 0 0,-144-6 375 0 0,-11-3-333 0 0,-23-7-377 0 0,-37-7-400 0 0,-89-14 278 0 0,158 33-118 0 0,36 7 143 0 0,0-2-1 0 0,0-2 0 0 0,1-2 0 0 0,65-6 1 0 0,-111 4 196 0 0,0 0 0 0 0,0 0 0 0 0,0 0 0 0 0,1 0 1 0 0,-1 0-1 0 0,0 0 0 0 0,0 0 0 0 0,0 0 0 0 0,0 0 1 0 0,0 0-1 0 0,0 0 0 0 0,1 0 0 0 0,-1 0 0 0 0,0 0 0 0 0,0 0 1 0 0,0 0-1 0 0,0 0 0 0 0,0 0 0 0 0,0 0 0 0 0,0 0 1 0 0,1 0-1 0 0,-1 0 0 0 0,0 0 0 0 0,0 0 0 0 0,0-1 1 0 0,0 1-1 0 0,0 0 0 0 0,0 0 0 0 0,0 0 0 0 0,0 0 0 0 0,0 0 1 0 0,1 0-1 0 0,-1 0 0 0 0,0 0 0 0 0,0-1 0 0 0,0 1 1 0 0,0 0-1 0 0,0 0 0 0 0,0 0 0 0 0,0 0 0 0 0,0 0 1 0 0,0 0-1 0 0,0-1 0 0 0,0 1 0 0 0,0 0 0 0 0,0 0 0 0 0,0 0 1 0 0,0 0-1 0 0,0 0 0 0 0,0 0 0 0 0,0-1 0 0 0,0 1 1 0 0,0 0-1 0 0,0 0 0 0 0,0 0 0 0 0,0 0 0 0 0,-1 0 1 0 0,1 0-1 0 0,0 0 0 0 0,0-1 0 0 0,0 1 0 0 0,0 0 0 0 0,0 0 1 0 0,0 0-1 0 0,0 0 0 0 0,0 0 0 0 0,-1 0 0 0 0,-13-9 187 0 0,-25-10-314 0 0,34 17 159 0 0,-18-6 48 0 0,0 1 0 0 0,0 1 0 0 0,-1 1 0 0 0,0 1 0 0 0,0 1 0 0 0,0 1 0 0 0,-33 2 0 0 0,57 0-94 0 0,0 0-1 0 0,1 1 1 0 0,-1-1 0 0 0,0 0 0 0 0,0 0 0 0 0,0 0 0 0 0,0 0-1 0 0,0 0 1 0 0,0 0 0 0 0,0 1 0 0 0,0-1 0 0 0,0 0 0 0 0,0 0-1 0 0,0 0 1 0 0,0 0 0 0 0,0 0 0 0 0,0 1 0 0 0,0-1-1 0 0,0 0 1 0 0,0 0 0 0 0,0 0 0 0 0,0 0 0 0 0,0 0 0 0 0,0 1-1 0 0,0-1 1 0 0,0 0 0 0 0,0 0 0 0 0,0 0 0 0 0,-1 0 0 0 0,1 0-1 0 0,0 0 1 0 0,0 1 0 0 0,0-1 0 0 0,0 0 0 0 0,0 0 0 0 0,0 0-1 0 0,0 0 1 0 0,0 0 0 0 0,-1 0 0 0 0,1 0 0 0 0,0 0-1 0 0,0 0 1 0 0,0 0 0 0 0,0 0 0 0 0,0 0 0 0 0,-1 0 0 0 0,1 1-1 0 0,0-1 1 0 0,0 0 0 0 0,0 0 0 0 0,0 0 0 0 0,0 0 0 0 0,-1 0-1 0 0,1 0 1 0 0,0 0 0 0 0,0-1 0 0 0,0 1 0 0 0,0 0 0 0 0,0 0-1 0 0,-1 0 1 0 0,1 0 0 0 0,0 0 0 0 0,0 0 0 0 0,0 0-1 0 0,0 0 1 0 0,0 0 0 0 0,15 10-538 0 0,27 8-224 0 0,1-9 908 0 0,0-3 0 0 0,1-1 1 0 0,75-1-1 0 0,-118-4 485 0 0,-6-2-536 0 0,1-1 0 0 0,0 1-1 0 0,-1 1 1 0 0,0-1-1 0 0,0 1 1 0 0,1 0-1 0 0,-1 0 1 0 0,-7-1-1 0 0,9 2-54 0 0,-57-10 150 0 0,0 3-1 0 0,-86 0 0 0 0,145 7-353 0 0,39 15-2279 0 0,-9-8 2374 0 0,1-1-1 0 0,59 3 2410 0 0,-126-14-1657 0 0,-55-11-1870 0 0,72 14 1030 0 0,-1-1 1 0 0,1-1-1 0 0,0 0 0 0 0,-32-13 1 0 0,74 25 46 0 0,1-1 0 0 0,0-1 0 0 0,0-1 0 0 0,0-1 0 0 0,1-1 0 0 0,-1-1 1 0 0,25-2-1 0 0,-19 0 294 0 0,1-1 0 0 0,0-2 0 0 0,-1-1 0 0 0,0-2 0 0 0,0 0 1 0 0,33-13-1 0 0,-60 19-152 0 0,0-1 1 0 0,0 0-1 0 0,0 1 1 0 0,0-1 0 0 0,0 0-1 0 0,0 0 1 0 0,0 0-1 0 0,0 0 1 0 0,0-1-1 0 0,-1 1 1 0 0,1 0-1 0 0,0-1 1 0 0,-1 1 0 0 0,1-1-1 0 0,-1 0 1 0 0,0 1-1 0 0,1-1 1 0 0,-1 0-1 0 0,0 0 1 0 0,1-2-1 0 0,-2 2-17 0 0,-1 1 0 0 0,1-1 0 0 0,-1 1-1 0 0,1-1 1 0 0,-1 1 0 0 0,0-1 0 0 0,0 1-1 0 0,0-1 1 0 0,0 1 0 0 0,0 0 0 0 0,0 0-1 0 0,0-1 1 0 0,0 1 0 0 0,0 0 0 0 0,-1 0 0 0 0,1 0-1 0 0,0 0 1 0 0,-1 0 0 0 0,1 1 0 0 0,-1-1-1 0 0,1 0 1 0 0,-1 1 0 0 0,1-1 0 0 0,-1 1-1 0 0,1-1 1 0 0,-4 0 0 0 0,-17-6-94 0 0,0 1 0 0 0,-1 1-1 0 0,0 1 1 0 0,0 1 0 0 0,0 1 0 0 0,-43 2 0 0 0,23 3-54 0 0,0 1 0 0 0,-74 19 1 0 0,109-22 55 0 0,1 0 1 0 0,0 1 0 0 0,0 0-1 0 0,0 1 1 0 0,0-1 0 0 0,0 1 0 0 0,1 1-1 0 0,-1-1 1 0 0,1 1 0 0 0,0 0-1 0 0,0 1 1 0 0,-6 5 0 0 0,12-9 58 0 0,-1 0 0 0 0,1 0 0 0 0,0-1 0 0 0,0 1 0 0 0,0 0 1 0 0,0 0-1 0 0,0 0 0 0 0,0 0 0 0 0,0-1 0 0 0,0 1 0 0 0,1 0 0 0 0,-1 0 1 0 0,0 0-1 0 0,0-1 0 0 0,1 1 0 0 0,-1 0 0 0 0,0 0 0 0 0,1-1 1 0 0,-1 1-1 0 0,1 0 0 0 0,-1-1 0 0 0,1 1 0 0 0,-1 0 0 0 0,1-1 0 0 0,0 1 1 0 0,-1-1-1 0 0,1 1 0 0 0,-1-1 0 0 0,1 1 0 0 0,0-1 0 0 0,0 0 1 0 0,-1 1-1 0 0,1-1 0 0 0,0 0 0 0 0,0 1 0 0 0,-1-1 0 0 0,3 0 0 0 0,29 12-353 0 0,-10-8 325 0 0,-1-1 0 0 0,1 0 0 0 0,0-2-1 0 0,-1-1 1 0 0,1-1 0 0 0,0 0 0 0 0,-1-2 0 0 0,1 0 0 0 0,-1-2-1 0 0,40-13 1 0 0,-60 18 634 0 0,-50-11 272 0 0,14 10-823 0 0,0 2 0 0 0,-66 10 0 0 0,58-5-189 0 0,-48 1 1 0 0,91-7 140 0 0,0 0-1 0 0,0 0 1 0 0,-1 0-1 0 0,1 1 1 0 0,0-1-1 0 0,0 0 1 0 0,0 0-1 0 0,0 0 1 0 0,0 1-1 0 0,0-1 1 0 0,-1 0-1 0 0,1 0 1 0 0,0 1-1 0 0,0-1 0 0 0,0 0 1 0 0,0 0-1 0 0,0 1 1 0 0,0-1-1 0 0,0 0 1 0 0,0 0-1 0 0,0 1 1 0 0,0-1-1 0 0,0 0 1 0 0,0 0-1 0 0,0 1 1 0 0,0-1-1 0 0,0 0 1 0 0,0 0-1 0 0,1 1 1 0 0,-1-1-1 0 0,0 0 1 0 0,0 0-1 0 0,0 1 1 0 0,0-1-1 0 0,0 0 1 0 0,1 0-1 0 0,-1 0 1 0 0,0 1-1 0 0,0-1 1 0 0,0 0-1 0 0,1 0 1 0 0,-1 0-1 0 0,0 0 0 0 0,0 1 1 0 0,0-1-1 0 0,1 0 1 0 0,-1 0-1 0 0,0 0 1 0 0,0 0-1 0 0,1 0 1 0 0,-1 0-1 0 0,1 0 1 0 0,10 11-63 0 0,3-5 34 0 0,0 0 0 0 0,0-2 0 0 0,1 0 0 0 0,-1 0 0 0 0,1-1 0 0 0,0-1 1 0 0,0-1-1 0 0,0 0 0 0 0,28-2 0 0 0,-27 1 1647 0 0,-45-22-677 0 0,-123-33 93 0 0,321 86-3094 0 0,-86-30 1624 0 0,-41-2 1238 0 0,-79-17 333 0 0,4 10-655 0 0,0 1 0 0 0,0 2 0 0 0,-61-3 0 0 0,94 8-512 0 0,43 20-1156 0 0,-40-19 1785 0 0,-1-2 1097 0 0,-5-1-537 0 0,-3-3-1620 0 0,19 14-1 0 0,-1-1 0 0 0,2 0 0 0 0,-1 0 0 0 0,1-2 0 0 0,0 1 0 0 0,19 5 0 0 0,-20-8 414 0 0,-1 0-1 0 0,1-1 1 0 0,-1 0 0 0 0,1-1-1 0 0,0-1 1 0 0,0 0 0 0 0,0 0 0 0 0,0-1-1 0 0,22-4 1 0 0,-34 4 58 0 0,0 0-1 0 0,1 0 1 0 0,-1 0-1 0 0,0-1 1 0 0,0 1-1 0 0,0 0 1 0 0,0-1-1 0 0,0 1 1 0 0,0-1-1 0 0,0 0 1 0 0,0 1-1 0 0,0-1 1 0 0,0 0-1 0 0,0 1 1 0 0,0-1-1 0 0,-1 0 1 0 0,1 0-1 0 0,0 0 1 0 0,0 0-1 0 0,-1 0 1 0 0,1 1-1 0 0,0-1 1 0 0,-1-1-1 0 0,1 1 1 0 0,-1 0-1 0 0,0 0 1 0 0,1 0 0 0 0,-1 0-1 0 0,0 0 1 0 0,1-2-1 0 0,-2-1-26 0 0,1 1 0 0 0,0 0 1 0 0,-1-1-1 0 0,0 1 0 0 0,0 0 0 0 0,0 0 1 0 0,0-1-1 0 0,-1 1 0 0 0,1 0 0 0 0,-4-4 0 0 0,-2-6-58 0 0,-2 2-1 0 0,0-1 0 0 0,-20-19 0 0 0,19 21 74 0 0,-1 1-1 0 0,0 1 0 0 0,0 0 1 0 0,-1 1-1 0 0,-21-11 0 0 0,28 16-43 0 0,-1 0 1 0 0,1 0-1 0 0,-1 0 0 0 0,0 1 0 0 0,0 0 0 0 0,0 0 0 0 0,0 0 0 0 0,0 1 0 0 0,0 0 0 0 0,0 0 1 0 0,0 0-1 0 0,0 1 0 0 0,0 0 0 0 0,1 0 0 0 0,-10 4 0 0 0,12-4 32 0 0,0 1 0 0 0,0 0 0 0 0,0 0 0 0 0,0 0 0 0 0,0 0-1 0 0,0 1 1 0 0,1-1 0 0 0,-1 1 0 0 0,1-1 0 0 0,0 1 0 0 0,0 0 0 0 0,0 0 0 0 0,0 0 0 0 0,0 0-1 0 0,1 1 1 0 0,0-1 0 0 0,-1 0 0 0 0,1 0 0 0 0,0 1 0 0 0,0-1 0 0 0,1 1 0 0 0,-1-1 0 0 0,1 1-1 0 0,0-1 1 0 0,0 5 0 0 0,0 4 5 0 0,0-1 0 0 0,0 1 1 0 0,2 0-1 0 0,-1-1 0 0 0,1 1 0 0 0,6 16 0 0 0,-7-24 50 0 0,1 0 1 0 0,0 0-1 0 0,0 1 0 0 0,0-1 1 0 0,0 0-1 0 0,1-1 0 0 0,-1 1 1 0 0,1 0-1 0 0,0-1 0 0 0,0 1 1 0 0,0-1-1 0 0,1 0 0 0 0,-1 0 1 0 0,1 0-1 0 0,0-1 0 0 0,0 1 1 0 0,0-1-1 0 0,0 0 0 0 0,0 0 0 0 0,0 0 1 0 0,0-1-1 0 0,1 1 0 0 0,-1-1 1 0 0,1 0-1 0 0,-1 0 0 0 0,1-1 1 0 0,-1 1-1 0 0,1-1 0 0 0,7-1 1 0 0,-4 1 68 0 0,0-1 1 0 0,-1-1 0 0 0,1 1 0 0 0,0-1-1 0 0,-1-1 1 0 0,1 1 0 0 0,-1-1-1 0 0,1-1 1 0 0,-1 1 0 0 0,-1-1 0 0 0,1 0-1 0 0,0-1 1 0 0,-1 0 0 0 0,0 0 0 0 0,0 0-1 0 0,6-8 1 0 0,-11 11-82 0 0,1 0-1 0 0,-1 0 1 0 0,0 0-1 0 0,0 0 1 0 0,-1 0-1 0 0,1 0 1 0 0,0-1-1 0 0,-1 1 1 0 0,1 0 0 0 0,-1 0-1 0 0,0-1 1 0 0,0 1-1 0 0,0 0 1 0 0,0-1-1 0 0,0 1 1 0 0,0 0 0 0 0,-1 0-1 0 0,1-1 1 0 0,-1 1-1 0 0,1 0 1 0 0,-1 0-1 0 0,0 0 1 0 0,-1-3-1 0 0,0 1-34 0 0,0 0 1 0 0,0 0-1 0 0,-1 0 0 0 0,1 0 0 0 0,-1 0 0 0 0,0 1 0 0 0,0-1 0 0 0,0 1 0 0 0,0 0 0 0 0,-7-5 0 0 0,1 3-33 0 0,0 1 0 0 0,0 0 1 0 0,-1 1-1 0 0,1 0 0 0 0,-1 0 0 0 0,1 1 1 0 0,-1 1-1 0 0,0-1 0 0 0,-14 1 1 0 0,18 1 8 0 0,0-1 1 0 0,-1 1 0 0 0,1 1 0 0 0,0-1 0 0 0,0 1 0 0 0,-1 0 0 0 0,1 1 0 0 0,0 0 0 0 0,0 0 0 0 0,1 0-1 0 0,-1 0 1 0 0,0 1 0 0 0,1 0 0 0 0,-1 0 0 0 0,1 0 0 0 0,-6 6 0 0 0,9-7 28 0 0,1-1 0 0 0,0 0 0 0 0,0 1 1 0 0,-1-1-1 0 0,1 1 0 0 0,0 0 0 0 0,1-1 0 0 0,-1 1 1 0 0,0 0-1 0 0,0-1 0 0 0,1 1 0 0 0,-1 0 0 0 0,1 0 1 0 0,0 0-1 0 0,-1 0 0 0 0,1 0 0 0 0,0-1 0 0 0,0 1 0 0 0,0 0 1 0 0,0 0-1 0 0,1 3 0 0 0,0-2-6 0 0,0 1 1 0 0,1-1-1 0 0,-1 1 0 0 0,1-1 1 0 0,0 0-1 0 0,0 0 0 0 0,0 0 1 0 0,0 0-1 0 0,0 0 1 0 0,5 4-1 0 0,0 0-94 0 0,0-1-1 0 0,1 0 1 0 0,0 0-1 0 0,0-1 1 0 0,0 0 0 0 0,1 0-1 0 0,13 5 1 0 0,-11-7-326 0 0,1 0-1 0 0,0-1 1 0 0,0 0-1 0 0,0-1 1 0 0,0-1-1 0 0,0 0 1 0 0,0 0-1 0 0,0-1 1 0 0,0 0-1 0 0,0-1 1 0 0,0-1-1 0 0,-1 0 1 0 0,1 0-1 0 0,19-10 1 0 0,-19 8 25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3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27 177 3812 0 0,'-1'-1'373'0'0,"-1"1"0"0"0,1-1-1 0 0,-1 1 1 0 0,1-1-1 0 0,-1 0 1 0 0,1 1-1 0 0,-1-1 1 0 0,1 0 0 0 0,0 0-1 0 0,0 0 1 0 0,-1 0-1 0 0,1 0 1 0 0,0 0 0 0 0,0-1-1 0 0,0 1 1 0 0,0 0-1 0 0,0-1 1 0 0,0 1-1 0 0,1 0 1 0 0,-1-1 0 0 0,-1-2-1 0 0,3 3-270 0 0,-1-1 0 0 0,0 1-1 0 0,0 0 1 0 0,1 0 0 0 0,-1 0-1 0 0,1-1 1 0 0,-1 1 0 0 0,1 0 0 0 0,0 0-1 0 0,-1 0 1 0 0,1 0 0 0 0,0 0-1 0 0,0 0 1 0 0,0 0 0 0 0,0 0 0 0 0,0 0-1 0 0,0 1 1 0 0,0-1 0 0 0,0 0-1 0 0,2-1 1 0 0,10-5-370 0 0,-1 1 1 0 0,2 0-1 0 0,21-6 0 0 0,-30 10 549 0 0,73-22-1211 0 0,112-19 0 0 0,-7 22-4734 0 0,-163 18 4490 0 0,-17 2 965 0 0,-1 0-1 0 0,1 0 1 0 0,0 0 0 0 0,0 1 0 0 0,-1 0 0 0 0,1-1-1 0 0,0 1 1 0 0,0 0 0 0 0,-1 0 0 0 0,1 0 0 0 0,0 1-1 0 0,0-1 1 0 0,-1 1 0 0 0,4 0 0 0 0,-6 0 197 0 0,1 0 0 0 0,-1 0 1 0 0,0 0-1 0 0,1 0 0 0 0,-1 0 1 0 0,0-1-1 0 0,0 1 0 0 0,0 0 1 0 0,0 0-1 0 0,1 0 0 0 0,-1 0 1 0 0,0 0-1 0 0,-1 0 0 0 0,1 0 1 0 0,0 0-1 0 0,0 0 0 0 0,0 0 1 0 0,0 0-1 0 0,-1-1 0 0 0,1 1 1 0 0,-1 0-1 0 0,1 0 0 0 0,0 0 1 0 0,-1 0-1 0 0,1-1 0 0 0,-1 1 1 0 0,0 0-1 0 0,1 0 0 0 0,-2 0 1 0 0,-16 24 796 0 0,-23 20 1417 0 0,19-23-1148 0 0,1 1-1 0 0,1 1 1 0 0,2 1-1 0 0,0 1 1 0 0,-16 32-1 0 0,4 18-361 0 0,3 2 0 0 0,3 1 1 0 0,-23 147-1 0 0,-18 67-823 0 0,59-274-36 0 0,3-5 875 0 0,21-25-95 0 0,18-13-1783 0 0,1 1 0 0 0,59-25 1 0 0,-51 26-2856 0 0,57-36 0 0 0,-60 23 1788 0 0,-30 23 1804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3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0 179 3464 0 0,'230'-93'7656'0'0,"-163"66"-7704"0"0,-39 15-223 0 0,1 1 1 0 0,0 1-1 0 0,0 1 0 0 0,38-5 1 0 0,-65 13 246 0 0,-1 1 0 0 0,1-1 0 0 0,0 1 0 0 0,0 0 0 0 0,0-1 0 0 0,-1 1 1 0 0,1 0-1 0 0,0 0 0 0 0,0 1 0 0 0,-1-1 0 0 0,1 0 0 0 0,0 1 0 0 0,0-1 0 0 0,-1 1 0 0 0,1-1 0 0 0,0 1 1 0 0,-1 0-1 0 0,1-1 0 0 0,-1 1 0 0 0,1 0 0 0 0,-1 0 0 0 0,2 2 0 0 0,-2-2 17 0 0,-1 0-1 0 0,0 1 1 0 0,1-1-1 0 0,-1 0 1 0 0,0 1-1 0 0,0-1 1 0 0,0 0-1 0 0,0 1 1 0 0,0-1-1 0 0,0 0 1 0 0,0 1-1 0 0,-1-1 1 0 0,1 0-1 0 0,0 1 1 0 0,-1-1 0 0 0,1 0-1 0 0,-1 1 1 0 0,1-1-1 0 0,-1 0 1 0 0,0 0-1 0 0,-1 2 1 0 0,-5 8 39 0 0,-1-1 0 0 0,0 1 1 0 0,-1-1-1 0 0,-13 11 0 0 0,-85 72 619 0 0,50-47 177 0 0,-100 108-1 0 0,149-144-799 0 0,0 0-1 0 0,1 1 0 0 0,1-1 1 0 0,-1 2-1 0 0,2-1 0 0 0,0 0 1 0 0,0 1-1 0 0,1 0 0 0 0,-4 19 1 0 0,5-11-25 0 0,0 0 1 0 0,2 0-1 0 0,0-1 1 0 0,1 1 0 0 0,4 27-1 0 0,-1-27 156 0 0,-2 0-1 0 0,0 0 1 0 0,-2 1-1 0 0,0-1 1 0 0,-1 0-1 0 0,-1 1 1 0 0,-1-2-1 0 0,-1 1 1 0 0,-12 33 0 0 0,39-97 65 0 0,2 2 0 0 0,1 0 0 0 0,33-39 0 0 0,108-119-1484 0 0,-145 176 998 0 0,2 2 1 0 0,45-37-1 0 0,-59 52 193 0 0,1 0 0 0 0,0 1 0 0 0,0 0 0 0 0,0 0 0 0 0,1 1 0 0 0,0 1 0 0 0,0 0 1 0 0,0 0-1 0 0,1 1 0 0 0,21-3 0 0 0,-31 6 81 0 0,1 0 0 0 0,-1-1-1 0 0,0 1 1 0 0,0 1 0 0 0,0-1 0 0 0,0 0 0 0 0,0 0 0 0 0,1 1 0 0 0,-1-1 0 0 0,0 1 0 0 0,0 0 0 0 0,0 0-1 0 0,0-1 1 0 0,-1 1 0 0 0,1 1 0 0 0,0-1 0 0 0,0 0 0 0 0,0 0 0 0 0,-1 1 0 0 0,1-1 0 0 0,-1 1 0 0 0,1-1 0 0 0,1 3-1 0 0,-1 0 34 0 0,-1-1 0 0 0,1 1-1 0 0,-1-1 1 0 0,1 1 0 0 0,-1 0-1 0 0,0 0 1 0 0,-1 0 0 0 0,1 0-1 0 0,-1 0 1 0 0,1 0 0 0 0,-2 7-1 0 0,0 5 144 0 0,-1-1 1 0 0,-1 1-1 0 0,-1-1 0 0 0,0 0 0 0 0,-8 21 0 0 0,-1-8-66 0 0,0-2 1 0 0,-2 1-1 0 0,-1-2 1 0 0,0 0-1 0 0,-2-1 0 0 0,-31 32 1 0 0,31-38-699 0 0,0-1-1 0 0,-2 0 1 0 0,0-2 0 0 0,-35 21 0 0 0,53-34 346 0 0,-1 0 0 0 0,0-1 1 0 0,0 1-1 0 0,0-1 0 0 0,0 0 0 0 0,0 0 1 0 0,0 0-1 0 0,0 0 0 0 0,0 0 1 0 0,0-1-1 0 0,0 1 0 0 0,0-1 0 0 0,-1 0 1 0 0,1 0-1 0 0,0 0 0 0 0,0 0 0 0 0,0-1 1 0 0,0 1-1 0 0,-1-1 0 0 0,1 0 1 0 0,0 0-1 0 0,-4-2 0 0 0,4 1 63 0 0,0 0 1 0 0,1-1-1 0 0,0 1 0 0 0,-1 0 0 0 0,1-1 0 0 0,0 0 1 0 0,0 1-1 0 0,1-1 0 0 0,-1 0 0 0 0,1 0 1 0 0,-1 0-1 0 0,1 0 0 0 0,0 0 0 0 0,0 0 0 0 0,0 0 1 0 0,0-1-1 0 0,1 1 0 0 0,-1 0 0 0 0,1-1 0 0 0,0 1 1 0 0,0-6-1 0 0,1-6 307 0 0,0 1-1 0 0,1-1 1 0 0,0 0 0 0 0,1 1-1 0 0,5-16 1 0 0,-3 25 2737 0 0,-1 18-1569 0 0,-1 19-27 0 0,-6 33 585 0 0,2-38-1313 0 0,0 0 0 0 0,1 0 1 0 0,5 31-1 0 0,-4-55-561 0 0,0 0 1 0 0,0 0-1 0 0,0 0 1 0 0,0 0-1 0 0,1 0 1 0 0,-1 0-1 0 0,1 0 1 0 0,-1 0-1 0 0,1 0 1 0 0,0-1 0 0 0,0 1-1 0 0,1-1 1 0 0,-1 1-1 0 0,0-1 1 0 0,1 0-1 0 0,-1 0 1 0 0,1 0-1 0 0,0 0 1 0 0,0 0-1 0 0,0-1 1 0 0,0 1-1 0 0,0-1 1 0 0,0 0-1 0 0,0 0 1 0 0,0 0-1 0 0,0 0 1 0 0,1-1-1 0 0,-1 1 1 0 0,0-1-1 0 0,0 0 1 0 0,1 0-1 0 0,3 0 1 0 0,14-1-745 0 0,0-1-1 0 0,0-1 1 0 0,0 0 0 0 0,20-7 0 0 0,-19 5-265 0 0,43-12-2019 0 0,43-8-1214 0 0,-96 23 3883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4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41 2816 0 0,'-7'1'584'0'0,"1"0"0"0"0,0 0 0 0 0,-1-1 0 0 0,1 0 1 0 0,0 0-1 0 0,-1-1 0 0 0,1 0 0 0 0,0 0 0 0 0,-1 0 0 0 0,1 0 0 0 0,0-1 0 0 0,0 0 0 0 0,0-1 0 0 0,0 1 0 0 0,1-1 0 0 0,-1-1 0 0 0,1 1 0 0 0,-9-7 0 0 0,14 10-556 0 0,0-1 0 0 0,0 1-1 0 0,0 0 1 0 0,0-1-1 0 0,0 1 1 0 0,1-1 0 0 0,-1 1-1 0 0,0 0 1 0 0,0-1 0 0 0,0 1-1 0 0,0 0 1 0 0,1-1-1 0 0,-1 1 1 0 0,0 0 0 0 0,0-1-1 0 0,1 1 1 0 0,-1 0 0 0 0,0-1-1 0 0,1 1 1 0 0,-1 0 0 0 0,0 0-1 0 0,1 0 1 0 0,-1-1-1 0 0,0 1 1 0 0,1 0 0 0 0,-1 0-1 0 0,0 0 1 0 0,1 0 0 0 0,-1-1-1 0 0,1 1 1 0 0,-1 0-1 0 0,0 0 1 0 0,1 0 0 0 0,-1 0-1 0 0,1 0 1 0 0,-1 0 0 0 0,0 0-1 0 0,1 0 1 0 0,-1 0 0 0 0,1 1-1 0 0,-1-1 1 0 0,0 0-1 0 0,1 0 1 0 0,22-1 174 0 0,18 5 12 0 0,-1 1-1 0 0,1 3 0 0 0,-1 1 0 0 0,44 16 1 0 0,150 71 435 0 0,-72-14-803 0 0,-4 7 0 0 0,-4 8 0 0 0,279 228 1 0 0,-353-256-527 0 0,1 1-3035 0 0,132 88 0 0 0,-200-149 3101 0 0,0-1 0 0 0,1 0 0 0 0,0-1 0 0 0,0 0 0 0 0,1-1 0 0 0,-1-1 0 0 0,2 0 0 0 0,-1-1 0 0 0,0-1 0 0 0,32 3 0 0 0,-23-7-142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6.2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293 373 3448 0 0,'-72'11'11767'0'0,"100"-15"-11385"0"0,32-1-223 0 0,-1-3 1 0 0,59-15-1 0 0,-95 17-282 0 0,0-1 0 0 0,-1 0 0 0 0,0-2 0 0 0,0-1 1 0 0,-1 0-1 0 0,0-2 0 0 0,-1 0 0 0 0,20-16 0 0 0,-37 25 62 0 0,0 1 0 0 0,1-1 0 0 0,-1 1-1 0 0,-1-1 1 0 0,1 0 0 0 0,0 0 0 0 0,-1-1-1 0 0,1 1 1 0 0,-1 0 0 0 0,0-1-1 0 0,0 1 1 0 0,-1-1 0 0 0,1 0 0 0 0,-1 1-1 0 0,1-1 1 0 0,-1 0 0 0 0,0 0 0 0 0,-1 0-1 0 0,1 0 1 0 0,-1 0 0 0 0,0 0 0 0 0,0 0-1 0 0,0 0 1 0 0,0 0 0 0 0,-1 0-1 0 0,1 0 1 0 0,-1 0 0 0 0,0 0 0 0 0,0 0-1 0 0,-1 0 1 0 0,1 1 0 0 0,-1-1 0 0 0,0 0-1 0 0,0 1 1 0 0,0-1 0 0 0,-3-3-1 0 0,-2-2 33 0 0,-1 1 0 0 0,1 0-1 0 0,-1 0 1 0 0,-1 0-1 0 0,0 1 1 0 0,0 0-1 0 0,0 1 1 0 0,-1 0-1 0 0,0 1 1 0 0,0 0 0 0 0,-19-7-1 0 0,10 7 185 0 0,-1 1 0 0 0,1 0 0 0 0,-1 2 0 0 0,0 0-1 0 0,0 1 1 0 0,1 2 0 0 0,-1 0 0 0 0,0 0 0 0 0,0 2 0 0 0,1 1-1 0 0,-1 0 1 0 0,1 1 0 0 0,0 1 0 0 0,1 1 0 0 0,0 1 0 0 0,0 0 0 0 0,0 1-1 0 0,1 1 1 0 0,0 1 0 0 0,-24 20 0 0 0,26-19-78 0 0,1 1-1 0 0,0 0 1 0 0,0 1-1 0 0,2 0 1 0 0,0 1-1 0 0,0 0 1 0 0,1 1-1 0 0,1 0 1 0 0,1 1-1 0 0,0 0 1 0 0,2 0-1 0 0,0 1 1 0 0,0 0-1 0 0,2 0 1 0 0,0 1-1 0 0,1 0 1 0 0,1-1-1 0 0,1 1 1 0 0,0 1-1 0 0,2-1 1 0 0,2 26-1 0 0,0-33-67 0 0,0 0 0 0 0,1 0 0 0 0,0 0 0 0 0,1 0 0 0 0,0 0 0 0 0,1-1 0 0 0,0 1 0 0 0,1-1 0 0 0,0 0 0 0 0,1-1 0 0 0,0 0 0 0 0,16 16-1 0 0,-11-13-27 0 0,1-2-1 0 0,1 0 0 0 0,0 0 0 0 0,1-2 0 0 0,0 1 0 0 0,0-2 0 0 0,1 0 0 0 0,21 7 0 0 0,0-3-478 0 0,0-2 0 0 0,0-2-1 0 0,1-1 1 0 0,1-2 0 0 0,-1-1 0 0 0,0-3-1 0 0,63-4 1 0 0,-75 1-437 0 0,0-1 0 0 0,-1-2 0 0 0,1 0 0 0 0,-1-2 0 0 0,42-16 1 0 0,-49 14 264 0 0,-1 0 1 0 0,1-1-1 0 0,-2-1 1 0 0,1 0-1 0 0,-2-2 1 0 0,0 1-1 0 0,0-2 1 0 0,14-16-1 0 0,-6 1 819 0 0,0-1 0 0 0,-2-1-1 0 0,33-66 1 0 0,-50 89 353 0 0,-1 0 1 0 0,0-1-1 0 0,0 0 1 0 0,2-17-1 0 0,-4 22-182 0 0,0 1-1 0 0,-1-1 1 0 0,0 1-1 0 0,0-1 1 0 0,0 1-1 0 0,0-1 1 0 0,-1 1-1 0 0,1-1 1 0 0,-1 1-1 0 0,0-1 1 0 0,0 1 0 0 0,0 0-1 0 0,0-1 1 0 0,-1 1-1 0 0,-2-4 1 0 0,4 6-239 0 0,-1 1 1 0 0,0-1 0 0 0,0 1 0 0 0,0-1 0 0 0,0 1-1 0 0,0-1 1 0 0,1 1 0 0 0,-1-1 0 0 0,0 1 0 0 0,0 0 0 0 0,0-1-1 0 0,0 1 1 0 0,0 0 0 0 0,0 0 0 0 0,0 0 0 0 0,-1 0-1 0 0,1 0 1 0 0,0 0 0 0 0,0 0 0 0 0,0 0 0 0 0,0 1-1 0 0,0-1 1 0 0,0 0 0 0 0,0 0 0 0 0,0 1 0 0 0,1-1 0 0 0,-1 1-1 0 0,0-1 1 0 0,0 1 0 0 0,0-1 0 0 0,0 1 0 0 0,0 0-1 0 0,1-1 1 0 0,-1 1 0 0 0,0 0 0 0 0,1 0 0 0 0,-1-1-1 0 0,0 2 1 0 0,-32 34 1002 0 0,32-34-977 0 0,-8 10 75 0 0,0 1 0 0 0,2 0-1 0 0,-1 1 1 0 0,2 0 0 0 0,0 0-1 0 0,0 0 1 0 0,-4 21 0 0 0,2 2 53 0 0,-7 69 1 0 0,14-97-222 0 0,1 1 0 0 0,0-1 0 0 0,0 0 0 0 0,1 1 0 0 0,0-1 0 0 0,0 0 0 0 0,1 1 0 0 0,1-1 0 0 0,0 0 0 0 0,0-1 0 0 0,0 1 0 0 0,1 0 0 0 0,0-1 0 0 0,1 0 0 0 0,9 13 0 0 0,-10-16-109 0 0,0-1-1 0 0,1 1 1 0 0,0-1 0 0 0,0 0 0 0 0,0 0 0 0 0,0 0 0 0 0,1-1-1 0 0,0 0 1 0 0,-1 0 0 0 0,1 0 0 0 0,0 0 0 0 0,0-1 0 0 0,1 0 0 0 0,-1-1-1 0 0,0 1 1 0 0,1-1 0 0 0,-1-1 0 0 0,1 1 0 0 0,-1-1 0 0 0,1 0-1 0 0,-1 0 1 0 0,0-1 0 0 0,8-1 0 0 0,-9 1-274 0 0,0 1-1 0 0,0-1 1 0 0,0 0-1 0 0,-1-1 1 0 0,1 1-1 0 0,0-1 1 0 0,-1 0-1 0 0,1 0 1 0 0,-1 0 0 0 0,0-1-1 0 0,0 0 1 0 0,0 1-1 0 0,0-1 1 0 0,0-1-1 0 0,0 1 1 0 0,-1-1-1 0 0,1 1 1 0 0,-1-1 0 0 0,0 0-1 0 0,-1 0 1 0 0,1 0-1 0 0,0 0 1 0 0,-1-1-1 0 0,0 1 1 0 0,0-1-1 0 0,-1 0 1 0 0,1 1 0 0 0,-1-1-1 0 0,0 0 1 0 0,0 0-1 0 0,0 0 1 0 0,-1 0-1 0 0,0 0 1 0 0,0 0 0 0 0,-1-5-1 0 0,-2-4-132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6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10 3928 0 0,'-45'9'8282'0'0,"89"-9"-6067"0"0,71 1-1795 0 0,51 0-3692 0 0,-3-12-5147 0 0,-118 3 5681 0 0,-37 7 2370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6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3 1400 0 0,'-25'0'7398'0'0,"25"-1"-7384"0"0,0 1-1 0 0,0 0 1 0 0,-1 0 0 0 0,1 0-1 0 0,0 0 1 0 0,0-1 0 0 0,-1 1-1 0 0,1 0 1 0 0,0 0 0 0 0,0 0-1 0 0,0 0 1 0 0,-1 0-1 0 0,1 0 1 0 0,0 0 0 0 0,-1-1-1 0 0,1 1 1 0 0,0 0 0 0 0,0 0-1 0 0,-1 0 1 0 0,1 0 0 0 0,0 0-1 0 0,0 0 1 0 0,-1 0-1 0 0,1 0 1 0 0,0 0 0 0 0,0 1-1 0 0,-1-1 1 0 0,1 0 0 0 0,0 0-1 0 0,0 0 1 0 0,-1 0 0 0 0,1 0-1 0 0,0 0 1 0 0,0 0-1 0 0,-1 1 1 0 0,1-1 0 0 0,0 0-1 0 0,0 0 1 0 0,0 0 0 0 0,-1 1-1 0 0,1-1 1 0 0,0 0 0 0 0,0 0-1 0 0,0 0 1 0 0,0 1-1 0 0,0-1 1 0 0,-1 0 0 0 0,1 0-1 0 0,0 1 1 0 0,-6 18-5126 0 0,1-4 1708 0 0,4-14 3000 0 0,1 3 60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7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413 1 1600 0 0,'-13'1'466'0'0,"0"0"0"0"0,0 1 1 0 0,1 1-1 0 0,-1 0 0 0 0,1 1 0 0 0,-1 1 0 0 0,1-1 0 0 0,0 2 0 0 0,1 0 0 0 0,-1 0 1 0 0,1 1-1 0 0,1 0 0 0 0,-1 1 0 0 0,1 1 0 0 0,1-1 0 0 0,-1 1 0 0 0,1 1 0 0 0,-12 17 1 0 0,0 1 181 0 0,2 0 0 0 0,1 2 0 0 0,1 0 0 0 0,2 1 1 0 0,-22 61-1 0 0,22-46-353 0 0,3 1-1 0 0,1 0 1 0 0,-7 77 0 0 0,16-91-311 0 0,1 0 0 0 0,2 0 0 0 0,1 0 0 0 0,1 0 0 0 0,2-1 0 0 0,11 37 0 0 0,-13-56-195 0 0,1-1 1 0 0,1 0 0 0 0,0 0 0 0 0,1-1-1 0 0,0 1 1 0 0,0-1 0 0 0,1-1 0 0 0,1 1-1 0 0,0-1 1 0 0,0 0 0 0 0,1-1 0 0 0,0 0-1 0 0,1-1 1 0 0,0 1 0 0 0,0-2 0 0 0,1 0-1 0 0,21 11 1 0 0,-21-13-232 0 0,0-1 0 0 0,0 0 1 0 0,0-1-1 0 0,1 0 0 0 0,-1-1 0 0 0,1-1 0 0 0,0 1 0 0 0,0-2 0 0 0,-1 0 1 0 0,1 0-1 0 0,0-1 0 0 0,0 0 0 0 0,-1-1 0 0 0,1-1 0 0 0,-1 0 0 0 0,0 0 1 0 0,1-1-1 0 0,-2-1 0 0 0,19-9 0 0 0,-7 1-626 0 0,40-32 1 0 0,-34 21 603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7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41 5200 0 0,'10'-6'830'0'0,"0"0"-1"0"0,1 1 1 0 0,0 0-1 0 0,0 1 0 0 0,0 0 1 0 0,1 1-1 0 0,-1 0 1 0 0,13-2-1 0 0,-19 5-727 0 0,0 0-1 0 0,0 0 1 0 0,0 1-1 0 0,0 0 1 0 0,-1-1 0 0 0,1 1-1 0 0,0 1 1 0 0,0-1-1 0 0,-1 1 1 0 0,1 0-1 0 0,-1 0 1 0 0,1 0 0 0 0,-1 1-1 0 0,0-1 1 0 0,0 1-1 0 0,0 0 1 0 0,0 0-1 0 0,-1 1 1 0 0,1-1 0 0 0,-1 1-1 0 0,0-1 1 0 0,5 8-1 0 0,1 4 12 0 0,0 1-1 0 0,0 1 0 0 0,-2-1 1 0 0,0 1-1 0 0,-1 1 0 0 0,0-1 1 0 0,-2 1-1 0 0,0 0 0 0 0,-1 1 1 0 0,0-1-1 0 0,-2 0 0 0 0,-1 21 1 0 0,0 1-169 0 0,-3 1 0 0 0,-2-1 0 0 0,-1 0 1 0 0,-16 56-1 0 0,18-84-225 0 0,0 1 0 0 0,-1-1 0 0 0,-1 0 1 0 0,1-1-1 0 0,-2 1 0 0 0,0-1 0 0 0,-12 15 1 0 0,11-17-310 0 0,-1 0 1 0 0,0 0-1 0 0,-1 0 1 0 0,1-1 0 0 0,-2-1-1 0 0,1 0 1 0 0,-1 0 0 0 0,0-1-1 0 0,-1 0 1 0 0,1-1 0 0 0,-1-1-1 0 0,0 1 1 0 0,-1-2 0 0 0,1 0-1 0 0,0 0 1 0 0,-1-1 0 0 0,0-1-1 0 0,1 0 1 0 0,-1-1-1 0 0,-13-1 1 0 0,1-2-195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8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0 309 4480 0 0,'26'-13'9001'0'0,"11"5"-5393"0"0,52-2-4080 0 0,-34 5 1472 0 0,329-28 402 0 0,-190 36-2854 0 0,-3 20-4281 0 0,-215-27-646 0 0,-22-4 2209 0 0,30 5 4112 0 0,2 0 0 0 0,-1-1 0 0 0,0-1 0 0 0,1 0 0 0 0,0-1 0 0 0,-17-9 0 0 0,17 5 556 0 0,0-1 0 0 0,0 0 0 0 0,1 0 0 0 0,-12-15-1 0 0,13 13 950 0 0,1-1 0 0 0,1-1-1 0 0,-18-30 1 0 0,28 44-1323 0 0,-1 0 1 0 0,0 0-1 0 0,1 0 1 0 0,-1 0-1 0 0,0-1 0 0 0,1 1 1 0 0,0 0-1 0 0,-1 0 1 0 0,1-1-1 0 0,0 1 1 0 0,-1 0-1 0 0,1-1 0 0 0,0 1 1 0 0,0 0-1 0 0,0-1 1 0 0,0 1-1 0 0,1 0 1 0 0,-1-1-1 0 0,0 1 0 0 0,0 0 1 0 0,1-1-1 0 0,-1 1 1 0 0,1 0-1 0 0,-1 0 1 0 0,1-1-1 0 0,0 1 0 0 0,-1 0 1 0 0,1 0-1 0 0,1-1 1 0 0,0 0-18 0 0,1 0 0 0 0,0 0 1 0 0,-1 1-1 0 0,1-1 0 0 0,0 1 1 0 0,0 0-1 0 0,0-1 0 0 0,0 1 0 0 0,0 1 1 0 0,0-1-1 0 0,0 0 0 0 0,4 1 1 0 0,9-2 22 0 0,0 2 0 0 0,0 0 0 0 0,30 4 0 0 0,-27-1-80 0 0,-1 1-1 0 0,0 1 1 0 0,0 1-1 0 0,0 1 1 0 0,-1 0-1 0 0,1 1 1 0 0,30 20-1 0 0,-41-24-51 0 0,-1 0-1 0 0,-1 0 0 0 0,1 1 1 0 0,0-1-1 0 0,-1 1 0 0 0,0 1 1 0 0,0-1-1 0 0,-1 1 0 0 0,0-1 1 0 0,0 1-1 0 0,0 0 0 0 0,0 1 1 0 0,-1-1-1 0 0,0 1 0 0 0,-1-1 1 0 0,1 1-1 0 0,-1 0 0 0 0,0 0 1 0 0,-1 0-1 0 0,0 0 0 0 0,0 0 1 0 0,0 1-1 0 0,-2 12 0 0 0,0-15-31 0 0,-1 1 0 0 0,0-1-1 0 0,0 1 1 0 0,-1-1 0 0 0,1 0-1 0 0,-1 0 1 0 0,0 0 0 0 0,-1 0 0 0 0,1 0-1 0 0,-1-1 1 0 0,0 0 0 0 0,0 0-1 0 0,-1 0 1 0 0,1 0 0 0 0,-8 4-1 0 0,-10 8-867 0 0,-45 22-1 0 0,66-37 844 0 0,-105 50-4104 0 0,60-30 318 0 0,-79 48 0 0 0,115-62 3296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8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199 285 3212 0 0,'0'0'3097'0'0,"2"-11"5001"0"0,-4 12-8034 0 0,0 0 0 0 0,0 0 0 0 0,0 0 0 0 0,1 0 0 0 0,-1 1 0 0 0,0-1 0 0 0,1 0-1 0 0,-1 1 1 0 0,0 0 0 0 0,1-1 0 0 0,0 1 0 0 0,-1 0 0 0 0,1-1 0 0 0,0 1 0 0 0,0 0 0 0 0,-2 4-1 0 0,-15 39 270 0 0,13-31-222 0 0,0 2-39 0 0,0 1 1 0 0,1 0 0 0 0,0 0 0 0 0,2 0-1 0 0,0 0 1 0 0,1 34 0 0 0,1-39-46 0 0,1 1 0 0 0,1 0 0 0 0,0-1 0 0 0,0 1-1 0 0,1-1 1 0 0,1 0 0 0 0,0 0 0 0 0,1 0 0 0 0,0-1 0 0 0,7 12 0 0 0,-10-20-18 0 0,0 0 1 0 0,1 1-1 0 0,-1-1 0 0 0,1 0 0 0 0,0-1 1 0 0,0 1-1 0 0,0 0 0 0 0,0-1 0 0 0,0 0 0 0 0,1 0 1 0 0,-1 0-1 0 0,1 0 0 0 0,-1 0 0 0 0,1-1 0 0 0,0 1 1 0 0,6 1-1 0 0,-4-2-15 0 0,1-1 1 0 0,0 1-1 0 0,-1-1 1 0 0,1 0 0 0 0,-1-1-1 0 0,1 0 1 0 0,-1 0-1 0 0,1 0 1 0 0,8-3-1 0 0,2-2-33 0 0,1-2 0 0 0,-1 1 0 0 0,-1-2 0 0 0,1 0 0 0 0,-1-1 0 0 0,15-13 1 0 0,-12 7-22 0 0,0-1 1 0 0,-1-1-1 0 0,-1-1 1 0 0,-1 0-1 0 0,-1-1 1 0 0,0 0-1 0 0,-2-1 1 0 0,0-1-1 0 0,19-46 1 0 0,-26 53 65 0 0,-1-1-1 0 0,0 0 1 0 0,-1 0 0 0 0,0-1 0 0 0,-1 1-1 0 0,-1-1 1 0 0,-1 0 0 0 0,-1 0 0 0 0,0 1-1 0 0,-1-1 1 0 0,0 0 0 0 0,-2 0 0 0 0,0 1-1 0 0,-1 0 1 0 0,-10-30 0 0 0,11 41-10 0 0,1-1-1 0 0,-1 1 1 0 0,0-1 0 0 0,0 1 0 0 0,-1 0 0 0 0,1 0-1 0 0,-1 0 1 0 0,0 1 0 0 0,0-1 0 0 0,-1 1-1 0 0,0 0 1 0 0,1 0 0 0 0,-1 1 0 0 0,0-1 0 0 0,-1 1-1 0 0,1 0 1 0 0,-1 1 0 0 0,1-1 0 0 0,-1 1-1 0 0,0 0 1 0 0,0 1 0 0 0,0-1 0 0 0,0 1 0 0 0,0 0-1 0 0,0 1 1 0 0,0-1 0 0 0,0 1 0 0 0,0 0 0 0 0,0 1-1 0 0,-1-1 1 0 0,1 1 0 0 0,-8 3 0 0 0,-4 1-351 0 0,0 0 1 0 0,0 2-1 0 0,0 0 1 0 0,1 1-1 0 0,0 0 1 0 0,0 2-1 0 0,1 0 1 0 0,0 1-1 0 0,-19 17 0 0 0,10-5-535 0 0,1 1-1 0 0,1 1 1 0 0,2 1-1 0 0,0 1 0 0 0,2 0 1 0 0,0 2-1 0 0,3 0 1 0 0,0 1-1 0 0,2 1 1 0 0,1 0-1 0 0,1 1 0 0 0,-7 35 1 0 0,11-32 283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9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45 3076 0 0,'-4'-36'3997'0'0,"-2"28"-163"0"0,-4 23-2363 0 0,-14 59-511 0 0,3 0 0 0 0,-19 125 0 0 0,33-157-783 0 0,-63 486 379 0 0,68-490-611 0 0,-1 14-517 0 0,2 0 0 0 0,7 65 0 0 0,-4-102 1011 0 0,0 3-5942 0 0,-1-34 1038 0 0,-9-86 624 0 0,4 71 3323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49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0 236 3488 0 0,'10'-25'1044'0'0,"-7"13"-531"0"0,1 1 1 0 0,0 1-1 0 0,1-1 0 0 0,0 1 0 0 0,1-1 0 0 0,0 1 0 0 0,1 1 0 0 0,0-1 0 0 0,0 1 0 0 0,1 1 0 0 0,0-1 0 0 0,17-13 0 0 0,-13 13-390 0 0,1 1 0 0 0,0 1 0 0 0,1 0-1 0 0,-1 0 1 0 0,1 1 0 0 0,0 1 0 0 0,1 0 0 0 0,-1 1 0 0 0,1 1 0 0 0,0 0 0 0 0,0 1 0 0 0,25 0 0 0 0,-29 2-46 0 0,-1 1 0 0 0,1 0 0 0 0,0 1 0 0 0,-1 0 0 0 0,0 1 0 0 0,1 0 0 0 0,-1 0 0 0 0,0 1 0 0 0,-1 0-1 0 0,1 1 1 0 0,-1 0 0 0 0,0 1 0 0 0,0 0 0 0 0,0 0 0 0 0,-1 1 0 0 0,0 0 0 0 0,0 1 0 0 0,11 13 0 0 0,-9-7 15 0 0,0 0 1 0 0,-1 0 0 0 0,-1 1-1 0 0,0 0 1 0 0,-1 1-1 0 0,0 0 1 0 0,-1 0-1 0 0,-1 0 1 0 0,-1 1-1 0 0,4 30 1 0 0,-7-40-56 0 0,0 1 1 0 0,-1-1-1 0 0,0 1 0 0 0,0 0 1 0 0,-1-1-1 0 0,0 1 1 0 0,0-1-1 0 0,-1 1 0 0 0,0-1 1 0 0,0 0-1 0 0,-1 1 1 0 0,0-1-1 0 0,0 0 0 0 0,0-1 1 0 0,-1 1-1 0 0,0-1 1 0 0,-1 1-1 0 0,1-1 0 0 0,-1-1 1 0 0,0 1-1 0 0,-1 0 1 0 0,1-1-1 0 0,-1 0 0 0 0,0-1 1 0 0,-1 1-1 0 0,-7 3 0 0 0,-8 3-144 0 0,-1-1-1 0 0,-1-1 1 0 0,1 0-1 0 0,-2-2 1 0 0,1-1-1 0 0,-41 4 0 0 0,43-8-831 0 0,-1-1 0 0 0,1-1 0 0 0,-23-2 0 0 0,31 0-544 0 0,-1-1 1 0 0,1 0-1 0 0,0 0 0 0 0,0-1 0 0 0,-15-8 1 0 0,24 9-189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0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62 4560 0 0,'0'2'285'0'0,"-1"-1"0"0"0,1 0-1 0 0,-1 0 1 0 0,1 0-1 0 0,-1 1 1 0 0,1-1-1 0 0,-1 0 1 0 0,0 0 0 0 0,0 0-1 0 0,1 0 1 0 0,-1 0-1 0 0,0 0 1 0 0,0-1-1 0 0,0 1 1 0 0,0 0 0 0 0,0 0-1 0 0,0 0 1 0 0,0-1-1 0 0,-1 1 1 0 0,1-1-1 0 0,0 1 1 0 0,0-1 0 0 0,0 1-1 0 0,-1-1 1 0 0,1 0-1 0 0,-4 0 2243 0 0,66-62-4678 0 0,-58 60 1973 0 0,0-1 0 0 0,-1 1 0 0 0,1 0 0 0 0,0 0 0 0 0,0 1 0 0 0,1-1 0 0 0,-1 1 1 0 0,0-1-1 0 0,0 1 0 0 0,1 0 0 0 0,-1 0 0 0 0,1 1 0 0 0,-1-1 0 0 0,1 1 0 0 0,4-1 0 0 0,-7 2 169 0 0,1-1 0 0 0,-1 1 0 0 0,1-1 0 0 0,-1 1 1 0 0,0 0-1 0 0,1-1 0 0 0,-1 1 0 0 0,0 0 0 0 0,0 0 0 0 0,0 0 0 0 0,0 0 1 0 0,0 0-1 0 0,0 0 0 0 0,0 0 0 0 0,0 0 0 0 0,0 0 0 0 0,0 1 0 0 0,0-1 0 0 0,-1 0 1 0 0,1 0-1 0 0,0 1 0 0 0,-1-1 0 0 0,1 1 0 0 0,-1-1 0 0 0,0 0 0 0 0,1 1 0 0 0,-1-1 1 0 0,0 1-1 0 0,0-1 0 0 0,0 1 0 0 0,0-1 0 0 0,0 1 0 0 0,0-1 0 0 0,0 1 0 0 0,-1-1 1 0 0,1 1-1 0 0,-2 2 0 0 0,-47 228 3628 0 0,29-157-2495 0 0,-10 88 0 0 0,29-115-925 0 0,34-63-1393 0 0,-17 3 476 0 0,-1-2 1 0 0,0 0 0 0 0,-1 0 0 0 0,-1-1 0 0 0,0-1 0 0 0,-1 0 0 0 0,12-22 0 0 0,61-131-4008 0 0,-75 147 4214 0 0,42-115-1704 0 0,-39 93 1724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0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1 229 2124 0 0,'7'-20'1034'0'0,"2"1"-1"0"0,1-1 0 0 0,0 2 1 0 0,1-1-1 0 0,21-25 0 0 0,-25 37-729 0 0,0-1-1 0 0,1 2 1 0 0,-1-1-1 0 0,1 1 1 0 0,1 0-1 0 0,-1 1 1 0 0,1 0-1 0 0,0 0 1 0 0,0 1-1 0 0,0 0 1 0 0,1 1-1 0 0,0 0 1 0 0,19-4-1 0 0,0 2-943 0 0,56-2 0 0 0,-75 7 335 0 0,0 0-1 0 0,0 0 0 0 0,0 1 1 0 0,0 1-1 0 0,0-1 0 0 0,0 2 1 0 0,0-1-1 0 0,-1 2 0 0 0,13 4 1 0 0,-20-6 307 0 0,0-1-1 0 0,0 1 1 0 0,0 0 0 0 0,-1-1 0 0 0,1 1 0 0 0,0 0 0 0 0,-1 0-1 0 0,1 0 1 0 0,-1 0 0 0 0,0 0 0 0 0,1 0 0 0 0,-1 1 0 0 0,0-1-1 0 0,0 0 1 0 0,-1 1 0 0 0,1-1 0 0 0,0 1 0 0 0,-1-1 0 0 0,0 1-1 0 0,1-1 1 0 0,-1 0 0 0 0,0 1 0 0 0,0-1 0 0 0,0 1-1 0 0,-1-1 1 0 0,1 1 0 0 0,-1-1 0 0 0,-1 6 0 0 0,-2 9 476 0 0,-2 0 0 0 0,0 0 0 0 0,-10 19 1 0 0,2-4 183 0 0,-76 181 2587 0 0,31-78-2110 0 0,-86 232-289 0 0,126-315-947 0 0,18-46-39 0 0,2-7-18 0 0,14-27-154 0 0,55-145-1047 0 0,3-8 459 0 0,-61 159 904 0 0,0-1 0 0 0,1 2 0 0 0,1 0 0 0 0,1 0 0 0 0,26-27 0 0 0,-34 41 76 0 0,0 1 0 0 0,0-1 0 0 0,1 2 0 0 0,-1-1-1 0 0,1 1 1 0 0,1 0 0 0 0,-1 1 0 0 0,0 0 0 0 0,1 0 0 0 0,0 1-1 0 0,0 0 1 0 0,10-2 0 0 0,-15 5-48 0 0,-1 0 0 0 0,1-1 0 0 0,0 1 0 0 0,-1 0 0 0 0,1 1 0 0 0,0-1 0 0 0,0 1 0 0 0,-1-1-1 0 0,1 1 1 0 0,0 0 0 0 0,-1 1 0 0 0,1-1 0 0 0,-1 1 0 0 0,0-1 0 0 0,1 1 0 0 0,-1 0 0 0 0,0 0 0 0 0,0 0 0 0 0,0 1 0 0 0,0-1 0 0 0,-1 1 0 0 0,1 0-1 0 0,-1-1 1 0 0,1 1 0 0 0,-1 0 0 0 0,0 1 0 0 0,0-1 0 0 0,-1 0 0 0 0,1 0 0 0 0,0 1 0 0 0,-1-1 0 0 0,2 8 0 0 0,0-1-25 0 0,-1 0 1 0 0,0 1-1 0 0,-1-1 0 0 0,0 1 1 0 0,-1-1-1 0 0,0 1 1 0 0,0-1-1 0 0,-1 0 0 0 0,-1 1 1 0 0,1-1-1 0 0,-2 0 0 0 0,1 0 1 0 0,-2 0-1 0 0,1 0 1 0 0,-1 0-1 0 0,-1-1 0 0 0,-5 11 1 0 0,3-8-484 0 0,-1 0 0 0 0,0 0 0 0 0,-1-1 0 0 0,0 0 0 0 0,0 0 0 0 0,-1-1 0 0 0,-1 0 0 0 0,0-1 0 0 0,0 0 0 0 0,0-1 0 0 0,-1 0 0 0 0,-15 7 0 0 0,4-4-716 0 0,1 1 1 0 0,-41 29 0 0 0,26-12 1807 0 0,2 2 1 0 0,-32 36-1 0 0,48-44-2107 0 0,40-36 1192 0 0,8-13 2855 0 0,-25 21-2084 0 0,1 1-1 0 0,-1 0 1 0 0,1 0-1 0 0,0 0 0 0 0,-1 0 1 0 0,2 1-1 0 0,-1 0 1 0 0,0 0-1 0 0,1 0 1 0 0,-1 1-1 0 0,1 0 1 0 0,10-3-1 0 0,11 1 41 0 0,0 2 1 0 0,0 0-1 0 0,1 2 0 0 0,-1 1 1 0 0,0 1-1 0 0,0 1 0 0 0,32 9 1 0 0,-8 0-1089 0 0,-1 3 1 0 0,86 38-1 0 0,-102-38-1506 0 0,-3-1-3477 0 0,-21-17 997 0 0,-10 3 4481 0 0,1 0-1 0 0,-1 0 1 0 0,1 0 0 0 0,-1 0-1 0 0,1 0 1 0 0,-1 0-1 0 0,1 0 1 0 0,-1-1-1 0 0,0 1 1 0 0,1 0-1 0 0,-1 0 1 0 0,1 0 0 0 0,-1 0-1 0 0,1-1 1 0 0,-1 1-1 0 0,0 0 1 0 0,1-1-1 0 0,-1 1 1 0 0,0 0 0 0 0,1-1-1 0 0,-1 1 1 0 0,0 0-1 0 0,1-1 1 0 0,-1 1-1 0 0,0 0 1 0 0,0-1-1 0 0,0 1 1 0 0,1-1 0 0 0,-1 1-1 0 0,0-1 1 0 0,0 1-1 0 0,0 0 1 0 0,0-1-1 0 0,0 0 1 0 0,8-17-1447 0 0,-4 5 989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1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0 306 5044 0 0,'23'-30'4487'0'0,"6"-5"1780"0"0,4 18-4984 0 0,-6 8-800 0 0,2 3 1 0 0,-1 0-1 0 0,1 1 1 0 0,33 0-1 0 0,122 5 4 0 0,-87 1-456 0 0,346 32-4808 0 0,-412-33 2872 0 0,-30 0 1235 0 0,-21-16-2879 0 0,-86-48-19 0 0,-45-46 5326 0 0,124 84-47 0 0,26 17-324 0 0,21 8-939 0 0,0 3-313 0 0,-1 2 1 0 0,1 0-1 0 0,-1 2 0 0 0,0 0 0 0 0,-1 1 1 0 0,0 0-1 0 0,0 2 0 0 0,0 0 1 0 0,-1 1-1 0 0,29 23 0 0 0,-42-30-65 0 0,-1 1-1 0 0,1-1 0 0 0,-1 1 1 0 0,-1 0-1 0 0,1 0 1 0 0,0 0-1 0 0,-1 0 1 0 0,0 0-1 0 0,0 1 1 0 0,0-1-1 0 0,0 1 1 0 0,-1-1-1 0 0,0 1 0 0 0,0 0 1 0 0,0 0-1 0 0,0-1 1 0 0,-1 1-1 0 0,0 0 1 0 0,0 0-1 0 0,0 0 1 0 0,0-1-1 0 0,-1 1 1 0 0,0 0-1 0 0,0 0 0 0 0,0-1 1 0 0,-1 1-1 0 0,1-1 1 0 0,-1 1-1 0 0,0-1 1 0 0,-1 0-1 0 0,1 1 1 0 0,-1-1-1 0 0,1 0 0 0 0,-1-1 1 0 0,-1 1-1 0 0,1 0 1 0 0,0-1-1 0 0,-1 0 1 0 0,0 0-1 0 0,1 0 1 0 0,-7 4-1 0 0,-114 68 8 0 0,33-21-2266 0 0,68-39-1032 0 0,-37 32 1 0 0,53-36 785 0 0,14-8 195 0 0,21-8 609 0 0,-9 0 1254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1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158 208 3824 0 0,'4'3'598'0'0,"-1"1"0"0"0,1-1 0 0 0,-1 1 0 0 0,0 0 1 0 0,0 0-1 0 0,0 0 0 0 0,0 0 0 0 0,-1 1 0 0 0,0-1 0 0 0,1 1 0 0 0,-2-1 0 0 0,1 1 0 0 0,0 0 0 0 0,-1 0 0 0 0,0 0 0 0 0,0-1 0 0 0,-1 1 0 0 0,1 0 0 0 0,-2 9 0 0 0,2-6-433 0 0,0-1 1 0 0,0 1-1 0 0,0 0 0 0 0,1-1 1 0 0,0 0-1 0 0,0 1 0 0 0,1-1 1 0 0,3 7-1 0 0,-3-10-136 0 0,-1 0 1 0 0,1-1-1 0 0,0 1 0 0 0,0-1 1 0 0,0 0-1 0 0,1 0 0 0 0,-1 0 1 0 0,1 0-1 0 0,-1-1 1 0 0,1 1-1 0 0,0-1 0 0 0,0 0 1 0 0,0 0-1 0 0,0 0 0 0 0,1-1 1 0 0,6 3-1 0 0,-3-3-59 0 0,0 0 0 0 0,0 0 1 0 0,0-1-1 0 0,1 0 0 0 0,-1-1 0 0 0,0 1 0 0 0,0-2 1 0 0,13-2-1 0 0,1-3-137 0 0,-2 0 1 0 0,1-2-1 0 0,-1 0 0 0 0,0-1 1 0 0,-1-1-1 0 0,20-15 1 0 0,-25 15 55 0 0,-1 0 0 0 0,0-1 0 0 0,-1 0 1 0 0,-1-1-1 0 0,0-1 0 0 0,-1 0 0 0 0,0 0 1 0 0,11-23-1 0 0,-17 30 84 0 0,0-2-1 0 0,-1 1 1 0 0,0 0 0 0 0,-1-1 0 0 0,0 1-1 0 0,0-1 1 0 0,-1 0 0 0 0,1-9-1 0 0,-2 12 20 0 0,-1 1 0 0 0,1 0 0 0 0,-1 0-1 0 0,0 0 1 0 0,0 0 0 0 0,0 0 0 0 0,0 0-1 0 0,-1 1 1 0 0,0-1 0 0 0,0 0-1 0 0,-1 1 1 0 0,1-1 0 0 0,-1 1 0 0 0,-6-8-1 0 0,4 8-65 0 0,1 0 0 0 0,-2 0 0 0 0,1 1 0 0 0,0-1 0 0 0,-1 1-1 0 0,1 0 1 0 0,-1 0 0 0 0,0 1 0 0 0,0 0 0 0 0,0 0 0 0 0,0 0-1 0 0,-1 1 1 0 0,1 0 0 0 0,0 0 0 0 0,-1 1 0 0 0,1-1 0 0 0,0 1-1 0 0,-11 2 1 0 0,-10 0-728 0 0,1 2 0 0 0,-1 1-1 0 0,-25 8 1 0 0,-11 8-1438 0 0,0 3 0 0 0,1 2-1 0 0,-101 61 1 0 0,127-67 1496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3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1 101 4776 0 0,'0'0'144'0'0,"0"1"-1"0"0,0-1 1 0 0,0 1-1 0 0,0-1 1 0 0,0 1-1 0 0,0-1 1 0 0,0 1-1 0 0,0-1 1 0 0,0 1-1 0 0,0-1 1 0 0,0 0-1 0 0,0 1 1 0 0,0-1-1 0 0,0 1 1 0 0,0-1-1 0 0,1 1 1 0 0,-1-1-1 0 0,0 0 1 0 0,0 1-1 0 0,0-1 1 0 0,1 1-1 0 0,-1-1 1 0 0,0 0-1 0 0,1 1 1 0 0,-1-1-1 0 0,0 0 1 0 0,1 1-1 0 0,-1-1 1 0 0,0 0-1 0 0,1 0 0 0 0,-1 1 1 0 0,0-1-1 0 0,1 0 1 0 0,-1 0-1 0 0,1 0 1 0 0,-1 1-1 0 0,1-1 1 0 0,-1 0-1 0 0,0 0 1 0 0,1 0-1 0 0,-1 0 1 0 0,1 0-1 0 0,-1 0 1 0 0,1 0-1 0 0,-1 0 1 0 0,1 0-1 0 0,-1 0 1 0 0,1 0-1 0 0,-1 0 1 0 0,0 0-1 0 0,1-1 1 0 0,-1 1-1 0 0,1 0 1 0 0,-1 0-1 0 0,1 0 1 0 0,-1-1-1 0 0,0 1 1 0 0,1-1-1 0 0,8 0-653 0 0,57-10-1092 0 0,120-37 0 0 0,-97 22-1704 0 0,-58 16 1667 0 0,-21 7 1067 0 0,-1 0-1 0 0,1 0 1 0 0,0 1-1 0 0,0 0 1 0 0,15-1 0 0 0,-26 6 773 0 0,1 0 0 0 0,0 0 0 0 0,-1 0 0 0 0,1-1 0 0 0,-1 1 0 0 0,0 0 0 0 0,0-1 0 0 0,0 1 0 0 0,-1 0 0 0 0,-1 3 0 0 0,-2 1 437 0 0,-13 16 1064 0 0,1 0 1 0 0,2 1-1 0 0,0 1 0 0 0,-17 42 1 0 0,16-24-1245 0 0,2 1 1 0 0,3 0-1 0 0,1 1 0 0 0,2 0 1 0 0,-2 49-1 0 0,8-25-684 0 0,3-44-350 0 0,-2 0 1 0 0,-1 0-1 0 0,0 0 1 0 0,-2 0-1 0 0,-9 33 0 0 0,12-56 467 0 0,0 0-1 0 0,0 0 0 0 0,0 0 0 0 0,-1 1 0 0 0,1-1 0 0 0,0 0 1 0 0,-1 0-1 0 0,0-1 0 0 0,1 1 0 0 0,-1 0 0 0 0,0-1 1 0 0,0 1-1 0 0,0-1 0 0 0,0 1 0 0 0,0-1 0 0 0,0 0 0 0 0,0 0 1 0 0,0 0-1 0 0,-1 0 0 0 0,1 0 0 0 0,0 0 0 0 0,-1-1 1 0 0,-3 2-1 0 0,-4-1 567 0 0,-1-1 1 0 0,0 0 0 0 0,0 0-1 0 0,-13-2 1 0 0,-12-1 4612 0 0,62 17-4423 0 0,10-2-965 0 0,0-2 0 0 0,0-1 0 0 0,1-2-1 0 0,54 3 1 0 0,70-4-8594 0 0,-157-6 8511 0 0,0 0-1 0 0,0 0 1 0 0,1-1-1 0 0,-1 1 0 0 0,0-1 1 0 0,0 0-1 0 0,0 0 1 0 0,0 0-1 0 0,0-1 1 0 0,0 0-1 0 0,0 1 0 0 0,4-4 1 0 0,-4 1-274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3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23 192 3860 0 0,'-1'1'285'0'0,"1"-1"-1"0"0,-1 1 1 0 0,0-1-1 0 0,0 0 0 0 0,1 0 1 0 0,-1 1-1 0 0,0-1 1 0 0,0 0-1 0 0,1 0 0 0 0,-1 0 1 0 0,0 0-1 0 0,0 1 1 0 0,0-1-1 0 0,1 0 0 0 0,-1-1 1 0 0,0 1-1 0 0,0 0 1 0 0,0 0-1 0 0,1 0 0 0 0,-1 0 1 0 0,0-1-1 0 0,0 1 1 0 0,1 0-1 0 0,-1-1 0 0 0,0 1 1 0 0,0 0-1 0 0,1-1 1 0 0,-2 0-1 0 0,2 1-206 0 0,0-1-1 0 0,0 0 1 0 0,0 1-1 0 0,0-1 1 0 0,0 1-1 0 0,0-1 1 0 0,1 1-1 0 0,-1-1 1 0 0,0 1-1 0 0,0-1 1 0 0,0 1-1 0 0,0-1 1 0 0,1 1-1 0 0,-1-1 1 0 0,0 1-1 0 0,0 0 1 0 0,1-1-1 0 0,-1 1 1 0 0,0-1-1 0 0,1 1 1 0 0,-1 0-1 0 0,0-1 1 0 0,1 1-1 0 0,-1 0 1 0 0,1-1-1 0 0,-1 1 1 0 0,1 0-1 0 0,-1 0 1 0 0,1-1-1 0 0,-1 1 1 0 0,1 0-1 0 0,-1 0 1 0 0,1 0-1 0 0,-1 0 1 0 0,1-1-1 0 0,-1 1 1 0 0,1 0-1 0 0,-1 0 1 0 0,1 0-1 0 0,-1 0 1 0 0,1 0-1 0 0,0 1 1 0 0,143-34-2353 0 0,-3 0-3384 0 0,-140 33 5483 0 0,-28 26 2171 0 0,4-2-716 0 0,7-9-749 0 0,0 1 1 0 0,1 0-1 0 0,1 2 1 0 0,1 0-1 0 0,0 0 1 0 0,2 1-1 0 0,-19 39 1 0 0,22-36-390 0 0,4-15-112 0 0,1 0-1 0 0,0 0 1 0 0,0 1 0 0 0,1-1 0 0 0,-1 1-1 0 0,2-1 1 0 0,-1 1 0 0 0,1 0-1 0 0,1-1 1 0 0,-1 1 0 0 0,1 0 0 0 0,0 0-1 0 0,1-1 1 0 0,2 13 0 0 0,-3-20-33 0 0,1 1 0 0 0,-1 0 1 0 0,0 0-1 0 0,0-1 1 0 0,1 1-1 0 0,-1 0 0 0 0,1-1 1 0 0,-1 1-1 0 0,0 0 0 0 0,1-1 1 0 0,-1 1-1 0 0,1-1 0 0 0,-1 1 1 0 0,1-1-1 0 0,0 1 1 0 0,-1-1-1 0 0,1 1 0 0 0,0-1 1 0 0,-1 1-1 0 0,1-1 0 0 0,0 0 1 0 0,-1 0-1 0 0,1 1 1 0 0,0-1-1 0 0,0 0 0 0 0,-1 0 1 0 0,1 0-1 0 0,0 0 0 0 0,1 1 1 0 0,23-12-421 0 0,19-31-990 0 0,-42 40 1269 0 0,14-17-992 0 0,-1-1-1 0 0,-1 0 1 0 0,-1-1 0 0 0,0-1-1 0 0,14-35 1 0 0,37-125-3724 0 0,-45 121 3919 0 0,-3 17 460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4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62 3632 0 0,'86'-27'6378'0'0,"8"4"-4089"0"0,-74 19-2328 0 0,0 0 1 0 0,0 2-1 0 0,0 1 0 0 0,0 0 1 0 0,0 2-1 0 0,0 0 0 0 0,25 5 1 0 0,-42-6 28 0 0,1 1-1 0 0,-1 0 1 0 0,0-1 0 0 0,0 1 0 0 0,0 1-1 0 0,0-1 1 0 0,0 0 0 0 0,-1 1 0 0 0,1-1-1 0 0,0 1 1 0 0,-1 0 0 0 0,1 0 0 0 0,-1 0 0 0 0,1 0-1 0 0,-1 0 1 0 0,0 0 0 0 0,0 1 0 0 0,0-1-1 0 0,0 1 1 0 0,2 5 0 0 0,-3-4 33 0 0,0 0-1 0 0,0 0 1 0 0,0 0 0 0 0,-1 0-1 0 0,1 0 1 0 0,-1 0 0 0 0,0 1 0 0 0,-1-1-1 0 0,1 0 1 0 0,-1 0 0 0 0,0 0-1 0 0,1 0 1 0 0,-4 7 0 0 0,-4 8 143 0 0,-1-1 0 0 0,0-1 0 0 0,-1 0 0 0 0,-1 0 0 0 0,-15 18 0 0 0,-104 111 924 0 0,5-8-116 0 0,116-126-921 0 0,-1 1 0 0 0,2 0 0 0 0,-1 0 0 0 0,2 0 0 0 0,0 1 0 0 0,0 0 0 0 0,2 1 0 0 0,0-1 0 0 0,0 1 0 0 0,1 0 0 0 0,1 0 0 0 0,1 1 0 0 0,0-1 0 0 0,1 1 0 0 0,1 20 0 0 0,0-5-62 0 0,1-18-31 0 0,0 0 0 0 0,-1 1 0 0 0,-1-1 0 0 0,0 0 0 0 0,-1 0 0 0 0,0 1 1 0 0,-1-1-1 0 0,0 0 0 0 0,-11 23 0 0 0,21-82-1700 0 0,15-14 491 0 0,56-108 0 0 0,-61 138 1450 0 0,1 2 0 0 0,1 0 0 0 0,1 0 0 0 0,2 2 0 0 0,33-32 0 0 0,-50 53-81 0 0,0 1-1 0 0,0 0 0 0 0,0 0 1 0 0,0 1-1 0 0,1-1 0 0 0,-1 1 1 0 0,1 0-1 0 0,0 1 0 0 0,0-1 1 0 0,0 1-1 0 0,0 1 0 0 0,0-1 1 0 0,9 0-1 0 0,-13 2-77 0 0,1 0 0 0 0,0 0 1 0 0,0 0-1 0 0,0 1 0 0 0,-1 0 0 0 0,1-1 1 0 0,0 1-1 0 0,0 0 0 0 0,-1 0 0 0 0,1 0 0 0 0,-1 1 1 0 0,1-1-1 0 0,-1 1 0 0 0,1-1 0 0 0,-1 1 1 0 0,0 0-1 0 0,0 0 0 0 0,0 0 0 0 0,0 0 0 0 0,0 0 1 0 0,0 0-1 0 0,-1 1 0 0 0,1-1 0 0 0,-1 1 0 0 0,0-1 1 0 0,1 1-1 0 0,-1-1 0 0 0,0 1 0 0 0,0 0 1 0 0,0 4-1 0 0,3 8 50 0 0,-1 0 1 0 0,-1 0-1 0 0,0 0 0 0 0,-1 1 1 0 0,-1-1-1 0 0,0 0 1 0 0,-1 1-1 0 0,-4 24 1 0 0,-5 7 77 0 0,-22 64 0 0 0,22-83-122 0 0,0 0 0 0 0,-19 34 0 0 0,24-53-280 0 0,0 0 1 0 0,0-1-1 0 0,-1 1 0 0 0,0-1 1 0 0,-1 0-1 0 0,0-1 0 0 0,0 0 1 0 0,-1 0-1 0 0,1 0 0 0 0,-14 7 1 0 0,21-13 73 0 0,-1 0-1 0 0,0-1 1 0 0,0 1 0 0 0,0-1 0 0 0,0 1 0 0 0,0-1 0 0 0,0 1 0 0 0,0-1 0 0 0,0 0 0 0 0,0 0 0 0 0,0 1-1 0 0,-1-1 1 0 0,1 0 0 0 0,0 0 0 0 0,0 0 0 0 0,0 0 0 0 0,0 0 0 0 0,0 0 0 0 0,0-1 0 0 0,0 1 0 0 0,0 0-1 0 0,0 0 1 0 0,0-1 0 0 0,0 1 0 0 0,0-1 0 0 0,0 1 0 0 0,0-1 0 0 0,0 1 0 0 0,0-1 0 0 0,-1-1 0 0 0,0 0-166 0 0,0-1 0 0 0,0 1 0 0 0,1-1 0 0 0,-1 0 0 0 0,1 0 0 0 0,-1 0 1 0 0,1 0-1 0 0,0 0 0 0 0,0 0 0 0 0,0-5 0 0 0,-1-5-279 0 0,0 0 0 0 0,1 1 0 0 0,1-1 0 0 0,2-20 0 0 0,1-18 1027 0 0,-3 50 894 0 0,-1 1-1192 0 0,-1 1-1 0 0,1-1 1 0 0,0 1 0 0 0,-1-1 0 0 0,1 1-1 0 0,0 0 1 0 0,-1-1 0 0 0,1 1 0 0 0,0 0 0 0 0,0 0-1 0 0,0 0 1 0 0,0 0 0 0 0,-1 0 0 0 0,1 0-1 0 0,1 0 1 0 0,-1 0 0 0 0,0 0 0 0 0,0 1 0 0 0,-1 1-1 0 0,-15 33 598 0 0,10-21-354 0 0,-57 107-2235 0 0,124-122 7575 0 0,-40 1-4654 0 0,0 0-1 0 0,0 2 1 0 0,29 7 0 0 0,113 44 316 0 0,-55-15-1847 0 0,-66-25-341 0 0,41 12-3542 0 0,-77-25 3712 0 0,1 0 1 0 0,-1 0-1 0 0,1-1 1 0 0,0 1 0 0 0,-1-1-1 0 0,1-1 1 0 0,0 1 0 0 0,-1-1-1 0 0,1 0 1 0 0,-1 0 0 0 0,1 0-1 0 0,6-4 1 0 0,5-7-1341 0 0,-9 3 1185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4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1 426 5529 0 0,'24'-15'7882'0'0,"3"2"-7017"0"0,0 1 0 0 0,1 2 0 0 0,0 1 0 0 0,51-11 1 0 0,122-8-656 0 0,-192 27-159 0 0,121-8-484 0 0,-82 7-556 0 0,0-1 1 0 0,94-20-1 0 0,-141 23 872 0 0,-1 0 0 0 0,1-1 0 0 0,0 1 0 0 0,-1 0 0 0 0,1 0 0 0 0,0-1-1 0 0,-1 1 1 0 0,1 0 0 0 0,0-1 0 0 0,-1 1 0 0 0,1-1 0 0 0,-1 1 0 0 0,1-1 0 0 0,-1 1-1 0 0,1-1 1 0 0,-1 1 0 0 0,1-1 0 0 0,-1 1 0 0 0,1-1 0 0 0,-1 0 0 0 0,0 1-1 0 0,1-1 1 0 0,-1 1 0 0 0,0-1 0 0 0,1 0 0 0 0,-1 0 0 0 0,0 1 0 0 0,0-1 0 0 0,0 0-1 0 0,0 1 1 0 0,0-1 0 0 0,0-1 0 0 0,-12-29-2895 0 0,-38-30-854 0 0,44 54 3450 0 0,-134-133-1342 0 0,128 124 3322 0 0,17 8 2175 0 0,30 11-48 0 0,-12 2-2772 0 0,-1 1 0 0 0,0 1 0 0 0,39 18 1 0 0,-50-20-745 0 0,-1 0 1 0 0,0 1-1 0 0,0 0 0 0 0,-1 1 1 0 0,0 0-1 0 0,0 0 1 0 0,0 1-1 0 0,-1 0 0 0 0,12 16 1 0 0,-19-22-123 0 0,0 1 0 0 0,0-1 0 0 0,0 0 1 0 0,0 0-1 0 0,0 1 0 0 0,-1-1 0 0 0,1 0 1 0 0,-1 1-1 0 0,0-1 0 0 0,1 0 0 0 0,-1 1 1 0 0,0-1-1 0 0,-1 0 0 0 0,1 1 0 0 0,0-1 0 0 0,-1 1 1 0 0,1-1-1 0 0,-1 0 0 0 0,0 0 0 0 0,1 1 1 0 0,-1-1-1 0 0,0 0 0 0 0,-1 0 0 0 0,1 0 0 0 0,0 0 1 0 0,0 0-1 0 0,-1 0 0 0 0,0 0 0 0 0,1 0 1 0 0,-1-1-1 0 0,-2 3 0 0 0,-8 7 23 0 0,0 0 1 0 0,-1-1-1 0 0,-22 13 0 0 0,16-11-246 0 0,-211 125-9388 0 0,197-120 7754 0 0,0-1 0 0 0,-1-2-1 0 0,-54 16 1 0 0,63-24 1070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7.9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0 154 1080 0 0,'0'0'4046'0'0,"12"-41"-328"0"0,12-20 379 0 0,-20 65-2126 0 0,1 14-1497 0 0,-1 18-363 0 0,-1 22 140 0 0,-3-1 0 0 0,-12 87-1 0 0,0 39-114 0 0,10-145-96 0 0,-1 5 79 0 0,4-35-46 0 0,3-14-1 0 0,37-161-1304 0 0,-4 52 500 0 0,-18 52 218 0 0,2 1 1 0 0,48-96 0 0 0,-65 150 455 0 0,1 0 0 0 0,1 0 0 0 0,-1 0 1 0 0,1 1-1 0 0,11-10 0 0 0,-16 15 79 0 0,0 1 0 0 0,0 0 0 0 0,0 0-1 0 0,0 0 1 0 0,0 0 0 0 0,0 0 0 0 0,1 1-1 0 0,-1-1 1 0 0,0 0 0 0 0,0 0 0 0 0,1 1-1 0 0,-1-1 1 0 0,0 1 0 0 0,1-1 0 0 0,-1 1-1 0 0,1 0 1 0 0,-1-1 0 0 0,0 1 0 0 0,1 0 0 0 0,-1 0-1 0 0,1 0 1 0 0,-1 0 0 0 0,1 0 0 0 0,-1 1-1 0 0,1-1 1 0 0,-1 0 0 0 0,0 1 0 0 0,1-1-1 0 0,-1 0 1 0 0,0 1 0 0 0,1 0 0 0 0,-1-1-1 0 0,0 1 1 0 0,1 0 0 0 0,-1 0 0 0 0,0 0-1 0 0,0 0 1 0 0,0 0 0 0 0,0 0 0 0 0,0 0 0 0 0,0 0-1 0 0,0 0 1 0 0,0 0 0 0 0,1 3 0 0 0,0 1 79 0 0,1 0 1 0 0,-1 1-1 0 0,-1-1 1 0 0,1 1-1 0 0,-1-1 1 0 0,1 1-1 0 0,-2 0 1 0 0,1-1 0 0 0,-1 1-1 0 0,0 0 1 0 0,0 0-1 0 0,-1 7 1 0 0,-15 76 323 0 0,11-65-335 0 0,2-11-64 0 0,0-1-1 0 0,-1 1 1 0 0,-1-1 0 0 0,0 0 0 0 0,0 0 0 0 0,-1-1-1 0 0,-1 1 1 0 0,-12 15 0 0 0,14-21-492 0 0,3-8 19 0 0,5-16-371 0 0,13-26-342 0 0,2 12 368 0 0,1 2 0 0 0,42-54 0 0 0,-49 70 926 0 0,1 2 0 0 0,-1 0 0 0 0,2 0 0 0 0,0 1 0 0 0,0 1 0 0 0,1 0 0 0 0,31-15 0 0 0,-45 24-37 0 0,1 0-1 0 0,0 0 0 0 0,0 0 0 0 0,1 0 1 0 0,-1 1-1 0 0,0-1 0 0 0,0 1 0 0 0,0-1 1 0 0,0 1-1 0 0,0 0 0 0 0,1 0 0 0 0,-1 0 0 0 0,0 0 1 0 0,0 0-1 0 0,0 0 0 0 0,1 1 0 0 0,-1-1 1 0 0,0 1-1 0 0,0-1 0 0 0,0 1 0 0 0,4 2 1 0 0,-4-1-10 0 0,0 0 0 0 0,1 0 0 0 0,-1 0 0 0 0,0 0 0 0 0,0 1 0 0 0,-1-1 0 0 0,1 1 0 0 0,0-1 0 0 0,-1 1 0 0 0,0 0 0 0 0,1 0 0 0 0,-1-1 0 0 0,1 7 0 0 0,2 9 57 0 0,-1 0-1 0 0,-1 1 0 0 0,-1-1 1 0 0,-1 22-1 0 0,0-28-138 0 0,-3 38 41 0 0,2-38-53 0 0,0-1 0 0 0,0 0 0 0 0,1 1 0 0 0,0-1 0 0 0,1 1 0 0 0,0-1 1 0 0,1 0-1 0 0,0 1 0 0 0,1-1 0 0 0,6 17 0 0 0,-7-26-12 0 0,-1 0 0 0 0,1 0 0 0 0,0 0 0 0 0,0-1 0 0 0,0 1 0 0 0,0-1 0 0 0,0 1-1 0 0,0-1 1 0 0,0 0 0 0 0,0 1 0 0 0,1-1 0 0 0,-1-1 0 0 0,0 1 0 0 0,1 0 0 0 0,-1 0 0 0 0,1-1 0 0 0,-1 1 0 0 0,0-1-1 0 0,1 0 1 0 0,0 0 0 0 0,-1 0 0 0 0,1 0 0 0 0,-1 0 0 0 0,0-1 0 0 0,1 1 0 0 0,3-2 0 0 0,4 0-136 0 0,-1 0 0 0 0,0-1 0 0 0,1 0 0 0 0,-1 0 0 0 0,13-8 1 0 0,-7 1-57 0 0,-1 0 0 0 0,0-1 0 0 0,-1-1 0 0 0,0 0 0 0 0,-1 0 0 0 0,-1-2 1 0 0,0 1-1 0 0,0-2 0 0 0,-1 1 0 0 0,-1-1 0 0 0,-1 0 0 0 0,0-1 0 0 0,-1 0 1 0 0,-1-1-1 0 0,0 1 0 0 0,6-34 0 0 0,-11 44 241 0 0,0-1 1 0 0,0 1-1 0 0,-1-1 0 0 0,0 1 0 0 0,-1-1 1 0 0,1 0-1 0 0,-1 1 0 0 0,0-1 1 0 0,-1 1-1 0 0,-3-11 0 0 0,4 16 13 0 0,1-1 0 0 0,-1 1 0 0 0,0-1 0 0 0,0 1 0 0 0,0 0 0 0 0,1 0 0 0 0,-1-1 0 0 0,0 1 0 0 0,-1 0 0 0 0,1 0 0 0 0,0 0 0 0 0,0 0 0 0 0,0 0 0 0 0,-1 0 0 0 0,1 0 0 0 0,0 0 0 0 0,-1 1 0 0 0,1-1 0 0 0,-3 0 0 0 0,2 1 24 0 0,0 0 1 0 0,0 0-1 0 0,0 0 0 0 0,0 0 0 0 0,0 0 0 0 0,0 1 1 0 0,0-1-1 0 0,0 1 0 0 0,0-1 0 0 0,0 1 1 0 0,0 0-1 0 0,0 0 0 0 0,0 0 0 0 0,0 0 0 0 0,0 0 1 0 0,1 0-1 0 0,-1 1 0 0 0,-2 1 0 0 0,-3 4 98 0 0,1-1-1 0 0,0 1 0 0 0,1 0 1 0 0,0 0-1 0 0,0 0 1 0 0,0 1-1 0 0,1 0 1 0 0,0 0-1 0 0,0 0 1 0 0,1 0-1 0 0,0 1 0 0 0,1-1 1 0 0,0 1-1 0 0,-2 15 1 0 0,2-8-94 0 0,1 1 0 0 0,0 0 0 0 0,1 0 0 0 0,1 0 0 0 0,1 0 0 0 0,7 31 0 0 0,-8-44-120 0 0,0 0 0 0 0,0 0 0 0 0,1 0 0 0 0,0 0 0 0 0,0 0 0 0 0,0-1 1 0 0,0 1-1 0 0,0-1 0 0 0,1 1 0 0 0,0-1 0 0 0,-1 0 0 0 0,1 0 0 0 0,0 0 0 0 0,1 0 1 0 0,-1 0-1 0 0,1-1 0 0 0,6 5 0 0 0,-7-6-57 0 0,-1-1 1 0 0,0 1-1 0 0,1 0 0 0 0,-1-1 1 0 0,1 1-1 0 0,-1-1 1 0 0,0 0-1 0 0,1 0 0 0 0,-1 0 1 0 0,1 0-1 0 0,-1 0 0 0 0,0-1 1 0 0,1 1-1 0 0,-1-1 1 0 0,1 0-1 0 0,-1 1 0 0 0,0-1 1 0 0,0 0-1 0 0,1 0 0 0 0,-1 0 1 0 0,0-1-1 0 0,0 1 1 0 0,0 0-1 0 0,0-1 0 0 0,0 0 1 0 0,-1 1-1 0 0,1-1 0 0 0,0 0 1 0 0,-1 0-1 0 0,1 0 1 0 0,-1 0-1 0 0,2-3 0 0 0,4-5-352 0 0,0-1 0 0 0,-1 0 0 0 0,-1-1-1 0 0,0 1 1 0 0,8-24 0 0 0,-11 23 1477 0 0,0 1 0 0 0,0-1 0 0 0,0-22 0 0 0,26 64 581 0 0,-17-18-1269 0 0,-1 0-1026 0 0,0 0 0 0 0,1-1 0 0 0,1 0 0 0 0,24 18 1 0 0,-33-28 412 0 0,0 1 0 0 0,0 0 0 0 0,0-1 1 0 0,0 1-1 0 0,0-1 0 0 0,0 0 1 0 0,0 0-1 0 0,0 0 0 0 0,1-1 0 0 0,-1 1 1 0 0,0-1-1 0 0,0 0 0 0 0,1 1 0 0 0,-1-2 1 0 0,0 1-1 0 0,1 0 0 0 0,-1-1 1 0 0,0 1-1 0 0,0-1 0 0 0,1 0 0 0 0,-1 0 1 0 0,0 0-1 0 0,0-1 0 0 0,0 1 1 0 0,0-1-1 0 0,0 1 0 0 0,0-1 0 0 0,-1 0 1 0 0,4-3-1 0 0,17-17-1290 0 0,-14 7 963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8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 3044 0 0,'1'-1'270'0'0,"0"0"0"0"0,-1 1 0 0 0,1-1 0 0 0,-1 0 0 0 0,1 1 0 0 0,0-1 0 0 0,0 1 0 0 0,-1-1 0 0 0,1 1 0 0 0,0-1 0 0 0,0 1 0 0 0,0 0 0 0 0,0-1 0 0 0,0 1 0 0 0,-1 0 0 0 0,1 0 0 0 0,0-1 0 0 0,0 1 0 0 0,0 0 0 0 0,0 0 0 0 0,0 0 0 0 0,0 0 0 0 0,0 0 0 0 0,0 0 0 0 0,1 1 0 0 0,27 13 2467 0 0,20 29-875 0 0,-28-19-1425 0 0,-2 1 1 0 0,-1 0-1 0 0,27 51 1 0 0,-39-64-471 0 0,0 0 0 0 0,-1 0 0 0 0,0 1 1 0 0,-1-1-1 0 0,-1 1 0 0 0,0 0 0 0 0,0 0 1 0 0,-1 1-1 0 0,-1-1 0 0 0,0 0 0 0 0,-2 21 0 0 0,-1-27-368 0 0,1 0 0 0 0,-1 0 0 0 0,0 0 0 0 0,-1 0 0 0 0,0 0 0 0 0,0 0 0 0 0,-5 8 0 0 0,6-12-92 0 0,0 1 0 0 0,0-1 1 0 0,-1 0-1 0 0,1 0 1 0 0,-1-1-1 0 0,1 1 0 0 0,-1 0 1 0 0,0-1-1 0 0,0 0 0 0 0,0 1 1 0 0,0-1-1 0 0,-1 0 0 0 0,1-1 1 0 0,-1 1-1 0 0,-5 1 0 0 0,9-3 427 0 0,0 1-1 0 0,-1-1 0 0 0,1 0 1 0 0,0 0-1 0 0,-1 0 0 0 0,1 0 0 0 0,0 0 1 0 0,-1 0-1 0 0,1 0 0 0 0,0 0 1 0 0,0 0-1 0 0,-1 0 0 0 0,1 0 0 0 0,0 0 1 0 0,-1 0-1 0 0,1 0 0 0 0,0-1 1 0 0,0 1-1 0 0,-1 0 0 0 0,1 0 0 0 0,0 0 1 0 0,0 0-1 0 0,-1 0 0 0 0,1-1 1 0 0,0 1-1 0 0,0 0 0 0 0,-1 0 0 0 0,1 0 1 0 0,0-1-1 0 0,0 1 0 0 0,0 0 1 0 0,0 0-1 0 0,-1-1 0 0 0,1 1 0 0 0,0 0 1 0 0,0 0-1 0 0,0-1 0 0 0,0 1 1 0 0,0 0-1 0 0,0-1 0 0 0,0 1 0 0 0,0 0 1 0 0,0-1-1 0 0,0 1 0 0 0,0 0 1 0 0,0-1-1 0 0,0-6-750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8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1 4392 0 0,'0'0'1189'0'0,"-36"7"5300"0"0,26-4-6113 0 0,0 1 0 0 0,0 0-1 0 0,0 0 1 0 0,1 1 0 0 0,0 0-1 0 0,0 1 1 0 0,0 0 0 0 0,-15 14-1 0 0,-62 67-2668 0 0,66-64 1521 0 0,-44 49-2228 0 0,32-34 885 0 0,-2-1-1 0 0,-1-2 1 0 0,-63 49 0 0 0,71-67 1454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6:59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243 631 2144 0 0,'-20'16'624'0'0,"2"1"-1"0"0,1 0 1 0 0,0 2 0 0 0,1 0-1 0 0,1 1 1 0 0,0 0 0 0 0,2 1-1 0 0,0 1 1 0 0,2 0 0 0 0,-15 40-1 0 0,14-20-88 0 0,3 0 0 0 0,1 0 0 0 0,2 1 0 0 0,2 0 0 0 0,2 0 0 0 0,2 0 0 0 0,2 0 0 0 0,1 0 0 0 0,2-1 0 0 0,18 67 0 0 0,-5-34-426 0 0,-10-33 66 0 0,2 0-1 0 0,2-1 1 0 0,2 0 0 0 0,37 74-1 0 0,-47-109-98 0 0,1-1 0 0 0,0 1-1 0 0,1-1 1 0 0,-1 0 0 0 0,1-1-1 0 0,0 1 1 0 0,1-1-1 0 0,-1 0 1 0 0,0-1 0 0 0,1 1-1 0 0,0-1 1 0 0,0-1 0 0 0,11 4-1 0 0,19 4 273 0 0,48 7 0 0 0,-72-15-310 0 0,116 16 517 0 0,0-5 0 0 0,1-6 0 0 0,1-6 0 0 0,-1-6 1 0 0,232-38-1 0 0,-229 19-609 0 0,-2-5 1 0 0,203-75 0 0 0,-314 96-91 0 0,0-1-1 0 0,-1-1 1 0 0,1-1-1 0 0,-2-1 1 0 0,0 0-1 0 0,-1-1 1 0 0,0-1 0 0 0,0-1-1 0 0,-2 0 1 0 0,0-1-1 0 0,-1-1 1 0 0,23-33-1 0 0,-25 28 5 0 0,0-1-1 0 0,-1 0 0 0 0,-2 0 1 0 0,0-1-1 0 0,-2 0 0 0 0,0-1 1 0 0,-2 1-1 0 0,0-1 1 0 0,-2-1-1 0 0,0-45 0 0 0,-3 24 220 0 0,-2 1 0 0 0,-3-1 0 0 0,-1 0 0 0 0,-2 1 0 0 0,-3 0 0 0 0,-1 1 0 0 0,-2 0 0 0 0,-2 1 0 0 0,-3 1 0 0 0,-1 1 0 0 0,-1 0 0 0 0,-3 2 0 0 0,-1 0 0 0 0,-2 2 0 0 0,-2 1 0 0 0,-51-52 0 0 0,31 44-81 0 0,-1 3-1 0 0,-1 1 1 0 0,-3 3-1 0 0,-1 3 1 0 0,-2 1-1 0 0,-1 4 1 0 0,-102-40-1 0 0,116 55-55 0 0,0 1 1 0 0,-1 2-1 0 0,0 2 0 0 0,-1 2 1 0 0,0 2-1 0 0,0 2 0 0 0,0 3 1 0 0,0 1-1 0 0,-1 2 0 0 0,1 2 1 0 0,-76 17-1 0 0,87-10-31 0 0,1 1 0 0 0,0 1 1 0 0,1 2-1 0 0,-58 35 0 0 0,25-6-415 0 0,-68 59-1 0 0,90-64-1074 0 0,2 2 0 0 0,1 2 0 0 0,-67 94 0 0 0,45-44-2952 0 0,-55 114-1 0 0,102-173 3843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1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1 648 0 0,'0'0'104'0'0,"-8"0"-400"0"0,4 0-120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2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57 141 892 0 0,'0'0'10206'0'0,"-6"-8"-6509"0"0,-19-20-2127 0 0,13 18-1645 0 0,-1-3 1250 0 0,13 12-1148 0 0,0 0 1 0 0,0 1-1 0 0,0-1 0 0 0,0 0 1 0 0,0 1-1 0 0,0-1 1 0 0,1 1-1 0 0,-1-1 0 0 0,0 1 1 0 0,0-1-1 0 0,1 0 1 0 0,-1 1-1 0 0,1-1 0 0 0,-1 1 1 0 0,0 0-1 0 0,1-1 0 0 0,-1 1 1 0 0,1-1-1 0 0,-1 1 1 0 0,1-1-1 0 0,-1 1 0 0 0,1 0 1 0 0,-1-1-1 0 0,1 1 0 0 0,-1 0 1 0 0,1 0-1 0 0,0 0 1 0 0,-1-1-1 0 0,1 1 0 0 0,1 0 1 0 0,35-14-154 0 0,2 3 0 0 0,-1 0 0 0 0,62-6 1 0 0,-81 13-154 0 0,-1 1-51 0 0,-11 1-76 0 0,0 0-1 0 0,1 1 0 0 0,-1 0 0 0 0,1 0 0 0 0,0 0 0 0 0,-1 1 1 0 0,1 1-1 0 0,0-1 0 0 0,-1 1 0 0 0,12 3 0 0 0,-18-3 216 0 0,0-1-1 0 0,0 1 1 0 0,0 0 0 0 0,0 0-1 0 0,0 0 1 0 0,0 1 0 0 0,0-1-1 0 0,0 0 1 0 0,-1 0 0 0 0,1 0-1 0 0,-1 0 1 0 0,1 1-1 0 0,-1-1 1 0 0,1 0 0 0 0,-1 1-1 0 0,1-1 1 0 0,-1 0 0 0 0,0 1-1 0 0,0-1 1 0 0,0 0 0 0 0,0 1-1 0 0,0-1 1 0 0,0 1 0 0 0,0-1-1 0 0,0 0 1 0 0,-1 1-1 0 0,1-1 1 0 0,0 0 0 0 0,-1 1-1 0 0,1-1 1 0 0,-1 0 0 0 0,0 0-1 0 0,1 0 1 0 0,-1 1 0 0 0,-1 1-1 0 0,-28 44-2751 0 0,-35 35 382 0 0,46-60 2231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2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53 536 4264 0 0,'-29'18'1650'0'0,"6"-2"4489"0"0,27-14-3611 0 0,16-6-1583 0 0,103-25-369 0 0,-23 4-884 0 0,1 4 0 0 0,143-11-1 0 0,-91 34-1838 0 0,-48 2-2525 0 0,-104-4 4035 0 0,-23-32-2360 0 0,-7-7 2083 0 0,-33-58-1 0 0,-17-49 3095 0 0,25 46 1595 0 0,46 83-2866 0 0,6 13-443 0 0,0 0 1 0 0,0-1-1 0 0,-1 1 1 0 0,1 0-1 0 0,-1 0 0 0 0,-6-7 1 0 0,8 11-412 0 0,1 0 1 0 0,0 0-1 0 0,-1 0 1 0 0,1 0-1 0 0,-1 0 1 0 0,1 0-1 0 0,-1 1 1 0 0,1-1-1 0 0,-1 0 1 0 0,1 0-1 0 0,0 0 1 0 0,-1 0-1 0 0,1 1 1 0 0,-1-1-1 0 0,1 0 0 0 0,0 0 1 0 0,-1 1-1 0 0,1-1 1 0 0,0 0-1 0 0,-1 0 1 0 0,1 1-1 0 0,0-1 1 0 0,-1 1-1 0 0,1-1 1 0 0,0 0-1 0 0,0 1 1 0 0,-1-1-1 0 0,1 0 1 0 0,0 1-1 0 0,0-1 1 0 0,0 1-1 0 0,0-1 1 0 0,-1 1-1 0 0,1-1 1 0 0,0 1-1 0 0,0-1 0 0 0,0 0 1 0 0,0 1-1 0 0,0-1 1 0 0,0 2-1 0 0,-8 30 27 0 0,6-22 135 0 0,-12 53 243 0 0,-8 110 1 0 0,6-34-235 0 0,-27 186-758 0 0,22-108-4738 0 0,24-147-1080 0 0,18-78 3372 0 0,-9-2 2232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3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83 409 5609 0 0,'-7'-33'6595'0'0,"9"29"-6352"0"0,0-1 0 0 0,0 1-1 0 0,0-1 1 0 0,1 1-1 0 0,-1 0 1 0 0,1 0-1 0 0,0 0 1 0 0,1 0 0 0 0,-1 1-1 0 0,0-1 1 0 0,1 1-1 0 0,0 0 1 0 0,0 0-1 0 0,0 0 1 0 0,9-4 0 0 0,10-6-709 0 0,42-15 0 0 0,-50 22 437 0 0,51-18-1314 0 0,-45 18 168 0 0,-1-1 1 0 0,0-1 0 0 0,0-1-1 0 0,34-20 1 0 0,-52 27 1055 0 0,0 0-1 0 0,1 1 1 0 0,-1-1 0 0 0,0 0-1 0 0,0 0 1 0 0,0 0 0 0 0,0-1-1 0 0,-1 1 1 0 0,1 0 0 0 0,-1-1-1 0 0,1 1 1 0 0,-1-1-1 0 0,0 0 1 0 0,0 1 0 0 0,0-1-1 0 0,0 0 1 0 0,0 0 0 0 0,-1 1-1 0 0,1-1 1 0 0,-1 0 0 0 0,0 0-1 0 0,0-3 1 0 0,0 1 217 0 0,-1 1-1 0 0,0-1 1 0 0,0 0 0 0 0,-1 1 0 0 0,0-1-1 0 0,1 1 1 0 0,-1-1 0 0 0,-1 1 0 0 0,1 0-1 0 0,-1 0 1 0 0,1 0 0 0 0,-6-5-1 0 0,4 3 271 0 0,-1 1 0 0 0,1 0 0 0 0,-1 1 0 0 0,0-1 0 0 0,0 1-1 0 0,-1 0 1 0 0,1 0 0 0 0,-1 1 0 0 0,0 0 0 0 0,0 0 0 0 0,0 0-1 0 0,-1 0 1 0 0,1 1 0 0 0,0 0 0 0 0,-1 1 0 0 0,1-1-1 0 0,-1 1 1 0 0,0 1 0 0 0,-10-1 0 0 0,14 2-276 0 0,1 0-1 0 0,-1 0 1 0 0,0 0-1 0 0,1 0 1 0 0,-1 1-1 0 0,1-1 1 0 0,-1 1 0 0 0,1 0-1 0 0,0-1 1 0 0,0 1-1 0 0,0 0 1 0 0,0 0-1 0 0,0 1 1 0 0,0-1 0 0 0,0 0-1 0 0,1 1 1 0 0,-1-1-1 0 0,1 1 1 0 0,0-1-1 0 0,0 1 1 0 0,-2 5 0 0 0,-2 7 79 0 0,1 0 0 0 0,-4 29 0 0 0,5-26-3 0 0,-9 81 261 0 0,4 2 0 0 0,9 166 0 0 0,-2 44-394 0 0,-10-219-347 0 0,10-85 236 0 0,-1-1 1 0 0,1 1-1 0 0,-1-1 1 0 0,-1 1-1 0 0,1-1 1 0 0,-1 0-1 0 0,0 0 1 0 0,0 0-1 0 0,-1 0 1 0 0,0 0-1 0 0,-6 6 1 0 0,9-10 30 0 0,-1-1 1 0 0,1 0 0 0 0,0 0 0 0 0,0 0 0 0 0,-1 0 0 0 0,1 0 0 0 0,-1-1 0 0 0,1 1 0 0 0,-1 0 0 0 0,1-1 0 0 0,-1 1 0 0 0,0-1 0 0 0,1 1 0 0 0,-1-1 0 0 0,0 0 0 0 0,1 0-1 0 0,-1 1 1 0 0,0-1 0 0 0,1 0 0 0 0,-1-1 0 0 0,0 1 0 0 0,1 0 0 0 0,-1 0 0 0 0,0-1 0 0 0,-1 0 0 0 0,0-1-16 0 0,-1 0 1 0 0,0 0 0 0 0,1 0-1 0 0,0-1 1 0 0,-1 1-1 0 0,1-1 1 0 0,0 0-1 0 0,0 0 1 0 0,1 0-1 0 0,-4-4 1 0 0,-4-7-54 0 0,1-1-1 0 0,0 0 1 0 0,-12-30 0 0 0,10 19 201 0 0,2-1 0 0 0,0 0 1 0 0,-8-44-1 0 0,16 62-33 0 0,0 0 0 0 0,0-1 0 0 0,1 1 1 0 0,0-1-1 0 0,0 1 0 0 0,1-1 0 0 0,1 1 0 0 0,-1 0 0 0 0,1 0 0 0 0,1-1 0 0 0,0 1 0 0 0,0 1 1 0 0,1-1-1 0 0,7-12 0 0 0,1 3-42 0 0,0 2 0 0 0,2 0 0 0 0,0 0 1 0 0,0 2-1 0 0,2-1 0 0 0,19-13 0 0 0,111-68-1473 0 0,-30 22-2235 0 0,-98 61 2910 0 0,3 0-385 0 0,0-2-1 0 0,-1 0 1 0 0,-1-1 0 0 0,-1-1 0 0 0,0-1 0 0 0,19-26 0 0 0,-27 25 458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3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3564 0 0,'29'-5'8448'0'0,"-19"5"-7872"0"0,-8 1-717 0 0,0 1 1 0 0,0-1-1 0 0,0 0 0 0 0,0 1 1 0 0,0 0-1 0 0,0-1 0 0 0,-1 1 1 0 0,1 0-1 0 0,-1 0 1 0 0,1 0-1 0 0,-1 0 0 0 0,0 0 1 0 0,0 0-1 0 0,0 0 1 0 0,0 1-1 0 0,0-1 0 0 0,0 0 1 0 0,0 1-1 0 0,-1-1 0 0 0,0 0 1 0 0,1 1-1 0 0,-1-1 1 0 0,0 5-1 0 0,-6 60-5842 0 0,3-55 5006 0 0,-9 26-837 0 0,5-26 1451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4.0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147 544 3632 0 0,'0'0'3425'0'0,"13"-31"2710"0"0,0 15-5836 0 0,1 0 1 0 0,0 2 0 0 0,2-1-1 0 0,-1 2 1 0 0,2 0 0 0 0,24-15-1 0 0,18-16-242 0 0,11-1-323 0 0,-55 37-166 0 0,1-1 0 0 0,-1-1 0 0 0,-1-1 0 0 0,16-14 1 0 0,-27 21 166 0 0,0-1 1 0 0,0 1 0 0 0,0-1 0 0 0,0 0 0 0 0,-1 0 0 0 0,0 0 0 0 0,0 0 0 0 0,0 0-1 0 0,-1 0 1 0 0,1 0 0 0 0,-1-1 0 0 0,-1 1 0 0 0,1 0 0 0 0,-1-1 0 0 0,0 1 0 0 0,0-1-1 0 0,0 1 1 0 0,-1 0 0 0 0,0-1 0 0 0,0 1 0 0 0,0 0 0 0 0,-3-7 0 0 0,1 1 531 0 0,-1 1 0 0 0,0-1 1 0 0,-1 1-1 0 0,0 0 1 0 0,0 1-1 0 0,-1-1 0 0 0,0 1 1 0 0,-1 0-1 0 0,-15-15 1 0 0,22 23-155 0 0,-1 0 1 0 0,0 1 0 0 0,0-1 0 0 0,0 0 0 0 0,0 1-1 0 0,0-1 1 0 0,0 0 0 0 0,0 1 0 0 0,0-1 0 0 0,0 1-1 0 0,0 0 1 0 0,0-1 0 0 0,0 1 0 0 0,-1 0 0 0 0,1 0 0 0 0,0-1-1 0 0,0 1 1 0 0,0 0 0 0 0,0 0 0 0 0,-1 0 0 0 0,1 0-1 0 0,0 1 1 0 0,0-1 0 0 0,0 0 0 0 0,0 0 0 0 0,0 1 0 0 0,0-1-1 0 0,0 1 1 0 0,-1-1 0 0 0,1 1 0 0 0,0-1 0 0 0,0 1-1 0 0,1 0 1 0 0,-1-1 0 0 0,0 1 0 0 0,0 0 0 0 0,0 0 0 0 0,0 0-1 0 0,1 0 1 0 0,-1-1 0 0 0,0 1 0 0 0,1 0 0 0 0,-1 0-1 0 0,0 0 1 0 0,1 1 0 0 0,0-1 0 0 0,-1 0 0 0 0,0 1-1 0 0,-5 12-64 0 0,1-1 0 0 0,0 1 0 0 0,-4 18 0 0 0,2-9 327 0 0,-78 243 405 0 0,41-119-551 0 0,-72 158 1 0 0,-13-7-2005 0 0,127-294 1417 0 0,0 1 0 0 0,1 0 1 0 0,-1 0-1 0 0,1 0 0 0 0,0 0 0 0 0,1 0 1 0 0,-1 1-1 0 0,1 6 0 0 0,0-12 223 0 0,0 1 1 0 0,0 0-1 0 0,1-1 1 0 0,-1 1-1 0 0,0-1 0 0 0,0 1 1 0 0,0 0-1 0 0,1-1 1 0 0,-1 1-1 0 0,0-1 1 0 0,0 1-1 0 0,1-1 0 0 0,-1 1 1 0 0,0-1-1 0 0,1 1 1 0 0,-1-1-1 0 0,1 1 0 0 0,-1-1 1 0 0,1 0-1 0 0,-1 1 1 0 0,1-1-1 0 0,-1 0 1 0 0,1 1-1 0 0,-1-1 0 0 0,1 0 1 0 0,-1 1-1 0 0,2-1 1 0 0,0 0-111 0 0,-1 0 0 0 0,1 0 1 0 0,0 0-1 0 0,0-1 1 0 0,0 1-1 0 0,0 0 1 0 0,0-1-1 0 0,-1 1 0 0 0,1-1 1 0 0,0 0-1 0 0,0 0 1 0 0,-1 0-1 0 0,4-2 0 0 0,4-3-277 0 0,-1 0-1 0 0,1-1 1 0 0,-1 0-1 0 0,-1-1 0 0 0,8-8 1 0 0,-3 2 117 0 0,12-11-193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4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 4244 0 0,'-5'16'9129'0'0,"-17"41"-6588"0"0,11-27-1979 0 0,11-29-550 0 0,-16 39 229 0 0,2 1 1 0 0,2 0-1 0 0,1 1 1 0 0,-7 63-1 0 0,18-93-229 0 0,-1 1 0 0 0,2-1 0 0 0,0 0 0 0 0,0 0 0 0 0,1 0 0 0 0,0 0 0 0 0,1 0 0 0 0,9 22 0 0 0,-8-25-12 0 0,0-1 1 0 0,1 0-1 0 0,0-1 1 0 0,0 1-1 0 0,1-1 1 0 0,0 0 0 0 0,0 0-1 0 0,1-1 1 0 0,0 0-1 0 0,0 0 1 0 0,0 0-1 0 0,1-1 1 0 0,11 6-1 0 0,2-1 93 0 0,1 0 0 0 0,0-2-1 0 0,1 0 1 0 0,0-1-1 0 0,0-2 1 0 0,0 0 0 0 0,1-2-1 0 0,0 0 1 0 0,-1-2 0 0 0,1 0-1 0 0,0-2 1 0 0,0 0 0 0 0,0-2-1 0 0,-1-1 1 0 0,37-10-1 0 0,-58 14-126 0 0,0-1-1 0 0,0 1 1 0 0,0-1-1 0 0,0 0 0 0 0,-1 1 1 0 0,1-1-1 0 0,0 0 0 0 0,0 0 1 0 0,0 0-1 0 0,-1-1 1 0 0,1 1-1 0 0,0 0 0 0 0,-1-1 1 0 0,0 1-1 0 0,1-1 0 0 0,-1 1 1 0 0,0-1-1 0 0,1 0 1 0 0,-1 1-1 0 0,0-1 0 0 0,0 0 1 0 0,-1 0-1 0 0,1 0 1 0 0,0 0-1 0 0,0-3 0 0 0,-1-1-475 0 0,-1 1 0 0 0,1 0-1 0 0,-2 0 1 0 0,1 0-1 0 0,0 0 1 0 0,-1 0 0 0 0,0 0-1 0 0,0 0 1 0 0,-5-7 0 0 0,-27-46-5435 0 0,23 42 4688 0 0,1-1-1 0 0,1 0 1 0 0,1-1-1 0 0,-8-20 1 0 0,12 17 616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4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384 1 3460 0 0,'0'0'8634'0'0,"-32"15"-5247"0"0,7 3-3528 0 0,2 0-1 0 0,-42 43 0 0 0,4-3-2723 0 0,44-44 1613 0 0,4-1-222 0 0,-2-1-1 0 0,-26 17 1 0 0,38-26 1194 0 0,-1-1 0 0 0,0 0 0 0 0,1 0 0 0 0,-1-1 0 0 0,0 1 0 0 0,0-1 0 0 0,0 0 0 0 0,0 0 0 0 0,-1 0 0 0 0,1-1 0 0 0,0 1 0 0 0,0-1 1 0 0,0 0-1 0 0,-1 0 0 0 0,1 0 0 0 0,0-1 0 0 0,-7-1 0 0 0,-1-3-501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4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0 137 5997 0 0,'7'-22'2092'0'0,"-2"0"1"0"0,0 0 0 0 0,-2-1-1 0 0,1-24 1 0 0,-4 46-2419 0 0,1 2 96 0 0,0 0 0 0 0,0-1 0 0 0,0 1 0 0 0,0 0 0 0 0,0 0 0 0 0,0 0 0 0 0,0 0 0 0 0,-1-1 0 0 0,1 1 0 0 0,0 0 0 0 0,-1 0 0 0 0,1 1 0 0 0,0-1 0 0 0,-1 0 0 0 0,1 0 0 0 0,-1 0 0 0 0,0 0 1 0 0,1 0-1 0 0,-1 0 0 0 0,0 1 0 0 0,0-1 0 0 0,0 1 0 0 0,6 32-2646 0 0,-6-32 2550 0 0,1 13-1212 0 0,-1 0 1 0 0,0 0 0 0 0,-4 27-1 0 0,3-28 689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2564 0 0,'0'3'347'0'0,"0"-1"0"0"0,1 1 0 0 0,0-1 0 0 0,-1 0 0 0 0,1 1 0 0 0,0-1 1 0 0,0 0-1 0 0,0 0 0 0 0,0 1 0 0 0,1-1 0 0 0,-1 0 0 0 0,0 0 0 0 0,1 0 0 0 0,0-1 0 0 0,-1 1 0 0 0,1 0 0 0 0,0-1 0 0 0,0 1 0 0 0,0-1 0 0 0,0 1 0 0 0,0-1 0 0 0,0 0 0 0 0,4 2 0 0 0,10 4 141 0 0,0-1 0 0 0,26 7-1 0 0,-2-1 621 0 0,508 220 5399 0 0,213 77-4518 0 0,-438-191-6126 0 0,-313-115 3043 0 0,0 2 0 0 0,-1-1 0 0 0,1 1 0 0 0,15 12-1 0 0,-24-16-449 0 0,-2 0 1296 0 0,0 1 0 0 0,1-1 0 0 0,-1 0 0 0 0,0-1 0 0 0,1 1 0 0 0,-1 0 0 0 0,0 0 0 0 0,0 0 0 0 0,0 0 0 0 0,0-1 0 0 0,0 1 0 0 0,0 0 0 0 0,0-1 0 0 0,0 1 0 0 0,0-1 0 0 0,0 1 0 0 0,0-1 0 0 0,0 1 0 0 0,-2-1 0 0 0,-28 10-1387 0 0,26-8 1052 0 0,-59 12-1977 0 0,43-12 1942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5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4684 0 0,'4'-2'724'0'0,"0"-1"-1"0"0,-1 0 0 0 0,1 0 0 0 0,-1 0 1 0 0,0 0-1 0 0,0-1 0 0 0,0 1 0 0 0,0-1 1 0 0,-1 1-1 0 0,1-1 0 0 0,-1 0 0 0 0,2-6 0 0 0,-1 5-243 0 0,0 0-1 0 0,0 0 1 0 0,0 0-1 0 0,0 0 0 0 0,1 1 1 0 0,4-5-1 0 0,16-12-134 0 0,1 2-1 0 0,0 1 1 0 0,41-21-1 0 0,-56 34-719 0 0,0 0-1 0 0,0 1 1 0 0,1 0 0 0 0,-1 1-1 0 0,1 0 1 0 0,0 1-1 0 0,0 0 1 0 0,0 0 0 0 0,0 1-1 0 0,0 1 1 0 0,0 0-1 0 0,1 1 1 0 0,11 1 0 0 0,-21-2 168 0 0,0 0 1 0 0,0 0-1 0 0,0 1 1 0 0,-1-1 0 0 0,1 1-1 0 0,0-1 1 0 0,0 1 0 0 0,0-1-1 0 0,0 1 1 0 0,-1 0-1 0 0,1 0 1 0 0,0 0 0 0 0,0 0-1 0 0,-1 0 1 0 0,1 0 0 0 0,-1 0-1 0 0,1 1 1 0 0,-1-1-1 0 0,0 1 1 0 0,1-1 0 0 0,-1 1-1 0 0,0-1 1 0 0,0 1-1 0 0,0-1 1 0 0,0 1 0 0 0,0 0-1 0 0,-1 0 1 0 0,1 0 0 0 0,0-1-1 0 0,-1 1 1 0 0,0 0-1 0 0,1 0 1 0 0,-1 0 0 0 0,0 0-1 0 0,0 0 1 0 0,0 0 0 0 0,0 0-1 0 0,0 0 1 0 0,0 0-1 0 0,-1 0 1 0 0,0 3 0 0 0,-2 4-308 0 0,0-1 1 0 0,-1 0-1 0 0,0 1 1 0 0,-1-1-1 0 0,1 0 1 0 0,-1-1-1 0 0,-11 13 1 0 0,-3-1-8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6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53 302 4312 0 0,'-51'34'4915'0'0,"50"-33"-3584"0"0,21-5 2423 0 0,55-22-3302 0 0,0 3-1 0 0,153-24 1 0 0,30 22-3856 0 0,-236 20 1971 0 0,-17-4-859 0 0,-26-19-1831 0 0,7 13 3766 0 0,-63-70-811 0 0,66 74 2193 0 0,0 1 0 0 0,0 1 1 0 0,-1 0-1 0 0,0 0 0 0 0,-22-11 0 0 0,33 20-911 0 0,0-1-1 0 0,0 1 0 0 0,0 0 1 0 0,0 0-1 0 0,-1 0 0 0 0,1 0 0 0 0,0-1 1 0 0,0 1-1 0 0,0 1 0 0 0,0-1 0 0 0,0 0 1 0 0,0 0-1 0 0,0 0 0 0 0,0 0 1 0 0,0 1-1 0 0,0-1 0 0 0,0 1 0 0 0,0-1 1 0 0,0 0-1 0 0,1 1 0 0 0,-1 0 0 0 0,0-1 1 0 0,0 1-1 0 0,0-1 0 0 0,0 1 1 0 0,1 0-1 0 0,-1 0 0 0 0,0-1 0 0 0,1 1 1 0 0,-1 0-1 0 0,1 0 0 0 0,-1 0 0 0 0,1 0 1 0 0,-1 0-1 0 0,1 0 0 0 0,-1 0 0 0 0,1 0 1 0 0,0 0-1 0 0,-1 2 0 0 0,-10 47 950 0 0,10-44-864 0 0,-40 488 1798 0 0,34-362-2382 0 0,6-106 52 0 0,-2 3-856 0 0,4 47 0 0 0,-1-68 499 0 0,1-1 0 0 0,1 1 0 0 0,-1-1 0 0 0,1 0 0 0 0,0 1 0 0 0,6 10 0 0 0,-8-17 524 0 0,1 0-1 0 0,-1 0 1 0 0,1 1 0 0 0,-1-1 0 0 0,1 0 0 0 0,0 0 0 0 0,0 0-1 0 0,0 0 1 0 0,0 0 0 0 0,0 0 0 0 0,0 0 0 0 0,0 0 0 0 0,0 0 0 0 0,0-1-1 0 0,0 1 1 0 0,0 0 0 0 0,0-1 0 0 0,1 1 0 0 0,-1-1 0 0 0,0 1-1 0 0,0-1 1 0 0,1 1 0 0 0,-1-1 0 0 0,0 0 0 0 0,1 0 0 0 0,-1 0-1 0 0,0 0 1 0 0,3 0 0 0 0,-1-1-52 0 0,-1 1-1 0 0,1-1 1 0 0,0 0 0 0 0,-1 0-1 0 0,1-1 1 0 0,-1 1 0 0 0,0 0-1 0 0,1-1 1 0 0,-1 0 0 0 0,0 1-1 0 0,0-1 1 0 0,0 0 0 0 0,2-3-1 0 0,9-9-418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6.5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5104 0 0,'45'-15'3984'0'0,"66"-35"0"0"0,14-6-2007 0 0,-122 55-1985 0 0,119-41-794 0 0,-40 18-2885 0 0,-81 24 3499 0 0,0-1 1 0 0,0 1-1 0 0,0 0 1 0 0,0 0-1 0 0,0-1 1 0 0,0 1-1 0 0,0 0 1 0 0,0-1-1 0 0,0 1 1 0 0,0-1-1 0 0,0 0 1 0 0,0 1 0 0 0,0-1-1 0 0,0 0 1 0 0,0 1-1 0 0,0-1 1 0 0,-1 0-1 0 0,1 0 1 0 0,0 0-1 0 0,-1 0 1 0 0,1 0-1 0 0,0 0 1 0 0,-1 0-1 0 0,1 0 1 0 0,-1 0-1 0 0,0 0 1 0 0,1 0 0 0 0,-1 0-1 0 0,0 0 1 0 0,0 0-1 0 0,1 0 1 0 0,-1 0-1 0 0,0-2 1 0 0,-1 0-127 0 0,0-1 1 0 0,0 0-1 0 0,0 1 1 0 0,0 0-1 0 0,-1-1 1 0 0,1 1-1 0 0,-1 0 1 0 0,0 0-1 0 0,-3-4 1 0 0,-6-6-194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7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267 0 2572 0 0,'-1'1'296'0'0,"0"0"0"0"0,0 0 0 0 0,0 0 0 0 0,0 0 0 0 0,0 0 0 0 0,0 0 0 0 0,0 0 0 0 0,0 0 0 0 0,0 0 0 0 0,1 1-1 0 0,-1-1 1 0 0,1 0 0 0 0,-1 1 0 0 0,1-1 0 0 0,-1 0 0 0 0,1 1 0 0 0,0-1 0 0 0,-1 0 0 0 0,1 1 0 0 0,0-1 0 0 0,0 2 0 0 0,0 40 2794 0 0,1-17-2048 0 0,-11 226 2300 0 0,-1 5-2020 0 0,6-195-1165 0 0,-20 153 560 0 0,19-187-945 0 0,0 1 1 0 0,-2-1-1 0 0,-2 0 0 0 0,0-1 1 0 0,-19 36-1 0 0,28-63 168 0 0,1 1-1 0 0,0 0 1 0 0,-1-1 0 0 0,1 1 0 0 0,0 0-1 0 0,-1-1 1 0 0,1 1 0 0 0,-1-1 0 0 0,1 1 0 0 0,-1 0-1 0 0,0-1 1 0 0,1 1 0 0 0,-1-1 0 0 0,1 0-1 0 0,-1 1 1 0 0,0-1 0 0 0,1 1 0 0 0,-1-1-1 0 0,0 0 1 0 0,0 0 0 0 0,1 1 0 0 0,-1-1-1 0 0,0 0 1 0 0,0 0 0 0 0,1 0 0 0 0,-1 0-1 0 0,0 0 1 0 0,-1 0 0 0 0,-18-13-1682 0 0,-10-29-526 0 0,-7-41 1066 0 0,10-3 3335 0 0,27 83-2013 0 0,0 1 1 0 0,0 0-1 0 0,0 0 0 0 0,0 0 0 0 0,1 0 0 0 0,-1 0 1 0 0,0 0-1 0 0,1-1 0 0 0,0 1 0 0 0,-1 0 0 0 0,1 0 1 0 0,0 1-1 0 0,0-1 0 0 0,0 0 0 0 0,0 0 0 0 0,0 0 1 0 0,1 0-1 0 0,-1 1 0 0 0,1-1 0 0 0,-1 1 1 0 0,1-1-1 0 0,-1 1 0 0 0,1 0 0 0 0,0-1 0 0 0,3-1 1 0 0,60-31 140 0 0,-40 22-136 0 0,103-51-729 0 0,-77 40-1197 0 0,-2-1 1 0 0,-1-3 0 0 0,0-2 0 0 0,47-39-1 0 0,-16-14-3597 0 0,-79 83 4810 0 0,-1-1 769 0 0,1 0 0 0 0,-1 0 0 0 0,1 0 0 0 0,0 1 0 0 0,-1-1 1 0 0,1 0-1 0 0,-1 1 0 0 0,1-1 0 0 0,-1 0 0 0 0,1 1 0 0 0,0-1 0 0 0,-1 0 0 0 0,1 1 0 0 0,0-1 1 0 0,0 0-1 0 0,-1 1 0 0 0,1-1 0 0 0,0 1 0 0 0,0-1 0 0 0,-1 1 0 0 0,1-1 0 0 0,0 1 0 0 0,0-1 0 0 0,0 1 1 0 0,0-1-1 0 0,0 1 0 0 0,0-1 0 0 0,0 1 0 0 0,0-1 0 0 0,0 1 0 0 0,0-1 0 0 0,0 1 0 0 0,0-1 1 0 0,0 1-1 0 0,0-1 0 0 0,0 1 0 0 0,0-1 0 0 0,1 1 0 0 0,-1-1 0 0 0,0 1 0 0 0,0-1 0 0 0,1 0 0 0 0,-1 1 1 0 0,0-1-1 0 0,1 1 0 0 0,-1-1 0 0 0,0 0 0 0 0,1 1 0 0 0,-1-1 0 0 0,0 0 0 0 0,1 1 0 0 0,-1-1 1 0 0,1 0-1 0 0,-1 0 0 0 0,1 1 0 0 0,-1-1 0 0 0,1 0 0 0 0,-1 0 0 0 0,1 0 0 0 0,0 0 0 0 0,9 1 54 0 0,1-1-1 0 0,-1-1 1 0 0,1 0-1 0 0,-1 0 0 0 0,0-1 1 0 0,1 0-1 0 0,15-6 0 0 0,69-31-597 0 0,-80 32 271 0 0,61-34-1171 0 0,-71 38 1036 0 0,0 0 0 0 0,0-1 1 0 0,0 1-1 0 0,-1-1 0 0 0,0 0 0 0 0,1 0 0 0 0,-2 0 0 0 0,1-1 0 0 0,0 1 0 0 0,-1-1 0 0 0,0 0 0 0 0,4-8 0 0 0,-7 11 145 0 0,0 1-1 0 0,0-1 0 0 0,0 0 0 0 0,0 1 0 0 0,0-1 0 0 0,-1 0 0 0 0,1 0 0 0 0,-1 1 0 0 0,1-1 0 0 0,-1 0 0 0 0,1 1 0 0 0,-1-1 0 0 0,0 1 0 0 0,0-1 0 0 0,0 1 1 0 0,0-1-1 0 0,0 1 0 0 0,0-1 0 0 0,0 1 0 0 0,-1 0 0 0 0,1 0 0 0 0,0 0 0 0 0,-1 0 0 0 0,-1-2 0 0 0,-41-26-1071 0 0,35 24 1000 0 0,7 4 283 0 0,0-1 0 0 0,-1 0 0 0 0,1 1 0 0 0,-1 0 0 0 0,1 0 0 0 0,-1-1 0 0 0,0 1 0 0 0,0 1 0 0 0,1-1 0 0 0,-1 0 0 0 0,0 1 0 0 0,0-1 0 0 0,0 1 0 0 0,0 0 0 0 0,1 0 0 0 0,-1 0 0 0 0,0 0 0 0 0,0 1 0 0 0,0-1 0 0 0,0 1 0 0 0,1 0 1 0 0,-1 0-1 0 0,0-1 0 0 0,1 2 0 0 0,-1-1 0 0 0,0 0 0 0 0,1 1 0 0 0,-1-1 0 0 0,-3 4 0 0 0,-2 4 529 0 0,0 0 1 0 0,1 0-1 0 0,0 0 1 0 0,1 1 0 0 0,0 0-1 0 0,-5 13 1 0 0,0-3-855 0 0,-178 339 1122 0 0,159-294-2927 0 0,3-6-3885 0 0,27-58 4684 0 0,12-16-3434 0 0,-4 6 4096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7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5224 0 0,'1'0'386'0'0,"0"0"0"0"0,0 0-1 0 0,0 0 1 0 0,0 0 0 0 0,0 0-1 0 0,0 1 1 0 0,0-1 0 0 0,0 0-1 0 0,0 1 1 0 0,0-1 0 0 0,0 0-1 0 0,0 1 1 0 0,0-1 0 0 0,-1 1-1 0 0,1 0 1 0 0,0-1 0 0 0,0 1-1 0 0,0 0 1 0 0,1 1 0 0 0,5 20 2669 0 0,-11 41-3503 0 0,1-27 1165 0 0,3-20-637 0 0,1-1 1 0 0,0 1-1 0 0,1 0 0 0 0,1-1 1 0 0,0 1-1 0 0,1-1 0 0 0,1 0 1 0 0,0 0-1 0 0,11 20 0 0 0,-12-27-48 0 0,1-1 0 0 0,0 0-1 0 0,0 0 1 0 0,0-1-1 0 0,1 1 1 0 0,-1-1-1 0 0,2 0 1 0 0,-1-1 0 0 0,1 0-1 0 0,-1 0 1 0 0,1 0-1 0 0,1-1 1 0 0,-1 0-1 0 0,1 0 1 0 0,0 0 0 0 0,-1-1-1 0 0,1-1 1 0 0,1 1-1 0 0,9 1 1 0 0,20 0-746 0 0,1-2-1 0 0,70-4 1 0 0,-25 0-4798 0 0,-72-4-3799 0 0,-11-1 8848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0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18 4572 0 0,'-1'-1'195'0'0,"1"1"0"0"0,0-1-1 0 0,0 1 1 0 0,0-1 0 0 0,0 1-1 0 0,0-1 1 0 0,0 1 0 0 0,-1-1-1 0 0,1 1 1 0 0,0-1 0 0 0,0 1-1 0 0,0-1 1 0 0,1 1 0 0 0,-1-1-1 0 0,0 1 1 0 0,0-1 0 0 0,0 1-1 0 0,0-1 1 0 0,0 1 0 0 0,1-1-1 0 0,-1 1 1 0 0,0 0 0 0 0,0-1-1 0 0,1 1 1 0 0,-1-1 0 0 0,0 1-1 0 0,0 0 1 0 0,1-1 0 0 0,-1 1-1 0 0,1 0 1 0 0,-1-1 0 0 0,0 1-1 0 0,1 0 1 0 0,-1-1 0 0 0,1 1-1 0 0,-1 0 1 0 0,1 0 0 0 0,-1 0-1 0 0,0-1 1 0 0,1 1 0 0 0,-1 0-1 0 0,1 0 1 0 0,0 0 0 0 0,21 17 1386 0 0,15 36-4631 0 0,-28-32 1948 0 0,-1-1 0 0 0,0 2 0 0 0,-2-1 0 0 0,-1 1 0 0 0,0-1 0 0 0,-2 1 0 0 0,0 1 0 0 0,-1 31 0 0 0,-2-32 155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12.0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16 100 2268 0 0,'0'-5'779'0'0,"0"3"-623"0"0,0 1 0 0 0,0-1 0 0 0,0 0 0 0 0,0 0 0 0 0,0 1 0 0 0,0-1 0 0 0,0 0 0 0 0,1 1 0 0 0,-1-1 0 0 0,0 0 0 0 0,1 1 0 0 0,0-1 0 0 0,-1 0 0 0 0,1 1 0 0 0,0-1 0 0 0,0 1 0 0 0,0-1 0 0 0,0 1 0 0 0,0 0 0 0 0,2-3 0 0 0,-2 3-72 0 0,19-38 4517 0 0,-20 38-4500 0 0,0 1-1 0 0,0-1 1 0 0,0 1 0 0 0,0-1 0 0 0,1 0 0 0 0,-1 1 0 0 0,0-1 0 0 0,0 0 0 0 0,-1 1 0 0 0,1-1 0 0 0,0 0-1 0 0,0 1 1 0 0,0-1 0 0 0,0 0 0 0 0,0 1 0 0 0,-1-1 0 0 0,1 1 0 0 0,0-1 0 0 0,-1 0 0 0 0,1 1-1 0 0,0-1 1 0 0,-1 1 0 0 0,1-1 0 0 0,-1 1 0 0 0,1-1 0 0 0,-1 1 0 0 0,1-1 0 0 0,-1 1 0 0 0,1 0 0 0 0,-1-1-1 0 0,1 1 1 0 0,-2-1 0 0 0,1 1-12 0 0,0 1 1 0 0,1-1-1 0 0,-1 1 0 0 0,0-1 1 0 0,0 1-1 0 0,1-1 0 0 0,-1 1 1 0 0,1-1-1 0 0,-1 1 0 0 0,0 0 1 0 0,1-1-1 0 0,-1 1 0 0 0,1 0 1 0 0,-1 0-1 0 0,1-1 0 0 0,0 1 1 0 0,-1 0-1 0 0,1 0 0 0 0,0 0 1 0 0,0-1-1 0 0,-1 1 0 0 0,1 0 1 0 0,0 0-1 0 0,0 0 0 0 0,0 1 1 0 0,-15 112 157 0 0,6 0 1 0 0,5 135 0 0 0,4-193-591 0 0,4 9-718 0 0,0-3-3195 0 0,-4-61 3150 0 0,12-27-7646 0 0,-12-3 7552 0 0,-4 13 763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12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95 3756 0 0,'-46'-22'3707'0'0,"15"8"3280"0"0,81-3-6556 0 0,-11 8-370 0 0,-7 0-122 0 0,1 2 0 0 0,0 1 0 0 0,0 1 0 0 0,1 2 0 0 0,-1 1 0 0 0,50 4 0 0 0,-79-2 40 0 0,0 1 1 0 0,0-1-1 0 0,0 1 1 0 0,0 0 0 0 0,-1 1-1 0 0,1-1 1 0 0,-1 1-1 0 0,1-1 1 0 0,-1 1 0 0 0,7 5-1 0 0,-9-6 24 0 0,1 0 0 0 0,-1 1 0 0 0,0-1 0 0 0,0 1 0 0 0,0-1 0 0 0,0 1 0 0 0,0-1 0 0 0,0 1 0 0 0,0 0 0 0 0,0-1 0 0 0,-1 1 0 0 0,1 0 0 0 0,-1 0 0 0 0,1 0 0 0 0,-1-1 0 0 0,0 1 0 0 0,1 2 0 0 0,-2 2 34 0 0,0 0 0 0 0,0 0 1 0 0,0 0-1 0 0,-1 0 0 0 0,0 0 1 0 0,0-1-1 0 0,0 1 0 0 0,-1-1 0 0 0,0 1 1 0 0,0-1-1 0 0,0 0 0 0 0,-6 7 1 0 0,-18 19 191 0 0,-2-1 1 0 0,0-2-1 0 0,-2-1 1 0 0,-60 42-1 0 0,27-22-88 0 0,-18 15 26 0 0,32-27-32 0 0,2 2 0 0 0,-73 74-1 0 0,118-108-134 0 0,0 0 0 0 0,0 1 0 0 0,1-1 0 0 0,-1 1 0 0 0,1-1 0 0 0,-1 1 0 0 0,1 0 0 0 0,0 0 1 0 0,0 0-1 0 0,1 0 0 0 0,0 0 0 0 0,-1 0 0 0 0,1 0 0 0 0,0 1 0 0 0,1-1 0 0 0,-1 0 0 0 0,1 1 0 0 0,0-1 0 0 0,0 0 0 0 0,0 1 0 0 0,1-1 0 0 0,-1 0 0 0 0,1 1 0 0 0,0-1 0 0 0,3 8 0 0 0,-1-8-28 0 0,0 1 1 0 0,0 0-1 0 0,0-1 0 0 0,1 0 0 0 0,0 0 0 0 0,-1 0 1 0 0,1 0-1 0 0,1-1 0 0 0,-1 1 0 0 0,0-1 0 0 0,1 0 1 0 0,0 0-1 0 0,0-1 0 0 0,0 1 0 0 0,0-1 0 0 0,0 0 1 0 0,0-1-1 0 0,0 1 0 0 0,1-1 0 0 0,6 1 0 0 0,7 0-167 0 0,0 0 0 0 0,0-1 0 0 0,0-1 0 0 0,0-1-1 0 0,0-1 1 0 0,35-7 0 0 0,106-42-1351 0 0,-1 1 2186 0 0,-158 49-550 0 0,-1 1 0 0 0,1 0 0 0 0,-1 0 1 0 0,1 0-1 0 0,0 0 0 0 0,-1 0 0 0 0,1 0 1 0 0,-1 0-1 0 0,1 0 0 0 0,-1 0 0 0 0,1 0 1 0 0,0 0-1 0 0,-1 0 0 0 0,1 0 1 0 0,-1 1-1 0 0,1-1 0 0 0,-1 0 0 0 0,1 0 1 0 0,-1 1-1 0 0,1-1 0 0 0,-1 0 0 0 0,1 1 1 0 0,-1-1-1 0 0,0 0 0 0 0,1 1 0 0 0,-1-1 1 0 0,1 1-1 0 0,-1-1 0 0 0,0 0 0 0 0,1 1 1 0 0,-1-1-1 0 0,1 2 0 0 0,2 23 1064 0 0,-15 39-978 0 0,10-53 80 0 0,-7 30-775 0 0,-14 74-228 0 0,19-77-3185 0 0,2-1-3741 0 0,6-38 3483 0 0,0-4 3470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13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50 2608 0 0,'-2'-4'743'0'0,"0"0"0"0"0,1 0 0 0 0,-1 1 0 0 0,0-1 0 0 0,-1 1 1 0 0,1 0-1 0 0,-1 0 0 0 0,1 0 0 0 0,-1 0 0 0 0,0 0 0 0 0,0 0 0 0 0,-4-2 0 0 0,2 1 734 0 0,4 3-1078 0 0,50 5-3022 0 0,-30 16 5713 0 0,-14 10-2661 0 0,-1 0 0 0 0,-1 1 0 0 0,-3 47 0 0 0,2 7-57 0 0,6 53-30 0 0,7 201-1742 0 0,-15-335 1061 0 0,0 0 1 0 0,0 0-1 0 0,0 0 1 0 0,-1 0-1 0 0,1 0 1 0 0,-1 0-1 0 0,0 0 1 0 0,0 0-1 0 0,-1-1 1 0 0,1 1-1 0 0,-1 0 1 0 0,0-1-1 0 0,-2 5 1 0 0,-23-24-5594 0 0,13-3 4803 0 0,1 1 0 0 0,0-2-1 0 0,-11-22 1 0 0,21 35 1013 0 0,-13-18-213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13.9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9 105 2388 0 0,'-1'-3'152'0'0,"-1"-1"-1"0"0,1 1 1 0 0,0-1-1 0 0,0 1 1 0 0,0-1-1 0 0,0 0 0 0 0,1 1 1 0 0,-1-1-1 0 0,1 0 1 0 0,0 0-1 0 0,0 1 1 0 0,1-1-1 0 0,-1 0 1 0 0,1 0-1 0 0,-1 1 1 0 0,1-1-1 0 0,0 1 1 0 0,1-1-1 0 0,-1 1 1 0 0,1-1-1 0 0,1-3 1 0 0,-1 5-66 0 0,0 0 0 0 0,-1 1 0 0 0,1-1 0 0 0,0 0 0 0 0,0 1 0 0 0,0-1 0 0 0,1 1 0 0 0,-1 0 0 0 0,0-1 0 0 0,0 1 0 0 0,1 0 0 0 0,-1 1 0 0 0,0-1 0 0 0,1 0 0 0 0,-1 1 0 0 0,1-1 0 0 0,-1 1 0 0 0,1 0 0 0 0,0-1 0 0 0,-1 1 0 0 0,1 1 0 0 0,-1-1 0 0 0,1 0 0 0 0,-1 1 0 0 0,1-1 0 0 0,-1 1 0 0 0,1-1 0 0 0,-1 1 0 0 0,0 0 0 0 0,1 0 0 0 0,3 3 0 0 0,-2-2 28 0 0,1 0 0 0 0,-1 1 0 0 0,0 0 0 0 0,0-1 0 0 0,-1 1 0 0 0,1 1 0 0 0,-1-1 0 0 0,1 0 0 0 0,-1 1 0 0 0,0 0 0 0 0,0 0 0 0 0,0 0 0 0 0,-1 0 0 0 0,0 0 0 0 0,3 5 0 0 0,-2-1 36 0 0,0 1 0 0 0,-1-1 1 0 0,0 1-1 0 0,0 0 1 0 0,0 0-1 0 0,-2 0 0 0 0,1 15 1 0 0,-1-10 7 0 0,-1 0 1 0 0,-1 0-1 0 0,0-1 1 0 0,-1 1 0 0 0,0-1-1 0 0,-1 0 1 0 0,-1 0-1 0 0,0 0 1 0 0,0 0-1 0 0,-12 17 1 0 0,9-19 33 0 0,-1 0-1 0 0,0 0 1 0 0,0-1 0 0 0,-1 0 0 0 0,0 0-1 0 0,-1-1 1 0 0,-23 14 0 0 0,225-111-1730 0 0,-145 69 1054 0 0,10-5-95 0 0,-9 2 13 0 0,2 2 0 0 0,0 2 0 0 0,72-15 0 0 0,-120 32 684 0 0,1 1-1 0 0,0-1 1 0 0,0 1-1 0 0,-1 0 1 0 0,1 0 0 0 0,0 0-1 0 0,0 0 1 0 0,0 0 0 0 0,-1 0-1 0 0,1 0 1 0 0,0 1 0 0 0,0-1-1 0 0,-1 1 1 0 0,3 0 0 0 0,-4-1-68 0 0,1 1 0 0 0,-1-1 0 0 0,0 0 0 0 0,0 1 0 0 0,1-1 0 0 0,-1 1 0 0 0,0-1 1 0 0,0 1-1 0 0,0-1 0 0 0,0 0 0 0 0,1 1 0 0 0,-1-1 0 0 0,0 1 0 0 0,0-1 1 0 0,0 1-1 0 0,0-1 0 0 0,0 1 0 0 0,0-1 0 0 0,0 1 0 0 0,0-1 0 0 0,0 1 0 0 0,-1-1 1 0 0,1 1-1 0 0,0-1 0 0 0,0 1 0 0 0,0-1 0 0 0,0 0 0 0 0,-1 1 0 0 0,1-1 0 0 0,0 1 1 0 0,-1 0-1 0 0,-39 45 2126 0 0,21-26-1884 0 0,16-17-271 0 0,0 0 1 0 0,1 0-1 0 0,0 0 0 0 0,0 1 1 0 0,0-1-1 0 0,0 1 0 0 0,0-1 1 0 0,0 1-1 0 0,1 0 0 0 0,0 0 1 0 0,0-1-1 0 0,0 1 0 0 0,0 0 1 0 0,1 0-1 0 0,-1 0 0 0 0,1 0 1 0 0,0 6-1 0 0,1-7-39 0 0,0 0 1 0 0,1 0-1 0 0,-1 0 0 0 0,0 0 0 0 0,1 0 0 0 0,0-1 1 0 0,0 1-1 0 0,0 0 0 0 0,0-1 0 0 0,0 1 1 0 0,0-1-1 0 0,0 1 0 0 0,1-1 0 0 0,-1 0 1 0 0,1 0-1 0 0,0-1 0 0 0,0 1 0 0 0,0 0 1 0 0,0-1-1 0 0,0 0 0 0 0,0 1 0 0 0,3 0 0 0 0,8 3-665 0 0,0 0-1 0 0,1-1 0 0 0,0-1 1 0 0,0 0-1 0 0,-1-1 0 0 0,1-1 0 0 0,30-1 1 0 0,-38 0 161 0 0,0 0 1 0 0,0-1-1 0 0,0 0 1 0 0,1-1-1 0 0,-1 0 1 0 0,-1 0-1 0 0,1 0 1 0 0,0-1-1 0 0,0 0 0 0 0,-1 0 1 0 0,0-1-1 0 0,1 0 1 0 0,-1 0-1 0 0,-1 0 1 0 0,1-1-1 0 0,-1 0 1 0 0,1 0-1 0 0,4-6 1 0 0,-6 3 178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07:14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93 459 2996 0 0,'10'-10'755'0'0,"23"-17"6140"0"0,-32 26-6758 0 0,1 0-1 0 0,-1 1 0 0 0,0-1 1 0 0,0 1-1 0 0,0-1 1 0 0,1 1-1 0 0,-1 0 0 0 0,0-1 1 0 0,0 1-1 0 0,1 0 1 0 0,-1 0-1 0 0,0 0 1 0 0,0 0-1 0 0,1 0 0 0 0,-1 0 1 0 0,0 0-1 0 0,1 1 1 0 0,-1-1-1 0 0,0 0 0 0 0,0 1 1 0 0,1-1-1 0 0,-1 1 1 0 0,0-1-1 0 0,0 1 0 0 0,0-1 1 0 0,0 1-1 0 0,0 0 1 0 0,2 1-1 0 0,-3-2-252 0 0,-1-1 0 0 0,1 1 0 0 0,-1-1 0 0 0,1 1 0 0 0,-1 0 0 0 0,0-1 0 0 0,1 1 0 0 0,-1 0 0 0 0,1-1 0 0 0,-1 1 0 0 0,0 0 0 0 0,1-1 0 0 0,-1 1 0 0 0,1 0 0 0 0,-1 0 0 0 0,0 0 0 0 0,1 0 0 0 0,-1 0 0 0 0,0 0 0 0 0,0 0 0 0 0,1 0 0 0 0,-1 0 0 0 0,0 0 0 0 0,1 0 0 0 0,-1 0 0 0 0,1 1 0 0 0,-1-1 0 0 0,0 0 0 0 0,1 0 0 0 0,-1 1 0 0 0,0-1 0 0 0,1 0 0 0 0,-1 1 0 0 0,1-1 0 0 0,-1 0 0 0 0,1 1 0 0 0,-1-1 0 0 0,1 1 0 0 0,-1-1 0 0 0,1 1 0 0 0,0-1 0 0 0,-1 1 0 0 0,1 0 0 0 0,-1-1 0 0 0,1 1 0 0 0,0-1 0 0 0,0 1 0 0 0,-1 0 0 0 0,1-1 0 0 0,0 1 0 0 0,0 0 0 0 0,0-1 0 0 0,0 1 0 0 0,0 0 0 0 0,0-1 0 0 0,0 1 0 0 0,0 0 0 0 0,0 0 0 0 0,-2-10-391 0 0,0 0 1 0 0,1-1-1 0 0,0 1 0 0 0,0-1 1 0 0,1 1-1 0 0,0-1 0 0 0,1 1 0 0 0,0-1 1 0 0,0 1-1 0 0,4-11 0 0 0,5-16 146 0 0,18-42 0 0 0,-16 45 328 0 0,-5 14 460 0 0,1 0 0 0 0,0 0 0 0 0,2 1-1 0 0,0 0 1 0 0,14-19 0 0 0,-22 34-167 0 0,1-1 1 0 0,-1 1 0 0 0,1 0 0 0 0,0 0 0 0 0,0 0-1 0 0,0 0 1 0 0,0 0 0 0 0,1 0 0 0 0,-1 1 0 0 0,1 0-1 0 0,0 0 1 0 0,-1 0 0 0 0,1 0 0 0 0,0 0 0 0 0,0 1-1 0 0,0 0 1 0 0,0 0 0 0 0,0 0 0 0 0,0 0 0 0 0,1 0-1 0 0,-1 1 1 0 0,0 0 0 0 0,0 0 0 0 0,1 0 0 0 0,-1 0-1 0 0,0 1 1 0 0,0 0 0 0 0,0 0 0 0 0,0 0 0 0 0,0 0-1 0 0,5 2 1 0 0,-4 0-86 0 0,0 0 0 0 0,-1 1 0 0 0,1-1 0 0 0,-1 1 0 0 0,0 0 0 0 0,0 0 0 0 0,0 0 0 0 0,0 1 1 0 0,-1-1-1 0 0,1 1 0 0 0,-1 0 0 0 0,0 0 0 0 0,-1 0 0 0 0,1 0 0 0 0,-1 1 0 0 0,0-1 0 0 0,-1 1 0 0 0,1-1 0 0 0,0 11 0 0 0,1-3-89 0 0,-2 1 1 0 0,1-1-1 0 0,-2 1 0 0 0,0 0 0 0 0,-1 0 1 0 0,0-1-1 0 0,-4 17 0 0 0,2-22-148 0 0,1-1-1 0 0,-2 0 0 0 0,1 0 1 0 0,-1 0-1 0 0,0-1 1 0 0,0 1-1 0 0,-1-1 1 0 0,0 0-1 0 0,0 0 0 0 0,0 0 1 0 0,-1-1-1 0 0,0 0 1 0 0,0 0-1 0 0,0-1 0 0 0,-1 1 1 0 0,-9 4-1 0 0,11-6-250 0 0,1-1-1 0 0,-1 1 1 0 0,0-1 0 0 0,0 0-1 0 0,0 0 1 0 0,0-1-1 0 0,-1 1 1 0 0,1-1-1 0 0,0 0 1 0 0,-1-1-1 0 0,1 1 1 0 0,0-1-1 0 0,-1 0 1 0 0,1-1 0 0 0,-1 1-1 0 0,1-1 1 0 0,0 0-1 0 0,-1 0 1 0 0,1-1-1 0 0,0 1 1 0 0,0-1-1 0 0,0 0 1 0 0,0-1-1 0 0,-5-3 1 0 0,9 6 259 0 0,1 0 0 0 0,-1 0-1 0 0,0-1 1 0 0,1 1 0 0 0,-1 0 0 0 0,1-1 0 0 0,-1 1-1 0 0,1-1 1 0 0,-1 1 0 0 0,1-1 0 0 0,-1 1 0 0 0,1-1 0 0 0,-1 1-1 0 0,1-1 1 0 0,0 1 0 0 0,-1-1 0 0 0,1 0 0 0 0,0 1-1 0 0,-1-1 1 0 0,1 1 0 0 0,0-1 0 0 0,0 0 0 0 0,0 1-1 0 0,0-1 1 0 0,0 0 0 0 0,-1 1 0 0 0,1-1 0 0 0,0 0-1 0 0,0 1 1 0 0,1-1 0 0 0,-1 0 0 0 0,0 1 0 0 0,0-2 0 0 0,21-9 215 0 0,32 3 1641 0 0,-51 8-1745 0 0,15 0 249 0 0,0 0 0 0 0,0 0 0 0 0,0 2 0 0 0,0 0-1 0 0,0 1 1 0 0,0 0 0 0 0,18 8 0 0 0,-35-11-316 0 0,1 0 0 0 0,-1 0 1 0 0,0 0-1 0 0,0 0 0 0 0,0 0 0 0 0,1 1 1 0 0,-1-1-1 0 0,0 0 0 0 0,0 0 0 0 0,0 0 1 0 0,0 0-1 0 0,1 1 0 0 0,-1-1 0 0 0,0 0 1 0 0,0 0-1 0 0,0 0 0 0 0,0 1 0 0 0,0-1 1 0 0,0 0-1 0 0,0 0 0 0 0,0 1 0 0 0,1-1 0 0 0,-1 0 1 0 0,0 0-1 0 0,0 0 0 0 0,0 1 0 0 0,0-1 1 0 0,0 0-1 0 0,0 0 0 0 0,0 1 0 0 0,0-1 1 0 0,-1 0-1 0 0,1 0 0 0 0,0 1 0 0 0,0-1 1 0 0,0 0-1 0 0,0 0 0 0 0,0 0 0 0 0,0 1 1 0 0,0-1-1 0 0,0 0 0 0 0,-1 0 0 0 0,-10 13-154 0 0,-20 11 118 0 0,27-22 13 0 0,-181 145-393 0 0,52-38-397 0 0,128-106 802 0 0,-45 41-188 0 0,47-42 228 0 0,0 1 0 0 0,1-1 0 0 0,-1 1 0 0 0,1 0 0 0 0,0 0 0 0 0,-1 1-1 0 0,2-1 1 0 0,-1 0 0 0 0,0 1 0 0 0,1-1 0 0 0,-1 1 0 0 0,1-1-1 0 0,0 1 1 0 0,-1 6 0 0 0,3-9-15 0 0,-1 0 1 0 0,1 1-1 0 0,-1-1 1 0 0,1 1-1 0 0,-1-1 0 0 0,1 0 1 0 0,0 0-1 0 0,0 1 1 0 0,0-1-1 0 0,0 0 0 0 0,0 0 1 0 0,0 0-1 0 0,0 0 0 0 0,0 0 1 0 0,0 0-1 0 0,0 0 1 0 0,1 0-1 0 0,-1 0 0 0 0,0-1 1 0 0,1 1-1 0 0,-1-1 0 0 0,0 1 1 0 0,1-1-1 0 0,-1 1 1 0 0,1-1-1 0 0,-1 0 0 0 0,1 1 1 0 0,-1-1-1 0 0,1 0 1 0 0,-1 0-1 0 0,1 0 0 0 0,-1 0 1 0 0,1-1-1 0 0,2 1 0 0 0,56-7-255 0 0,-58 7 240 0 0,53-14-224 0 0,-43 10 470 0 0,1 0 0 0 0,0 1 0 0 0,0 1 0 0 0,0 0 0 0 0,0 0 0 0 0,0 1 0 0 0,0 1 0 0 0,19 1 0 0 0,-31 0-116 0 0,0-1 1 0 0,0 0-1 0 0,1 1 0 0 0,-1-1 0 0 0,0 1 1 0 0,0-1-1 0 0,0 1 0 0 0,0 0 1 0 0,0-1-1 0 0,0 1 0 0 0,0 0 1 0 0,0 0-1 0 0,0 0 0 0 0,0-1 1 0 0,0 1-1 0 0,0 0 0 0 0,0 0 0 0 0,-1 1 1 0 0,1-1-1 0 0,0 0 0 0 0,-1 0 1 0 0,1 0-1 0 0,-1 0 0 0 0,0 0 1 0 0,1 3-1 0 0,0 0 56 0 0,-1 0 1 0 0,0 0-1 0 0,0 0 1 0 0,0 0-1 0 0,0 0 1 0 0,-1 0-1 0 0,1 0 0 0 0,-3 6 1 0 0,-1 5 49 0 0,-2-1 1 0 0,1 0-1 0 0,-13 21 0 0 0,-1-1-148 0 0,13-20-430 0 0,-2 0-1 0 0,0 0 0 0 0,0-1 1 0 0,-2 0-1 0 0,-10 13 1 0 0,19-26-235 0 0,30-17-5597 0 0,-9 3 5664 0 0,-12 10 883 0 0,0 0-1 0 0,0 1 1 0 0,1 0-1 0 0,-1 1 1 0 0,1-1 0 0 0,15-1-1 0 0,-22 4-220 0 0,1 0 1 0 0,-1 1-1 0 0,0-1 1 0 0,0 0-1 0 0,0 1 0 0 0,0-1 1 0 0,0 1-1 0 0,0-1 0 0 0,0 1 1 0 0,0 0-1 0 0,0 0 0 0 0,0 0 1 0 0,0 0-1 0 0,-1 0 0 0 0,1 0 1 0 0,0 1-1 0 0,-1-1 0 0 0,1 1 1 0 0,-1-1-1 0 0,1 1 0 0 0,-1-1 1 0 0,0 1-1 0 0,0 0 0 0 0,1 0 1 0 0,-1 0-1 0 0,-1-1 1 0 0,1 1-1 0 0,0 0 0 0 0,0 0 1 0 0,-1 0-1 0 0,1 0 0 0 0,-1 1 1 0 0,1-1-1 0 0,-1 2 0 0 0,1 2-65 0 0,-1 0 0 0 0,1 0 0 0 0,-1 0 0 0 0,0 0 0 0 0,-1 0 0 0 0,1 0 0 0 0,-1-1 0 0 0,-1 1 0 0 0,1 0 0 0 0,-1 0 0 0 0,0-1 0 0 0,0 1 0 0 0,0-1 0 0 0,-1 0 0 0 0,0 1 0 0 0,0-1 0 0 0,-4 4 0 0 0,4-5-168 0 0,0 0 0 0 0,0 0-1 0 0,0-1 1 0 0,-1 0-1 0 0,0 1 1 0 0,1-1 0 0 0,-1 0-1 0 0,0-1 1 0 0,-1 1-1 0 0,1-1 1 0 0,0 0 0 0 0,-1 0-1 0 0,1 0 1 0 0,-1-1-1 0 0,1 1 1 0 0,-1-1 0 0 0,0 0-1 0 0,0 0 1 0 0,1-1-1 0 0,-1 0 1 0 0,-7 0 0 0 0,10 0-38 0 0,1 0 1 0 0,-1 0 0 0 0,1 0 0 0 0,-1 0 0 0 0,1-1 0 0 0,-1 1 0 0 0,1 0 0 0 0,-1-1 0 0 0,1 0 0 0 0,0 1 0 0 0,-1-1 0 0 0,1 0 0 0 0,0 1 0 0 0,-1-1 0 0 0,1 0 0 0 0,0 0 0 0 0,0 0-1 0 0,-2-2 1 0 0,2 2 40 0 0,1 0 0 0 0,-1 0 0 0 0,1 0 0 0 0,0 0 0 0 0,0 0 0 0 0,-1 0 0 0 0,1 0 0 0 0,0 0 0 0 0,0 0 0 0 0,0 0 0 0 0,0 0 0 0 0,0 0-1 0 0,0 0 1 0 0,0 0 0 0 0,1 0 0 0 0,-1 0 0 0 0,0 0 0 0 0,0 0 0 0 0,1 0 0 0 0,-1 0 0 0 0,1-1 0 0 0,1-1-14 0 0,0 0-1 0 0,0 1 1 0 0,0-1 0 0 0,0 0 0 0 0,0 1 0 0 0,1-1-1 0 0,-1 1 1 0 0,1 0 0 0 0,-1 0 0 0 0,1 0 0 0 0,0 0 0 0 0,0 0-1 0 0,0 1 1 0 0,0-1 0 0 0,0 1 0 0 0,4-1 0 0 0,-2 0 195 0 0,-1 1-1 0 0,1 1 1 0 0,-1-1 0 0 0,1 1 0 0 0,-1-1 0 0 0,1 1 0 0 0,0 1 0 0 0,-1-1 0 0 0,1 0-1 0 0,-1 1 1 0 0,1 0 0 0 0,-1 0 0 0 0,0 1 0 0 0,1-1 0 0 0,-1 1 0 0 0,0 0 0 0 0,0 0-1 0 0,0 0 1 0 0,0 1 0 0 0,0-1 0 0 0,-1 1 0 0 0,1 0 0 0 0,-1 0 0 0 0,1 0 0 0 0,-1 1-1 0 0,0-1 1 0 0,-1 1 0 0 0,1 0 0 0 0,0-1 0 0 0,-1 1 0 0 0,0 0 0 0 0,0 0 0 0 0,0 1-1 0 0,-1-1 1 0 0,1 0 0 0 0,-1 1 0 0 0,0-1 0 0 0,0 1 0 0 0,-1-1 0 0 0,1 1 0 0 0,-1-1 0 0 0,0 1-1 0 0,0 0 1 0 0,-1-1 0 0 0,1 1 0 0 0,-1-1 0 0 0,0 1 0 0 0,0-1 0 0 0,0 0 0 0 0,-3 5-1 0 0,-7 24 905 0 0,8-23-669 0 0,-1 1 0 0 0,1-1 0 0 0,-2 1 0 0 0,1-1 0 0 0,-1-1 0 0 0,-1 1 0 0 0,0-1 0 0 0,-11 14 0 0 0,16-22-147 0 0,2 0-214 0 0,-1-1 1 0 0,1 1-1 0 0,-1 0 1 0 0,1-1-1 0 0,0 1 1 0 0,-1-1-1 0 0,1 1 1 0 0,0-1-1 0 0,-1 0 1 0 0,1 1-1 0 0,0-1 1 0 0,0 0-1 0 0,0 1 0 0 0,-1-1 1 0 0,1 0-1 0 0,0 0 1 0 0,0 0-1 0 0,0 0 1 0 0,-1 0-1 0 0,1 0 1 0 0,0 0-1 0 0,0 0 1 0 0,0 0-1 0 0,0 0 1 0 0,-1 0-1 0 0,1 0 1 0 0,1-1-1 0 0,25-3-1613 0 0,6-7-800 0 0,-9 5 589 0 0,-1-2-1 0 0,0-1 1 0 0,0-1-1 0 0,27-16 0 0 0,-37 17 1070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1:43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1 516 0 0,'-4'4'100'0'0,"0"-3"-12"0"0,-4 3-40 0 0,4-2-28 0 0,0 0-32 0 0,4 1-32 0 0,-4-1-36 0 0,0 0-16 0 0,0-2-16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1:44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65 1612 0 0,'-2'-3'1247'0'0,"1"3"-1147"0"0,0-1 0 0 0,0 0 0 0 0,0 0 0 0 0,0 0 0 0 0,0 0 0 0 0,0 0 0 0 0,0 0 0 0 0,0 0 0 0 0,1 0 0 0 0,-1 0 0 0 0,0 0 0 0 0,1 0 0 0 0,-1-1 0 0 0,1 1 0 0 0,-1 0 0 0 0,1 0 0 0 0,0-1-1 0 0,-1 0 1 0 0,2 1-157 0 0,-1-1 0 0 0,1 1 0 0 0,-1 0 0 0 0,1 0 0 0 0,-1-1 0 0 0,1 1 0 0 0,0 0-1 0 0,-1 0 1 0 0,1 0 0 0 0,0 0 0 0 0,0 0 0 0 0,0 0 0 0 0,0 0 0 0 0,0 1-1 0 0,0-1 1 0 0,0 0 0 0 0,0 0 0 0 0,0 1 0 0 0,1-1 0 0 0,-1 1 0 0 0,2-2 0 0 0,35-11-2232 0 0,-28 10 1865 0 0,-2 1 91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1:46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0 988 2256 0 0,'0'0'10710'0'0,"33"-1"-9908"0"0,34-4-369 0 0,0 2 0 0 0,0 3 0 0 0,70 10 1 0 0,-104-7-222 0 0,85 11 157 0 0,-65-6-131 0 0,65 0 0 0 0,-74-6-12 0 0,53 10 0 0 0,-64-7-149 0 0,0-1 0 0 0,1-2 0 0 0,53-3 0 0 0,37-5-130 0 0,199 14 1 0 0,-290-6 9 0 0,18 3 67 0 0,52 13 0 0 0,0-1 360 0 0,-49-10-172 0 0,-1-1-1 0 0,77-4 0 0 0,-9-11-306 0 0,-1-5 1 0 0,201-52-1 0 0,-289 58 106 0 0,-2 1-12 0 0,-1-1 0 0 0,0-1-1 0 0,0-1 1 0 0,-1-2 0 0 0,-1-1 0 0 0,32-20-1 0 0,-36 17 46 0 0,-14 11-7 0 0,-1 0 0 0 0,0-1 0 0 0,0 0 0 0 0,-1 0-1 0 0,0-1 1 0 0,0 0 0 0 0,-1 0 0 0 0,1-1 0 0 0,-2 1 0 0 0,1-2-1 0 0,-1 1 1 0 0,5-12 0 0 0,-5 8-14 0 0,-1 0 1 0 0,-1 0-1 0 0,0-1 1 0 0,-1 0-1 0 0,0 1 1 0 0,-1-1-1 0 0,-1 0 0 0 0,0 0 1 0 0,-2-15-1 0 0,-23-123-290 0 0,12 91 225 0 0,7 21 294 0 0,-3 1-1 0 0,-1 0 0 0 0,-17-43 0 0 0,24 75-223 0 0,-1 1 0 0 0,1 0-1 0 0,-1 0 1 0 0,0 0 0 0 0,0 0-1 0 0,-1 0 1 0 0,0 1 0 0 0,1 0-1 0 0,-1 0 1 0 0,-1 0 0 0 0,1 1-1 0 0,-1 0 1 0 0,1 0 0 0 0,-1 0 0 0 0,0 0-1 0 0,-8-1 1 0 0,-17-6-360 0 0,0 2 1 0 0,-35-5-1 0 0,21 5 357 0 0,-202-32-92 0 0,-32-8 115 0 0,38 4-147 0 0,197 39-208 0 0,0 2-1 0 0,0 2 0 0 0,-70 8 0 0 0,68-1 104 0 0,-14 3 186 0 0,0-3 0 0 0,-120-4 0 0 0,152-5-8 0 0,1 1 0 0 0,-1 1 0 0 0,0 1 0 0 0,0 2 0 0 0,1 1 0 0 0,-1 1 0 0 0,1 1 0 0 0,0 2 0 0 0,0 0 0 0 0,1 2 1 0 0,-49 23-1 0 0,62-25-13 0 0,0 1 1 0 0,1 0-1 0 0,0 0 1 0 0,0 1 0 0 0,-15 16-1 0 0,23-20 24 0 0,0 0 0 0 0,0 0-1 0 0,1 1 1 0 0,0-1 0 0 0,0 1-1 0 0,0 0 1 0 0,1-1 0 0 0,0 1-1 0 0,0 0 1 0 0,0 1 0 0 0,1-1-1 0 0,0 0 1 0 0,0 0 0 0 0,0 1-1 0 0,1 8 1 0 0,-8 245 65 0 0,7-209-62 0 0,-1-37-26 0 0,2 1-1 0 0,-1 0 0 0 0,2-1 0 0 0,0 1 1 0 0,0 0-1 0 0,2-1 0 0 0,-1 1 0 0 0,2-1 1 0 0,0 0-1 0 0,1 0 0 0 0,7 15 0 0 0,15 12 54 0 0,1-1 0 0 0,2-2 0 0 0,48 49 0 0 0,-59-67 3 0 0,-12-13 0 0 0,0 0-1 0 0,1-1 1 0 0,0 0 0 0 0,0-1 0 0 0,1 0 0 0 0,0 0 0 0 0,-1 0-1 0 0,2-2 1 0 0,8 4 0 0 0,2-1-1193 0 0,-1 0 0 0 0,1-2 1 0 0,30 3-1 0 0,-44-7 562 0 0,0 0-1 0 0,-1 0 1 0 0,1-1 0 0 0,-1 0 0 0 0,1 0 0 0 0,-1 0 0 0 0,1-1 0 0 0,-1 0 0 0 0,0 0-1 0 0,0 0 1 0 0,0-1 0 0 0,0 0 0 0 0,0 1 0 0 0,0-2 0 0 0,-1 1 0 0 0,1-1 0 0 0,6-6-1 0 0,-6 4 167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1:50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1 388 1936 0 0,'0'0'8548'0'0,"20"-42"-8343"0"0,2 1 295 0 0,-19 35-313 0 0,0-1 0 0 0,1 0 0 0 0,-1 1 1 0 0,1 0-1 0 0,0-1 0 0 0,9-8 0 0 0,-4-26 698 0 0,-4 27-772 0 0,0-1 1 0 0,-1 0-1 0 0,-1 0 1 0 0,0 0 0 0 0,-1 0-1 0 0,0-24 1 0 0,2-18 258 0 0,-4 56-288 0 0,-2-19 923 0 0,0 16-3182 0 0,0 7 1357 0 0,0 0 1 0 0,0 0-1 0 0,1 0 1 0 0,-1 0-1 0 0,0 0 1 0 0,1 0-1 0 0,0 1 1 0 0,0-1 0 0 0,0 0-1 0 0,0 1 1 0 0,1-1-1 0 0,-1 1 1 0 0,1-1-1 0 0,0 1 1 0 0,0 6-1 0 0,0-3 459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1:57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4019 976 0 0,'1'-5'14249'0'0,"6"-16"-14271"0"0,9-150-35 0 0,-8 123 256 0 0,-7 41-182 0 0,0-1 1 0 0,1 1-1 0 0,0 1 0 0 0,0-1 1 0 0,0 0-1 0 0,1 0 1 0 0,0 1-1 0 0,5-8 1 0 0,9-21 92 0 0,30-101 102 0 0,-43 125-202 0 0,2-3-5 0 0,-1-1 0 0 0,0 1 1 0 0,-1-1-1 0 0,-1 0 0 0 0,3-26 0 0 0,6-67 1 0 0,0 3-8 0 0,-11 93-2 0 0,1 0-1 0 0,1 0 0 0 0,-1 0 0 0 0,2 0 1 0 0,5-12-1 0 0,3-14-3 0 0,1 1 45 0 0,-10 27-31 0 0,1 1-1 0 0,-1 0 1 0 0,-1-1-1 0 0,1 1 1 0 0,-2-1-1 0 0,2-11 1 0 0,-3 13-6 0 0,1 1 0 0 0,0 1 1 0 0,1-1-1 0 0,0 0 0 0 0,3-10 1 0 0,-2 10 0 0 0,-1 0 0 0 0,0 0 0 0 0,0 0 1 0 0,0 0-1 0 0,0-13 0 0 0,14-102 52 0 0,-15 109-17 0 0,0 0-1 0 0,1-1 1 0 0,7-23 0 0 0,-3 20 77 0 0,-2 8-80 0 0,0-1 0 0 0,-1 1 0 0 0,0-1-1 0 0,-1 0 1 0 0,0 0 0 0 0,1-13 0 0 0,-2 17-41 0 0,-1 1 0 0 0,1 0 1 0 0,0 0-1 0 0,1 0 0 0 0,-1 0 1 0 0,1 0-1 0 0,0 0 0 0 0,5-9 0 0 0,-4 10 2 0 0,-1 0-1 0 0,0-1 0 0 0,0 1 0 0 0,-1-1 0 0 0,1 1 0 0 0,-1-1 0 0 0,0 1 0 0 0,1-9 0 0 0,-2 5 4 0 0,2 0-1 0 0,-1 0 1 0 0,2 0-1 0 0,-1 0 1 0 0,1 0-1 0 0,3-7 0 0 0,8-26-15 0 0,-3-4-33 0 0,-5 21 63 0 0,0 1-1 0 0,-2-1 1 0 0,2-41 0 0 0,6-50-150 0 0,-11 102 103 0 0,0 0 0 0 0,1 0 0 0 0,1 1 1 0 0,4-16-1 0 0,-3 16 43 0 0,-1-1 1 0 0,0 1 0 0 0,-1-1-1 0 0,0-16 1 0 0,6-36 53 0 0,1 16-219 0 0,3-34 320 0 0,-4 25-201 0 0,4-25 242 0 0,0 4 398 0 0,0 11-89 0 0,0-9 669 0 0,-4 17-1869 0 0,4 26 891 0 0,4-16-229 0 0,-15 45-21 0 0,1 0-1 0 0,-1 1 0 0 0,1-1 1 0 0,0 0-1 0 0,0 1 0 0 0,0 0 1 0 0,0-1-1 0 0,1 1 0 0 0,0 0 1 0 0,0 0-1 0 0,6-6 0 0 0,47-62 2 0 0,-19 29 382 0 0,-37 42-288 0 0,1 0-46 0 0,-1-1 0 0 0,0 1 0 0 0,1 0 0 0 0,-1 0 0 0 0,0-1 0 0 0,1 1 0 0 0,-1 0 0 0 0,1 0 0 0 0,0 0 0 0 0,-1 0 0 0 0,1 0 0 0 0,0 0 0 0 0,0 0 0 0 0,0 0 0 0 0,1-1 0 0 0,8-15-103 0 0,-10 15 81 0 0,1 0-1 0 0,0-1 1 0 0,0 1 0 0 0,0 0 0 0 0,0 0 0 0 0,1 0-1 0 0,-1 0 1 0 0,0 0 0 0 0,1 0 0 0 0,-1 0-1 0 0,1 1 1 0 0,0-1 0 0 0,3-2 0 0 0,9-12-68 0 0,-10 9 78 0 0,1 1 1 0 0,-1 0 0 0 0,1 0 0 0 0,1 0 0 0 0,-1 0 0 0 0,1 1-1 0 0,8-6 1 0 0,-7 6-42 0 0,1-1-1 0 0,-1 0 1 0 0,0 0-1 0 0,8-11 1 0 0,13-9 137 0 0,10-5-250 0 0,-7 6 285 0 0,-28 21-104 0 0,0 0 0 0 0,0 0 0 0 0,1 1 0 0 0,-1-1 0 0 0,1 1 1 0 0,0 0-1 0 0,0 0 0 0 0,4-2 0 0 0,7-7-233 0 0,-14 10 187 0 0,0 1 1 0 0,0 0-1 0 0,0 0 0 0 0,0 0 0 0 0,0 0 1 0 0,0 0-1 0 0,0 1 0 0 0,0-1 0 0 0,0 0 0 0 0,1 0 1 0 0,-1 1-1 0 0,0-1 0 0 0,1 1 0 0 0,-1-1 1 0 0,0 1-1 0 0,1-1 0 0 0,-1 1 0 0 0,3 0 1 0 0,-3 0 69 0 0,-1 0 0 0 0,1 0 1 0 0,0 0-1 0 0,0-1 0 0 0,0 1 1 0 0,0 0-1 0 0,-1 0 0 0 0,1 0 1 0 0,0-1-1 0 0,0 1 0 0 0,0-1 1 0 0,-1 1-1 0 0,1 0 0 0 0,0-1 1 0 0,-1 1-1 0 0,1-1 0 0 0,0 1 1 0 0,-1-1-1 0 0,1 0 0 0 0,0 0 1 0 0,4-3 184 0 0,-5 3-237 0 0,41-33 26 0 0,-14 8-411 0 0,-26 26 390 0 0,0-1-7 0 0,14-10 21 0 0,-15 11-6 0 0,1-1-1 0 0,0 0 0 0 0,0 0 0 0 0,0 1 1 0 0,-1-1-1 0 0,1 0 0 0 0,0 1 0 0 0,0-1 0 0 0,0 1 1 0 0,0-1-1 0 0,0 1 0 0 0,0 0 0 0 0,0-1 1 0 0,0 1-1 0 0,0 0 0 0 0,0 0 0 0 0,0 0 1 0 0,2 0-1 0 0,-2 0-24 0 0,44-8-281 0 0,39 6 391 0 0,-84 2-82 0 0,42-4 88 0 0,20-1 62 0 0,-61 5-135 0 0,36-13 280 0 0,-33 12-298 0 0,2-1-4 0 0,46-17 13 0 0,-29 8-10 0 0,-21 10-1 0 0,-1-1 1 0 0,-1 2 14 0 0,28-7 23 0 0,-7 3-19 0 0,46-12 419 0 0,-14-1-474 0 0,-52 17 29 0 0,-1 0 3 0 0,4 0-1 0 0,3-2 0 0 0,55-17-71 0 0,-39 11 42 0 0,19-4-210 0 0,61-10 0 0 0,48 17 79 0 0,-134 5 172 0 0,37 1 143 0 0,79-11 0 0 0,57-8-193 0 0,-170 17-62 0 0,0 1 0 0 0,0 1-1 0 0,0 0 1 0 0,0 2 0 0 0,0 0 0 0 0,-1 1 0 0 0,1 1-1 0 0,32 13 1 0 0,-33-13 130 0 0,0-2 0 0 0,1 0 0 0 0,-1-1 0 0 0,1-1-1 0 0,0-1 1 0 0,-1 0 0 0 0,26-5 0 0 0,38 0-128 0 0,-60 4 155 0 0,-1-1 1 0 0,0-1 0 0 0,26-8 0 0 0,15-1-232 0 0,82-1 148 0 0,-105 7-71 0 0,53-1-1 0 0,-70 6 149 0 0,1-1-1 0 0,-1-2 0 0 0,0 0 1 0 0,31-11-1 0 0,41-8 76 0 0,82-1-337 0 0,-87 9 300 0 0,-58 9-37 0 0,1 1-1 0 0,44-2 1 0 0,-54 4-69 0 0,1 0-1 0 0,-1-2 1 0 0,32-11 0 0 0,-48 14 6 0 0,13-4 24 0 0,1 2 0 0 0,1 1 0 0 0,40-2 0 0 0,-56 5 5 0 0,0 0 1 0 0,0-1-1 0 0,0 1 1 0 0,0-1 0 0 0,0 0-1 0 0,11-5 1 0 0,-1 2-22 0 0,17-1-40 0 0,-23 4 6 0 0,0-1 0 0 0,-1 1-1 0 0,0-2 1 0 0,12-3 0 0 0,-20 6 31 0 0,7 0-21 0 0,97-9 24 0 0,-85 8 62 0 0,0 0 1 0 0,1-1 0 0 0,38-9 0 0 0,-34 3-29 0 0,8-3-86 0 0,1 1 1 0 0,0 2-1 0 0,1 1 0 0 0,67-4 1 0 0,-53 9 162 0 0,-1-1-1 0 0,93-21 1 0 0,-104 18-200 0 0,61-4 1 0 0,1 1 94 0 0,53-3-98 0 0,2 1 23 0 0,-135 8 88 0 0,74-6 95 0 0,-91 8-102 0 0,10-5-692 0 0,-5-1-7327 0 0,-14 0 938 0 0,-6 2 8059 0 0,5 3-1794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00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1 114 744 0 0,'0'0'591'0'0,"52"0"1230"0"0,-40 0-1607 0 0,1 1-1 0 0,-1 1 1 0 0,1 0-1 0 0,-1 0 0 0 0,1 1 1 0 0,17 7-1 0 0,3 1-6 0 0,-6-5-38 0 0,0-1 0 0 0,1-1 0 0 0,-1-2 0 0 0,35-1 0 0 0,29 3 460 0 0,-1 0 49 0 0,-1-4 1 0 0,0-3-1 0 0,135-23 0 0 0,-141 18-175 0 0,140 4-1 0 0,-28 2 395 0 0,184 4-267 0 0,-146 2-714 0 0,-71 1 222 0 0,104-4 1450 0 0,-193-7-1745 0 0,273-12 1069 0 0,-236 21-995 0 0,70-2 439 0 0,340-23 279 0 0,-484 20-546 0 0,0-2 0 0 0,0-1 0 0 0,58-17 0 0 0,7 0-348 0 0,-73 19 197 0 0,1 1 0 0 0,0 2 0 0 0,-1 1 1 0 0,1 1-1 0 0,43 9 0 0 0,-30-5 142 0 0,60 2 1 0 0,343-9 8 0 0,-383-3-28 0 0,0-2 0 0 0,110-25 0 0 0,-132 24-36 0 0,0 2-1 0 0,78 1 1 0 0,-65-3 199 0 0,-53 7-359 0 0,-21 9-14082 0 0,10-6 13623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02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11 745 2520 0 0,'8'11'3685'0'0,"5"7"-1045"0"0,27 23-2824 0 0,-5-14 230 0 0,1-1 0 0 0,1-1 0 0 0,2-2-1 0 0,0-2 1 0 0,1-2 0 0 0,0-1 0 0 0,56 15-1 0 0,-70-26 11 0 0,0 0-1 0 0,0-2 0 0 0,0-1 1 0 0,1-2-1 0 0,0 0 0 0 0,-1-2 1 0 0,1 0-1 0 0,0-2 0 0 0,-1-1 1 0 0,0-2-1 0 0,1 0 1 0 0,-2-1-1 0 0,38-15 0 0 0,-38 9 157 0 0,-1 0 1 0 0,0-2-1 0 0,-1 0 0 0 0,-1-2 1 0 0,0 0-1 0 0,-1-2 0 0 0,0 0 0 0 0,-2-1 1 0 0,0-2-1 0 0,-2 1 0 0 0,0-2 0 0 0,-1 0 1 0 0,-1-1-1 0 0,-1-1 0 0 0,18-43 0 0 0,-24 48-62 0 0,-1-1-1 0 0,-1 1 1 0 0,-1-1-1 0 0,0 0 1 0 0,-2 0-1 0 0,0-1 1 0 0,-1 1-1 0 0,-1-1 1 0 0,-1 1-1 0 0,-1-1 1 0 0,-1 1-1 0 0,-1-1 1 0 0,0 1-1 0 0,-2 0 1 0 0,0 0-1 0 0,-1 0 0 0 0,-1 1 1 0 0,-1 0-1 0 0,-1 0 1 0 0,0 1-1 0 0,-18-26 1 0 0,15 29-122 0 0,0 0 0 0 0,-1 0 0 0 0,0 1 0 0 0,-1 1 0 0 0,-1 0 0 0 0,0 1 0 0 0,0 1 0 0 0,-1 0 0 0 0,-1 1 0 0 0,0 1 0 0 0,0 0 0 0 0,-35-11 0 0 0,27 13-36 0 0,0 1-1 0 0,-1 1 0 0 0,1 2 1 0 0,-1 0-1 0 0,0 1 1 0 0,0 2-1 0 0,0 1 0 0 0,-51 8 1 0 0,44-3-122 0 0,0 2 1 0 0,1 1 0 0 0,-1 2-1 0 0,2 1 1 0 0,0 1-1 0 0,0 2 1 0 0,1 1 0 0 0,1 1-1 0 0,1 1 1 0 0,0 2 0 0 0,2 1-1 0 0,0 1 1 0 0,1 1 0 0 0,2 2-1 0 0,-24 30 1 0 0,27-27-867 0 0,2 0 1 0 0,1 2-1 0 0,1 0 1 0 0,-18 48-1 0 0,29-64 404 0 0,0 1 1 0 0,1-1-1 0 0,1 1 1 0 0,1-1-1 0 0,0 1 0 0 0,0 0 1 0 0,1 0-1 0 0,1 0 1 0 0,1 0-1 0 0,0 0 1 0 0,1 0-1 0 0,7 24 1 0 0,1-14-189 0 0,3-3 120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05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1364 0 0,'16'-38'6089'0'0,"-16"38"-5745"0"0,25-15 174 0 0,-23 15-661 0 0,0 0 0 0 0,1 0 0 0 0,-1 1 0 0 0,0-1 0 0 0,0 1 1 0 0,0-1-1 0 0,0 1 0 0 0,0 0 0 0 0,0 0 0 0 0,0-1 0 0 0,0 2 0 0 0,-1-1 0 0 0,1 0 1 0 0,0 0-1 0 0,0 0 0 0 0,-1 1 0 0 0,1-1 0 0 0,-1 1 0 0 0,1-1 0 0 0,-1 1 1 0 0,0 0-1 0 0,0 0 0 0 0,0-1 0 0 0,0 1 0 0 0,0 0 0 0 0,0 0 0 0 0,0 0 0 0 0,0 0 1 0 0,-1 0-1 0 0,1 0 0 0 0,0 4 0 0 0,11 22-2905 0 0,-9-21 2721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2:09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0 250 15342,'3372'-250'0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1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90 876 700 0 0,'-5'5'104'0'0,"4"-4"202"0"0,0 0 1 0 0,0 0-1 0 0,-1 1 1 0 0,1-1-1 0 0,-1 0 0 0 0,1 0 1 0 0,0 0-1 0 0,-1-1 1 0 0,0 1-1 0 0,1 0 1 0 0,-1-1-1 0 0,1 1 1 0 0,-1-1-1 0 0,0 1 1 0 0,0-1-1 0 0,1 0 0 0 0,-4 1 1 0 0,-25 7 53 0 0,29-8-318 0 0,0 1 0 0 0,0-1-1 0 0,0 1 1 0 0,-1-1 0 0 0,1 0 0 0 0,0 1-1 0 0,0 0 1 0 0,0-1 0 0 0,0 1-1 0 0,1 0 1 0 0,-1-1 0 0 0,0 1-1 0 0,0 0 1 0 0,0 0 0 0 0,0 0 0 0 0,1 0-1 0 0,-1 0 1 0 0,0 0 0 0 0,1 0-1 0 0,-1 1 1 0 0,1-1 160 0 0,-1-1-175 0 0,1 0-1 0 0,0 0 1 0 0,0 0 0 0 0,0 0 0 0 0,0 0-1 0 0,-1 0 1 0 0,1 0 0 0 0,0 0 0 0 0,0 0-1 0 0,0 0 1 0 0,0 0 0 0 0,-1 0-1 0 0,1 0 1 0 0,0 0 0 0 0,0 0 0 0 0,0 0-1 0 0,0 0 1 0 0,-1 0 0 0 0,1 1-1 0 0,0-1 1 0 0,0 0 0 0 0,0 0 0 0 0,0 0-1 0 0,0 0 1 0 0,0 0 0 0 0,-1 0-1 0 0,1 1 1 0 0,0-1 0 0 0,0 0 0 0 0,0 0-1 0 0,0 0 1 0 0,0 0 0 0 0,0 0 0 0 0,0 1-1 0 0,0-1 1 0 0,0 0 0 0 0,0 0-1 0 0,0 0 1 0 0,0 0 0 0 0,0 1 0 0 0,0-1-1 0 0,0 0 1 0 0,0 0 0 0 0,0 0-1 0 0,0 0 1 0 0,0 1 0 0 0,0-1 0 0 0,0 0-1 0 0,0 0 1 0 0,7 12 362 0 0,11 8 107 0 0,-3-12-256 0 0,1-1-1 0 0,0 0 1 0 0,0-1 0 0 0,1-1 0 0 0,0 0 0 0 0,0-2-1 0 0,0 0 1 0 0,0 0 0 0 0,34-1 0 0 0,8 3 129 0 0,114 7 1185 0 0,-95-8-1583 0 0,111 19 0 0 0,61 15 228 0 0,-13-2-267 0 0,78 12-92 0 0,134-40 282 0 0,-264-10-203 0 0,-25-2 266 0 0,180-28 1 0 0,-231 16-287 0 0,2 6 0 0 0,176 6 0 0 0,169-2 122 0 0,-318-1-125 0 0,-31 1-363 0 0,142-24 0 0 0,-197 19 522 0 0,0-2 1 0 0,-1-2-1 0 0,0-2 0 0 0,81-41 1 0 0,-116 50 8 0 0,42-21 281 0 0,-2-2 0 0 0,92-69 0 0 0,-126 83-284 0 0,-11 9-26 0 0,-1 1 0 0 0,0-1 0 0 0,0-1 0 0 0,-1 0-1 0 0,0 0 1 0 0,-1-1 0 0 0,0 0 0 0 0,0 0 0 0 0,-1-1-1 0 0,-1 0 1 0 0,9-18 0 0 0,8-49 87 0 0,-22 72-109 0 0,0 0 0 0 0,0 0 0 0 0,-1 0 0 0 0,0 0 0 0 0,0 0 0 0 0,0 0 0 0 0,-1 0 0 0 0,0 0 0 0 0,0 0 0 0 0,-1 0-1 0 0,-3-9 1 0 0,-14-31 127 0 0,13 28-20 0 0,-2 1 0 0 0,1 0-1 0 0,-2 0 1 0 0,-1 0 0 0 0,-20-27-1 0 0,8 19-143 0 0,-1 0-1 0 0,-1 2 1 0 0,0 0-1 0 0,-2 2 1 0 0,-1 1-1 0 0,0 1 0 0 0,-2 1 1 0 0,0 2-1 0 0,-1 1 1 0 0,0 1-1 0 0,-1 1 1 0 0,0 2-1 0 0,-51-11 0 0 0,-6 8 147 0 0,-2 4 0 0 0,-119 1-1 0 0,208 9-96 0 0,-27 1-533 0 0,26 0 485 0 0,0 1 1 0 0,0 0-1 0 0,-1 0 0 0 0,1 0 1 0 0,1 0-1 0 0,-1 0 1 0 0,0 0-1 0 0,0 0 0 0 0,1 1 1 0 0,-1-1-1 0 0,1 1 1 0 0,0-1-1 0 0,0 1 0 0 0,0-1 1 0 0,0 1-1 0 0,0 0 1 0 0,0 2-1 0 0,-9 57-69 0 0,7-43 48 0 0,-1 17 19 0 0,2 0-1 0 0,1 0 1 0 0,2 0-1 0 0,7 41 1 0 0,-6-65 18 0 0,0 1 0 0 0,1 0 0 0 0,1-1 0 0 0,0 0 0 0 0,1 0 0 0 0,1 0 0 0 0,-1 0 0 0 0,2-1 0 0 0,0 0 0 0 0,0 0 0 0 0,1-1 0 0 0,11 12 0 0 0,-5-7 50 0 0,1-2-1 0 0,1 1 0 0 0,0-2 0 0 0,0 0 0 0 0,1-1 0 0 0,1-1 0 0 0,20 9 0 0 0,-26-15 50 0 0,0 0 0 0 0,1-1 0 0 0,0 0 0 0 0,-1-1 0 0 0,1-1-1 0 0,0 0 1 0 0,24-1 0 0 0,-35 0-78 0 0,0 0-9 0 0,10 4-2025 0 0,21 7-3226 0 0,-29 9-538 0 0,-17 9 2996 0 0,9-24 2467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21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49 904 0 0,'25'-7'3136'0'0,"37"7"-561"0"0,0 2-960 0 0,0-4-1 0 0,86-13 1 0 0,-96 9-1305 0 0,0 2 0 0 0,87 4 0 0 0,26 0-182 0 0,254-12-48 0 0,-323 11 1415 0 0,-96 1-1354 0 0,45-2 235 0 0,38 0-472 0 0,-82 2 152 0 0,1 0-871 0 0,0 1-1 0 0,0-1 0 0 0,-1 1 1 0 0,1-1-1 0 0,-1 1 0 0 0,1 0 0 0 0,0 0 1 0 0,-1 0-1 0 0,1 0 0 0 0,-1 0 1 0 0,0 0-1 0 0,1 0 0 0 0,-1 0 1 0 0,2 3-1 0 0,1-3-853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2:25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12471,'1234'20'0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2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3064 0 0,'7'-13'2217'0'0,"-4"14"1102"0"0,-1 26-2006 0 0,5 113-2683 0 0,10-1-3717 0 0,-16-133 4644 0 0,0 0 1 0 0,1 0 0 0 0,0 1 0 0 0,0-1-1 0 0,6 10 1 0 0,-4-8-16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2.7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3520 0 0,'7'-11'332'0'0,"18"-24"2838"0"0,-13 31-1328 0 0,-11 4-1776 0 0,0 1-1 0 0,0-1 1 0 0,-1 1 0 0 0,1 0 0 0 0,-1-1 0 0 0,1 1-1 0 0,0 0 1 0 0,-1-1 0 0 0,1 1 0 0 0,-1 0 0 0 0,0 0-1 0 0,1 0 1 0 0,-1-1 0 0 0,0 1 0 0 0,1 0-1 0 0,-1 0 1 0 0,0 0 0 0 0,0 0 0 0 0,0 1 0 0 0,2 13-936 0 0,0 0 0 0 0,-1 0 0 0 0,-2 19 1 0 0,0-25 341 0 0,0 1 0 0 0,1 0 0 0 0,0 0 1 0 0,1-1-1 0 0,0 1 0 0 0,0 0 0 0 0,1-1 1 0 0,1 1-1 0 0,-1-1 0 0 0,5 11 0 0 0,-2-11 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2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 3636 0 0,'1'-1'295'0'0,"0"0"0"0"0,0 0 0 0 0,0 0 0 0 0,0 0-1 0 0,0 0 1 0 0,0 1 0 0 0,0-1 0 0 0,1 0 0 0 0,-1 1-1 0 0,0-1 1 0 0,0 1 0 0 0,0-1 0 0 0,1 1 0 0 0,-1 0-1 0 0,0-1 1 0 0,1 1 0 0 0,-1 0 0 0 0,2 0 0 0 0,-2 0-254 0 0,-1 0 1 0 0,1 1 0 0 0,0-1-1 0 0,0 0 1 0 0,-1 1 0 0 0,1-1 0 0 0,0 1-1 0 0,-1-1 1 0 0,1 1 0 0 0,0 0-1 0 0,-1-1 1 0 0,1 1 0 0 0,-1-1 0 0 0,1 1-1 0 0,-1 0 1 0 0,1-1 0 0 0,-1 1 0 0 0,0 0-1 0 0,1 0 1 0 0,-1-1 0 0 0,0 1-1 0 0,1 1 1 0 0,1 8-1103 0 0,0 1 1 0 0,-1 0-1 0 0,0-1 0 0 0,0 12 0 0 0,3 21-2709 0 0,-3-38 3247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3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0 2588 0 0,'0'0'2174'0'0,"-11"28"889"0"0,-17 67-4424 0 0,3-17-3056 0 0,25-69 3251 0 0,4-3 677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1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0 105 1120 0 0,'4'-42'2633'0'0,"-2"34"-2027"0"0,0 0 0 0 0,0 0 0 0 0,-1 0 0 0 0,1-16 0 0 0,-2 23-662 0 0,5-1-1357 0 0,2-1-3726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2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45 187 1652 0 0,'1'-1'142'0'0,"0"0"1"0"0,-1 0-1 0 0,1-1 0 0 0,-1 1 0 0 0,1 0 1 0 0,-1 0-1 0 0,1 0 0 0 0,-1-1 0 0 0,0 1 1 0 0,0 0-1 0 0,0 0 0 0 0,0-1 0 0 0,0 1 1 0 0,0 0-1 0 0,0-1 0 0 0,0 1 0 0 0,0 0 1 0 0,0 0-1 0 0,-1-1 0 0 0,0-1 0 0 0,-2-11 1800 0 0,-21 34-2148 0 0,19-5 292 0 0,2-9-28 0 0,0 0 0 0 0,1 0 0 0 0,0 0 0 0 0,1 0 0 0 0,-1 1 0 0 0,1-1 0 0 0,0 1 1 0 0,1-1-1 0 0,-1 1 0 0 0,1-1 0 0 0,1 1 0 0 0,-1-1 0 0 0,1 1 0 0 0,2 8 0 0 0,0-24 342 0 0,0 0-1 0 0,-1-1 1 0 0,0 1-1 0 0,-1-1 1 0 0,0 1 0 0 0,0-1-1 0 0,-2-12 1 0 0,4-146-104 0 0,-1 141-4017 0 0,12 157-1045 0 0,-9-69 3225 0 0,-5-41 1100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2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2548 0 0,'-2'60'5945'0'0,"0"1"-4243"0"0,-2 63-3124 0 0,3-115 1114 0 0,1-9 111 0 0,-1 0-1 0 0,1 1 1 0 0,0-1-1 0 0,0 0 0 0 0,0 1 1 0 0,0-1-1 0 0,0 1 1 0 0,0-1-1 0 0,-1 0 0 0 0,1 1 1 0 0,0-1-1 0 0,0 1 1 0 0,0-1-1 0 0,0 0 1 0 0,1 1-1 0 0,-1-1 0 0 0,0 0 1 0 0,0 1-1 0 0,0-1 1 0 0,0 1-1 0 0,0-1 0 0 0,0 0 1 0 0,1 1-1 0 0,-1-1 1 0 0,0 0-1 0 0,0 1 0 0 0,0-1 1 0 0,1 0-1 0 0,-1 1 1 0 0,0-1-1 0 0,0 0 1 0 0,1 0-1 0 0,-1 1 0 0 0,1-1 1 0 0,9-1-374 0 0,-2-3 80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5.0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0 461 988 0 0,'11'39'1179'0'0,"-9"-30"-888"0"0,1 1 0 0 0,-1-1 1 0 0,2-1-1 0 0,5 14 0 0 0,-7-19-231 0 0,0 0-1 0 0,0 0 1 0 0,1 0-1 0 0,-1 0 1 0 0,1 0-1 0 0,-1 0 1 0 0,1-1-1 0 0,0 0 1 0 0,0 1-1 0 0,0-1 1 0 0,0 0 0 0 0,1-1-1 0 0,-1 1 1 0 0,0 0-1 0 0,7 1 1 0 0,-4-1-3 0 0,1 0 1 0 0,0-1 0 0 0,0 0-1 0 0,1 0 1 0 0,-1 0 0 0 0,0-1 0 0 0,0 0-1 0 0,0 0 1 0 0,0-1 0 0 0,0 0-1 0 0,0-1 1 0 0,0 1 0 0 0,11-5-1 0 0,-8 2-57 0 0,0-1 1 0 0,0 0-1 0 0,0 0 0 0 0,-1-1 0 0 0,0-1 0 0 0,0 0 0 0 0,-1 0 0 0 0,10-10 1 0 0,-6 3-89 0 0,0 0 0 0 0,-1 0 1 0 0,0-2-1 0 0,-1 1 1 0 0,-1-1-1 0 0,0-1 0 0 0,-1 0 1 0 0,-1 0-1 0 0,-1 0 1 0 0,6-25-1 0 0,-9 23 29 0 0,0 1 0 0 0,-2-1 0 0 0,0 1 0 0 0,-1-1 0 0 0,-1 0 0 0 0,-1 1 0 0 0,0-1 0 0 0,-6-21 0 0 0,6 32 81 0 0,0 0 1 0 0,0 1-1 0 0,-1-1 1 0 0,0 1-1 0 0,-1 0 0 0 0,1-1 1 0 0,-1 2-1 0 0,-1-1 1 0 0,1 0-1 0 0,-1 1 1 0 0,0 0-1 0 0,-1 0 0 0 0,1 0 1 0 0,-1 1-1 0 0,0 0 1 0 0,-1 0-1 0 0,1 0 0 0 0,-1 1 1 0 0,0 0-1 0 0,0 0 1 0 0,-14-5-1 0 0,16 8 9 0 0,0 0 1 0 0,1 0-1 0 0,-1 0 0 0 0,0 0 1 0 0,0 1-1 0 0,0 0 1 0 0,0 0-1 0 0,0 0 0 0 0,0 1 1 0 0,1-1-1 0 0,-1 1 0 0 0,0 0 1 0 0,0 1-1 0 0,1-1 0 0 0,-10 5 1 0 0,8-2-109 0 0,-1 0 0 0 0,1 0 0 0 0,0 1 1 0 0,0 0-1 0 0,0 0 0 0 0,1 0 0 0 0,-1 1 0 0 0,1 0 0 0 0,-6 9 1 0 0,3-2-210 0 0,0 1 1 0 0,1 0 0 0 0,0 1 0 0 0,1-1-1 0 0,1 1 1 0 0,0 0 0 0 0,1 1 0 0 0,1-1-1 0 0,-3 21 1 0 0,6-8-118 0 0,4 1 22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2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380 317 1620 0 0,'0'0'1688'0'0,"-4"-31"3855"0"0,4 28-5476 0 0,-1 1 1 0 0,0-1-1 0 0,0 1 1 0 0,0 0 0 0 0,-1-1-1 0 0,1 1 1 0 0,0 0-1 0 0,-1 0 1 0 0,1 0-1 0 0,-1 0 1 0 0,0 0-1 0 0,0 1 1 0 0,0-1-1 0 0,0 0 1 0 0,0 1 0 0 0,0-1-1 0 0,0 1 1 0 0,0 0-1 0 0,0 0 1 0 0,-1 0-1 0 0,1 0 1 0 0,-1 0-1 0 0,-3-1 1 0 0,1 2-106 0 0,0 0 0 0 0,0 0 0 0 0,-1 0 0 0 0,1 1 0 0 0,0-1 0 0 0,0 1 1 0 0,0 0-1 0 0,0 1 0 0 0,1-1 0 0 0,-1 1 0 0 0,-6 3 0 0 0,-9 6-83 0 0,0 1 0 0 0,1 1 0 0 0,1 0 0 0 0,-24 22 0 0 0,32-24 95 0 0,1-1-1 0 0,0 1 1 0 0,1 0-1 0 0,0 1 1 0 0,1 0 0 0 0,0 0-1 0 0,1 0 1 0 0,0 1-1 0 0,-4 16 1 0 0,-5 21-31 0 0,-9 53 1 0 0,22-93 46 0 0,-7 32 6 0 0,2 1-1 0 0,2 0 0 0 0,1-1 1 0 0,5 81-1 0 0,0-112 66 0 0,1 1 1 0 0,1-1-1 0 0,-1 0 0 0 0,2 0 0 0 0,0 0 0 0 0,0 0 0 0 0,0-1 1 0 0,2 0-1 0 0,-1 0 0 0 0,1 0 0 0 0,9 11 0 0 0,-4-9 40 0 0,0 0-1 0 0,1-1 1 0 0,0 0-1 0 0,0-1 1 0 0,1 0 0 0 0,1-1-1 0 0,15 9 1 0 0,21 5 108 0 0,0-3 1 0 0,1-1 0 0 0,92 20-1 0 0,-107-30-254 0 0,29 8 82 0 0,175 40-285 0 0,-199-49 59 0 0,1-3-1 0 0,0-1 1 0 0,76-4 0 0 0,-96-2 154 0 0,0-1 1 0 0,-1-2 0 0 0,1 0 0 0 0,-1-1 0 0 0,0 0-1 0 0,-1-2 1 0 0,1-1 0 0 0,-2 0 0 0 0,34-23-1 0 0,-29 15 109 0 0,0-1 0 0 0,-2-1 0 0 0,0-1 0 0 0,-2-1 0 0 0,0-1 0 0 0,30-44 0 0 0,-35 44-8 0 0,-1 0-1 0 0,-1-2 1 0 0,-1 1-1 0 0,-1-1 1 0 0,-1-1-1 0 0,-1 0 1 0 0,-1-1 0 0 0,-2 1-1 0 0,0-1 1 0 0,3-50-1 0 0,-6 39 254 0 0,-3 1 0 0 0,-1-1-1 0 0,-1 1 1 0 0,-2 0-1 0 0,-2 0 1 0 0,-13-47 0 0 0,9 54-102 0 0,0 0 0 0 0,-2 0 1 0 0,-1 1-1 0 0,-2 0 1 0 0,0 1-1 0 0,-2 1 1 0 0,-1 1-1 0 0,-1 0 1 0 0,-32-32-1 0 0,33 39-187 0 0,-1 2 1 0 0,0 0-1 0 0,-1 2 0 0 0,-1 0 0 0 0,0 1 0 0 0,-1 1 0 0 0,0 1 1 0 0,-1 1-1 0 0,0 1 0 0 0,0 1 0 0 0,-1 1 0 0 0,-33-5 0 0 0,12 6-69 0 0,-1 2 0 0 0,1 2 0 0 0,-1 2 0 0 0,0 3 0 0 0,0 1-1 0 0,1 2 1 0 0,0 2 0 0 0,0 2 0 0 0,1 2 0 0 0,1 2 0 0 0,-58 26-1 0 0,57-17 20 0 0,1 2-1 0 0,1 2 0 0 0,-66 56 0 0 0,64-40 484 0 0,43-43-422 0 0,-15 20-1690 0 0,16-18 1316 0 0,0 0 0 0 0,0 0 0 0 0,0 0-1 0 0,1 1 1 0 0,-1-1 0 0 0,1 0-1 0 0,-1 0 1 0 0,1 0 0 0 0,0 0 0 0 0,0 0-1 0 0,0 0 1 0 0,0 0 0 0 0,0 0 0 0 0,1 0-1 0 0,-1 0 1 0 0,0-1 0 0 0,1 1 0 0 0,-1 0-1 0 0,1-1 1 0 0,0 1 0 0 0,-1-1 0 0 0,5 3-1 0 0,1-1-713 0 0,0 0-1 0 0,0 0 0 0 0,0 0 0 0 0,1-1 1 0 0,9 2-1 0 0,-15-4 686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24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8 960 0 0,'8'0'10981'0'0,"13"-4"-9070"0"0,-3 1-4303 0 0,-9 2 3413 0 0,64 6-329 0 0,-1 3 0 0 0,136 33-1 0 0,-191-36-686 0 0,97 10-601 0 0,-105-15-561 0 0,-1-1 1 0 0,1 1-1 0 0,-1-2 0 0 0,1 1 1 0 0,-1-1-1 0 0,0 0 1 0 0,0-1-1 0 0,0 0 1 0 0,8-4-1 0 0,-1 2 106 0 0,-3-1 347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5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59 4020 0 0,'0'-3'467'0'0,"0"0"0"0"0,1-1 0 0 0,-1 1 0 0 0,0 0-1 0 0,1 0 1 0 0,0 0 0 0 0,0 0 0 0 0,0 0 0 0 0,0 0 0 0 0,0 0-1 0 0,0 0 1 0 0,1 0 0 0 0,0 0 0 0 0,-1 0 0 0 0,1 1-1 0 0,0-1 1 0 0,0 1 0 0 0,4-3 996 0 0,-14 44-1198 0 0,3 11 66 0 0,-48 544 1090 0 0,42-434-1628 0 0,-4 347-4872 0 0,16-488 4301 0 0,0-1 1 0 0,2 1 0 0 0,5 19-1 0 0,-8-34 580 0 0,1-1 0 0 0,0 0 0 0 0,0 1 0 0 0,0-1 0 0 0,0 0 0 0 0,1 1 0 0 0,-1-1 0 0 0,1 0 0 0 0,0 0 0 0 0,0 0 0 0 0,0 0 0 0 0,0 0 0 0 0,0-1 0 0 0,1 1 0 0 0,-1-1 0 0 0,1 1 0 0 0,0-1 0 0 0,-1 0 0 0 0,1 0 0 0 0,0 0 0 0 0,0 0 0 0 0,1-1 0 0 0,4 3 0 0 0,-5-4 81 0 0,0 0 0 0 0,-1 0 1 0 0,1 0-1 0 0,-1 0 0 0 0,1 0 0 0 0,-1-1 0 0 0,1 1 1 0 0,-1-1-1 0 0,0 0 0 0 0,1 1 0 0 0,-1-1 1 0 0,5-3-1 0 0,13-7-476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5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568 118 3408 0 0,'-1'-6'299'0'0,"0"1"-1"0"0,0-1 0 0 0,-1 1 0 0 0,1 0 1 0 0,-1 0-1 0 0,-1 0 0 0 0,1 0 1 0 0,-1 0-1 0 0,1 0 0 0 0,-1 0 0 0 0,-1 1 1 0 0,1 0-1 0 0,-1-1 0 0 0,1 1 0 0 0,-1 0 1 0 0,0 1-1 0 0,-1-1 0 0 0,-6-4 1 0 0,3 4-26 0 0,-1 0 1 0 0,1 1 0 0 0,-1 0 0 0 0,0 0-1 0 0,0 1 1 0 0,0 0 0 0 0,0 0 0 0 0,0 1-1 0 0,0 0 1 0 0,-12 1 0 0 0,-11 2 43 0 0,0 2 0 0 0,1 1-1 0 0,-1 1 1 0 0,1 1 0 0 0,-42 17 0 0 0,57-18-189 0 0,0 0-1 0 0,0 1 1 0 0,1 1 0 0 0,0 1 0 0 0,1 0-1 0 0,-24 19 1 0 0,34-25-100 0 0,1-1 0 0 0,0 1 1 0 0,0 0-1 0 0,0 1 0 0 0,1-1 0 0 0,-1 0 0 0 0,1 1 1 0 0,0-1-1 0 0,0 1 0 0 0,0 0 0 0 0,0 0 1 0 0,0 0-1 0 0,1 0 0 0 0,0 0 0 0 0,0 0 0 0 0,0 0 1 0 0,0 0-1 0 0,1 0 0 0 0,0 1 0 0 0,-1-1 0 0 0,2 0 1 0 0,-1 0-1 0 0,0 1 0 0 0,1-1 0 0 0,0 0 0 0 0,0 0 1 0 0,0 0-1 0 0,0 0 0 0 0,1 0 0 0 0,-1 0 0 0 0,1 0 1 0 0,3 4-1 0 0,10 15 110 0 0,1-1 0 0 0,0 0 0 0 0,2-1 0 0 0,1-1 0 0 0,25 21 0 0 0,113 83-176 0 0,-120-97-115 0 0,78 54-1465 0 0,-24-16-4222 0 0,-89-64 5522 0 0,0 0-1 0 0,-1 0 0 0 0,1 0 1 0 0,0 0-1 0 0,0 0 1 0 0,0 0-1 0 0,-1 0 1 0 0,1 0-1 0 0,0-1 1 0 0,0 1-1 0 0,4 0 0 0 0,-5-1 156 0 0,0 0-1 0 0,0-1 0 0 0,-1 1 0 0 0,1 0 0 0 0,0 0 1 0 0,0-1-1 0 0,0 1 0 0 0,0-1 0 0 0,0 1 0 0 0,0-1 0 0 0,-1 1 1 0 0,1-1-1 0 0,0 1 0 0 0,0-1 0 0 0,-1 0 0 0 0,1 1 0 0 0,0-1 1 0 0,-1 0-1 0 0,1 0 0 0 0,0 1 0 0 0,-1-1 0 0 0,0 0 0 0 0,1 0 1 0 0,-1 0-1 0 0,1 0 0 0 0,-1-1 0 0 0,7-8-350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6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3452 0 0,'4'3'411'0'0,"0"-1"1"0"0,0 1-1 0 0,0 0 0 0 0,0 0 0 0 0,-1 1 0 0 0,1-1 0 0 0,-1 1 0 0 0,0-1 1 0 0,0 1-1 0 0,0 0 0 0 0,0 0 0 0 0,-1 0 0 0 0,0 1 0 0 0,1-1 0 0 0,-2 1 0 0 0,1-1 1 0 0,0 1-1 0 0,-1 0 0 0 0,1 5 0 0 0,2 13 496 0 0,-1 0-1 0 0,1 42 1 0 0,-3-39-815 0 0,-5 374 283 0 0,-18-134-3747 0 0,13-235 126 0 0,2-31-73 0 0,0-19 1499 0 0,-2-50-348 0 0,6 39 1631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6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6 275 3132 0 0,'8'-54'1456'0'0,"-6"35"-424"0"0,1-1 0 0 0,0 1 0 0 0,1 0 0 0 0,1 0 0 0 0,1 1 0 0 0,0-1 0 0 0,2 1 0 0 0,15-28 0 0 0,-21 44-957 0 0,0 0 1 0 0,0 0-1 0 0,0 0 1 0 0,0 0-1 0 0,0 1 1 0 0,0-1-1 0 0,0 1 1 0 0,1-1-1 0 0,-1 1 1 0 0,1 0-1 0 0,-1 0 1 0 0,1 0-1 0 0,-1 0 1 0 0,1 1-1 0 0,-1-1 1 0 0,1 1-1 0 0,0-1 1 0 0,-1 1-1 0 0,1 0 1 0 0,0 0-1 0 0,-1 0 1 0 0,1 0-1 0 0,0 1 1 0 0,-1-1-1 0 0,1 1 1 0 0,-1-1-1 0 0,1 1 1 0 0,-1 0-1 0 0,1 0 1 0 0,-1 0-1 0 0,1 0 1 0 0,3 4-1 0 0,3 0 47 0 0,0 0 0 0 0,-1 1 0 0 0,1 0 0 0 0,-1 1 0 0 0,-1-1 0 0 0,1 2-1 0 0,7 9 1 0 0,-6-3 1 0 0,0 0-1 0 0,-1 0 0 0 0,0 1 0 0 0,-2-1 1 0 0,1 2-1 0 0,-2-1 0 0 0,0 1 0 0 0,-1 0 1 0 0,0 0-1 0 0,-2 0 0 0 0,0 0 1 0 0,0 1-1 0 0,-2-1 0 0 0,0 1 0 0 0,-1-1 1 0 0,-4 24-1 0 0,4-30-221 0 0,-1-1 0 0 0,0-1 0 0 0,-1 1-1 0 0,1 0 1 0 0,-2-1 0 0 0,1 1 0 0 0,-1-1 0 0 0,0 0 0 0 0,-1 0 0 0 0,0 0 0 0 0,0-1-1 0 0,-1 0 1 0 0,0 0 0 0 0,0 0 0 0 0,-1-1 0 0 0,1 0 0 0 0,-1 0 0 0 0,-1 0 0 0 0,1-1-1 0 0,-1 0 1 0 0,0-1 0 0 0,0 0 0 0 0,0 0 0 0 0,-1-1 0 0 0,1 0 0 0 0,-1 0 0 0 0,0-1 0 0 0,0 0-1 0 0,0 0 1 0 0,-13 0 0 0 0,18-2-214 0 0,1 0-1 0 0,-1 0 1 0 0,0 0 0 0 0,0 0-1 0 0,1-1 1 0 0,-1 1 0 0 0,0-1-1 0 0,1 0 1 0 0,-1 0 0 0 0,1 0-1 0 0,-1-1 1 0 0,1 1 0 0 0,0-1-1 0 0,-1 0 1 0 0,1 0 0 0 0,0 0-1 0 0,0 0 1 0 0,0 0 0 0 0,1-1-1 0 0,-1 1 1 0 0,0-1 0 0 0,1 0-1 0 0,0 0 1 0 0,-3-4 0 0 0,3 3-36 0 0,0 0 0 0 0,0 0 0 0 0,1-1 0 0 0,-1 1 1 0 0,1-1-1 0 0,0 1 0 0 0,1 0 0 0 0,-1-1 0 0 0,1 0 1 0 0,0 1-1 0 0,0-1 0 0 0,0 1 0 0 0,0-1 0 0 0,1 1 1 0 0,0-1-1 0 0,0 1 0 0 0,0-1 0 0 0,4-7 1 0 0,3-7-508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6.8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 31 4384 0 0,'-1'-2'329'0'0,"0"0"0"0"0,0 0 0 0 0,0 0-1 0 0,0 0 1 0 0,0 0 0 0 0,0 1 0 0 0,-1-1-1 0 0,1 1 1 0 0,-1-1 0 0 0,1 1 0 0 0,-1-1-1 0 0,1 1 1 0 0,-1 0 0 0 0,0 0 0 0 0,0 0-1 0 0,0 0 1 0 0,1 0 0 0 0,-1 0 0 0 0,0 0-1 0 0,0 0 1 0 0,-4 0 0 0 0,4 1-147 0 0,-1 1 0 0 0,1-1 0 0 0,0 0 0 0 0,0 1 1 0 0,-1 0-1 0 0,1-1 0 0 0,0 1 0 0 0,0 0 0 0 0,0 0 0 0 0,0 0 1 0 0,0 1-1 0 0,0-1 0 0 0,0 0 0 0 0,1 1 0 0 0,-1-1 0 0 0,-2 4 0 0 0,-4 3-61 0 0,1 1-1 0 0,1 0 0 0 0,-1 0 1 0 0,2 1-1 0 0,-1 0 0 0 0,-7 21 0 0 0,-2 15 73 0 0,3 1-1 0 0,2 0 0 0 0,1 1 1 0 0,-3 77-1 0 0,10-51-465 0 0,4 1-1 0 0,13 96 1 0 0,-8-122-1395 0 0,19 68 1 0 0,-20-99 248 0 0,0 0-1 0 0,1 0 1 0 0,18 30 0 0 0,-1-20-1426 0 0,-23-27 2727 0 0,1 0 1 0 0,-1 0 0 0 0,0 0-1 0 0,0-1 1 0 0,0 1-1 0 0,1-1 1 0 0,-1 1 0 0 0,0-1-1 0 0,1 1 1 0 0,-1-1-1 0 0,0 1 1 0 0,1-1 0 0 0,-1 0-1 0 0,1 0 1 0 0,-1 0-1 0 0,0 0 1 0 0,1 0 0 0 0,-1 0-1 0 0,1 0 1 0 0,-1 0-1 0 0,0-1 1 0 0,1 1 0 0 0,-1-1-1 0 0,0 1 1 0 0,2-1-1 0 0,9-7-413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13 394 3516 0 0,'15'-3'8317'0'0,"15"-5"-4627"0"0,-16 4-3821 0 0,-1-1 0 0 0,1 0 0 0 0,-1-1 0 0 0,0 0 0 0 0,-1-1-1 0 0,1 0 1 0 0,-1-1 0 0 0,-1-1 0 0 0,0 0 0 0 0,20-20 0 0 0,-27 23-41 0 0,1 0 0 0 0,-1 0 0 0 0,0-1-1 0 0,0 1 1 0 0,0-1 0 0 0,-1 0 0 0 0,0 0 0 0 0,-1-1 0 0 0,1 1-1 0 0,-2 0 1 0 0,1-1 0 0 0,-1 0 0 0 0,0 1 0 0 0,0-1-1 0 0,-1 0 1 0 0,0 1 0 0 0,-1-1 0 0 0,1 0 0 0 0,-1 1-1 0 0,-1-1 1 0 0,0 1 0 0 0,-3-10 0 0 0,3 9 294 0 0,-1 1 0 0 0,0 0 0 0 0,0 0 0 0 0,0 0 0 0 0,-1 0 0 0 0,0 1 1 0 0,0-1-1 0 0,-1 1 0 0 0,0 0 0 0 0,0 0 0 0 0,0 1 0 0 0,-11-8 0 0 0,12 10 16 0 0,0 0 0 0 0,0 1 0 0 0,-1 0 0 0 0,1 0 0 0 0,-1 0 0 0 0,1 0 0 0 0,-1 1 0 0 0,0 0-1 0 0,1 0 1 0 0,-1 0 0 0 0,0 1 0 0 0,0-1 0 0 0,0 1 0 0 0,0 0 0 0 0,0 0 0 0 0,0 1 0 0 0,1 0 0 0 0,-1 0 0 0 0,0 0 0 0 0,0 0 0 0 0,-4 3 0 0 0,5-3-91 0 0,-1 1 0 0 0,1 0 0 0 0,0 0 0 0 0,1 0 0 0 0,-1 1 1 0 0,0-1-1 0 0,1 1 0 0 0,-1 0 0 0 0,1 0 0 0 0,0 0 0 0 0,0 0 1 0 0,0 1-1 0 0,0-1 0 0 0,1 1 0 0 0,-1 0 0 0 0,1 0 0 0 0,-2 5 0 0 0,0 0-66 0 0,2 0 1 0 0,-1 0-1 0 0,1 1 0 0 0,0-1 0 0 0,1 0 0 0 0,0 1 0 0 0,1 12 0 0 0,5 3-455 0 0,1-16-1756 0 0,2-10-5840 0 0,-4-26 4059 0 0,-3 19 3548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7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6 721 2288 0 0,'-1'3'271'0'0,"0"0"0"0"0,0-1 1 0 0,0 1-1 0 0,0 0 0 0 0,1 0 0 0 0,0 0 0 0 0,-1 0 0 0 0,1-1 0 0 0,0 1 1 0 0,0 0-1 0 0,0 0 0 0 0,1 0 0 0 0,-1 0 0 0 0,1 0 0 0 0,0-1 0 0 0,-1 1 0 0 0,1 0 1 0 0,0 0-1 0 0,1-1 0 0 0,-1 1 0 0 0,3 3 0 0 0,-1-3 8 0 0,0-1 1 0 0,0 1-1 0 0,0-1 0 0 0,0 1 1 0 0,1-1-1 0 0,-1 0 0 0 0,1-1 0 0 0,0 1 1 0 0,0-1-1 0 0,-1 1 0 0 0,1-1 1 0 0,0 0-1 0 0,0-1 0 0 0,0 1 1 0 0,6 0-1 0 0,4-1-4 0 0,0 0-1 0 0,1-1 1 0 0,-1 0 0 0 0,0-1-1 0 0,0-1 1 0 0,1 0 0 0 0,-2-1-1 0 0,1 0 1 0 0,0-1 0 0 0,17-10 0 0 0,7-5-13 0 0,-1-1 0 0 0,42-32 1 0 0,-49 32-96 0 0,-1-2 0 0 0,-1-1 0 0 0,-2-2 1 0 0,0 0-1 0 0,-1-1 0 0 0,41-62 0 0 0,-59 77-102 0 0,0-1-1 0 0,-1 1 0 0 0,0-1 0 0 0,-1-1 1 0 0,-1 1-1 0 0,0-1 0 0 0,-1 0 1 0 0,0 0-1 0 0,0-15 0 0 0,-2 17-16 0 0,-2 1 0 0 0,1-1 0 0 0,-2 1 0 0 0,1 0-1 0 0,-2 0 1 0 0,1 0 0 0 0,-2 0 0 0 0,1 0 0 0 0,-1 0 0 0 0,-1 1 0 0 0,0 0 0 0 0,-11-17-1 0 0,9 16-5 0 0,-1 1-1 0 0,-1-1 0 0 0,1 1 0 0 0,-1 1 0 0 0,-1-1 0 0 0,0 2 0 0 0,0-1 0 0 0,-1 1 1 0 0,0 1-1 0 0,0 0 0 0 0,-1 1 0 0 0,0 0 0 0 0,0 0 0 0 0,-19-5 0 0 0,21 9-24 0 0,0 0 1 0 0,0 0-1 0 0,0 1 0 0 0,0 0 0 0 0,-1 1 0 0 0,1 0 0 0 0,0 0 0 0 0,0 2 0 0 0,0-1 0 0 0,0 1 0 0 0,0 0 0 0 0,0 1 0 0 0,0 0 0 0 0,1 1 0 0 0,0 0 0 0 0,-1 0 0 0 0,1 1 0 0 0,1 0 0 0 0,-13 10 0 0 0,7-4 53 0 0,1 1 0 0 0,0 0 0 0 0,1 1-1 0 0,0 0 1 0 0,1 1 0 0 0,1 0-1 0 0,0 1 1 0 0,-14 28 0 0 0,13-19 34 0 0,1 2 1 0 0,1-1 0 0 0,1 1-1 0 0,2 0 1 0 0,-5 35-1 0 0,6-18-10 0 0,3 0-1 0 0,1 0 1 0 0,2 0-1 0 0,3 0 1 0 0,1 0-1 0 0,1-1 1 0 0,15 47-1 0 0,-12-59-210 0 0,1 1-1 0 0,1-1 1 0 0,2-1-1 0 0,1 0 0 0 0,2-1 1 0 0,0 0-1 0 0,2-1 1 0 0,1-1-1 0 0,23 25 0 0 0,-33-42-174 0 0,-1 0-1 0 0,1-1 1 0 0,1 0-1 0 0,-1-1 0 0 0,1 0 1 0 0,0 0-1 0 0,1-1 1 0 0,0-1-1 0 0,0 1 0 0 0,0-2 1 0 0,1 1-1 0 0,-1-2 1 0 0,1 0-1 0 0,0 0 0 0 0,0-1 1 0 0,0 0-1 0 0,0-1 1 0 0,0 0-1 0 0,1-1 0 0 0,-1-1 1 0 0,0 0-1 0 0,0-1 1 0 0,0 0-1 0 0,0 0 0 0 0,0-1 1 0 0,19-8-1 0 0,-2-2-1111 0 0,-1-1 1 0 0,0-1-1 0 0,-1-1 0 0 0,31-25 1 0 0,91-90-3434 0 0,-117 102 4233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8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4768 0 0,'-18'21'1109'0'0,"1"2"-1"0"0,1 0 1 0 0,1 1-1 0 0,1 1 1 0 0,1 0-1 0 0,1 1 1 0 0,-12 40 0 0 0,13-30-687 0 0,1 0 0 0 0,2 1 0 0 0,2 0 0 0 0,1 1 0 0 0,1 42 0 0 0,4-61-355 0 0,1-1 0 0 0,1 1 0 0 0,0-1 0 0 0,2 1 0 0 0,0-1-1 0 0,1 0 1 0 0,1 0 0 0 0,9 17 0 0 0,-14-31-201 0 0,1 1-1 0 0,0-1 1 0 0,0-1 0 0 0,1 1-1 0 0,-1 0 1 0 0,1 0-1 0 0,0-1 1 0 0,0 0 0 0 0,0 1-1 0 0,0-1 1 0 0,0 0 0 0 0,1-1-1 0 0,-1 1 1 0 0,1 0 0 0 0,0-1-1 0 0,0 0 1 0 0,0 0 0 0 0,0 0-1 0 0,0-1 1 0 0,0 1 0 0 0,1-1-1 0 0,-1 0 1 0 0,0 0 0 0 0,1 0-1 0 0,-1-1 1 0 0,1 0 0 0 0,-1 0-1 0 0,1 0 1 0 0,-1 0 0 0 0,0 0-1 0 0,1-1 1 0 0,-1 0-1 0 0,1 0 1 0 0,-1 0 0 0 0,0-1-1 0 0,0 1 1 0 0,0-1 0 0 0,0 0-1 0 0,4-3 1 0 0,9-4-771 0 0,-2-1 0 0 0,1-1 0 0 0,-1 0 0 0 0,-1-1 0 0 0,0 0 0 0 0,-1-2 0 0 0,20-25 0 0 0,70-112-1417 0 0,-73 95 3581 0 0,-28 53-840 0 0,0-1 0 0 0,-1 1 0 0 0,1-1 0 0 0,-1 1 0 0 0,0-1 0 0 0,0 0 0 0 0,0 0 0 0 0,-1 0 0 0 0,1 0 0 0 0,-1 0 0 0 0,0 1 0 0 0,0-1 0 0 0,-1-5 0 0 0,1 8-301 0 0,-1 1 0 0 0,1 0 0 0 0,0-1-1 0 0,0 1 1 0 0,0 0 0 0 0,-1-1 0 0 0,1 1 0 0 0,0 0 0 0 0,-1 0-1 0 0,1-1 1 0 0,0 1 0 0 0,-1 0 0 0 0,1 0 0 0 0,0-1 0 0 0,-1 1-1 0 0,1 0 1 0 0,0 0 0 0 0,-1 0 0 0 0,1 0 0 0 0,0 0-1 0 0,-1 0 1 0 0,1-1 0 0 0,-1 1 0 0 0,1 0 0 0 0,0 0 0 0 0,-1 0-1 0 0,1 0 1 0 0,-1 0 0 0 0,1 1 0 0 0,0-1 0 0 0,-1 0 0 0 0,1 0-1 0 0,0 0 1 0 0,-1 0 0 0 0,1 0 0 0 0,-1 0 0 0 0,1 1-1 0 0,0-1 1 0 0,-1 0 0 0 0,1 0 0 0 0,0 0 0 0 0,-1 1 0 0 0,1-1-1 0 0,0 0 1 0 0,0 1 0 0 0,-1-1 0 0 0,1 0 0 0 0,0 1 0 0 0,0-1-1 0 0,0 0 1 0 0,-1 1 0 0 0,1-1 0 0 0,0 0 0 0 0,0 1 0 0 0,0 0-1 0 0,-18 23 850 0 0,16-21-463 0 0,-7 12-203 0 0,0 1 0 0 0,1 0-1 0 0,1 1 1 0 0,0-1 0 0 0,2 1 0 0 0,-1 1 0 0 0,2-1 0 0 0,-3 21 0 0 0,4-11-130 0 0,1 0 1 0 0,1 0 0 0 0,1 0 0 0 0,6 49-1 0 0,-4-67-238 0 0,0 1 0 0 0,1 0 0 0 0,0-1 0 0 0,1 0 0 0 0,-1 1 0 0 0,2-2 0 0 0,0 1 0 0 0,0 0 0 0 0,0-1 0 0 0,1 0 0 0 0,0 0 0 0 0,1-1 0 0 0,9 10 0 0 0,-13-14-184 0 0,1 0-1 0 0,-1 0 1 0 0,1-1 0 0 0,-1 1-1 0 0,1-1 1 0 0,0 0 0 0 0,0 0-1 0 0,0 0 1 0 0,0 0 0 0 0,0-1-1 0 0,1 0 1 0 0,-1 0 0 0 0,0 0-1 0 0,1 0 1 0 0,-1-1-1 0 0,0 1 1 0 0,1-1 0 0 0,-1 0-1 0 0,1-1 1 0 0,-1 1 0 0 0,0-1-1 0 0,1 0 1 0 0,-1 0 0 0 0,0 0-1 0 0,0 0 1 0 0,1-1 0 0 0,-1 0-1 0 0,0 0 1 0 0,-1 0-1 0 0,1 0 1 0 0,5-4 0 0 0,-4 2-201 0 0,-1 0 0 0 0,0 0 0 0 0,0 0 0 0 0,0-1 0 0 0,0 1 1 0 0,-1-1-1 0 0,0 0 0 0 0,0 0 0 0 0,0 0 0 0 0,0-1 0 0 0,-1 1 1 0 0,0-1-1 0 0,2-9 0 0 0,0-1-528 0 0,-2 1 0 0 0,0-1 0 0 0,0-28-1 0 0,-2 18 222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8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7 310 4680 0 0,'0'1'240'0'0,"-1"0"-1"0"0,0-1 0 0 0,1 1 0 0 0,-1 0 0 0 0,1 0 1 0 0,-1 0-1 0 0,1-1 0 0 0,-1 1 0 0 0,1 0 0 0 0,0 0 0 0 0,-1 0 1 0 0,1 0-1 0 0,0 0 0 0 0,0 0 0 0 0,0 0 0 0 0,0 0 1 0 0,0 0-1 0 0,-1-1 0 0 0,2 1 0 0 0,-1 0 0 0 0,0 0 1 0 0,0 0-1 0 0,0 0 0 0 0,0 0 0 0 0,1 0 0 0 0,-1 0 0 0 0,0 0 1 0 0,1 0-1 0 0,-1-1 0 0 0,1 1 0 0 0,0 2 0 0 0,1-2 41 0 0,1 1-1 0 0,-1 0 0 0 0,0 0 0 0 0,1-1 0 0 0,-1 1 0 0 0,1-1 0 0 0,-1 0 0 0 0,1 0 0 0 0,0 0 0 0 0,4 1 0 0 0,10 2-176 0 0,-1-1 0 0 0,31 1-1 0 0,-27-4-707 0 0,0-1 0 0 0,0-1 0 0 0,0 0 0 0 0,0-1 1 0 0,0-2-1 0 0,0 0 0 0 0,-1-1 0 0 0,0-1 0 0 0,0 0 0 0 0,-1-2 0 0 0,19-11 0 0 0,17-14-2046 0 0,-2-3-1 0 0,55-50 1 0 0,20-15 3461 0 0,-119 97-176 0 0,0 0-1 0 0,0 0 0 0 0,0 0 0 0 0,0 1 1 0 0,1 0-1 0 0,18-5 0 0 0,-25 8-376 0 0,1 1-1 0 0,-1-1 1 0 0,1 1-1 0 0,-1-1 1 0 0,1 1-1 0 0,0 0 1 0 0,-1 0-1 0 0,1 0 1 0 0,-1 1 0 0 0,1-1-1 0 0,0 1 1 0 0,-1-1-1 0 0,1 1 1 0 0,-1 0-1 0 0,0 0 1 0 0,1 0-1 0 0,-1 0 1 0 0,0 0-1 0 0,1 1 1 0 0,-1-1 0 0 0,0 1-1 0 0,0-1 1 0 0,0 1-1 0 0,0 0 1 0 0,0 0-1 0 0,-1 0 1 0 0,1 0-1 0 0,-1 0 1 0 0,3 4 0 0 0,7 15 444 0 0,-1 0 0 0 0,-1 1 1 0 0,-1 0-1 0 0,-1 1 1 0 0,6 28-1 0 0,12 125 278 0 0,-12-75-370 0 0,0-20-403 0 0,3 145 0 0 0,-16-200-440 0 0,-2-1 0 0 0,0 1 0 0 0,-2 0 0 0 0,0-1 0 0 0,-2 0 0 0 0,-1 0 0 0 0,-1 0 0 0 0,-1-1 0 0 0,-22 42 0 0 0,19-49-365 0 0,1 0 1 0 0,-2 0-1 0 0,-1-2 1 0 0,0 0-1 0 0,0 0 1 0 0,-2-1-1 0 0,0-1 1 0 0,0-1-1 0 0,-1 0 1 0 0,-1-1-1 0 0,1-1 1 0 0,-2-1-1 0 0,0 0 0 0 0,-26 8 1 0 0,11-7-270 0 0,0-1 0 0 0,-1-1 1 0 0,1-2-1 0 0,-1-2 0 0 0,0-1 0 0 0,-1-1 1 0 0,-57-6-1 0 0,36-3 89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1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421 540 1804 0 0,'-8'-1'4002'0'0,"-8"-3"-2164"0"0,13 2-1817 0 0,0 0-1 0 0,0 0 1 0 0,0 1 0 0 0,0-1-1 0 0,0 1 1 0 0,-1 0 0 0 0,1 0-1 0 0,0 0 1 0 0,-1 0 0 0 0,1 1-1 0 0,-1-1 1 0 0,1 1-1 0 0,-1 0 1 0 0,1 0 0 0 0,-1 0-1 0 0,1 0 1 0 0,-1 1 0 0 0,1-1-1 0 0,0 1 1 0 0,-1 0 0 0 0,1 0-1 0 0,0 0 1 0 0,-1 1 0 0 0,1-1-1 0 0,0 1 1 0 0,0 0 0 0 0,0 0-1 0 0,0 0 1 0 0,1 0-1 0 0,-1 0 1 0 0,-3 3 0 0 0,-4 5-69 0 0,-1-1 63 0 0,0 0-1 0 0,1 1 1 0 0,0 0 0 0 0,1 0-1 0 0,1 1 1 0 0,-1 1 0 0 0,2-1 0 0 0,-12 22-1 0 0,-37 106 1433 0 0,-9 30 187 0 0,48-130-1353 0 0,12-30-229 0 0,1-1 0 0 0,0 1 0 0 0,1 1 1 0 0,-5 16-1 0 0,-2 21 8 0 0,6-31-33 0 0,1 1-1 0 0,0-1 0 0 0,0 25 1 0 0,2-25 78 0 0,1 0 0 0 0,0 0-1 0 0,1-1 1 0 0,1 1 0 0 0,1 0 0 0 0,0-1 0 0 0,1 1 0 0 0,1-1 0 0 0,6 15 0 0 0,2-6 116 0 0,0 0 0 0 0,2-1 0 0 0,34 41 0 0 0,2 2-147 0 0,-27-34 61 0 0,1-2 0 0 0,2 0 0 0 0,1-2-1 0 0,1-1 1 0 0,1-1 0 0 0,2-1 0 0 0,0-2-1 0 0,1-2 1 0 0,63 31 0 0 0,-36-29-48 0 0,0-3 1 0 0,78 16-1 0 0,35 11-3 0 0,435 160 312 0 0,-524-183-262 0 0,2-2-1 0 0,0-5 1 0 0,130 10 0 0 0,267-12 48 0 0,-235-13-175 0 0,58 13 22 0 0,58 2 25 0 0,-259-18-364 0 0,152-18 0 0 0,-169 6 256 0 0,0-3 0 0 0,-1-4 0 0 0,102-37-1 0 0,-137 37 90 0 0,-1-1-1 0 0,-1-3 0 0 0,-1-2 0 0 0,-1-3 0 0 0,-2-1 0 0 0,-1-2 0 0 0,69-64 0 0 0,-34 24-11 0 0,46-47 169 0 0,-113 105-121 0 0,-2 1-1 0 0,0-2 0 0 0,0 0 0 0 0,-2 0 0 0 0,0-1 1 0 0,0 0-1 0 0,7-20 0 0 0,-7-1 72 0 0,-1 0 0 0 0,-2-1 0 0 0,-1 0 0 0 0,-3 0 0 0 0,0 0 0 0 0,-5-38 0 0 0,2 8 60 0 0,1 45-133 0 0,-2 0 1 0 0,-1 0-1 0 0,-1 1 1 0 0,-1-1-1 0 0,-1 1 1 0 0,0-1-1 0 0,-2 2 1 0 0,-1-1-1 0 0,0 1 1 0 0,-2 1-1 0 0,0-1 1 0 0,-1 2-1 0 0,-2 0 0 0 0,0 0 1 0 0,0 2-1 0 0,-22-21 1 0 0,-4 0-66 0 0,0 1 1 0 0,-3 3 0 0 0,-64-41-1 0 0,-152-67-434 0 0,-258-72 353 0 0,369 171-145 0 0,-290-46-1 0 0,303 66 368 0 0,-564-125 512 0 0,651 138-830 0 0,-1 2 0 0 0,-98-4 0 0 0,-100 21 14 0 0,136-2 52 0 0,0 6 0 0 0,1 5-1 0 0,-139 40 1 0 0,202-39 89 0 0,1 2 0 0 0,0 3 0 0 0,2 1-1 0 0,1 2 1 0 0,-45 36 0 0 0,-93 57 93 0 0,-151 51-210 0 0,183-78-100 0 0,115-68 441 0 0,-1-2 0 0 0,-1-1 0 0 0,-1-2 0 0 0,-51 19 0 0 0,84-37-110 0 0,-1-1-1 0 0,0 0 1 0 0,0-1 0 0 0,1 1-1 0 0,-1-1 1 0 0,0 0 0 0 0,1 0-1 0 0,-1-1 1 0 0,0 1 0 0 0,0-1-1 0 0,1 0 1 0 0,-1 0 0 0 0,1-1-1 0 0,-6-2 1 0 0,-9-5 1954 0 0,7 5-9600 0 0,17 26-696 0 0,7 13 2317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2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53 639 3988 0 0,'-1'0'297'0'0,"0"1"-1"0"0,0 0 1 0 0,0-1-1 0 0,0 1 1 0 0,0-1-1 0 0,-1 0 1 0 0,1 1-1 0 0,0-1 1 0 0,0 0-1 0 0,-1 0 0 0 0,1 0 1 0 0,0 0-1 0 0,0 0 1 0 0,-1 0-1 0 0,1 0 1 0 0,0 0-1 0 0,0-1 1 0 0,-1 1-1 0 0,1 0 1 0 0,0-1-1 0 0,0 1 1 0 0,0-1-1 0 0,0 1 1 0 0,0-1-1 0 0,-1 1 0 0 0,1-1 1 0 0,-1-1-1 0 0,0-1-34 0 0,0 1 0 0 0,1 0 0 0 0,-1-1 0 0 0,1 1-1 0 0,-1-1 1 0 0,1 0 0 0 0,0 1 0 0 0,0-1-1 0 0,0 0 1 0 0,1 0 0 0 0,-2-5 0 0 0,1 0-172 0 0,0 0-1 0 0,1-1 1 0 0,0 1 0 0 0,0 0-1 0 0,1-1 1 0 0,0 1 0 0 0,0 0-1 0 0,5-12 1 0 0,8-10-86 0 0,1 0 1 0 0,2 2-1 0 0,0 0 0 0 0,2 1 0 0 0,30-33 0 0 0,122-113-589 0 0,-164 167 564 0 0,3-4-31 0 0,6-6-85 0 0,0 0 1 0 0,1 1 0 0 0,1 1 0 0 0,0 0 0 0 0,1 2 0 0 0,37-19-1 0 0,-55 30 130 0 0,-1 1-1 0 0,1 0 1 0 0,0 0-1 0 0,0-1 1 0 0,-1 1 0 0 0,1 0-1 0 0,0 0 1 0 0,0 0-1 0 0,0 0 1 0 0,-1 0-1 0 0,1 0 1 0 0,0 0-1 0 0,0 0 1 0 0,0 0-1 0 0,-1 0 1 0 0,1 0-1 0 0,0 0 1 0 0,0 1 0 0 0,0-1-1 0 0,-1 0 1 0 0,1 1-1 0 0,0-1 1 0 0,-1 0-1 0 0,1 1 1 0 0,0-1-1 0 0,-1 1 1 0 0,1-1-1 0 0,0 1 1 0 0,-1-1-1 0 0,1 1 1 0 0,-1 0 0 0 0,1-1-1 0 0,0 2 1 0 0,0 0 11 0 0,0 1 1 0 0,0 0 0 0 0,0 0 0 0 0,-1 0 0 0 0,1-1 0 0 0,-1 1-1 0 0,0 0 1 0 0,1 0 0 0 0,-2 5 0 0 0,-9 65 299 0 0,9-73-303 0 0,-70 374 684 0 0,65-342-672 0 0,2 0-1 0 0,1 1 1 0 0,1-1-1 0 0,2 1 1 0 0,6 50-1 0 0,-6-81-1 0 0,0 0 0 0 0,0-1-1 0 0,0 1 1 0 0,0 0 0 0 0,1 0 0 0 0,-1-1-1 0 0,1 1 1 0 0,-1 0 0 0 0,1-1-1 0 0,0 1 1 0 0,0 0 0 0 0,-1-1-1 0 0,1 1 1 0 0,0-1 0 0 0,0 0-1 0 0,1 1 1 0 0,-1-1 0 0 0,0 0-1 0 0,0 1 1 0 0,1-1 0 0 0,-1 0-1 0 0,1 0 1 0 0,-1 0 0 0 0,1 0 0 0 0,2 1-1 0 0,-2-2-3 0 0,0 0-1 0 0,0 0 0 0 0,1-1 1 0 0,-1 1-1 0 0,0 0 1 0 0,0-1-1 0 0,0 0 1 0 0,0 1-1 0 0,0-1 1 0 0,1 0-1 0 0,-1 0 0 0 0,-1 0 1 0 0,1 0-1 0 0,0-1 1 0 0,0 1-1 0 0,3-3 1 0 0,8-8-24 0 0,-1-1 1 0 0,0 0-1 0 0,18-26 1 0 0,130-229-340 0 0,-34 53 132 0 0,-119 204 214 0 0,56-79-133 0 0,-55 80 116 0 0,0 1 0 0 0,1 0 0 0 0,0 0 0 0 0,0 0 0 0 0,1 1 0 0 0,16-9 0 0 0,-25 16 33 0 0,1 0 0 0 0,-1 1-1 0 0,0-1 1 0 0,0 1 0 0 0,1 0-1 0 0,-1-1 1 0 0,0 1-1 0 0,1 0 1 0 0,-1 0 0 0 0,0-1-1 0 0,1 1 1 0 0,-1 0 0 0 0,0 1-1 0 0,1-1 1 0 0,-1 0 0 0 0,0 0-1 0 0,1 0 1 0 0,-1 1-1 0 0,0-1 1 0 0,0 1 0 0 0,1-1-1 0 0,-1 1 1 0 0,0 0 0 0 0,0-1-1 0 0,0 1 1 0 0,0 0 0 0 0,0 0-1 0 0,0 0 1 0 0,0-1-1 0 0,0 1 1 0 0,0 0 0 0 0,0 0-1 0 0,0 1 1 0 0,0-1 0 0 0,-1 0-1 0 0,1 0 1 0 0,0 0 0 0 0,-1 0-1 0 0,1 1 1 0 0,-1-1-1 0 0,0 0 1 0 0,1 1 0 0 0,-1 1-1 0 0,5 9 74 0 0,-2 1 0 0 0,1 1 0 0 0,1 18 0 0 0,-3-20-37 0 0,6 55 129 0 0,-3 1 0 0 0,-5 93 0 0 0,-1-70-82 0 0,-1-7-163 0 0,0-1-4023 0 0,2-82 3115 0 0,16-2-9073 0 0,-8-7 9536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3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625 7 3460 0 0,'-27'-4'2196'0'0,"-1"2"0"0"0,-46 2 0 0 0,44 2-1549 0 0,0 2 0 0 0,1 1-1 0 0,0 1 1 0 0,-50 17 0 0 0,58-15-503 0 0,1 0-1 0 0,0 2 1 0 0,0 0 0 0 0,1 1 0 0 0,0 1-1 0 0,0 1 1 0 0,2 0 0 0 0,0 2 0 0 0,0 0-1 0 0,1 0 1 0 0,1 2 0 0 0,-23 32 0 0 0,32-38-104 0 0,0-1 0 0 0,1 1-1 0 0,0 1 1 0 0,1-1 0 0 0,0 1 0 0 0,1 0 0 0 0,1 0 0 0 0,-1 0 0 0 0,2 0 0 0 0,0 0 0 0 0,0 0 0 0 0,1 0 0 0 0,1 1 0 0 0,0-1 0 0 0,0 0-1 0 0,1 0 1 0 0,1 0 0 0 0,0 0 0 0 0,1-1 0 0 0,0 1 0 0 0,0-1 0 0 0,8 13 0 0 0,-1-3 16 0 0,1-2 0 0 0,0 1 0 0 0,1-2 0 0 0,2 1 0 0 0,-1-2 0 0 0,2 0 0 0 0,0-1 0 0 0,2 0 0 0 0,-1-2 0 0 0,37 24 1 0 0,-26-22-87 0 0,0-1 0 0 0,0-2 0 0 0,1 0 0 0 0,33 8 0 0 0,-51-18-298 0 0,-1 0 0 0 0,1-1 0 0 0,-1 0 0 0 0,1-1 0 0 0,0 0 0 0 0,0 0 0 0 0,-1-1 0 0 0,1-1 0 0 0,0 0 0 0 0,0 0 0 0 0,-1-1 0 0 0,1 0 0 0 0,-1-1 0 0 0,1-1 0 0 0,13-6 0 0 0,-17 6-376 0 0,-1 0-1 0 0,-1 0 1 0 0,1-1 0 0 0,-1 0 0 0 0,1-1 0 0 0,-2 1 0 0 0,1-1 0 0 0,6-10-1 0 0,30-56-3061 0 0,-32 54 3241 0 0,0-1 74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178 288 3644 0 0,'-27'3'7451'0'0,"22"2"-7180"0"0,0 1 1 0 0,1-1-1 0 0,0 1 0 0 0,1 0 0 0 0,-1 0 1 0 0,1 0-1 0 0,0 0 0 0 0,-4 13 1 0 0,-27 68 597 0 0,18-49-615 0 0,2 0 0 0 0,-11 47 1 0 0,18-52-191 0 0,0 1-1 0 0,3 1 1 0 0,1-1 0 0 0,1 0 0 0 0,4 50 0 0 0,-1-73-42 0 0,0 0-1 0 0,1 0 1 0 0,1 0 0 0 0,0-1 0 0 0,0 1 0 0 0,1-1 0 0 0,0 1-1 0 0,1-1 1 0 0,0-1 0 0 0,1 1 0 0 0,0-1 0 0 0,0 0-1 0 0,1 0 1 0 0,0 0 0 0 0,0-1 0 0 0,1-1 0 0 0,0 1 0 0 0,1-1-1 0 0,0 0 1 0 0,18 10 0 0 0,-1-5 37 0 0,0 0 0 0 0,2-2 1 0 0,-1-1-1 0 0,1-1 0 0 0,0-2 0 0 0,0 0 0 0 0,49 2 0 0 0,-7-6 126 0 0,-1-2-1 0 0,72-11 0 0 0,-120 9-63 0 0,1-1 1 0 0,0-1-1 0 0,-1-1 0 0 0,0-1 0 0 0,0-1 1 0 0,-1-1-1 0 0,0 0 0 0 0,0-2 0 0 0,-1 0 0 0 0,0-1 1 0 0,-1-1-1 0 0,0-1 0 0 0,-1-1 0 0 0,0 0 1 0 0,-1-1-1 0 0,-1-1 0 0 0,0 0 0 0 0,-2-1 0 0 0,1 0 1 0 0,-2-1-1 0 0,11-21 0 0 0,15-40-815 0 0,-3-2 0 0 0,-3-2-1 0 0,33-135 1 0 0,-22 68-4552 0 0,-31 110 3409 0 0,6-20-2313 0 0,30-68-1 0 0,-37 108 3361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5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275 212 1276 0 0,'1'0'89'0'0,"-1"0"0"0"0,1 0 0 0 0,0 0 0 0 0,0 0 0 0 0,0 0 0 0 0,-1-1 1 0 0,1 1-1 0 0,0 0 0 0 0,0 0 0 0 0,0-1 0 0 0,-1 1 0 0 0,1 0 0 0 0,0-1 0 0 0,-1 1 0 0 0,1 0 0 0 0,0-1 0 0 0,-1 1 0 0 0,1-1 0 0 0,0 0 0 0 0,-1 1 0 0 0,1-1 0 0 0,-1 1 1 0 0,1-1-1 0 0,-1 0 0 0 0,1 1 0 0 0,-1-1 0 0 0,0 0 0 0 0,1 0 0 0 0,-1 1 0 0 0,0-1 0 0 0,1 0 0 0 0,-1-1 0 0 0,1-1 149 0 0,-1-1-1 0 0,0 1 0 0 0,0-1 1 0 0,0 1-1 0 0,-1-1 1 0 0,1 1-1 0 0,-1-1 1 0 0,-1-4-1 0 0,-2-4 317 0 0,0 0 0 0 0,-1 0 0 0 0,-10-17-1 0 0,-1 0-363 0 0,14 24-167 0 0,0-1 0 0 0,-1 1 1 0 0,0 0-1 0 0,0 0 0 0 0,0 0 1 0 0,-1 1-1 0 0,0-1 0 0 0,1 1 1 0 0,-2 0-1 0 0,-5-5 0 0 0,9 8-42 0 0,0 0 0 0 0,-1 0-1 0 0,1 0 1 0 0,-1 1 0 0 0,1-1-1 0 0,-1 0 1 0 0,1 1 0 0 0,-1-1-1 0 0,1 1 1 0 0,-1-1 0 0 0,0 1-1 0 0,1 0 1 0 0,-1 0-1 0 0,1-1 1 0 0,-1 1 0 0 0,0 0-1 0 0,1 1 1 0 0,-1-1 0 0 0,0 0-1 0 0,1 0 1 0 0,-1 1 0 0 0,-2 0-1 0 0,1 1-2 0 0,1-1-1 0 0,-1 1 0 0 0,1 0 1 0 0,0 0-1 0 0,-1 0 0 0 0,1 0 1 0 0,0 0-1 0 0,0 1 0 0 0,0-1 1 0 0,0 1-1 0 0,-2 3 0 0 0,-4 11-19 0 0,0 0-1 0 0,1 0 1 0 0,-6 27-1 0 0,7-23 54 0 0,-20 70-2850 0 0,-24 184 1 0 0,34-169 1315 0 0,11-68 1050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6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12 107 3976 0 0,'-1'-1'232'0'0,"0"0"0"0"0,0 0 0 0 0,0 0 0 0 0,0 0 0 0 0,0 0 0 0 0,1 0 0 0 0,-1 0 0 0 0,0-1 0 0 0,1 1 0 0 0,-1 0 0 0 0,1 0 0 0 0,-1-1 0 0 0,1 1 0 0 0,-1 0 0 0 0,1-1 0 0 0,0 1 0 0 0,0 0 0 0 0,0-1 0 0 0,0 1 0 0 0,0 0 0 0 0,0-1 0 0 0,0 1 0 0 0,0-1 0 0 0,0 1-1 0 0,1 0 1 0 0,-1-1 0 0 0,1 1 0 0 0,-1 0 0 0 0,1 0 0 0 0,-1-1 0 0 0,1 1 0 0 0,0 0 0 0 0,-1 0 0 0 0,1 0 0 0 0,0 0 0 0 0,0 0 0 0 0,2-2 0 0 0,-1-1 21 0 0,1 1 0 0 0,0-1 0 0 0,1 1 1 0 0,-1 0-1 0 0,0 0 0 0 0,1 0 0 0 0,0 0 0 0 0,-1 1 0 0 0,1-1 0 0 0,7-2 0 0 0,16-2-231 0 0,0 2-1 0 0,0 0 0 0 0,0 2 0 0 0,40 0 1 0 0,111 12-1105 0 0,-160-8 839 0 0,-4 0 6 0 0,98 11-2172 0 0,-99-10 1541 0 0,-1 1 0 0 0,0 0 0 0 0,0 0 1 0 0,0 1-1 0 0,-1 1 0 0 0,19 9 0 0 0,-29-14 793 0 0,-1 0 0 0 0,1 0 0 0 0,-1 1-1 0 0,1-1 1 0 0,-1 0 0 0 0,1 0 0 0 0,0 0-1 0 0,-1 0 1 0 0,1 1 0 0 0,-1-1 0 0 0,0 0 0 0 0,1 1-1 0 0,-1-1 1 0 0,1 0 0 0 0,-1 1 0 0 0,1-1 0 0 0,-1 0-1 0 0,0 1 1 0 0,1-1 0 0 0,-1 1 0 0 0,0-1 0 0 0,1 1-1 0 0,-1-1 1 0 0,0 1 0 0 0,0-1 0 0 0,1 1 0 0 0,-1-1-1 0 0,0 1 1 0 0,0-1 0 0 0,0 1 0 0 0,0-1-1 0 0,0 1 1 0 0,0-1 0 0 0,0 1 0 0 0,0 0 0 0 0,0-1-1 0 0,0 1 1 0 0,0-1 0 0 0,0 1 0 0 0,0-1 0 0 0,0 1-1 0 0,-1-1 1 0 0,1 1 0 0 0,0-1 0 0 0,0 1 0 0 0,0-1-1 0 0,-1 1 1 0 0,1-1 0 0 0,0 1 0 0 0,-1-1-1 0 0,1 1 1 0 0,-1-1 0 0 0,1 0 0 0 0,0 1 0 0 0,-1-1-1 0 0,1 0 1 0 0,-1 1 0 0 0,0-1 0 0 0,-10 6-501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7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1 3760 0 0,'-17'0'3028'0'0,"22"4"1004"0"0,20 16-3394 0 0,-5 3-249 0 0,0 1-1 0 0,-2 0 1 0 0,-1 2 0 0 0,0 0 0 0 0,14 35 0 0 0,-23-44-304 0 0,-1 0 0 0 0,-1 0 1 0 0,-1 1-1 0 0,0-1 0 0 0,-1 1 1 0 0,-1 1-1 0 0,-1-1 0 0 0,-1 0 1 0 0,0 1-1 0 0,-2 19 0 0 0,-2-27-70 0 0,1 0-1 0 0,-2 0 0 0 0,1 0 1 0 0,-2 0-1 0 0,1 0 0 0 0,-1-1 0 0 0,-1 0 1 0 0,0 0-1 0 0,-1 0 0 0 0,1-1 1 0 0,-2 0-1 0 0,1 0 0 0 0,-1-1 1 0 0,-1 0-1 0 0,1-1 0 0 0,-20 14 1 0 0,-3-1-15 0 0,0 0 0 0 0,-2-2 0 0 0,-68 27 0 0 0,86-38-6 0 0,8-4-4 0 0,1 0-1 0 0,0-1 0 0 0,-1 1 1 0 0,0-1-1 0 0,-9 2 0 0 0,90 12 581 0 0,81 7 504 0 0,239 68 0 0 0,-143-28 171 0 0,-230-58-991 0 0,0-1 0 0 0,0-1 0 0 0,0-1-1 0 0,1-1 1 0 0,-1-1 0 0 0,34-4 0 0 0,-53 4-322 0 0,0-1 1 0 0,-1 1 0 0 0,1 0 0 0 0,0-1 0 0 0,-1 0 0 0 0,1 1 0 0 0,-1-1 0 0 0,1 0 0 0 0,-1 0 0 0 0,1 0-1 0 0,-1 0 1 0 0,0 0 0 0 0,0 0 0 0 0,1 0 0 0 0,-1 0 0 0 0,0-1 0 0 0,0 1 0 0 0,0 0 0 0 0,0-1-1 0 0,0 1 1 0 0,1-3 0 0 0,-1 0-492 0 0,1 0 0 0 0,-1-1 0 0 0,0 1 0 0 0,0-1 0 0 0,0 1 0 0 0,0-1-1 0 0,-1-8 1 0 0,-1-8-2508 0 0,0 0 0 0 0,-9-35 0 0 0,8 45 2483 0 0,-18-82-3608 0 0,16 68 3572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38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4 1812 0 0,'0'0'10'0'0,"0"0"0"0"0,0-1 1 0 0,0 1-1 0 0,0 0 0 0 0,0 0 0 0 0,0 0 0 0 0,0 0 0 0 0,0 0 1 0 0,0 0-1 0 0,0-1 0 0 0,0 1 0 0 0,0 0 0 0 0,0 0 0 0 0,0 0 0 0 0,-1 0 1 0 0,1 0-1 0 0,0 0 0 0 0,0-1 0 0 0,0 1 0 0 0,0 0 0 0 0,0 0 1 0 0,0 0-1 0 0,0 0 0 0 0,0 0 0 0 0,-1 0 0 0 0,1 0 0 0 0,0 0 0 0 0,0 0 1 0 0,0 0-1 0 0,0-1 0 0 0,0 1 0 0 0,0 0 0 0 0,-1 0 0 0 0,1 0 1 0 0,0 0-1 0 0,0 0 0 0 0,0 0 0 0 0,0 0 0 0 0,0 0 0 0 0,0 0 1 0 0,-1 0-1 0 0,1 0 0 0 0,0 0 0 0 0,0 0 0 0 0,0 0 0 0 0,0 0 0 0 0,0 0 1 0 0,-1 1-1 0 0,1-1 0 0 0,0 0 0 0 0,0 0 0 0 0,0 0 0 0 0,0 0 1 0 0,0 0-1 0 0,0 0 0 0 0,0 0 0 0 0,-1 0 0 0 0,1 0 0 0 0,0 0 0 0 0,0 1 1 0 0,0-1-1 0 0,0 0 0 0 0,0 0 0 0 0,0 0 0 0 0,0 0 0 0 0,-15 14-620 0 0,-12 22-750 0 0,18-24 1092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7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20 108 0 0,'-4'-5'0'0'0,"4"-2"0"0"0,0-1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7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400 1 1232 0 0,'-3'3'192'0'0,"-1"0"0"0"0,0 0 0 0 0,1 0 0 0 0,-1-1 0 0 0,-1 0 0 0 0,1 1 0 0 0,0-2 0 0 0,-8 4 0 0 0,-22 12-503 0 0,26-12 293 0 0,-20 15 191 0 0,1 2 0 0 0,0 0 0 0 0,2 2 0 0 0,0 0 1 0 0,-32 43-1 0 0,41-44-116 0 0,1 0 1 0 0,1 0-1 0 0,1 1 1 0 0,2 1-1 0 0,0 1 1 0 0,1-1-1 0 0,2 1 1 0 0,0 1-1 0 0,2 0 1 0 0,1 0-1 0 0,1 0 1 0 0,2 0-1 0 0,0 0 1 0 0,2 1 0 0 0,1-1-1 0 0,1 1 1 0 0,7 30-1 0 0,2-15-74 0 0,1-1 0 0 0,3 0 0 0 0,2-1 0 0 0,1-1 0 0 0,2-1 0 0 0,2 0 0 0 0,1-2 1 0 0,2 0-1 0 0,2-2 0 0 0,1-1 0 0 0,1-1 0 0 0,2-1 0 0 0,1-2 0 0 0,2-1 0 0 0,1-2 0 0 0,41 25 0 0 0,-1-6-121 0 0,1-3 0 0 0,3-4-1 0 0,1-4 1 0 0,1-2 0 0 0,2-5 0 0 0,1-3 0 0 0,0-4-1 0 0,2-3 1 0 0,99 7 0 0 0,228-10 799 0 0,-268-21-1803 0 0,1-6-1 0 0,178-40 0 0 0,-267 40 887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47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1448 1176 2080 0 0,'2'-49'370'0'0,"-1"1"1"0"0,-3-1-1 0 0,-2 1 0 0 0,-2 0 0 0 0,-3 0 1 0 0,-1 0-1 0 0,-2 1 0 0 0,-3 1 0 0 0,-1 0 1 0 0,-2 1-1 0 0,-3 1 0 0 0,-1 1 0 0 0,-32-47 1 0 0,28 53-453 0 0,-2 0 0 0 0,-1 2 1 0 0,-1 2-1 0 0,-2 0 1 0 0,-2 2-1 0 0,0 2 1 0 0,-2 1-1 0 0,-2 1 0 0 0,0 3 1 0 0,-1 1-1 0 0,-1 1 1 0 0,-2 3-1 0 0,0 1 0 0 0,-50-13 1 0 0,43 17-448 0 0,-1 3 1 0 0,-1 1-1 0 0,0 3 0 0 0,0 2 1 0 0,0 3-1 0 0,0 2 0 0 0,-1 1 1 0 0,1 4-1 0 0,0 1 0 0 0,-75 19 1 0 0,78-12 307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9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0 475 5232 0 0,'13'-1'1796'0'0,"-1"0"-1"0"0,1 0 0 0 0,18-6 0 0 0,38-13 1332 0 0,3-1-2454 0 0,212-49-823 0 0,-98 14-3785 0 0,-184 55 3681 0 0,0 1 1 0 0,-1-1-1 0 0,1 1 0 0 0,0-1 0 0 0,-1 1 0 0 0,1-1 0 0 0,-1 0 0 0 0,1 0 0 0 0,-1 0 0 0 0,1 0 0 0 0,-1 0 0 0 0,0 0 0 0 0,0 0 0 0 0,1 0 0 0 0,-1 0 0 0 0,0-1 0 0 0,0 1 0 0 0,0-1 0 0 0,0 1 0 0 0,0-1 0 0 0,0-1 0 0 0,-1 1 78 0 0,0 1 0 0 0,0-1 0 0 0,0 1 0 0 0,0-1 0 0 0,0 1 0 0 0,0-1 0 0 0,-1 1 0 0 0,1 0 0 0 0,-1-1 1 0 0,1 1-1 0 0,-1-1 0 0 0,0 1 0 0 0,1 0 0 0 0,-1-1 0 0 0,0 1 0 0 0,0 0 0 0 0,0 0 0 0 0,0 0 0 0 0,-1-2 0 0 0,-8-6-365 0 0,-1 0 0 0 0,1 1 0 0 0,-2 0-1 0 0,-13-8 1 0 0,19 12 465 0 0,-25-17 604 0 0,1-2-1 0 0,-41-41 1 0 0,-23-17 7368 0 0,94 80-7810 0 0,-1 1 0 0 0,1 0 0 0 0,0 0 0 0 0,-1 0 0 0 0,1 0 1 0 0,0 0-1 0 0,-1 0 0 0 0,1 0 0 0 0,0 0 0 0 0,0 0 0 0 0,-1 0 0 0 0,1 0 0 0 0,0 0 1 0 0,-1 0-1 0 0,1 0 0 0 0,0 0 0 0 0,-1 0 0 0 0,1 0 0 0 0,0 0 0 0 0,0 0 0 0 0,-1 0 0 0 0,1 1 1 0 0,0-1-1 0 0,0 0 0 0 0,-1 0 0 0 0,1 0 0 0 0,0 0 0 0 0,0 1 0 0 0,-1-1 0 0 0,1 0 1 0 0,0 0-1 0 0,0 0 0 0 0,0 1 0 0 0,-1-1 0 0 0,1 0 0 0 0,0 1 0 0 0,0-1 0 0 0,0 0 0 0 0,0 0 1 0 0,0 1-1 0 0,-1-1 0 0 0,-7 23 925 0 0,0 23-714 0 0,-19 473-1201 0 0,21-173-7597 0 0,6-339 8148 0 0,-1 0 0 0 0,2 0-1 0 0,-1 0 1 0 0,1 1 0 0 0,0-1-1 0 0,0 0 1 0 0,1 0 0 0 0,0-1-1 0 0,0 1 1 0 0,4 7 0 0 0,-1-5-320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9.2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1 4652 0 0,'2'20'982'0'0,"0"1"0"0"0,-1 0 0 0 0,-2 0-1 0 0,0 0 1 0 0,-1 0 0 0 0,-1-1 0 0 0,-9 35-1 0 0,1 4 547 0 0,-123 569 37 0 0,83-411-3169 0 0,37-159 644 0 0,1-10-614 0 0,2 1 1 0 0,3 1-1 0 0,1-1 1 0 0,0 76-1 0 0,7-120 1356 0 0,0 0 0 0 0,1 0 0 0 0,-1 0 0 0 0,1 0 0 0 0,0-1-1 0 0,0 1 1 0 0,0 0 0 0 0,1-1 0 0 0,0 1 0 0 0,0-1 0 0 0,0 1 0 0 0,0-1 0 0 0,1 0 0 0 0,3 4 0 0 0,6 3-658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9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510 0 4180 0 0,'-230'64'8844'0'0,"184"-48"-7905"0"0,1 2-1 0 0,-80 45 0 0 0,119-60-876 0 0,1 1 0 0 0,0-1-1 0 0,-1 1 1 0 0,2 0 0 0 0,-1 0 0 0 0,0 1 0 0 0,1-1 0 0 0,0 1 0 0 0,0 0-1 0 0,-6 9 1 0 0,9-11-29 0 0,0-1-1 0 0,0 1 1 0 0,0 0-1 0 0,1 0 1 0 0,-1-1-1 0 0,1 1 0 0 0,-1 0 1 0 0,1 0-1 0 0,0-1 1 0 0,0 1-1 0 0,0 0 1 0 0,1 0-1 0 0,-1 0 1 0 0,1-1-1 0 0,-1 1 0 0 0,1 0 1 0 0,0-1-1 0 0,0 1 1 0 0,0 0-1 0 0,1-1 1 0 0,-1 1-1 0 0,0-1 1 0 0,1 0-1 0 0,0 1 0 0 0,2 2 1 0 0,23 23 86 0 0,0 0 0 0 0,2-2 1 0 0,1-1-1 0 0,1-1 0 0 0,66 37 0 0 0,58 46-956 0 0,-51-13-2495 0 0,-43-22-4918 0 0,-61-72 8141 0 0,0 1-1 0 0,0-1 1 0 0,0 0-1 0 0,1 0 1 0 0,-1 0-1 0 0,0 1 1 0 0,0-1-1 0 0,1 0 0 0 0,-1 0 1 0 0,0 0-1 0 0,0 0 1 0 0,1 1-1 0 0,-1-1 1 0 0,0 0-1 0 0,0 0 1 0 0,1 0-1 0 0,-1 0 1 0 0,0 0-1 0 0,1 0 1 0 0,-1 0-1 0 0,0 0 1 0 0,0 0-1 0 0,1 0 1 0 0,-1 0-1 0 0,0 0 1 0 0,1 0-1 0 0,-1 0 0 0 0,0 0 1 0 0,1 0-1 0 0,-1 0 1 0 0,0 0-1 0 0,0 0 1 0 0,1-1-1 0 0,-1 1 1 0 0,0 0-1 0 0,0 0 1 0 0,1 0-1 0 0,-1 0 1 0 0,0-1-1 0 0,0 1 1 0 0,0 0-1 0 0,1 0 1 0 0,-1-1-1 0 0,5-6-454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9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5849 0 0,'8'18'3956'0'0,"-1"1"1"0"0,10 37 0 0 0,-13-7-3608 0 0,-5-43-920 0 0,1-1 0 0 0,-1 0 0 0 0,0 0 0 0 0,0 0-1 0 0,0 0 1 0 0,-1-1 0 0 0,-2 7 0 0 0,3-10 368 0 0,1 0 1 0 0,0 0 0 0 0,-1 0 0 0 0,1-1 0 0 0,0 1-1 0 0,-1 0 1 0 0,1 0 0 0 0,-1-1 0 0 0,0 1-1 0 0,1 0 1 0 0,-1-1 0 0 0,1 1 0 0 0,-1 0 0 0 0,0-1-1 0 0,0 1 1 0 0,1-1 0 0 0,-1 1 0 0 0,0-1 0 0 0,0 1-1 0 0,0-1 1 0 0,1 0 0 0 0,-1 1 0 0 0,0-1 0 0 0,0 0-1 0 0,0 0 1 0 0,0 0 0 0 0,0 1 0 0 0,0-1-1 0 0,0 0 1 0 0,1 0 0 0 0,-1 0 0 0 0,0-1 0 0 0,0 1-1 0 0,0 0 1 0 0,0 0 0 0 0,0 0 0 0 0,0-1 0 0 0,0 1-1 0 0,1 0 1 0 0,-1-1 0 0 0,0 1 0 0 0,0-1 0 0 0,1 1-1 0 0,-1-1 1 0 0,0 1 0 0 0,0-1 0 0 0,1 0-1 0 0,-1 1 1 0 0,0-1 0 0 0,1 0 0 0 0,-1 1 0 0 0,1-1-1 0 0,-1 0 1 0 0,1 0 0 0 0,0 1 0 0 0,-1-1 0 0 0,1 0-1 0 0,-1-1 1 0 0,-3-9-634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2:59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5204 0 0,'1'2'695'0'0,"0"-1"0"0"0,1 0-1 0 0,-1 1 1 0 0,1-1-1 0 0,0 0 1 0 0,-1 0-1 0 0,1 0 1 0 0,0 0-1 0 0,0-1 1 0 0,-1 1-1 0 0,1 0 1 0 0,0-1 0 0 0,0 1-1 0 0,0-1 1 0 0,0 1-1 0 0,0-1 1 0 0,5 0 4222 0 0,0-3-11875 0 0,18-9-341 0 0,-21-27 1692 0 0,-4 23 4586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0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690 1 3960 0 0,'-19'3'1335'0'0,"-1"1"0"0"0,1 1 0 0 0,0 0 0 0 0,0 2 0 0 0,-18 9 1 0 0,29-12-1145 0 0,1 1 0 0 0,-1 0 0 0 0,1 0 0 0 0,0 0 0 0 0,1 1 0 0 0,0 0 0 0 0,-1 1 0 0 0,2-1 0 0 0,-1 1 1 0 0,1 0-1 0 0,0 1 0 0 0,1-1 0 0 0,-8 16 0 0 0,-2 13-5 0 0,2 1 0 0 0,1 0-1 0 0,2 0 1 0 0,-9 69 0 0 0,3 157 384 0 0,14-229-515 0 0,23 728 530 0 0,-1 35-402 0 0,-23-748-78 0 0,-10 63 1 0 0,10-100-43 0 0,0 0 0 0 0,-1 1 1 0 0,0-2-1 0 0,-1 1 0 0 0,-1 0 0 0 0,0-1 1 0 0,0 1-1 0 0,-1-2 0 0 0,0 1 1 0 0,-15 17-1 0 0,19-25-34 0 0,0-1-1 0 0,0 0 1 0 0,-1 0 0 0 0,1 0-1 0 0,-1 0 1 0 0,1-1 0 0 0,-1 1-1 0 0,0-1 1 0 0,0 1 0 0 0,0-1 0 0 0,0 0-1 0 0,0 0 1 0 0,0 0 0 0 0,0 0-1 0 0,0-1 1 0 0,0 0 0 0 0,0 1-1 0 0,-4-1 1 0 0,2-1-14 0 0,0 1 1 0 0,-1-1-1 0 0,1-1 1 0 0,0 1-1 0 0,0-1 1 0 0,0 0-1 0 0,0 0 1 0 0,0 0-1 0 0,-8-6 1 0 0,-2-2-135 0 0,1-1-1 0 0,1-1 1 0 0,0 0-1 0 0,0-1 1 0 0,-13-19-1 0 0,7 6-663 0 0,1-1 0 0 0,2 0 0 0 0,-25-59-1 0 0,-5-32-6941 0 0,44 110 6919 0 0,11 7-4576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69 244 5561 0 0,'-1'5'1301'0'0,"-1"1"0"0"0,0 0 1 0 0,0-1-1 0 0,0 1 1 0 0,0-1-1 0 0,-5 7 1 0 0,-7 18 1437 0 0,4 8-1661 0 0,-12 77 0 0 0,20-97-830 0 0,0-1 0 0 0,2 1 0 0 0,0 0 1 0 0,1-1-1 0 0,0 1 0 0 0,8 31 0 0 0,-9-47-243 0 0,1-1 1 0 0,-1 1-1 0 0,0-1 0 0 0,1 0 0 0 0,-1 1 1 0 0,1-1-1 0 0,-1 1 0 0 0,1-1 0 0 0,0 0 0 0 0,0 0 1 0 0,-1 1-1 0 0,1-1 0 0 0,0 0 0 0 0,0 0 0 0 0,0 0 1 0 0,0 0-1 0 0,0 0 0 0 0,1 0 0 0 0,-1 0 0 0 0,0 0 1 0 0,0 0-1 0 0,1-1 0 0 0,-1 1 0 0 0,0 0 1 0 0,1-1-1 0 0,-1 1 0 0 0,1-1 0 0 0,-1 0 0 0 0,0 1 1 0 0,1-1-1 0 0,-1 0 0 0 0,1 0 0 0 0,-1 0 0 0 0,1 0 1 0 0,-1 0-1 0 0,1 0 0 0 0,-1-1 0 0 0,1 1 1 0 0,-1 0-1 0 0,1-1 0 0 0,-1 1 0 0 0,0-1 0 0 0,1 1 1 0 0,-1-1-1 0 0,0 0 0 0 0,1 1 0 0 0,-1-1 0 0 0,2-2 1 0 0,4-1-111 0 0,0-1 1 0 0,-1-1-1 0 0,0 1 1 0 0,0-1-1 0 0,0 0 1 0 0,0 0-1 0 0,7-12 1 0 0,0-4-211 0 0,0-1 1 0 0,-2 0 0 0 0,-1-1 0 0 0,-1 0 0 0 0,-1-1 0 0 0,0 0 0 0 0,5-39 0 0 0,-11 48 130 0 0,0 0 1 0 0,-1 0-1 0 0,0 0 0 0 0,-2-1 1 0 0,0 1-1 0 0,0 0 1 0 0,-2 0-1 0 0,0 0 1 0 0,0 1-1 0 0,-2-1 1 0 0,0 1-1 0 0,-1 0 1 0 0,-10-20-1 0 0,11 26-237 0 0,-1 1 0 0 0,1 0 0 0 0,-2 1 0 0 0,1 0 0 0 0,-1 0 0 0 0,0 0 0 0 0,0 0 0 0 0,-1 1 0 0 0,-10-5 0 0 0,-46-23-7172 0 0,59 29 4843 0 0,5-1 2103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1.2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0 4916 0 0,'-3'1'377'0'0,"0"0"-1"0"0,0-1 0 0 0,0 1 0 0 0,0 0 0 0 0,1 0 0 0 0,-1 0 1 0 0,0 1-1 0 0,1-1 0 0 0,-1 1 0 0 0,1 0 0 0 0,-1-1 0 0 0,1 1 1 0 0,0 0-1 0 0,-1 0 0 0 0,1 1 0 0 0,0-1 0 0 0,-1 3 0 0 0,-1 0 21 0 0,1 1-1 0 0,0-1 1 0 0,1 1-1 0 0,-1 0 1 0 0,1 0-1 0 0,0 0 1 0 0,-1 11-1 0 0,0 7-235 0 0,1 0 0 0 0,1 0 0 0 0,4 31-1 0 0,-3-49-196 0 0,12 100 237 0 0,47 195 0 0 0,-10-70-59 0 0,-44-201-98 0 0,2 49 0 0 0,-7-71-12 0 0,0 0 0 0 0,0 0 1 0 0,-1-1-1 0 0,1 1 0 0 0,-2 0 0 0 0,1-1 0 0 0,-1 1 0 0 0,0-1 0 0 0,-1 0 0 0 0,0 1 0 0 0,-7 12 1 0 0,8-17-83 0 0,-1 0 0 0 0,0 0 0 0 0,0 0 0 0 0,0 0 1 0 0,-1-1-1 0 0,1 1 0 0 0,-1-1 0 0 0,1 0 1 0 0,-1 0-1 0 0,0-1 0 0 0,1 1 0 0 0,-1-1 1 0 0,0 0-1 0 0,0 0 0 0 0,0 0 0 0 0,0 0 1 0 0,0 0-1 0 0,0-1 0 0 0,0 0 0 0 0,-1 0 1 0 0,1 0-1 0 0,0-1 0 0 0,0 1 0 0 0,0-1 1 0 0,0 0-1 0 0,0 0 0 0 0,0 0 0 0 0,-4-3 1 0 0,-3 0-608 0 0,-1 0 0 0 0,2-1 0 0 0,-1-1 1 0 0,1 0-1 0 0,-1 0 0 0 0,2-1 1 0 0,-1-1-1 0 0,-13-12 0 0 0,10 6-22 0 0,0-1-1 0 0,1-1 1 0 0,1 1 0 0 0,1-2-1 0 0,0 0 1 0 0,1 0 0 0 0,0 0-1 0 0,2-1 1 0 0,0 0 0 0 0,1-1-1 0 0,-7-35 1 0 0,5 8 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1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4876 0 0,'173'62'6161'0'0,"1"1"-11846"0"0,-53-14 756 0 0,-109-43 4566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2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65 536 4068 0 0,'2'1'286'0'0,"-1"1"0"0"0,1-1 0 0 0,0 0 0 0 0,-1 0-1 0 0,1 0 1 0 0,0 0 0 0 0,0 0 0 0 0,0 0-1 0 0,0 0 1 0 0,0-1 0 0 0,0 1 0 0 0,0-1 0 0 0,0 1-1 0 0,0-1 1 0 0,0 0 0 0 0,0 0 0 0 0,0 0 0 0 0,0 0-1 0 0,0 0 1 0 0,0 0 0 0 0,0-1 0 0 0,0 1 0 0 0,0-1-1 0 0,0 1 1 0 0,0-1 0 0 0,0 0 0 0 0,2-1-1 0 0,61-29 1052 0 0,-51 23-1437 0 0,22-12-365 0 0,0-2 0 0 0,-1-2 0 0 0,42-37 0 0 0,-60 46 160 0 0,-1 0 0 0 0,-1-1 0 0 0,0 0 0 0 0,-1-2 0 0 0,-1 1 0 0 0,-1-2 0 0 0,0 0 0 0 0,10-24 0 0 0,-19 37 266 0 0,0-1-1 0 0,-1 1 1 0 0,0-1 0 0 0,-1 1 0 0 0,1-1-1 0 0,-1 0 1 0 0,0 0 0 0 0,-1 1-1 0 0,0-1 1 0 0,0 0 0 0 0,0 0-1 0 0,-1 0 1 0 0,0 0 0 0 0,0 1-1 0 0,-1-1 1 0 0,0 0 0 0 0,0 1-1 0 0,-4-9 1 0 0,3 10 122 0 0,0 1-1 0 0,-1-1 1 0 0,1 1 0 0 0,-1 0 0 0 0,0 0-1 0 0,0 0 1 0 0,0 0 0 0 0,-1 1-1 0 0,1-1 1 0 0,-1 1 0 0 0,0 0-1 0 0,0 1 1 0 0,0-1 0 0 0,0 1-1 0 0,0 0 1 0 0,-1 0 0 0 0,1 1-1 0 0,-1-1 1 0 0,1 1 0 0 0,-1 0 0 0 0,1 1-1 0 0,-9-1 1 0 0,1 1 172 0 0,0 1 1 0 0,0-1-1 0 0,0 2 1 0 0,1 0-1 0 0,-1 0 0 0 0,1 1 1 0 0,-1 1-1 0 0,1 0 1 0 0,0 1-1 0 0,1 0 1 0 0,-18 10-1 0 0,13-4-10 0 0,2-1 1 0 0,-1 2-1 0 0,1-1 0 0 0,1 2 0 0 0,0 0 1 0 0,1 1-1 0 0,-16 23 0 0 0,12-13-68 0 0,2 0 0 0 0,0 1 0 0 0,2 1 0 0 0,1 0 0 0 0,1 0 0 0 0,1 1 0 0 0,2 1 0 0 0,0-1-1 0 0,2 1 1 0 0,-3 39 0 0 0,8-32-134 0 0,0-1 1 0 0,3 1-1 0 0,0-1 0 0 0,3 0 0 0 0,0 0 0 0 0,2 0 1 0 0,2-1-1 0 0,16 37 0 0 0,-15-44-343 0 0,2 0 0 0 0,1-1 0 0 0,1 0 0 0 0,21 24 0 0 0,-21-31-500 0 0,1 0 1 0 0,1-1-1 0 0,0 0 1 0 0,1-2 0 0 0,27 18-1 0 0,-39-29 398 0 0,0 0-1 0 0,1-1 1 0 0,0 0 0 0 0,0 0-1 0 0,0 0 1 0 0,0-1-1 0 0,0 0 1 0 0,0-1-1 0 0,1 0 1 0 0,-1 0-1 0 0,1 0 1 0 0,-1-1-1 0 0,1 0 1 0 0,10-1-1 0 0,-5-1-94 0 0,0-1-1 0 0,-1 0 0 0 0,1-1 0 0 0,-1-1 1 0 0,0 1-1 0 0,0-2 0 0 0,18-11 0 0 0,1-2-97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2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174 1 4296 0 0,'-21'18'1175'0'0,"1"0"1326"0"0,0 0 0 0 0,2 1 1 0 0,-30 38-1 0 0,42-47-2065 0 0,0-1 1 0 0,1 2-1 0 0,-8 19 1 0 0,9-19-300 0 0,1 1 0 0 0,0 0 0 0 0,1 0 0 0 0,0 1 0 0 0,1-1 1 0 0,0 0-1 0 0,1 1 0 0 0,0-1 0 0 0,1 0 0 0 0,0 0 0 0 0,1 1 0 0 0,1-1 1 0 0,0 0-1 0 0,0 0 0 0 0,1-1 0 0 0,1 1 0 0 0,0-1 0 0 0,11 19 1 0 0,-9-21-275 0 0,-1 0 1 0 0,1-1 0 0 0,0 0 0 0 0,1 0 0 0 0,-1-1-1 0 0,2 0 1 0 0,-1 0 0 0 0,1-1 0 0 0,0 0 0 0 0,0 0 0 0 0,1-1-1 0 0,0-1 1 0 0,-1 1 0 0 0,14 2 0 0 0,24 2-2509 0 0,-41-9 1790 0 0,0 0 0 0 0,0 0 0 0 0,0-1 0 0 0,0 1-1 0 0,0-1 1 0 0,0-1 0 0 0,0 1 0 0 0,0-1-1 0 0,0 0 1 0 0,-1 0 0 0 0,1-1 0 0 0,-1 1-1 0 0,1-1 1 0 0,-1-1 0 0 0,9-7 0 0 0,-9 6 142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2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81 3360 0 0,'-4'-2'9102'0'0,"9"-1"-8523"0"0,1 0 1 0 0,0 0-1 0 0,-1 0 0 0 0,1 1 0 0 0,0 0 0 0 0,7-1 0 0 0,72-9-237 0 0,-36 7-309 0 0,7-3-479 0 0,-31 5-606 0 0,0 0-1 0 0,-1-2 0 0 0,1 0 0 0 0,34-14 1 0 0,-68 20-1794 0 0,-1 0 3066 0 0,1 0 1 0 0,-1 0-1 0 0,1 1 1 0 0,-12 4-1 0 0,8 0 199 0 0,1 2 0 0 0,0 0 0 0 0,1 0 0 0 0,-1 1-1 0 0,2 0 1 0 0,-1 1 0 0 0,2 1 0 0 0,-1-1 0 0 0,1 1 0 0 0,1 1 0 0 0,0 0-1 0 0,0 0 1 0 0,-10 26 0 0 0,11-23-336 0 0,1 0 1 0 0,0 0-1 0 0,1 1 1 0 0,1 0-1 0 0,1 0 0 0 0,0 0 1 0 0,1 0-1 0 0,0 1 1 0 0,2-1-1 0 0,0 1 0 0 0,4 31 1 0 0,-2-41-77 0 0,-1 0 0 0 0,1 0 1 0 0,0 0-1 0 0,0-1 0 0 0,1 1 1 0 0,0-1-1 0 0,0 1 0 0 0,0-1 0 0 0,1 0 1 0 0,0-1-1 0 0,0 1 0 0 0,1 0 1 0 0,-1-1-1 0 0,1 0 0 0 0,1 0 0 0 0,6 4 1 0 0,-7-5-90 0 0,1-1 1 0 0,0-1-1 0 0,0 1 1 0 0,0-1-1 0 0,0 0 1 0 0,0 0-1 0 0,1-1 1 0 0,-1 0-1 0 0,0 0 1 0 0,1-1-1 0 0,-1 1 1 0 0,1-1-1 0 0,-1-1 1 0 0,1 1-1 0 0,-1-1 1 0 0,0 0 0 0 0,13-4-1 0 0,-8 1-488 0 0,0 0 0 0 0,-1 0 0 0 0,1-1-1 0 0,-1-1 1 0 0,0 0 0 0 0,0 0 0 0 0,-1-1 0 0 0,0 0 0 0 0,0 0-1 0 0,0-1 1 0 0,-1-1 0 0 0,7-9 0 0 0,-1 1-478 0 0,-2-1-1 0 0,0 0 1 0 0,-1-1 0 0 0,-1-1-1 0 0,12-30 1 0 0,-13 23 374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2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420 0 4108 0 0,'2'2'454'0'0,"1"0"-1"0"0,-1 0 0 0 0,1 0 0 0 0,-1 0 0 0 0,0 0 0 0 0,0 0 1 0 0,0 1-1 0 0,0-1 0 0 0,0 1 0 0 0,-1 0 0 0 0,1-1 0 0 0,-1 1 1 0 0,0 0-1 0 0,1 0 0 0 0,-1 0 0 0 0,-1 0 0 0 0,1 0 0 0 0,1 6 1 0 0,5 65 1519 0 0,-6-53-1786 0 0,3 44 201 0 0,-3 0 0 0 0,-3 0-1 0 0,-14 89 1 0 0,10-118-638 0 0,-2-1-1 0 0,-2 0 1 0 0,0 0 0 0 0,-3 0 0 0 0,-1-2-1 0 0,-1 0 1 0 0,-31 49 0 0 0,21-48-1171 0 0,-1-2 1 0 0,-1 0-1 0 0,-2-2 0 0 0,-1-1 0 0 0,-1-2 1 0 0,-1-1-1 0 0,-42 26 0 0 0,47-38 394 0 0,2-2 108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3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444 673 3604 0 0,'-63'5'8707'0'0,"20"-4"-5111"0"0,-1 10-3502 0 0,25-1-4 0 0,0 1 0 0 0,1 1 1 0 0,0 0-1 0 0,1 2 0 0 0,0-1 0 0 0,1 2 1 0 0,1 0-1 0 0,0 1 0 0 0,-21 31 1 0 0,22-27-63 0 0,1 1 0 0 0,1 0 0 0 0,0 1 0 0 0,2 0 0 0 0,0 1 0 0 0,2 0 0 0 0,0 1 0 0 0,-5 31 0 0 0,12-46-44 0 0,-1-1 0 0 0,2 1 0 0 0,-1 0 0 0 0,2-1 0 0 0,-1 1 0 0 0,1 0 0 0 0,0-1 0 0 0,3 10 0 0 0,-4-16-6 0 0,1 0-1 0 0,0 0 0 0 0,-1 0 0 0 0,1 0 1 0 0,0 0-1 0 0,0-1 0 0 0,0 1 1 0 0,0 0-1 0 0,1-1 0 0 0,-1 1 1 0 0,0 0-1 0 0,1-1 0 0 0,-1 0 1 0 0,1 1-1 0 0,-1-1 0 0 0,1 0 1 0 0,0 0-1 0 0,-1 0 0 0 0,1 0 0 0 0,0 0 1 0 0,0 0-1 0 0,0 0 0 0 0,0-1 1 0 0,0 1-1 0 0,0 0 0 0 0,0-1 1 0 0,0 0-1 0 0,0 0 0 0 0,0 1 1 0 0,0-1-1 0 0,0-1 0 0 0,0 1 1 0 0,0 0-1 0 0,0 0 0 0 0,0-1 1 0 0,0 1-1 0 0,0-1 0 0 0,0 1 0 0 0,2-2 1 0 0,12-4-214 0 0,0-1-1 0 0,0-1 1 0 0,-1 0 0 0 0,-1-1 0 0 0,1-1 0 0 0,-1 0 0 0 0,-1-1-1 0 0,0 0 1 0 0,0-1 0 0 0,11-15 0 0 0,10-13-868 0 0,57-90 1 0 0,-56 71 293 0 0,-3-2 1 0 0,-3-1-1 0 0,32-96 1 0 0,-30 55 1192 0 0,27-159 1 0 0,-52 229 26 0 0,-2 16 21 0 0,0 0 1 0 0,-1 0-1 0 0,-1 0 1 0 0,-1-1-1 0 0,-1 1 1 0 0,0 0-1 0 0,-4-25 0 0 0,4 42-366 0 0,0-1 0 0 0,0 0-1 0 0,0 1 1 0 0,0-1 0 0 0,-1 0-1 0 0,1 0 1 0 0,0 1-1 0 0,0-1 1 0 0,-1 0 0 0 0,1 1-1 0 0,0-1 1 0 0,-1 1-1 0 0,1-1 1 0 0,0 0 0 0 0,-1 1-1 0 0,1-1 1 0 0,-1 1-1 0 0,1-1 1 0 0,-1 1 0 0 0,1-1-1 0 0,-1 1 1 0 0,0 0 0 0 0,1-1-1 0 0,-1 1 1 0 0,0 0-1 0 0,1-1 1 0 0,-1 1 0 0 0,0 0-1 0 0,1 0 1 0 0,-1 0-1 0 0,-1-1 1 0 0,1 2 6 0 0,-1-1-1 0 0,0 1 1 0 0,1-1 0 0 0,-1 1 0 0 0,1 0-1 0 0,-1 0 1 0 0,1-1 0 0 0,0 1-1 0 0,-1 0 1 0 0,1 0 0 0 0,0 0 0 0 0,0 1-1 0 0,-2 0 1 0 0,-29 43 634 0 0,5 5-164 0 0,2 1 0 0 0,2 2 0 0 0,-25 89 1 0 0,-23 172 903 0 0,56-235-1512 0 0,4 1 1 0 0,3 0-1 0 0,4 1 1 0 0,10 134-1 0 0,-5-206-237 0 0,0 0-1 0 0,0 0 0 0 0,1-1 0 0 0,1 1 1 0 0,0-1-1 0 0,0 1 0 0 0,0-1 1 0 0,7 11-1 0 0,-8-17 96 0 0,-1 0 0 0 0,0 0 0 0 0,1 0 0 0 0,-1-1 0 0 0,1 1 0 0 0,0-1 0 0 0,0 1 1 0 0,-1-1-1 0 0,1 0 0 0 0,0 0 0 0 0,0 0 0 0 0,0 0 0 0 0,0 0 0 0 0,0 0 0 0 0,1 0 0 0 0,-1-1 0 0 0,0 1 1 0 0,0-1-1 0 0,0 0 0 0 0,1 1 0 0 0,-1-1 0 0 0,0 0 0 0 0,0 0 0 0 0,1 0 0 0 0,-1-1 0 0 0,0 1 0 0 0,0-1 1 0 0,0 1-1 0 0,1-1 0 0 0,-1 1 0 0 0,0-1 0 0 0,0 0 0 0 0,0 0 0 0 0,0 0 0 0 0,0-1 0 0 0,0 1 0 0 0,2-2 0 0 0,6-4-493 0 0,1-1-1 0 0,-1 0 1 0 0,-1 0-1 0 0,1-1 1 0 0,-2 0-1 0 0,1-1 0 0 0,7-12 1 0 0,5-8-697 0 0,20-40 0 0 0,-21 32 816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3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 5024 0 0,'2'3'819'0'0,"2"1"-1"0"0,-1-1 1 0 0,0 0-1 0 0,1 0 1 0 0,-1 0-1 0 0,1 0 1 0 0,0 0-1 0 0,0-1 1 0 0,0 0-1 0 0,5 2 1 0 0,0 0-141 0 0,1-1 0 0 0,-1 0 0 0 0,1 0 0 0 0,12 0 0 0 0,9 0-508 0 0,61-2 1 0 0,-85-2-60 0 0,24 0-681 0 0,-1-2 0 0 0,59-14 0 0 0,-65 11-1752 0 0,47-21 0 0 0,-70 27 2180 0 0,0 0 1 0 0,0-1 0 0 0,0 1-1 0 0,0 0 1 0 0,0-1-1 0 0,0 1 1 0 0,0 0-1 0 0,0-1 1 0 0,-1 0 0 0 0,1 1-1 0 0,0-1 1 0 0,0 1-1 0 0,0-1 1 0 0,0 0 0 0 0,-1 0-1 0 0,1 1 1 0 0,0-1-1 0 0,-1 0 1 0 0,1 0 0 0 0,-1 0-1 0 0,1-1 1 0 0,-18-2-1645 0 0,-36 9 1471 0 0,36 1 831 0 0,1 1 0 0 0,0 1 1 0 0,0 0-1 0 0,1 0 0 0 0,0 2 0 0 0,0 0 1 0 0,1 1-1 0 0,1 0 0 0 0,0 1 0 0 0,0 1 1 0 0,1 0-1 0 0,1 0 0 0 0,0 1 1 0 0,1 1-1 0 0,0 0 0 0 0,1 0 0 0 0,-9 22 1 0 0,11-19-244 0 0,0 0 1 0 0,1 0 0 0 0,1 1 0 0 0,0-1 0 0 0,1 1 0 0 0,2 1-1 0 0,0-1 1 0 0,1 0 0 0 0,0 0 0 0 0,2 1 0 0 0,0-1 0 0 0,1 0-1 0 0,1 0 1 0 0,1 0 0 0 0,12 33 0 0 0,-13-42-268 0 0,2 0 0 0 0,-1-1 0 0 0,1 0 0 0 0,1 1 0 0 0,0-2 0 0 0,0 1 0 0 0,0-1 0 0 0,1 0 0 0 0,1 0 0 0 0,-1-1 0 0 0,1 0 0 0 0,0 0 0 0 0,1-1 0 0 0,0 0 0 0 0,0 0 0 0 0,0-1 0 0 0,1 0 0 0 0,-1-1 0 0 0,16 5 0 0 0,-15-7-305 0 0,-1 0 1 0 0,1 0-1 0 0,0-1 0 0 0,0 0 0 0 0,0-1 0 0 0,0 0 0 0 0,0-1 0 0 0,0 0 0 0 0,0 0 0 0 0,-1-1 0 0 0,1 0 0 0 0,0-1 0 0 0,13-5 0 0 0,-9 1-521 0 0,0 1 0 0 0,0-2 0 0 0,0 0-1 0 0,-1-1 1 0 0,0 0 0 0 0,-1-1 0 0 0,0 0-1 0 0,-1-1 1 0 0,0 0 0 0 0,0-1 0 0 0,-1 0-1 0 0,-1-1 1 0 0,0 0 0 0 0,-1-1 0 0 0,0 1-1 0 0,-1-2 1 0 0,9-23 0 0 0,-5 10 127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5.6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2848 0 0,'36'-5'8945'0'0,"55"4"-8018"0"0,-39 0-138 0 0,728 39 612 0 0,-370-7-1107 0 0,1092 11-162 0 0,2-47-1168 0 0,-1073 1 466 0 0,-110-6 1737 0 0,542-85 0 0 0,-840 90-1185 0 0,-14 3-151 0 0,1 0 1 0 0,-1 0-1 0 0,0 1 1 0 0,0 0-1 0 0,1 1 1 0 0,15 1-1 0 0,-24-1-466 0 0,-12 4-8032 0 0,5-3 7768 0 0,1 0-1 0 0,-1 0 1 0 0,1-1 0 0 0,-12 1 0 0 0,-2-1 267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6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22 4112 0 0,'10'-4'1375'0'0,"0"0"0"0"0,0 1-1 0 0,1 0 1 0 0,16-2-1 0 0,-15 3-744 0 0,-1 2 0 0 0,0-1 0 0 0,0 1-1 0 0,17 3 1 0 0,-20-2-578 0 0,0 1 0 0 0,0 0 0 0 0,-1 0 0 0 0,1 0-1 0 0,0 1 1 0 0,-1 0 0 0 0,1 1 0 0 0,-1 0 0 0 0,0 0-1 0 0,-1 0 1 0 0,1 1 0 0 0,-1 0 0 0 0,1 0 0 0 0,-2 1 0 0 0,9 9-1 0 0,-8-6-18 0 0,0 1 1 0 0,0 0-1 0 0,-1 0 0 0 0,0 1 0 0 0,-1 0 0 0 0,0-1 0 0 0,-1 1 0 0 0,0 1 0 0 0,-1-1 0 0 0,0 0 0 0 0,-1 0 0 0 0,0 1 1 0 0,-1-1-1 0 0,0 1 0 0 0,-1-1 0 0 0,0 1 0 0 0,-1-1 0 0 0,0 0 0 0 0,-5 17 0 0 0,1-10-14 0 0,0 0 0 0 0,-1-1 0 0 0,-1 0 0 0 0,0-1 0 0 0,-1 1 0 0 0,-1-2 0 0 0,0 1 0 0 0,-2-1 0 0 0,1-1 0 0 0,-2 0 0 0 0,-18 16 0 0 0,-1-6 363 0 0,-2-1 0 0 0,-1-2-1 0 0,0-1 1 0 0,-62 25 0 0 0,64-30 1549 0 0,70-19-862 0 0,-27 3-960 0 0,219-31-2982 0 0,-2-12-8742 0 0,-215 41 10812 0 0,0-1 0 0 0,0 0 0 0 0,-1 0 0 0 0,0-1-1 0 0,16-10 1 0 0,-10 3-53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6.5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1 114 5392 0 0,'10'25'3264'0'0,"-9"-22"-2711"0"0,0 0 0 0 0,0-1 0 0 0,0 1 0 0 0,0 0 0 0 0,0-1 0 0 0,1 1 0 0 0,-1-1 0 0 0,1 1 0 0 0,3 3 0 0 0,8-2-568 0 0,8-14-3789 0 0,0-6 2027 0 0,-2-1-1 0 0,0-1 1 0 0,-1-1 0 0 0,25-33-1 0 0,-34 41 1421 0 0,12-18-338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6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367 0 4660 0 0,'-7'31'5480'0'0,"-2"-14"-4269"0"0,1 0 1 0 0,1 0 0 0 0,1 1 0 0 0,0-1 0 0 0,-6 36-1 0 0,10-33-883 0 0,0 1-1 0 0,1-1 0 0 0,1 0 0 0 0,0 1 1 0 0,5 20-1 0 0,-1-18-399 0 0,1 1 0 0 0,1-2 1 0 0,1 1-1 0 0,1-1 0 0 0,1 0 1 0 0,1 0-1 0 0,1-1 0 0 0,1-1 0 0 0,0 0 1 0 0,19 22-1 0 0,-4-14-245 0 0,-21-23 196 0 0,0 1 0 0 0,0 0 1 0 0,-1 0-1 0 0,0 1 0 0 0,0-1 1 0 0,8 15-1 0 0,-13-20 107 0 0,0 0 1 0 0,0 0-1 0 0,0 0 1 0 0,0 0-1 0 0,-1 0 1 0 0,1 0-1 0 0,0 0 0 0 0,0 1 1 0 0,-1-1-1 0 0,1 0 1 0 0,-1 0-1 0 0,1 0 1 0 0,-1 0-1 0 0,1 0 0 0 0,-1 0 1 0 0,0-1-1 0 0,0 1 1 0 0,1 0-1 0 0,-1 0 1 0 0,0 0-1 0 0,0-1 1 0 0,0 1-1 0 0,0 0 0 0 0,0-1 1 0 0,0 1-1 0 0,0-1 1 0 0,0 1-1 0 0,0-1 1 0 0,0 1-1 0 0,0-1 0 0 0,-2 1 1 0 0,-43 15-195 0 0,37-13 113 0 0,-39 11-1256 0 0,-94 18 0 0 0,128-30 841 0 0,-1 0 1 0 0,1-1-1 0 0,-1 0 1 0 0,1-1-1 0 0,-1-1 0 0 0,1-1 1 0 0,0 0-1 0 0,0 0 1 0 0,-1-2-1 0 0,2 0 0 0 0,-22-8 1 0 0,33 11 367 0 0,-1 0 1 0 0,1-1-1 0 0,-1 1 1 0 0,1-1-1 0 0,0 1 1 0 0,-1-1-1 0 0,1 0 1 0 0,0 0-1 0 0,0 0 1 0 0,0 0 0 0 0,0 0-1 0 0,1 0 1 0 0,-1-1-1 0 0,0 1 1 0 0,1 0-1 0 0,0-1 1 0 0,-1 0-1 0 0,1 1 1 0 0,0-1-1 0 0,0 0 1 0 0,0-3-1 0 0,1 2 74 0 0,0 0-1 0 0,0 0 1 0 0,0 0 0 0 0,1 0-1 0 0,0 0 1 0 0,0 0-1 0 0,0 0 1 0 0,0 0 0 0 0,0 0-1 0 0,1 0 1 0 0,0 1-1 0 0,-1-1 1 0 0,4-3 0 0 0,4-7 205 0 0,1 1 0 0 0,0 1 0 0 0,1 0 0 0 0,1 0 1 0 0,0 1-1 0 0,17-13 0 0 0,8 1-161 0 0,2 1 1 0 0,0 1-1 0 0,2 2 0 0 0,65-20 1 0 0,-49 18-2051 0 0,78-39 1 0 0,-118 49 1671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7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3904 0 0,'63'36'8212'0'0,"-6"10"-3438"0"0,-35-23-3973 0 0,0 1 0 0 0,32 45 0 0 0,-12-2-1619 0 0,61 129 1 0 0,-25-4-3197 0 0,-35-61-4050 0 0,-35-112 3794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7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900 17 5260 0 0,'-3'-2'398'0'0,"-1"0"-1"0"0,1 0 0 0 0,-1 0 0 0 0,0 0 0 0 0,1 1 0 0 0,-1 0 0 0 0,0 0 0 0 0,0 0 0 0 0,0 0 0 0 0,0 0 0 0 0,0 1 0 0 0,0 0 0 0 0,0 0 1 0 0,0 0-1 0 0,0 0 0 0 0,0 1 0 0 0,0-1 0 0 0,0 1 0 0 0,-6 2 0 0 0,-3 1 352 0 0,0 0-1 0 0,0 0 1 0 0,1 2 0 0 0,-20 10 0 0 0,-9 9-930 0 0,-50 43 1 0 0,-93 99-4562 0 0,17-15-552 0 0,118-112 2942 0 0,-101 62 1 0 0,99-74 1461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8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87 4936 0 0,'-11'11'875'0'0,"-1"1"-1"0"0,1 1 1 0 0,1 0-1 0 0,1 0 1 0 0,0 1-1 0 0,0 0 0 0 0,1 1 1 0 0,1 0-1 0 0,1 0 1 0 0,0 0-1 0 0,-6 24 1 0 0,7-15-611 0 0,1 1 0 0 0,0-1 0 0 0,2 1 0 0 0,1 0 0 0 0,1-1 0 0 0,1 1 0 0 0,5 24 0 0 0,-6-43-246 0 0,1-1 1 0 0,0 1-1 0 0,1-1 0 0 0,-1 1 0 0 0,1-1 0 0 0,0 0 0 0 0,0 0 0 0 0,1 0 0 0 0,-1 0 0 0 0,1 0 1 0 0,0-1-1 0 0,1 1 0 0 0,-1-1 0 0 0,1 0 0 0 0,0 0 0 0 0,0 0 0 0 0,0 0 0 0 0,0-1 1 0 0,6 4-1 0 0,-6-5-46 0 0,0 0 1 0 0,0-1-1 0 0,0 0 0 0 0,0 0 1 0 0,0 0-1 0 0,0-1 1 0 0,0 1-1 0 0,0-1 1 0 0,0 0-1 0 0,0 0 0 0 0,0 0 1 0 0,0 0-1 0 0,0-1 1 0 0,0 0-1 0 0,0 0 1 0 0,0 0-1 0 0,0 0 0 0 0,0-1 1 0 0,-1 1-1 0 0,1-1 1 0 0,0 0-1 0 0,-1 0 1 0 0,0 0-1 0 0,1-1 0 0 0,-1 1 1 0 0,5-6-1 0 0,2-2-60 0 0,0 0-1 0 0,-1-1 1 0 0,-1 0-1 0 0,1 0 1 0 0,-2-1-1 0 0,0 0 1 0 0,0 0-1 0 0,-1-1 1 0 0,-1 0-1 0 0,0 0 1 0 0,0 0-1 0 0,-2-1 1 0 0,1 0 0 0 0,1-25-1 0 0,-2 16-20 0 0,-2-1 1 0 0,-1 1-1 0 0,-1 0 0 0 0,0-1 1 0 0,-2 1-1 0 0,-1 0 0 0 0,-1 0 0 0 0,-8-24 1 0 0,8 35-198 0 0,0 1 0 0 0,0 0 0 0 0,-1 1 0 0 0,0-1 1 0 0,-1 1-1 0 0,0 0 0 0 0,-1 1 0 0 0,-11-12 0 0 0,17 19 65 0 0,0 0 0 0 0,0-1 0 0 0,-1 1 0 0 0,1 0 0 0 0,-1 0 0 0 0,1 0 0 0 0,-1 0-1 0 0,0 1 1 0 0,0-1 0 0 0,0 1 0 0 0,0-1 0 0 0,0 1 0 0 0,0 0 0 0 0,0 0 0 0 0,0 1 0 0 0,0-1 0 0 0,0 1 0 0 0,-1-1 0 0 0,1 1-1 0 0,0 0 1 0 0,0 0 0 0 0,0 0 0 0 0,-1 1 0 0 0,1-1 0 0 0,0 1 0 0 0,0 0 0 0 0,0 0 0 0 0,0 0 0 0 0,0 0 0 0 0,0 0-1 0 0,0 1 1 0 0,0-1 0 0 0,0 1 0 0 0,1 0 0 0 0,-5 3 0 0 0,3-1-56 0 0,1 0 1 0 0,0-1-1 0 0,1 1 0 0 0,-1 0 1 0 0,0 1-1 0 0,1-1 1 0 0,0 0-1 0 0,0 1 0 0 0,-2 8 1 0 0,3 3-105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8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3940 0 0,'100'92'6396'0'0,"-58"-51"-3585"0"0,54 40-1 0 0,-84-71-2958 0 0,24 15-747 0 0,-9-15-2432 0 0,-26-10 3058 0 0,1 0 1 0 0,0 0-1 0 0,-1-1 0 0 0,1 1 1 0 0,0-1-1 0 0,-1 1 0 0 0,1-1 1 0 0,-1 0-1 0 0,1 1 0 0 0,-1-1 1 0 0,1 0-1 0 0,-1 0 0 0 0,1 0 1 0 0,-1 0-1 0 0,0 0 1 0 0,0 0-1 0 0,1-1 0 0 0,-1 1 1 0 0,0 0-1 0 0,0-1 0 0 0,0 1 1 0 0,-1 0-1 0 0,1-1 0 0 0,0 1 1 0 0,1-4-1 0 0,16-37-2475 0 0,-13 22 1902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8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4424 0 0,'2'2'400'0'0,"0"1"-1"0"0,0-1 1 0 0,0 1-1 0 0,0-1 1 0 0,-1 1-1 0 0,1 0 1 0 0,-1-1-1 0 0,0 1 0 0 0,0 0 1 0 0,0 0-1 0 0,0 0 1 0 0,0 0-1 0 0,0 0 1 0 0,-1 5-1 0 0,4 46 3178 0 0,-19 170-568 0 0,-42 112-4208 0 0,-89 346-13570 0 0,135-642 14035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8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0 123 4508 0 0,'25'-9'6524'0'0,"0"-3"-5301"0"0,0 0 0 0 0,0 2-1 0 0,28-7 1 0 0,-10 6-788 0 0,54-7-1 0 0,186 0-1259 0 0,-137 23-469 0 0,-27 0-1678 0 0,-88-5-689 0 0,53-7 0 0 0,-83 7 3512 0 0,0 0 34 0 0,0 0 1 0 0,-1 0 0 0 0,1 0 0 0 0,0 0 0 0 0,0 0 0 0 0,0-1 0 0 0,-1 1 0 0 0,1 0-1 0 0,0 0 1 0 0,0-1 0 0 0,-1 1 0 0 0,1 0 0 0 0,0-1 0 0 0,0 1 0 0 0,-1 0 0 0 0,1-1 0 0 0,0 1-1 0 0,-1-1 1 0 0,1 0 0 0 0,-1 1 0 0 0,1-1 0 0 0,-1 1 0 0 0,1-1 0 0 0,-1 0 0 0 0,1 1-1 0 0,-1-1 1 0 0,0 0 0 0 0,1 0 0 0 0,-1-5-446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08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 4044 0 0,'-1'0'225'0'0,"-1"0"-1"0"0,1 0 1 0 0,-1 0 0 0 0,1 0-1 0 0,-1 1 1 0 0,0-1-1 0 0,1 0 1 0 0,-1 1-1 0 0,1 0 1 0 0,-1-1-1 0 0,1 1 1 0 0,0 0 0 0 0,-1-1-1 0 0,1 1 1 0 0,0 0-1 0 0,-1 0 1 0 0,1 0-1 0 0,0 0 1 0 0,0 0-1 0 0,0 1 1 0 0,0-1 0 0 0,0 0-1 0 0,0 0 1 0 0,0 1-1 0 0,-1 1 1 0 0,-10 42 3886 0 0,7-17-3684 0 0,-77 356-252 0 0,23 4-5365 0 0,43-274 3038 0 0,-8 133-2420 0 0,19-188 3499 0 0,1-10 248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0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98 2584 0 0,'-34'13'2855'0'0,"27"-10"-2614"0"0,-1 0 0 0 0,1 0-1 0 0,-1 0 1 0 0,1 1-1 0 0,0 0 1 0 0,0 1 0 0 0,1-1-1 0 0,-1 1 1 0 0,-8 9-1 0 0,2 1 88 0 0,1 1 0 0 0,1 0-1 0 0,0 1 1 0 0,1 0 0 0 0,1 1 0 0 0,0 0-1 0 0,2 1 1 0 0,0-1 0 0 0,1 1-1 0 0,-6 35 1 0 0,5-11 266 0 0,2 1 0 0 0,1 0 0 0 0,6 80 0 0 0,-2-108-527 0 0,2 0 0 0 0,0 0 0 0 0,1-1 0 0 0,0 1 0 0 0,1-1 0 0 0,1 0 0 0 0,9 20 0 0 0,-12-32-60 0 0,0 1 1 0 0,0-1 0 0 0,0 1-1 0 0,0-1 1 0 0,0 0 0 0 0,1 0-1 0 0,0 0 1 0 0,-1 0-1 0 0,1 0 1 0 0,0 0 0 0 0,1-1-1 0 0,-1 0 1 0 0,0 0 0 0 0,1 0-1 0 0,-1 0 1 0 0,1 0-1 0 0,0 0 1 0 0,-1-1 0 0 0,1 0-1 0 0,0 0 1 0 0,0 0 0 0 0,0 0-1 0 0,0-1 1 0 0,0 1-1 0 0,0-1 1 0 0,0 0 0 0 0,0 0-1 0 0,0-1 1 0 0,0 1 0 0 0,0-1-1 0 0,0 0 1 0 0,0 0-1 0 0,-1 0 1 0 0,5-2 0 0 0,3-1-19 0 0,0-2 0 0 0,0 1 0 0 0,0-2 0 0 0,-1 1 0 0 0,0-1 0 0 0,-1-1 0 0 0,0 0 1 0 0,0 0-1 0 0,0-1 0 0 0,-1 0 0 0 0,0 0 0 0 0,-1-1 0 0 0,11-18 0 0 0,2-7-101 0 0,-2-1 0 0 0,25-70-1 0 0,-35 80 84 0 0,0 0 0 0 0,-2-1-1 0 0,-1 0 1 0 0,-1-1-1 0 0,-2 1 1 0 0,0-1 0 0 0,-5-54-1 0 0,2 67 5 0 0,-1 0-1 0 0,0 0 1 0 0,-2 1-1 0 0,1-1 1 0 0,-2 1-1 0 0,0 0 1 0 0,0 0-1 0 0,-1 1 1 0 0,-1-1-1 0 0,0 1 1 0 0,-1 1-1 0 0,-1-1 1 0 0,0 1-1 0 0,0 1 1 0 0,-1 0-1 0 0,-16-14 1 0 0,24 23-27 0 0,-1 0 1 0 0,1 0 0 0 0,-1 0-1 0 0,1 0 1 0 0,-1 1 0 0 0,0-1-1 0 0,1 1 1 0 0,-1 0 0 0 0,0 0-1 0 0,0 0 1 0 0,0 0 0 0 0,0 0-1 0 0,0 1 1 0 0,0-1 0 0 0,0 1-1 0 0,0 0 1 0 0,0 0 0 0 0,0 0-1 0 0,0 0 1 0 0,-6 2 0 0 0,5-1-139 0 0,1 1 1 0 0,-1 0-1 0 0,1 0 1 0 0,0 0-1 0 0,-1 0 1 0 0,1 1-1 0 0,0-1 1 0 0,0 1 0 0 0,1 0-1 0 0,-1 0 1 0 0,0 0-1 0 0,1 0 1 0 0,0 0-1 0 0,-2 5 1 0 0,-4 6-631 0 0,1 2 0 0 0,0-1 0 0 0,1 1 0 0 0,1 0 0 0 0,1 0 1 0 0,-3 23-1 0 0,4-12-40 0 0,1 0 0 0 0,2 0 0 0 0,3 33 1 0 0,-3-36 510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1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3676 0 0,'3'3'177'0'0,"23"20"3063"0"0,-1 1 1 0 0,34 43 0 0 0,-24-8-2579 0 0,-32-53-576 0 0,33 58-1894 0 0,-35-61 1429 0 0,1 0-1 0 0,1 0 1 0 0,-1 0-1 0 0,0-1 1 0 0,1 1-1 0 0,-1-1 1 0 0,1 1 0 0 0,0-1-1 0 0,0 0 1 0 0,0 0-1 0 0,0 0 1 0 0,0-1-1 0 0,0 1 1 0 0,0-1 0 0 0,1 1-1 0 0,-1-1 1 0 0,5 1-1 0 0,-5-3 165 0 0,-1 1 0 0 0,1-1 0 0 0,-1 1 0 0 0,0-1-1 0 0,1 0 1 0 0,-1 0 0 0 0,0 0 0 0 0,0 0 0 0 0,1-1 0 0 0,-1 1 0 0 0,0-1 0 0 0,0 1-1 0 0,0-1 1 0 0,-1 0 0 0 0,1 1 0 0 0,0-1 0 0 0,-1 0 0 0 0,1 0 0 0 0,-1 0-1 0 0,1 0 1 0 0,0-4 0 0 0,-1 5 166 0 0,10-15-530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1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1 4404 0 0,'0'0'1158'0'0,"-21"12"5146"0"0,15-4-5987 0 0,1 1 1 0 0,0-1 0 0 0,1 1-1 0 0,0 1 1 0 0,0-1-1 0 0,1 1 1 0 0,0-1 0 0 0,1 1-1 0 0,0 0 1 0 0,1 0 0 0 0,-1 18-1 0 0,1 8-215 0 0,7 70 0 0 0,0-43-10 0 0,3-1-1 0 0,3 0 0 0 0,3 0 0 0 0,2-2 0 0 0,45 108 0 0 0,-37-120-135 0 0,-15-29 36 0 0,0 0 0 0 0,-1 1 0 0 0,-1-1 0 0 0,6 25-1 0 0,-14-42 7 0 0,0 0 0 0 0,0 1 0 0 0,-1-1 0 0 0,1 0 0 0 0,0 0 0 0 0,-1 0 0 0 0,0 1-1 0 0,1-1 1 0 0,-1 0 0 0 0,0 0 0 0 0,0 0 0 0 0,0 0 0 0 0,0 0 0 0 0,-1-1 0 0 0,1 1-1 0 0,-1 0 1 0 0,1 0 0 0 0,-1-1 0 0 0,1 1 0 0 0,-1-1 0 0 0,0 0 0 0 0,0 1 0 0 0,1-1-1 0 0,-1 0 1 0 0,0 0 0 0 0,0 0 0 0 0,0 0 0 0 0,-1 0 0 0 0,-1 0 0 0 0,-10 5-336 0 0,0-1 0 0 0,-29 7 0 0 0,33-10-401 0 0,0 1-1 0 0,-1-2 1 0 0,1 0-1 0 0,-1 0 1 0 0,1 0-1 0 0,-1-2 1 0 0,1 1-1 0 0,-18-4 1 0 0,23 3 363 0 0,0-1 0 0 0,0 0 0 0 0,1 0 0 0 0,-1 0 1 0 0,1 0-1 0 0,-1-1 0 0 0,1 0 0 0 0,0 0 0 0 0,0 0 0 0 0,0 0 0 0 0,0-1 0 0 0,0 0 1 0 0,1 0-1 0 0,0 0 0 0 0,0 0 0 0 0,0 0 0 0 0,0 0 0 0 0,0-1 0 0 0,-3-8 0 0 0,-2-7-265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1.5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1 256 4400 0 0,'85'-82'5215'0'0,"-2"2"-355"0"0,-18 35-4903 0 0,-49 36-973 0 0,-1 2-1 0 0,2 0 1 0 0,-1 0 0 0 0,32-7-1 0 0,-44 13 659 0 0,0 0 1 0 0,0 0-1 0 0,0 0 0 0 0,1 1 0 0 0,-1 0 0 0 0,1-1 0 0 0,-1 1 0 0 0,0 1 0 0 0,1-1 1 0 0,-1 1-1 0 0,0 0 0 0 0,0 0 0 0 0,1 0 0 0 0,-1 0 0 0 0,0 1 0 0 0,0-1 0 0 0,0 1 1 0 0,0 0-1 0 0,-1 1 0 0 0,1-1 0 0 0,0 1 0 0 0,-1-1 0 0 0,0 1 0 0 0,6 6 0 0 0,-4 0-9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1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3712 0 0,'98'97'8300'0'0,"-8"6"-5749"0"0,11 28-4793 0 0,37 75-6125 0 0,-134-199 7916 0 0,0 0 1 0 0,0-1-1 0 0,1 0 1 0 0,0 0 0 0 0,0-1-1 0 0,12 11 1 0 0,-8-12-63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1.9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605 0 4996 0 0,'-19'21'1959'0'0,"-1"-1"-1"0"0,-37 28 0 0 0,34-30-1320 0 0,1 2 0 0 0,-26 27 0 0 0,-3 15-3199 0 0,-2-4 0 0 0,-3-1 0 0 0,-108 84 1 0 0,153-134 2043 0 0,-1 1 1 0 0,0-1-1 0 0,-25 9 1 0 0,17-10 80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3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216 1 4668 0 0,'-14'0'1112'0'0,"1"0"-133"0"0,1 0 0 0 0,0 0 0 0 0,-1 1 0 0 0,1 1 0 0 0,-15 3 1 0 0,23-3-879 0 0,-1 0 0 0 0,1 0 1 0 0,-1 0-1 0 0,1 1 0 0 0,0-1 1 0 0,0 1-1 0 0,0 0 1 0 0,0 0-1 0 0,1 1 0 0 0,-1-1 1 0 0,1 1-1 0 0,0-1 0 0 0,0 1 1 0 0,0 0-1 0 0,1 0 1 0 0,-4 8-1 0 0,-3 7 102 0 0,1 1 0 0 0,1 0 0 0 0,1 0 0 0 0,1 0 1 0 0,0 1-1 0 0,2 0 0 0 0,0 0 0 0 0,1 27 0 0 0,2-16-95 0 0,1 1 1 0 0,2-1-1 0 0,1 0 0 0 0,15 54 0 0 0,-16-75-105 0 0,1-1 1 0 0,0 1-1 0 0,0-1 0 0 0,1 0 0 0 0,0-1 0 0 0,1 1 0 0 0,0-1 0 0 0,1 0 0 0 0,9 10 0 0 0,-13-17-8 0 0,-1 1 0 0 0,0-1 0 0 0,1 0 1 0 0,-1 0-1 0 0,1 0 0 0 0,0 0 0 0 0,0-1 0 0 0,-1 1 1 0 0,1-1-1 0 0,0 0 0 0 0,0 0 0 0 0,1 0 1 0 0,-1 0-1 0 0,0 0 0 0 0,0-1 0 0 0,0 1 0 0 0,0-1 1 0 0,1 0-1 0 0,-1 0 0 0 0,0 0 0 0 0,0 0 0 0 0,1-1 1 0 0,-1 1-1 0 0,0-1 0 0 0,0 0 0 0 0,0 0 1 0 0,0 0-1 0 0,0 0 0 0 0,0-1 0 0 0,0 1 0 0 0,0-1 1 0 0,0 0-1 0 0,-1 1 0 0 0,1-1 0 0 0,4-5 0 0 0,1-1-46 0 0,0 0 0 0 0,-1-1 0 0 0,0 1 0 0 0,0-2 0 0 0,-1 1 0 0 0,0-1-1 0 0,-1 0 1 0 0,0 0 0 0 0,-1 0 0 0 0,0-1 0 0 0,0 0 0 0 0,-1 0 0 0 0,-1 0-1 0 0,0 0 1 0 0,0 0 0 0 0,-1 0 0 0 0,0-1 0 0 0,-1 1 0 0 0,-2-15 0 0 0,0-2-641 0 0,-2 1 0 0 0,0-1-1 0 0,-2 1 1 0 0,-1 0 0 0 0,-2 1 0 0 0,-20-45 0 0 0,23 58-114 0 0,-1 1 0 0 0,0 0 0 0 0,-1 0 0 0 0,-13-15 0 0 0,18 23 525 0 0,0 0 0 0 0,-1 1 0 0 0,1 0 0 0 0,-1 0 0 0 0,1 0-1 0 0,-1 0 1 0 0,0 0 0 0 0,0 1 0 0 0,0 0 0 0 0,0 0 0 0 0,-1 0 0 0 0,1 0 0 0 0,-1 0 0 0 0,1 1 0 0 0,-1 0 0 0 0,-8-1-1 0 0,1 2-259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3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3104 0 0,'71'78'5394'0'0,"-16"-20"-1715"0"0,-21-19-4594 0 0,-30-34 404 0 0,0 0-1 0 0,0-1 1 0 0,0 0-1 0 0,1 1 1 0 0,0-1-1 0 0,0-1 1 0 0,0 1-1 0 0,8 4 1 0 0,-11-8 312 0 0,-1 1 1 0 0,1-1 0 0 0,0 1 0 0 0,0-1-1 0 0,0 0 1 0 0,0 0 0 0 0,0 0 0 0 0,0 0-1 0 0,-1 0 1 0 0,1 0 0 0 0,0 0 0 0 0,0-1-1 0 0,0 1 1 0 0,0-1 0 0 0,0 1 0 0 0,-1-1-1 0 0,1 0 1 0 0,0 0 0 0 0,-1 0 0 0 0,1 0-1 0 0,0 0 1 0 0,-1 0 0 0 0,1 0 0 0 0,-1 0-1 0 0,1-1 1 0 0,-1 1 0 0 0,0 0-1 0 0,0-1 1 0 0,0 1 0 0 0,2-3 0 0 0,5-7-199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3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239 0 4796 0 0,'0'0'2402'0'0,"-8"19"1453"0"0,-18 37-2180 0 0,3 0-1 0 0,-25 92 1 0 0,-16 123-1682 0 0,59-249 218 0 0,-6 34-92 0 0,-7 80 0 0 0,16-118-117 0 0,2 0 0 0 0,0 0 0 0 0,1 0 0 0 0,1 0 0 0 0,1 0 0 0 0,0-1 0 0 0,1 1 0 0 0,11 28 0 0 0,-14-42-6 0 0,1-1-1 0 0,-1 0 1 0 0,1 1 0 0 0,0-1 0 0 0,0 0-1 0 0,0 0 1 0 0,0 0 0 0 0,1 0 0 0 0,-1-1-1 0 0,1 1 1 0 0,0-1 0 0 0,-1 1 0 0 0,1-1-1 0 0,0 0 1 0 0,1 0 0 0 0,-1 0 0 0 0,0-1-1 0 0,0 1 1 0 0,1-1 0 0 0,-1 1 0 0 0,1-1-1 0 0,-1 0 1 0 0,1-1 0 0 0,0 1 0 0 0,5 0-1 0 0,-5-2 2 0 0,0 1 0 0 0,0-1 0 0 0,0 0 0 0 0,0 0 0 0 0,0 0 0 0 0,-1 0-1 0 0,1-1 1 0 0,0 1 0 0 0,-1-1 0 0 0,1 0 0 0 0,-1 0 0 0 0,0 0 0 0 0,1-1 0 0 0,-1 1 0 0 0,0-1-1 0 0,0 0 1 0 0,-1 0 0 0 0,1 0 0 0 0,-1 0 0 0 0,1 0 0 0 0,-1-1 0 0 0,0 1 0 0 0,2-5-1 0 0,3-7 16 0 0,-1-1-1 0 0,0 0 0 0 0,-1 1 0 0 0,-1-1 1 0 0,0-1-1 0 0,-1 1 0 0 0,-1-1 0 0 0,0-27 1 0 0,-2 32 15 0 0,0 0 0 0 0,-1-1 0 0 0,-1 1 0 0 0,0 0 1 0 0,-1 0-1 0 0,0 0 0 0 0,-1 0 0 0 0,-1 1 0 0 0,1-1 1 0 0,-2 1-1 0 0,1 0 0 0 0,-11-13 0 0 0,15 21-50 0 0,-1 0-1 0 0,0 1 0 0 0,0-1 1 0 0,-1 0-1 0 0,1 1 0 0 0,-1 0 1 0 0,1-1-1 0 0,-1 1 0 0 0,0 0 1 0 0,1 0-1 0 0,-1 1 0 0 0,0-1 1 0 0,0 0-1 0 0,-1 1 0 0 0,1 0 1 0 0,0 0-1 0 0,0 0 0 0 0,-1 0 1 0 0,1 0-1 0 0,0 1 0 0 0,-1 0 1 0 0,1-1-1 0 0,0 1 0 0 0,-1 0 1 0 0,1 1-1 0 0,-1-1 0 0 0,1 1 1 0 0,0-1-1 0 0,-1 1 0 0 0,1 0 1 0 0,0 0-1 0 0,0 1 0 0 0,0-1 1 0 0,0 0-1 0 0,0 1 0 0 0,0 0 1 0 0,0 0-1 0 0,0 0 0 0 0,1 0 1 0 0,-4 3-1 0 0,-2 2-566 0 0,0 0 0 0 0,1 1 0 0 0,0-1 0 0 0,1 1 0 0 0,0 1 0 0 0,0-1 0 0 0,0 1 0 0 0,1 0 0 0 0,0 1 1 0 0,1-1-1 0 0,0 1 0 0 0,-2 11 0 0 0,2 22-2626 0 0,4-41 3051 0 0,0 0 1 0 0,0-1-1 0 0,1 1 0 0 0,-1 0 0 0 0,1 0 0 0 0,-1 0 1 0 0,1-1-1 0 0,0 1 0 0 0,-1 0 0 0 0,1-1 0 0 0,0 1 0 0 0,0-1 1 0 0,0 1-1 0 0,0-1 0 0 0,0 1 0 0 0,1-1 0 0 0,-1 1 1 0 0,0-1-1 0 0,1 0 0 0 0,-1 0 0 0 0,3 1 0 0 0,7 3-584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6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370 255 1600 0 0,'-17'27'780'0'0,"-1"-1"-1"0"0,-34 37 1 0 0,-20 30 830 0 0,36-37-762 0 0,2 1 0 0 0,3 2 0 0 0,-32 85 0 0 0,53-114-496 0 0,0 1 1 0 0,2 0-1 0 0,2 0 0 0 0,0 1 0 0 0,3 0 1 0 0,0 0-1 0 0,2 0 0 0 0,1 0 1 0 0,6 36-1 0 0,2-14-178 0 0,3 0 1 0 0,2-1 0 0 0,2 0 0 0 0,3-1-1 0 0,2-1 1 0 0,48 89 0 0 0,-9-38-420 0 0,3-3 1 0 0,6-2 0 0 0,3-4 0 0 0,101 103 0 0 0,-82-108 114 0 0,4-5 0 0 0,4-4 0 0 0,109 69-1 0 0,-146-111 264 0 0,1-2-1 0 0,2-3 0 0 0,2-3 1 0 0,1-3-1 0 0,0-2 0 0 0,127 25 1 0 0,-73-31 157 0 0,0-5 0 0 0,216-7 0 0 0,247-48 376 0 0,-155 6-297 0 0,836 17-309 0 0,0 78-997 0 0,377-24-3020 0 0,-1445-35 3430 0 0,230 11-686 0 0,480 74 1 0 0,-585-50 2951 0 0,450-9 0 0 0,550-33 1359 0 0,-1278 7-2914 0 0,1-2 0 0 0,-1-1 0 0 0,0-2-1 0 0,0-3 1 0 0,-1-1 0 0 0,0-2 0 0 0,48-20 0 0 0,-75 25-215 0 0,0-2 0 0 0,0 0 0 0 0,0-1-1 0 0,-1-1 1 0 0,0 0 0 0 0,-1-1-1 0 0,0 0 1 0 0,-1-2 0 0 0,0 1 0 0 0,-1-1-1 0 0,-1-1 1 0 0,0 0 0 0 0,0-1-1 0 0,-2 0 1 0 0,0-1 0 0 0,0 0-1 0 0,-2 0 1 0 0,0 0 0 0 0,-1-1 0 0 0,6-25-1 0 0,-4 2-164 0 0,-3 1-1 0 0,-1-2 0 0 0,-2 1 1 0 0,-3-54-1 0 0,-27-163 332 0 0,25 236-69 0 0,-25-178 538 0 0,-39-369 1553 0 0,65 329-2086 0 0,3 126-48 0 0,-2 94-14 0 0,0-1-1 0 0,-2 1 0 0 0,0-1 1 0 0,-1 1-1 0 0,-1 0 0 0 0,-1 1 1 0 0,-1-1-1 0 0,0 1 1 0 0,-1 0-1 0 0,-1 1 0 0 0,-1 0 1 0 0,0 0-1 0 0,-2 1 0 0 0,1 0 1 0 0,-2 1-1 0 0,0 1 0 0 0,-17-15 1 0 0,-2 0 39 0 0,-2 1 1 0 0,-1 2 0 0 0,0 1-1 0 0,-2 2 1 0 0,-1 2 0 0 0,-54-23-1 0 0,32 21-3 0 0,-1 3 1 0 0,0 2-1 0 0,-107-16 0 0 0,50 20-42 0 0,-134 1 0 0 0,-112 18-189 0 0,323-3 151 0 0,-1412 16-1012 0 0,766-17 823 0 0,-134-3 344 0 0,3-41 419 0 0,82-60-516 0 0,19 1-385 0 0,313 72 608 0 0,-635 31 1 0 0,880 8-121 0 0,0-8 0 0 0,-221-26 1 0 0,-171-32-673 0 0,461 54 508 0 0,0 4 0 0 0,0 3 0 0 0,0 5 1 0 0,-100 23-1 0 0,-37 24 303 0 0,-277 107 0 0 0,321-104 39 0 0,0 0-153 0 0,150-47-375 0 0,2 2 0 0 0,0 1 0 0 0,-42 27-1 0 0,67-37-90 0 0,0-1 0 0 0,0 1 0 0 0,0 0 0 0 0,1 1 0 0 0,0-1 0 0 0,0 1-1 0 0,1 0 1 0 0,-1 0 0 0 0,1 1 0 0 0,0-1 0 0 0,1 1 0 0 0,0 0 0 0 0,0 0-1 0 0,0 0 1 0 0,1 0 0 0 0,0 0 0 0 0,1 1 0 0 0,-1-1 0 0 0,1 1 0 0 0,1-1-1 0 0,0 1 1 0 0,0-1 0 0 0,0 1 0 0 0,1-1 0 0 0,0 1 0 0 0,0-1-1 0 0,1 1 1 0 0,0-1 0 0 0,0 0 0 0 0,1 0 0 0 0,0 0 0 0 0,0 0 0 0 0,0 0-1 0 0,1-1 1 0 0,0 1 0 0 0,1-1 0 0 0,-1 0 0 0 0,1 0 0 0 0,0-1 0 0 0,1 0-1 0 0,-1 0 1 0 0,1 0 0 0 0,0 0 0 0 0,0-1 0 0 0,1 0 0 0 0,-1 0-1 0 0,1-1 1 0 0,0 1 0 0 0,8 1 0 0 0,13 2-61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7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0 820 2604 0 0,'3'0'262'0'0,"0"-1"-1"0"0,0 0 0 0 0,0 0 0 0 0,-1 0 1 0 0,1 0-1 0 0,-1 0 0 0 0,1-1 1 0 0,0 1-1 0 0,-1-1 0 0 0,0 1 1 0 0,1-1-1 0 0,-1 0 0 0 0,0 0 0 0 0,0 0 1 0 0,0 0-1 0 0,0-1 0 0 0,1-2 1 0 0,32-49 2111 0 0,-27 41-2104 0 0,138-206 617 0 0,-102 150-420 0 0,-4-2-1 0 0,-3-1 1 0 0,32-89-1 0 0,-63 147-310 0 0,12-42 493 0 0,-17 53-583 0 0,-1 0 0 0 0,1 0-1 0 0,-1 0 1 0 0,1-1 0 0 0,-1 1 0 0 0,0 0 0 0 0,0 0 0 0 0,0 0 0 0 0,-1 0 0 0 0,1 0-1 0 0,-1-1 1 0 0,0 1 0 0 0,0 0 0 0 0,-2-5 0 0 0,2 7-47 0 0,0 0 0 0 0,0 0 1 0 0,1 0-1 0 0,-1 1 0 0 0,0-1 0 0 0,0 1 1 0 0,0-1-1 0 0,0 1 0 0 0,0-1 0 0 0,-1 1 1 0 0,1-1-1 0 0,0 1 0 0 0,0 0 0 0 0,0-1 1 0 0,0 1-1 0 0,0 0 0 0 0,-1 0 0 0 0,1 0 0 0 0,0 0 1 0 0,0 0-1 0 0,0 0 0 0 0,0 1 0 0 0,0-1 1 0 0,-1 0-1 0 0,1 0 0 0 0,0 1 0 0 0,0-1 1 0 0,0 1-1 0 0,0-1 0 0 0,0 1 0 0 0,0-1 1 0 0,0 1-1 0 0,0 0 0 0 0,0-1 0 0 0,0 1 0 0 0,-1 2 1 0 0,-35 29 143 0 0,24-16-103 0 0,0 1 1 0 0,1 0 0 0 0,1 1-1 0 0,0 1 1 0 0,-13 32 0 0 0,4-1 47 0 0,-13 53 0 0 0,17-46-27 0 0,3-1 0 0 0,-9 81 1 0 0,20-120-112 0 0,1 0 1 0 0,0 0-1 0 0,2-1 0 0 0,0 1 1 0 0,0 0-1 0 0,2 0 0 0 0,0-1 1 0 0,1 0-1 0 0,1 1 0 0 0,0-2 1 0 0,1 1-1 0 0,1-1 0 0 0,9 16 1 0 0,-11-25-273 0 0,0 0 0 0 0,0 0 1 0 0,1-1-1 0 0,0 1 0 0 0,0-2 1 0 0,0 1-1 0 0,1 0 0 0 0,0-1 0 0 0,13 6 1 0 0,-15-7-230 0 0,1-1 0 0 0,-1 0 0 0 0,0 0 0 0 0,1 0 0 0 0,0-1-1 0 0,-1 0 1 0 0,1 0 0 0 0,0 0 0 0 0,-1-1 0 0 0,1 1 0 0 0,0-1 0 0 0,0-1 0 0 0,0 1 0 0 0,7-2 0 0 0,-12 1 400 0 0,0 1 0 0 0,0-1-1 0 0,0 1 1 0 0,0-1 0 0 0,0 1-1 0 0,0-1 1 0 0,0 1 0 0 0,0-1 0 0 0,0 0-1 0 0,0 0 1 0 0,-1 1 0 0 0,1-1 0 0 0,0 0-1 0 0,0 0 1 0 0,-1 0 0 0 0,1 0-1 0 0,0 0 1 0 0,-1 0 0 0 0,1 0 0 0 0,-1 0-1 0 0,1 0 1 0 0,-1 0 0 0 0,0-1 0 0 0,0 1-1 0 0,1 0 1 0 0,-1 0 0 0 0,0-2-1 0 0,-3-6-466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7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24 133 4452 0 0,'-2'-1'402'0'0,"0"-1"0"0"0,0 1 0 0 0,0-1 0 0 0,1 0 0 0 0,-1 1 0 0 0,1-1 0 0 0,-1 0-1 0 0,1 0 1 0 0,0 0 0 0 0,0 0 0 0 0,0 0 0 0 0,0-1 0 0 0,0 1 0 0 0,0 0 0 0 0,0 0 0 0 0,1-1-1 0 0,-1 1 1 0 0,1-1 0 0 0,0 1 0 0 0,0 0 0 0 0,0-1 0 0 0,0 1 0 0 0,0 0 0 0 0,0-1-1 0 0,0 1 1 0 0,1-1 0 0 0,-1 1 0 0 0,3-4 0 0 0,-1 2-251 0 0,0 1 0 0 0,0 0 0 0 0,0 0 0 0 0,1 0 0 0 0,-1 0 0 0 0,1 0 0 0 0,0 1 0 0 0,0-1 0 0 0,0 1 0 0 0,0 0 0 0 0,0 0 0 0 0,1 0 0 0 0,-1 0 0 0 0,0 1 0 0 0,1-1 0 0 0,0 1 0 0 0,7-2 0 0 0,21-4 298 0 0,2 1 1 0 0,56-3-1 0 0,-47 8-1601 0 0,68 8 0 0 0,196 54-11732 0 0,-236-48 9444 0 0,-54-13 2591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7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91 5937 0 0,'-11'-15'7058'0'0,"12"13"-6849"0"0,0-1 0 0 0,1 1 1 0 0,-1 0-1 0 0,1-1 0 0 0,0 1 1 0 0,0 0-1 0 0,0 0 0 0 0,0 0 1 0 0,0 0-1 0 0,0 0 0 0 0,0 0 1 0 0,1 1-1 0 0,-1-1 1 0 0,1 1-1 0 0,-1 0 0 0 0,1-1 1 0 0,-1 1-1 0 0,4 0 0 0 0,59-17-3050 0 0,-35 11 1334 0 0,-18 3 592 0 0,1 1-1 0 0,-1 0 1 0 0,1 1-1 0 0,0 0 0 0 0,0 1 1 0 0,-1 1-1 0 0,1 0 0 0 0,0 0 1 0 0,0 1-1 0 0,0 1 0 0 0,15 4 1 0 0,-19-1 94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7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7 156 4488 0 0,'-1'1'266'0'0,"0"1"0"0"0,1-1-1 0 0,-1 1 1 0 0,0-1 0 0 0,1 1 0 0 0,-1-1-1 0 0,1 1 1 0 0,0-1 0 0 0,-1 1-1 0 0,1 0 1 0 0,0-1 0 0 0,0 1-1 0 0,0-1 1 0 0,0 1 0 0 0,0 0-1 0 0,1-1 1 0 0,-1 1 0 0 0,0-1-1 0 0,1 1 1 0 0,-1 0 0 0 0,1-1-1 0 0,0 3 1 0 0,2-3-25 0 0,0 0 1 0 0,0 0-1 0 0,0-1 0 0 0,0 1 0 0 0,0-1 1 0 0,0 1-1 0 0,0-1 0 0 0,0 0 0 0 0,0 0 0 0 0,0 0 1 0 0,6-1-1 0 0,10-1-1068 0 0,1-1 0 0 0,-1 0 0 0 0,0-2 0 0 0,0 0 0 0 0,-1-1 0 0 0,1-1-1 0 0,-1 0 1 0 0,20-13 0 0 0,-2-1-926 0 0,0-2-1 0 0,55-47 1 0 0,-60 44 1199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8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0 4292 0 0,'-9'15'1024'0'0,"0"0"0"0"0,1 1 0 0 0,1 0-1 0 0,0 0 1 0 0,1 0 0 0 0,-5 25-1 0 0,7-22-491 0 0,1 1 0 0 0,1-1-1 0 0,1 1 1 0 0,1-1-1 0 0,2 28 1 0 0,1-24-481 0 0,1-1 0 0 0,1 0 0 0 0,1 0 1 0 0,1 0-1 0 0,1-1 0 0 0,0 0 0 0 0,2 0 0 0 0,0-1 0 0 0,2 0 1 0 0,25 33-1 0 0,-9-22-538 0 0,0-2 0 0 0,3-1 0 0 0,60 44 1 0 0,-85-67 355 0 0,-5-5 117 0 0,-1 0 0 0 0,0 0 0 0 0,1 1 0 0 0,-1-1 0 0 0,0 0 1 0 0,0 0-1 0 0,1 0 0 0 0,-1 1 0 0 0,0-1 0 0 0,0 0 1 0 0,0 0-1 0 0,1 1 0 0 0,-1-1 0 0 0,0 0 0 0 0,0 1 1 0 0,0-1-1 0 0,0 0 0 0 0,0 1 0 0 0,1-1 0 0 0,-1 0 0 0 0,0 1 1 0 0,0-1-1 0 0,0 0 0 0 0,0 1 0 0 0,0-1 0 0 0,0 0 1 0 0,0 1-1 0 0,0-1 0 0 0,0 0 0 0 0,0 0 0 0 0,0 1 1 0 0,-1-1-1 0 0,1 0 0 0 0,0 1 0 0 0,0-1 0 0 0,0 0 0 0 0,0 1 1 0 0,0-1-1 0 0,-1 0 0 0 0,1 0 0 0 0,0 1 0 0 0,0-1 1 0 0,0 0-1 0 0,-1 0 0 0 0,1 1 0 0 0,0-1 0 0 0,-1 0 1 0 0,-23 12-341 0 0,-29 1-405 0 0,28-10-94 0 0,0-2-1 0 0,-1 0 1 0 0,1-2 0 0 0,0-1-1 0 0,0-1 1 0 0,0-1 0 0 0,0-1-1 0 0,1-1 1 0 0,0-1-1 0 0,0-1 1 0 0,-33-17 0 0 0,32 12 284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8.2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1 470 2272 0 0,'3'-12'556'0'0,"0"0"-1"0"0,1 0 1 0 0,0 1 0 0 0,1-1-1 0 0,1 1 1 0 0,-1 0-1 0 0,2 0 1 0 0,0 1-1 0 0,0 0 1 0 0,0 0 0 0 0,2 1-1 0 0,-1 0 1 0 0,1 0-1 0 0,0 1 1 0 0,1 0-1 0 0,0 0 1 0 0,12-6 0 0 0,19-10-442 0 0,1 3 0 0 0,1 0 0 0 0,53-15 0 0 0,-53 20-1263 0 0,62-24-1769 0 0,180-72-4743 0 0,-252 99 7060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18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440 1 4136 0 0,'-52'32'5748'0'0,"33"-21"-4483"0"0,1 0 1 0 0,1 1-1 0 0,-26 22 1 0 0,31-22-1182 0 0,0 0 1 0 0,1 1-1 0 0,1 0 0 0 0,0 1 1 0 0,1 0-1 0 0,0 1 0 0 0,1 0 1 0 0,1 0-1 0 0,0 0 0 0 0,1 1 1 0 0,1 0-1 0 0,-5 20 0 0 0,9-25-85 0 0,-1 0-1 0 0,1 0 0 0 0,1 0 0 0 0,0 1 0 0 0,1-1 1 0 0,0 0-1 0 0,0 0 0 0 0,1 0 0 0 0,1 0 0 0 0,0 0 0 0 0,0 0 1 0 0,1-1-1 0 0,1 1 0 0 0,0-1 0 0 0,0 0 0 0 0,1-1 1 0 0,0 1-1 0 0,0-1 0 0 0,11 11 0 0 0,-1-4-53 0 0,1 0-1 0 0,1-1 1 0 0,1-1-1 0 0,20 13 1 0 0,16 11 33 0 0,-54-38 31 0 0,0 1 0 0 0,-1-1 0 0 0,1 0 1 0 0,-1 1-1 0 0,1-1 0 0 0,-1 1 0 0 0,0-1 0 0 0,1 1 1 0 0,-1-1-1 0 0,1 1 0 0 0,-1-1 0 0 0,0 1 0 0 0,1-1 0 0 0,-1 1 1 0 0,0 0-1 0 0,0-1 0 0 0,0 1 0 0 0,1 0 0 0 0,-1-1 1 0 0,0 1-1 0 0,0 0 0 0 0,0-1 0 0 0,0 1 0 0 0,0 0 1 0 0,0-1-1 0 0,0 1 0 0 0,0-1 0 0 0,0 1 0 0 0,0 0 1 0 0,-1-1-1 0 0,1 2 0 0 0,-18 18 132 0 0,-34 10-397 0 0,48-28 154 0 0,-47 24-1617 0 0,24-10-69 0 0,-2-2 0 0 0,0 0-1 0 0,0-2 1 0 0,-1-2 0 0 0,-1 0 0 0 0,-53 9-1 0 0,59-17 970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21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989 1 1472 0 0,'-68'12'440'0'0,"-1"-2"-88"0"0,-4-1-156 0 0,1-2-96 0 0,-1 0-44 0 0,-3 1-68 0 0,-1-1-72 0 0,4 2-124 0 0,-3 0-152 0 0,-5 0-44 0 0,0 4 20 0 0,-3 0 4 0 0,-1 2 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35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400 147 1696 0 0,'-30'12'1600'0'0,"-46"12"0"0"0,52-18-869 0 0,1 1 0 0 0,1 1-1 0 0,-1 0 1 0 0,-24 15 0 0 0,39-17-591 0 0,0-1 1 0 0,1 2-1 0 0,0-1 0 0 0,0 1 0 0 0,0 0 1 0 0,1 0-1 0 0,0 1 0 0 0,0 0 0 0 0,1 0 1 0 0,0 1-1 0 0,1-1 0 0 0,-5 11 0 0 0,-4 15 617 0 0,-16 67-1 0 0,17-56-384 0 0,7-22-223 0 0,1-1-1 0 0,1 1 0 0 0,1 0 0 0 0,1 0 0 0 0,1 0 0 0 0,1 0 0 0 0,0 0 0 0 0,7 27 0 0 0,3 0 91 0 0,2 0 0 0 0,30 74 0 0 0,-36-108-195 0 0,1-2 0 0 0,1 1 0 0 0,0-1 0 0 0,0 0 0 0 0,2-1 0 0 0,-1 0 0 0 0,2-1-1 0 0,0 0 1 0 0,16 12 0 0 0,-1-3 51 0 0,0-1 1 0 0,2-2-1 0 0,48 25 0 0 0,-19-16-207 0 0,2-3-1 0 0,0-3 1 0 0,1-2-1 0 0,1-2 1 0 0,1-4-1 0 0,0-2 1 0 0,1-3-1 0 0,-1-3 1 0 0,1-2-1 0 0,127-12 1 0 0,-162 4-67 0 0,0-1 1 0 0,0-1 0 0 0,-1-1 0 0 0,0-2 0 0 0,0-1 0 0 0,-1-1 0 0 0,-1-1 0 0 0,0-2-1 0 0,-1 0 1 0 0,43-35 0 0 0,-51 36 166 0 0,-2-1 0 0 0,0 0 1 0 0,0-1-1 0 0,-1-1 0 0 0,-2 0 0 0 0,1-1 0 0 0,-2 0 0 0 0,0-1 0 0 0,-2 0 0 0 0,0-1 0 0 0,-1 0 1 0 0,0 0-1 0 0,-2-1 0 0 0,-1 1 0 0 0,5-35 0 0 0,-8 27 153 0 0,0 1 0 0 0,-2-1 0 0 0,-1 0 1 0 0,-2 0-1 0 0,0 0 0 0 0,-2 1 0 0 0,-1-1 0 0 0,-1 1 0 0 0,-1 1 0 0 0,-2-1 0 0 0,-1 2 0 0 0,0-1 0 0 0,-17-24 1 0 0,3 7 102 0 0,-3 1 1 0 0,-1 1 0 0 0,-2 2 0 0 0,-2 1 0 0 0,-2 1-1 0 0,-1 3 1 0 0,-1 0 0 0 0,-48-32 0 0 0,63 51-130 0 0,0 2 0 0 0,-1 0 0 0 0,0 1 0 0 0,-1 1 0 0 0,0 2 0 0 0,-1 0 0 0 0,1 2 0 0 0,-2 0 0 0 0,1 2 0 0 0,-1 1 1 0 0,0 1-1 0 0,0 1 0 0 0,0 1 0 0 0,0 1 0 0 0,0 2 0 0 0,0 0 0 0 0,-34 9 0 0 0,34-4-105 0 0,1 0 0 0 0,0 2 1 0 0,1 1-1 0 0,0 1 0 0 0,1 1 0 0 0,0 1 0 0 0,1 1 1 0 0,0 1-1 0 0,1 1 0 0 0,1 1 0 0 0,0 1 0 0 0,2 0 1 0 0,0 2-1 0 0,1 0 0 0 0,0 0 0 0 0,2 2 0 0 0,1 0 1 0 0,1 1-1 0 0,0 0 0 0 0,2 1 0 0 0,1 0 0 0 0,-12 44 1 0 0,17-42-248 0 0,1 0 1 0 0,2 1-1 0 0,1 30 1 0 0,4-52-553 0 0,0 0 0 0 0,1 0 0 0 0,0 0 1 0 0,0-1-1 0 0,0 0 0 0 0,0 0 0 0 0,1 0 1 0 0,5 3-1 0 0,4 4-1992 0 0,0 0 1029 0 0,0 0 0 0 0,1-1 0 0 0,20 9 0 0 0,-23-13 1396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36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63 2432 0 0,'-2'0'223'0'0,"-1"0"-1"0"0,1 0 1 0 0,-1 1-1 0 0,1-1 1 0 0,-1 0-1 0 0,1 1 1 0 0,-1 0-1 0 0,1-1 1 0 0,-1 1-1 0 0,1 0 0 0 0,-1 0 1 0 0,1 0-1 0 0,0 1 1 0 0,0-1-1 0 0,0 1 1 0 0,-1-1-1 0 0,1 1 1 0 0,1 0-1 0 0,-1-1 1 0 0,0 1-1 0 0,-1 2 1 0 0,0 1 30 0 0,1-1 0 0 0,0 0 0 0 0,0 0 0 0 0,1 1 0 0 0,-1-1 0 0 0,1 0 0 0 0,0 1 0 0 0,0 0 0 0 0,0-1 1 0 0,1 10-1 0 0,0 4 185 0 0,1-1-1 0 0,1 1 1 0 0,1 0 0 0 0,1-1 0 0 0,5 18 0 0 0,9 16-183 0 0,2-2 0 0 0,2-1 0 0 0,2 0 0 0 0,3-2 1 0 0,1-1-1 0 0,2-1 0 0 0,2-2 0 0 0,66 68 0 0 0,-76-89-343 0 0,0 0 0 0 0,2-1 0 0 0,1-1 0 0 0,0-2-1 0 0,2 0 1 0 0,-1-2 0 0 0,2 0 0 0 0,49 17 0 0 0,-59-26-67 0 0,1-1 0 0 0,0-1 1 0 0,0 0-1 0 0,0-2 0 0 0,0 0 0 0 0,1-1 1 0 0,-1-1-1 0 0,1-1 0 0 0,-1 0 0 0 0,0-2 1 0 0,0 0-1 0 0,0-1 0 0 0,0-1 1 0 0,34-14-1 0 0,-20 4 173 0 0,-2-2 1 0 0,0-2-1 0 0,-2 0 1 0 0,0-2-1 0 0,31-29 0 0 0,123-133 1302 0 0,-167 166-1183 0 0,37-40 443 0 0,-3-2-1 0 0,-2-2 1 0 0,50-85-1 0 0,-93 138-453 0 0,0 0 0 0 0,-1 0 0 0 0,0 0 0 0 0,-1 0 0 0 0,0-1 0 0 0,0 1 0 0 0,-1-1-1 0 0,2-10 1 0 0,-4 15-60 0 0,0 1-1 0 0,-1 0 1 0 0,1-1-1 0 0,0 1 1 0 0,-1 0-1 0 0,0 0 0 0 0,0-1 1 0 0,0 1-1 0 0,0 0 1 0 0,-1 0-1 0 0,1 0 1 0 0,-1 0-1 0 0,1 0 1 0 0,-1 1-1 0 0,0-1 1 0 0,0 0-1 0 0,-1 1 1 0 0,1-1-1 0 0,0 1 1 0 0,-1 0-1 0 0,0 0 0 0 0,1 0 1 0 0,-1 0-1 0 0,0 0 1 0 0,-3-1-1 0 0,-23-12 82 0 0,0 1 0 0 0,-1 2 0 0 0,0 1-1 0 0,-1 1 1 0 0,0 2 0 0 0,-1 1 0 0 0,0 1-1 0 0,-48-2 1 0 0,11 5-168 0 0,-1 4-1 0 0,-132 18 1 0 0,103-2-70 0 0,1 4 1 0 0,1 4-1 0 0,1 4 0 0 0,1 5 1 0 0,3 4-1 0 0,0 3 0 0 0,-88 57 1 0 0,162-88-92 0 0,0 2 0 0 0,2 0 0 0 0,-1 0 1 0 0,-27 29-1 0 0,41-38 42 0 0,0 0-1 0 0,0 1 1 0 0,1-1 0 0 0,-1 1 0 0 0,1 0 0 0 0,0-1 0 0 0,0 1-1 0 0,0 0 1 0 0,0 1 0 0 0,1-1 0 0 0,0 0 0 0 0,0 0 0 0 0,0 0-1 0 0,0 1 1 0 0,1-1 0 0 0,-1 1 0 0 0,1-1 0 0 0,0 0 0 0 0,1 1-1 0 0,-1-1 1 0 0,1 0 0 0 0,0 1 0 0 0,0-1 0 0 0,0 0 0 0 0,0 0-1 0 0,1 0 1 0 0,0 0 0 0 0,4 8 0 0 0,7 9-1190 0 0,2-1 0 0 0,1-1-1 0 0,0 0 1 0 0,1-1 0 0 0,1-1 0 0 0,1 0 0 0 0,1-1-1 0 0,0-2 1 0 0,31 19 0 0 0,-34-24 758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3:49.8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14115,'4449'100'0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51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25 149 1440 0 0,'0'0'1387'0'0,"11"-36"333"0"0,-38-15 3414 0 0,24 21-2866 0 0,3 28-2140 0 0,0-1 0 0 0,0 1 0 0 0,0 0-1 0 0,0-1 1 0 0,0 1 0 0 0,-1-1 0 0 0,1 1 0 0 0,-1-1 0 0 0,1 1 0 0 0,-3-5 0 0 0,2 6-150 0 0,21 33-11885 0 0,-14-25 11352 0 0,5 4 83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51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1 812 0 0,'28'0'60'0'0,"0"0"-36"0"0,-4 0-8 0 0,1 0-8 0 0,-1 2-4 0 0,0-1-96 0 0,-4 3-120 0 0,0-2-28 0 0,0 2 20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3:54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2780 2088 0 0,'-2'-2'468'0'0,"0"0"0"0"0,1 1-1 0 0,0-1 1 0 0,-1 0 0 0 0,1 0 0 0 0,0 0-1 0 0,0 0 1 0 0,0 0 0 0 0,0 0-1 0 0,0 0 1 0 0,1 0 0 0 0,-1-1 0 0 0,1 1-1 0 0,-1 0 1 0 0,1 0 0 0 0,0-4 0 0 0,0 5 200 0 0,3-17 3210 0 0,2-2-3474 0 0,6 15-430 0 0,0 0 1 0 0,1 0-1 0 0,0 2 0 0 0,0-1 1 0 0,1 1-1 0 0,-1 1 0 0 0,25-1 0 0 0,13-4 225 0 0,32-9 176 0 0,29-8-60 0 0,1 5 1 0 0,183-6 0 0 0,-94 31-154 0 0,227 37 1 0 0,-342-32-55 0 0,0-4 1 0 0,0-3 0 0 0,152-15-1 0 0,-140 6-211 0 0,-1 3 0 0 0,125 14 1 0 0,-134-6 96 0 0,443-4-249 0 0,-239-7-31 0 0,-180 11-11 0 0,0 6-1 0 0,149 34 0 0 0,-166-28 215 0 0,89 15 232 0 0,309 14 0 0 0,306 10 1656 0 0,-83 8 946 0 0,-701-64-2776 0 0,477 42-194 0 0,-431-38 468 0 0,0-2 0 0 0,0-3 0 0 0,0-3 0 0 0,0-2 0 0 0,-1-4 0 0 0,0-1 0 0 0,0-4 0 0 0,-1-2 0 0 0,-1-2 0 0 0,-1-3 0 0 0,0-3 0 0 0,-2-2 0 0 0,-1-2 0 0 0,-1-2 0 0 0,-2-3 0 0 0,56-47 0 0 0,-61 43-317 0 0,-2-3 0 0 0,-2-1 1 0 0,-2-3-1 0 0,-2-1 0 0 0,-1-1 0 0 0,-3-2 0 0 0,-2-2 0 0 0,43-88 0 0 0,9-42-809 0 0,-27 62-704 0 0,51-156 0 0 0,-107 271 1561 0 0,19-59-925 0 0,22-121 0 0 0,-39 163 854 0 0,-1 0 1 0 0,-1 0 0 0 0,0 0-1 0 0,-2 0 1 0 0,0 0 0 0 0,-2 0-1 0 0,0 0 1 0 0,-1 0 0 0 0,-1 1-1 0 0,-11-30 1 0 0,0 15 19 0 0,-2 1-1 0 0,-1 0 0 0 0,-1 2 1 0 0,-2 0-1 0 0,-1 1 0 0 0,-1 1 1 0 0,-2 1-1 0 0,-30-25 1 0 0,-2 5-14 0 0,-2 2 1 0 0,-2 3 0 0 0,-70-36 0 0 0,87 54 79 0 0,-37-23-36 0 0,-2 4-1 0 0,-1 3 1 0 0,-119-38 0 0 0,121 58-299 0 0,-1 4-1 0 0,-1 3 1 0 0,0 4 0 0 0,-114 1 0 0 0,-345 36-745 0 0,408-16 915 0 0,11-2-103 0 0,-340 19-778 0 0,329-26 1048 0 0,-195-23-1 0 0,4-30 164 0 0,172 23-1278 0 0,-310-15-1 0 0,170 45 131 0 0,-324-5 586 0 0,422-7 908 0 0,-220-39 0 0 0,133-9 554 0 0,141 26-1006 0 0,-269-25 1 0 0,-310 44 45 0 0,678 13 91 0 0,0 2 0 0 0,-64 11 0 0 0,92-10-203 0 0,0 1-1 0 0,0 0 1 0 0,1 1-1 0 0,-1 1 1 0 0,1 1-1 0 0,0 0 1 0 0,0 1-1 0 0,1 0 1 0 0,-23 19-1 0 0,24-13-18 0 0,0 1 0 0 0,1 0 0 0 0,1 1 0 0 0,0 0 0 0 0,-16 34-1 0 0,9-18 51 0 0,-246 386 320 0 0,161-261-304 0 0,70-105-90 0 0,2 2 0 0 0,-30 71 0 0 0,48-92 71 0 0,2 0 1 0 0,1 1-1 0 0,1 0 1 0 0,2 0 0 0 0,-4 52-1 0 0,10-17-17 0 0,4 0-1 0 0,3 0 1 0 0,22 104 0 0 0,8 88-689 0 0,-33-205 625 0 0,-2 0-1 0 0,-2-1 1 0 0,-3 1 0 0 0,-3 0 0 0 0,-2-1-1 0 0,-17 58 1 0 0,-19 5-4757 0 0,44-116 4428 0 0,1-2 269 0 0,-1 1 0 0 0,1-1 0 0 0,0 1 1 0 0,-1-1-1 0 0,1 1 0 0 0,0 0 0 0 0,-1-1 1 0 0,1 1-1 0 0,0 0 0 0 0,0-1 0 0 0,0 1 1 0 0,0-1-1 0 0,0 1 0 0 0,0 0 0 0 0,0-1 1 0 0,0 1-1 0 0,0 0 0 0 0,0-1 0 0 0,0 1 1 0 0,0 0-1 0 0,0-1 0 0 0,0 1 0 0 0,1 0 1 0 0,-1 0-1 0 0,7 3-390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00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1513 344 3152 0 0,'-36'-65'4867'0'0,"32"54"-4591"0"0,-1 1-1 0 0,0-1 1 0 0,-1 2-1 0 0,0-1 1 0 0,-1 1 0 0 0,1-1-1 0 0,-12-9 1 0 0,10 10-176 0 0,-1 1 0 0 0,-1 0-1 0 0,1 1 1 0 0,-2 0 0 0 0,1 0 0 0 0,-1 1 0 0 0,1 1 0 0 0,-2-1 0 0 0,1 2 0 0 0,0 0 0 0 0,-1 0 0 0 0,0 1 0 0 0,0 0 0 0 0,0 1 0 0 0,0 0 0 0 0,0 1 0 0 0,-1 1 0 0 0,1 0 0 0 0,0 0 0 0 0,0 1 0 0 0,0 1 0 0 0,-1 0 0 0 0,1 1 0 0 0,-12 4-1 0 0,-375 124 1666 0 0,345-116-1435 0 0,-14 4 22 0 0,-107 42 0 0 0,153-51-359 0 0,1 1 1 0 0,1 0-1 0 0,0 2 1 0 0,0 0-1 0 0,1 1 1 0 0,1 1-1 0 0,0 1 1 0 0,-28 33-1 0 0,25-21 7 0 0,1 1 1 0 0,2 1-1 0 0,1 0 0 0 0,2 2 1 0 0,-14 37-1 0 0,6-5 6 0 0,-23 114 1 0 0,32-102-17 0 0,3 2 0 0 0,-1 131 1 0 0,13-151 43 0 0,3-1 1 0 0,2 0-1 0 0,2 0 1 0 0,22 76-1 0 0,-24-114-10 0 0,1 1 0 0 0,1-1-1 0 0,1 0 1 0 0,1-1 0 0 0,0 0 0 0 0,2 0-1 0 0,-1-1 1 0 0,27 28 0 0 0,-16-24 3 0 0,0-1 0 0 0,1-1-1 0 0,1-1 1 0 0,0 0 0 0 0,39 18 0 0 0,19 2 28 0 0,1-4-1 0 0,2-3 1 0 0,93 20 0 0 0,-145-42-41 0 0,203 50-13 0 0,302 34 0 0 0,251-14-11 0 0,-133-17 5 0 0,-167-15-46 0 0,-346-41 21 0 0,204-16 0 0 0,-256-1-3 0 0,-1-4 0 0 0,-1-4 0 0 0,-1-3 0 0 0,-1-5 0 0 0,-1-4 0 0 0,-1-3 0 0 0,-2-3 0 0 0,-2-5 0 0 0,-2-3 0 0 0,-1-3-1 0 0,102-84 1 0 0,-138 96 20 0 0,-2-2-1 0 0,-1-1 0 0 0,-2-2 1 0 0,-1-1-1 0 0,51-83 0 0 0,-66 89 71 0 0,-1-2 0 0 0,-2 0 0 0 0,-1-2 1 0 0,-2 0-1 0 0,-2 0 0 0 0,-2-1 0 0 0,12-84 0 0 0,-21 103-14 0 0,-1 1 1 0 0,-1 0-1 0 0,-1-1 0 0 0,-1 1 0 0 0,-1 0 1 0 0,0 0-1 0 0,-2 0 0 0 0,-14-39 0 0 0,7 32-7 0 0,-1 0-1 0 0,-1 1 1 0 0,-1 1-1 0 0,-2 0 1 0 0,-32-38-1 0 0,5 16-15 0 0,-4 1-1 0 0,-1 2 1 0 0,-1 3-1 0 0,-3 2 1 0 0,-64-37 0 0 0,21 22 42 0 0,-2 5 1 0 0,-3 3 0 0 0,-1 5 0 0 0,-123-33 0 0 0,-437-81 698 0 0,607 144-692 0 0,-277-49 358 0 0,-2 15 1 0 0,-420-5 0 0 0,289 66-313 0 0,386-6-212 0 0,0 4 0 0 0,1 2 0 0 0,-139 49 0 0 0,197-57 18 0 0,1 1 1 0 0,0 1 0 0 0,-23 15-1 0 0,37-21 60 0 0,0 0 0 0 0,0 0-1 0 0,1 1 1 0 0,0 0 0 0 0,0 0-1 0 0,0 0 1 0 0,0 1 0 0 0,0-1-1 0 0,1 1 1 0 0,0 0 0 0 0,0 0-1 0 0,0 0 1 0 0,1 0 0 0 0,0 0-1 0 0,0 1 1 0 0,-3 10 0 0 0,2 3-3 0 0,-7 61 208 0 0,2-31 106 0 0,-8-16-3618 0 0,16-21 1934 0 0,0 34-4841 0 0,8 62 0 0 0,-8-83 5062 0 0,0-14 788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01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46 163 2196 0 0,'-2'0'325'0'0,"0"-1"1"0"0,0 1-1 0 0,1 0 0 0 0,-1-1 0 0 0,0 1 1 0 0,1-1-1 0 0,-1 0 0 0 0,1 1 1 0 0,-1-1-1 0 0,1 0 0 0 0,-1 0 0 0 0,1 0 1 0 0,0 0-1 0 0,-1 0 0 0 0,1 0 0 0 0,0-1 1 0 0,0 1-1 0 0,0 0 0 0 0,-1-1 0 0 0,2 1 1 0 0,-1-1-1 0 0,0 1 0 0 0,-1-4 0 0 0,0 1 163 0 0,0 0-1 0 0,1 0 0 0 0,-1-1 0 0 0,1 1 0 0 0,0-1 1 0 0,0 1-1 0 0,0-9 0 0 0,1 12-482 0 0,0 0 0 0 0,0 0 0 0 0,0 0-1 0 0,0 0 1 0 0,0 0 0 0 0,0 0 0 0 0,0 0 0 0 0,0 0 0 0 0,0 0 0 0 0,1 0 0 0 0,-1 0 0 0 0,0 0-1 0 0,1 0 1 0 0,-1 0 0 0 0,0 0 0 0 0,1 0 0 0 0,-1 0 0 0 0,1 0 0 0 0,0 0 0 0 0,-1 1-1 0 0,1-1 1 0 0,0 0 0 0 0,0 0 0 0 0,-1 1 0 0 0,1-1 0 0 0,0 0 0 0 0,0 1 0 0 0,0-1-1 0 0,0 1 1 0 0,1-1 0 0 0,36 2-670 0 0,-30 1 700 0 0,57 6 102 0 0,1-3-1 0 0,0-3 0 0 0,81-7 1 0 0,194-46 105 0 0,-284 41-177 0 0,-1 1 0 0 0,1 4 0 0 0,1 1 0 0 0,-1 4 1 0 0,0 2-1 0 0,0 2 0 0 0,0 3 0 0 0,56 14 0 0 0,97 33 479 0 0,97 20-265 0 0,-265-67-268 0 0,0-3 0 0 0,1-1 0 0 0,0-2 0 0 0,-1-2 1 0 0,65-10-1 0 0,88-27 20 0 0,94-13-28 0 0,-246 46 90 0 0,0 3 0 0 0,0 1 0 0 0,0 2 0 0 0,78 13-1 0 0,-27 6 17 0 0,-1 4-1 0 0,103 42 0 0 0,-173-55-180 0 0,8 3 207 0 0,-21-11-4202 0 0,-1-2-3681 0 0,-9-2 7471 0 0,-1 0 1 0 0,0 0-1 0 0,1 0 1 0 0,-1-1 0 0 0,1 1-1 0 0,0 0 1 0 0,-1 0-1 0 0,1-1 1 0 0,0 1-1 0 0,0 0 1 0 0,0-1 0 0 0,0 1-1 0 0,0 0 1 0 0,0-3-1 0 0,0 3 86 0 0,0-6-223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04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1 372 1128 0 0,'0'-1'399'0'0,"1"1"0"0"0,0 0-1 0 0,0-1 1 0 0,-1 1 0 0 0,1 0 0 0 0,0-1 0 0 0,-1 1-1 0 0,1-1 1 0 0,0 1 0 0 0,-1-1 0 0 0,1 1-1 0 0,-1-1 1 0 0,1 0 0 0 0,-1 1 0 0 0,1-1 0 0 0,-1 1-1 0 0,0-1 1 0 0,1 0 0 0 0,-1 0 0 0 0,0 1-1 0 0,1-1 1 0 0,-1 0 0 0 0,0 0 0 0 0,0 1 0 0 0,0-1-1 0 0,1 0 1 0 0,-1 0 0 0 0,0 1 0 0 0,0-1-1 0 0,0 0 1 0 0,0 0 0 0 0,-1 0 0 0 0,1 1-1 0 0,0-1 1 0 0,0-1 0 0 0,-4-8-1028 0 0,4 9 671 0 0,4-29 202 0 0,14 10-204 0 0,0 0 0 0 0,2 1 0 0 0,0 1 0 0 0,1 1 0 0 0,1 1 0 0 0,1 1 0 0 0,0 0 0 0 0,1 2 0 0 0,0 1 0 0 0,46-16 0 0 0,-53 25-6 0 0,1 0 0 0 0,-1 1 0 0 0,30 1 0 0 0,-45 1 149 0 0,1-1 0 0 0,-1 1-1 0 0,1 0 1 0 0,-1 0-1 0 0,0-1 1 0 0,1 0 0 0 0,-1 1-1 0 0,1-1 1 0 0,-1 0-1 0 0,0 0 1 0 0,0 0-1 0 0,4-3 1 0 0,5-2 285 0 0,-11 6-463 0 0,70-20-707 0 0,78-2 509 0 0,191-5 0 0 0,-218 23 6184 0 0,-120 3-6234 0 0,0 0 149 0 0,-1 0 0 0 0,1 0 0 0 0,0 0-1 0 0,0 0 1 0 0,0 0 0 0 0,0 0 0 0 0,0 0 0 0 0,1 0 0 0 0,-1 1-1 0 0,0-1 1 0 0,0 1 0 0 0,0-1 0 0 0,1 0 0 0 0,-1 1 0 0 0,0 0 0 0 0,1-1-1 0 0,-1 1 1 0 0,0 0 0 0 0,1 0 0 0 0,-1 0 0 0 0,0 0 0 0 0,1 0 0 0 0,-1 0-1 0 0,2 0 1 0 0,38 3 2561 0 0,-66 6-14655 0 0,-29 23 6608 0 0,-24 28 1347 0 0,53-40 3300 0 0,9-8 554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4:08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0 179 15129,'1065'-179'0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06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2198 1256 0 0,'0'0'395'0'0,"-16"-4"7430"0"0,16 1-7589 0 0,1 1 0 0 0,0-1 0 0 0,-1 1 0 0 0,1-1 0 0 0,0 1 0 0 0,0-1 0 0 0,1 1 0 0 0,-1 0 0 0 0,0 0 0 0 0,1-1 0 0 0,-1 1 0 0 0,1 0 0 0 0,0 1 0 0 0,1-3 0 0 0,37-32 134 0 0,-14 13 138 0 0,-1-7-130 0 0,-1-1-1 0 0,-2-1 1 0 0,35-66 0 0 0,-52 88-359 0 0,37-66 142 0 0,171-326 631 0 0,-176 329-589 0 0,3 1-1 0 0,4 2 1 0 0,2 2 0 0 0,105-116-1 0 0,-62 83-198 0 0,-50 54 64 0 0,3 1 0 0 0,2 2 0 0 0,68-54 0 0 0,-28 39 115 0 0,2 3 0 0 0,3 4 0 0 0,181-76 0 0 0,-162 88-255 0 0,1 5 0 0 0,1 5 0 0 0,2 5-1 0 0,178-18 1 0 0,-273 43 26 0 0,14-4-360 0 0,-30 4 249 0 0,-2-22-5012 0 0,-4 15 4113 0 0,-1 0 0 0 0,1 0 0 0 0,-1 1 0 0 0,0 0 0 0 0,-1 0 0 0 0,-13-9 1 0 0,-49-27-2548 0 0,44 29 2889 0 0,2 0 279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07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 1896 0 0,'0'0'2458'0'0,"31"-11"1209"0"0,185 4 2794 0 0,1 1-5667 0 0,710 47 208 0 0,-2 48-728 0 0,-850-81-288 0 0,630 26 445 0 0,-704-34-346 0 0,-28-6-11978 0 0,-6-1 8768 0 0,20 7 2346 0 0,-2 0 126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07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17 226 1548 0 0,'0'0'515'0'0,"-16"-19"4046"0"0,16 11-3658 0 0,0-1-1 0 0,1 0 1 0 0,0 1-1 0 0,1-1 1 0 0,0 1-1 0 0,0 0 1 0 0,6-15-1 0 0,-5 18-845 0 0,0-1-1 0 0,0 1 0 0 0,0 0 0 0 0,1 0 0 0 0,-1 0 0 0 0,1 0 0 0 0,0 1 0 0 0,1 0 0 0 0,-1-1 0 0 0,1 2 0 0 0,0-1 0 0 0,0 0 1 0 0,0 1-1 0 0,0 0 0 0 0,0 0 0 0 0,1 1 0 0 0,-1-1 0 0 0,11-2 0 0 0,11 1 3 0 0,0 0-1 0 0,0 2 1 0 0,1 1-1 0 0,-1 1 1 0 0,0 2 0 0 0,40 6-1 0 0,22 1 18 0 0,-36-6-60 0 0,485 14 18 0 0,-480-18-71 0 0,-16 2-112 0 0,-1-3-1 0 0,1-1 1 0 0,-1-2-1 0 0,58-14 1 0 0,-99 19 21 0 0,1 0-1 0 0,-1 0 1 0 0,0 0-1 0 0,1 0 1 0 0,-1 0-1 0 0,0 0 1 0 0,0 0-1 0 0,1 0 1 0 0,-1-1-1 0 0,0 1 1 0 0,0 0-1 0 0,1 0 1 0 0,-1 0-1 0 0,0 0 1 0 0,0 0-1 0 0,0 0 1 0 0,1-1-1 0 0,-1 1 1 0 0,0 0-1 0 0,0 0 1 0 0,0 0-1 0 0,1-1 1 0 0,-1 1-1 0 0,0 0 1 0 0,0 0-1 0 0,0 0 1 0 0,0-1-1 0 0,0 1 1 0 0,1 0-1 0 0,-1 0 1 0 0,0-1-1 0 0,0 1 1 0 0,0 0-1 0 0,0 0 1 0 0,0-1-1 0 0,0 1 1 0 0,0 0-1 0 0,0-1 1 0 0,0 1-1 0 0,0 0 1 0 0,0 0-1 0 0,0-1 1 0 0,0 1-1 0 0,-1-1 1 0 0,-11-10-2781 0 0,-23-4-326 0 0,4 8 1758 0 0,15 5 886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0.4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1 169 3092 0 0,'19'-29'4245'0'0,"-13"21"-3806"0"0,1 1 1 0 0,-1 0 0 0 0,1 1-1 0 0,0 0 1 0 0,1 0-1 0 0,0 0 1 0 0,0 1 0 0 0,0 0-1 0 0,0 0 1 0 0,13-4 0 0 0,-9 5-473 0 0,0 1 0 0 0,1 0 1 0 0,-1 1-1 0 0,1 0 0 0 0,0 1 0 0 0,0 1 1 0 0,16 1-1 0 0,173 10-1 0 0,-18 1 1202 0 0,233-16 1 0 0,-120-37 452 0 0,-269 31-1518 0 0,-24 8-110 0 0,1 0 1 0 0,-1 0-1 0 0,0 0 0 0 0,1 1 0 0 0,0 0 1 0 0,-1 0-1 0 0,6 0 0 0 0,-9 1 48 0 0,31 0 67 0 0,-28 1 9 0 0,-1 0 0 0 0,0 0-1 0 0,1 0 1 0 0,-1-1 0 0 0,1 1-1 0 0,-1-1 1 0 0,1 0 0 0 0,-1 0-1 0 0,6-1 1 0 0,6 0 530 0 0,-7 0 2188 0 0,0-5-8818 0 0,-19-1-5386 0 0,-14 7 9084 0 0,14 2 1756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1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1824 265 2036 0 0,'-9'-17'1187'0'0,"0"0"0"0"0,2-1 0 0 0,-10-30 0 0 0,13 32-665 0 0,-2 0-1 0 0,0 1 1 0 0,0 0 0 0 0,-14-22 0 0 0,16 32-426 0 0,0 0 1 0 0,0 0 0 0 0,-1 0 0 0 0,1 1-1 0 0,-1 0 1 0 0,0 0 0 0 0,0 0-1 0 0,0 0 1 0 0,0 1 0 0 0,-1 0 0 0 0,0 0-1 0 0,1 0 1 0 0,-1 1 0 0 0,0 0 0 0 0,-12-3-1 0 0,3 3-118 0 0,0 0 0 0 0,0 2 0 0 0,1-1 0 0 0,-1 2 1 0 0,0 0-1 0 0,0 1 0 0 0,1 0 0 0 0,-1 1 0 0 0,1 1 0 0 0,0 0 0 0 0,0 1 0 0 0,0 1 0 0 0,-18 9 0 0 0,-21 15-215 0 0,-96 68 1 0 0,108-68 208 0 0,-50 39 39 0 0,3 3 1 0 0,3 4 0 0 0,-114 134-1 0 0,-181 292 52 0 0,328-424-40 0 0,4 2 0 0 0,3 2 0 0 0,4 2 0 0 0,-36 104 0 0 0,59-133-86 0 0,2 1-1 0 0,2 1 1 0 0,4 0 0 0 0,1 1-1 0 0,3 0 1 0 0,3 0-1 0 0,8 111 1 0 0,1-113-33 0 0,3-1 0 0 0,2 0 0 0 0,2 0-1 0 0,29 73 1 0 0,-28-94 99 0 0,2-1 0 0 0,0 0 0 0 0,3-2 0 0 0,1 0 0 0 0,1-1 0 0 0,1 0 0 0 0,46 44 0 0 0,-35-43 72 0 0,2-2-1 0 0,1-1 0 0 0,2-2 1 0 0,0-1-1 0 0,1-2 1 0 0,2-2-1 0 0,47 17 0 0 0,-28-16 50 0 0,1-4-1 0 0,0-2 0 0 0,1-3 1 0 0,98 9-1 0 0,-34-17 106 0 0,0-6-1 0 0,1-5 1 0 0,-2-5 0 0 0,200-45 0 0 0,-130 11 0 0 0,-3-9 0 0 0,-2-9 0 0 0,-3-8 0 0 0,-3-8 0 0 0,-4-7 0 0 0,326-214 0 0 0,-417 237-2 0 0,-3-3 0 0 0,-3-4 1 0 0,-3-3-1 0 0,83-101 1 0 0,-125 128-37 0 0,-2-1 1 0 0,-2-2 0 0 0,-2-1-1 0 0,-3-1 1 0 0,-2-2-1 0 0,-2-1 1 0 0,-3-1-1 0 0,-2-1 1 0 0,17-77 0 0 0,-31 102-101 0 0,-1-1 0 0 0,-2 1 1 0 0,-2-1-1 0 0,0 0 1 0 0,-2 1-1 0 0,-2-1 0 0 0,-1 1 1 0 0,-1-1-1 0 0,-1 1 1 0 0,-2 1-1 0 0,-2-1 0 0 0,-21-48 1 0 0,15 47-69 0 0,-1 1 0 0 0,-1 1 0 0 0,-2 1 0 0 0,-1 0 0 0 0,-1 2 0 0 0,-2 0 0 0 0,-1 2 0 0 0,0 1 0 0 0,-2 0 0 0 0,-1 2 0 0 0,-36-22 0 0 0,2 9-80 0 0,-3 2 0 0 0,0 3 0 0 0,-2 3 1 0 0,-1 3-1 0 0,-1 2 0 0 0,-1 4 0 0 0,-139-17 0 0 0,61 21-133 0 0,-1 7 0 0 0,-272 22 1 0 0,270-2-26 0 0,1 7 1 0 0,0 7-1 0 0,-172 54 1 0 0,295-73 20 0 0,1 1 1 0 0,0 2-1 0 0,0 1 0 0 0,2 1 1 0 0,-45 30-1 0 0,63-39-21 0 0,-1 1 0 0 0,1 1 0 0 0,0-1 0 0 0,1 1 0 0 0,-1 0 0 0 0,1 1 0 0 0,1-1 0 0 0,-1 1 0 0 0,1 0 0 0 0,0 0 0 0 0,0 0 0 0 0,1 0 1 0 0,0 1-1 0 0,0 0 0 0 0,1-1 0 0 0,0 1 0 0 0,1 0 0 0 0,-1 0 0 0 0,1 0 0 0 0,1 0 0 0 0,0 0 0 0 0,0 0 0 0 0,0 0 0 0 0,3 12 0 0 0,0-7-384 0 0,1 0-1 0 0,0-1 0 0 0,0 1 1 0 0,1-1-1 0 0,1 1 0 0 0,0-2 1 0 0,1 1-1 0 0,0-1 1 0 0,1 0-1 0 0,0 0 0 0 0,1-1 1 0 0,0 0-1 0 0,14 11 0 0 0,-8-8 129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2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22 372 4008 0 0,'-2'-2'303'0'0,"1"1"0"0"0,-1 0 0 0 0,0-1 0 0 0,1 1-1 0 0,-1-1 1 0 0,1 0 0 0 0,0 1 0 0 0,0-1 0 0 0,-1 0 0 0 0,1 0-1 0 0,0 0 1 0 0,1 0 0 0 0,-1 0 0 0 0,0 0 0 0 0,1 0 0 0 0,-1 0-1 0 0,1 0 1 0 0,-1-1 0 0 0,1 1 0 0 0,0 0 0 0 0,0 0-1 0 0,0 0 1 0 0,0 0 0 0 0,0 0 0 0 0,1-1 0 0 0,-1 1 0 0 0,1 0-1 0 0,-1 0 1 0 0,1 0 0 0 0,0 0 0 0 0,0 0 0 0 0,1-2 0 0 0,0 0-205 0 0,1 0 1 0 0,0 1 0 0 0,0-1 0 0 0,1 1-1 0 0,-1-1 1 0 0,1 1 0 0 0,0 1 0 0 0,-1-1-1 0 0,1 0 1 0 0,0 1 0 0 0,1 0 0 0 0,-1 0-1 0 0,9-3 1 0 0,31-8 0 0 0,1 3-1 0 0,85-10 1 0 0,98 7 114 0 0,-102 8-96 0 0,803-36 561 0 0,456-29 43 0 0,-1074 46-771 0 0,459-26 359 0 0,-745 49-246 0 0,171-14 939 0 0,-213 17-10355 0 0,-21 1 4375 0 0,7 0 2999 0 0,-43 10 1 0 0,54-8 1545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31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42 1204 0 0,'0'0'860'0'0,"12"-17"5478"0"0,-12 16-5313 0 0,-2-11 1474 0 0,0 1-545 0 0,-6 21-1619 0 0,4 3-327 0 0,1-1 0 0 0,0 0 0 0 0,1 1 0 0 0,1-1 0 0 0,-1 14-1 0 0,-3 21 90 0 0,-35 221 969 0 0,27-89-1031 0 0,2-6 104 0 0,6-107 35 0 0,4-46-103 0 0,0 0 1 0 0,-1-1 0 0 0,-6 21 0 0 0,7-30-79 0 0,0 1 0 0 0,0-1 0 0 0,0 1 1 0 0,2-1-1 0 0,-1 1 0 0 0,1-1 0 0 0,3 13 0 0 0,2 32 34 0 0,-4-35-31 0 0,0-1 0 0 0,1 0-1 0 0,12 35 1 0 0,-6-18-6 0 0,32 111 83 0 0,-39-140-46 0 0,89 259 298 0 0,-84-250-321 0 0,-1 0 1 0 0,-1 1 0 0 0,-1 0 0 0 0,0 0-1 0 0,2 35 1 0 0,7 61 299 0 0,-5 35 96 0 0,-8 251-422 0 0,12-236-67 0 0,-8 16 420 0 0,4 52-35 0 0,-7-216 881 0 0,-1 13-5678 0 0,-7-23 800 0 0,-7-12 287 0 0,12 4 2985 0 0,0 0 0 0 0,0 1 0 0 0,0-1 0 0 0,0 0 1 0 0,0-1-1 0 0,1 1 0 0 0,-1 0 0 0 0,1 0 1 0 0,0-1-1 0 0,0 1 0 0 0,0 0 0 0 0,1-1 0 0 0,-1 1 1 0 0,1-4-1 0 0,0-6-158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6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2752 4068 0 0,'-16'17'4866'0'0,"14"-29"1326"0"0,11-19-305 0 0,-2 11-4772 0 0,-4 10-2798 0 0,29-82 2313 0 0,52-103 0 0 0,8-19-348 0 0,-76 173-249 0 0,78-247-184 0 0,-80 234 9 0 0,2 0 1 0 0,2 1-1 0 0,51-99 0 0 0,-58 131 79 0 0,3-5-19 0 0,1 1 0 0 0,29-39 0 0 0,-5 11-38 0 0,-29 38-7 0 0,0 0-1 0 0,2 1 1 0 0,18-18-1 0 0,51-35-59 0 0,-50 44 256 0 0,-1-2-1 0 0,34-37 1 0 0,-18 22-1 0 0,-36 34-71 0 0,-1-1-1 0 0,-1-1 1 0 0,0 1 0 0 0,12-15-1 0 0,6-8-111 0 0,1 1-1 0 0,38-32 1 0 0,-58 55 99 0 0,98-91 152 0 0,-38 39 118 0 0,-46 38-312 0 0,40-30 0 0 0,49-27-489 0 0,-89 64 496 0 0,0 1 0 0 0,2 0 0 0 0,31-11 0 0 0,28-12 369 0 0,-42 15-444 0 0,-29 15 30 0 0,-1 0 0 0 0,2 1 0 0 0,-1 0 0 0 0,21-4 0 0 0,-10 5-7 0 0,-1 0 245 0 0,1 0 0 0 0,-1-1 0 0 0,-1-2 1 0 0,28-9-1 0 0,-15-5 153 0 0,15-4-594 0 0,-26 17 0 0 0,-1 1 1 0 0,1 2-1 0 0,1 0 1 0 0,28-1-1 0 0,46-8 731 0 0,-91 12-417 0 0,0 0 0 0 0,0-1 0 0 0,0 0 0 0 0,0-1 0 0 0,0 1 0 0 0,0-1 0 0 0,9-6 0 0 0,7-3-106 0 0,52-22 234 0 0,-63 30-269 0 0,1 2 0 0 0,-1-1 0 0 0,0 1 0 0 0,1 1 0 0 0,-1 0 0 0 0,1 1 0 0 0,17 1 0 0 0,-4 0 239 0 0,100-16 468 0 0,13 2-1137 0 0,-109 15 632 0 0,-21-1 22 0 0,0 0 0 0 0,0-1 0 0 0,0 0 0 0 0,1 0 0 0 0,-1-1 0 0 0,0 0 0 0 0,14-4 0 0 0,-21 5-13 0 0,43-6 31 0 0,23 1-616 0 0,-13 3 574 0 0,-16-2-224 0 0,75 3 1 0 0,-55 2 663 0 0,194-3-643 0 0,-36 1 1360 0 0,-199-1-842 0 0,0 0 1 0 0,0-1-1 0 0,-1 0 1 0 0,19-7 0 0 0,9-2-699 0 0,8 4 106 0 0,0 3 0 0 0,1 1 0 0 0,77 6-1 0 0,-42-1 169 0 0,215 14 538 0 0,213-30-15 0 0,-222 6-670 0 0,-28 1 562 0 0,-239 7-424 0 0,47-9 1 0 0,-6 0-99 0 0,79 9-642 0 0,-117 3 998 0 0,0-1-1 0 0,0-1 0 0 0,0-2 1 0 0,0-1-1 0 0,48-11 0 0 0,-77 14-202 0 0,0-1 1 0 0,0 0-1 0 0,0 1 1 0 0,0-1-1 0 0,0 0 0 0 0,0 1 1 0 0,0-1-1 0 0,-1 0 0 0 0,1 0 1 0 0,0 0-1 0 0,0 0 1 0 0,-1 0-1 0 0,1 0 0 0 0,-1 0 1 0 0,1 0-1 0 0,-1 0 0 0 0,1 0 1 0 0,-1 0-1 0 0,0 0 1 0 0,0 0-1 0 0,1 0 0 0 0,-1 0 1 0 0,0 0-1 0 0,0-1 0 0 0,0 1 1 0 0,0 0-1 0 0,0 0 0 0 0,0 0 1 0 0,-1 0-1 0 0,1 0 1 0 0,0-2-1 0 0,-1-4-611 0 0,1 6 503 0 0,-9-25-199 0 0,-22 13 1500 0 0,12 8-7355 0 0,0 0 1 0 0,-38-5 0 0 0,15 7 3973 0 0,22 3 1124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7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1 832 0 0,'-39'395'3473'0'0,"-7"104"936"0"0,31-352-8076 0 0,-45 196 1 0 0,51-295 3047 0 0,1-8 161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 2344 0 0,'-3'106'3151'0'0,"-10"-2"-6642"0"0,13-88 1889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9.0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2 3708 0 0,'9'-2'6566'0'0,"2"35"-6424"0"0,-2 0-1 0 0,-1 1 0 0 0,-2-1 1 0 0,-1 1-1 0 0,-1 1 1 0 0,-2 47-1 0 0,5 33 455 0 0,18 161 272 0 0,-11 292-1 0 0,-35-306-3527 0 0,-56 263 0 0 0,31-242 114 0 0,7 138 711 0 0,21-181 1665 0 0,4-40 1091 0 0,4 266 8473 0 0,7-389-9227 0 0,-25 144 1 0 0,22-162-352 0 0,2-1 1 0 0,3 0-1 0 0,9 87 0 0 0,-6-110-48 0 0,6 30-680 0 0,22 91-1 0 0,-15-88 219 0 0,2 6-1485 0 0,2-1 1 0 0,38 87-1 0 0,-56-157 2008 0 0,0 0 0 0 0,1 1 0 0 0,0-1 0 0 0,0 0 1 0 0,0 0-1 0 0,0 0 0 0 0,0-1 0 0 0,0 1 0 0 0,1 0 1 0 0,-1-1-1 0 0,1 0 0 0 0,0 1 0 0 0,0-1 0 0 0,0 0 1 0 0,0 0-1 0 0,0-1 0 0 0,0 1 0 0 0,0-1 0 0 0,1 0 1 0 0,3 2-1 0 0,5-3-202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9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 3168 0 0,'1'-2'490'0'0,"0"0"0"0"0,0 0-1 0 0,0 1 1 0 0,0-1-1 0 0,1 1 1 0 0,-1-1 0 0 0,0 1-1 0 0,1-1 1 0 0,0 1-1 0 0,-1 0 1 0 0,1 0 0 0 0,0 0-1 0 0,-1 0 1 0 0,1 0-1 0 0,0 0 1 0 0,0 0 0 0 0,0 0-1 0 0,0 1 1 0 0,2-1 0 0 0,4 30-242 0 0,-2 1 1 0 0,-1 0 0 0 0,-1 0-1 0 0,0 39 1 0 0,-9 129 96 0 0,2-119-460 0 0,-15 283-1858 0 0,5 580-9827 0 0,20-887 11431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9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2312 0 0,'121'312'8145'0'0,"-32"-88"-4367"0"0,-73-176-3996 0 0,-2 1 1 0 0,-2 1-1 0 0,10 79 0 0 0,-22-97-1511 0 0,0-1-1 0 0,-2 1 1 0 0,-1-1 0 0 0,-2 0-1 0 0,-1 0 1 0 0,-19 57 0 0 0,18-68 1154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19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2152 0 0,'0'16'873'0'0,"2"1"0"0"0,0-1 0 0 0,1 1 1 0 0,0-1-1 0 0,2 0 0 0 0,11 30 0 0 0,9 13-727 0 0,-21-52-419 0 0,1 11-339 0 0,0 0 1 0 0,-1 0-1 0 0,0 0 1 0 0,-2 1-1 0 0,0-1 1 0 0,-1 1-1 0 0,-1-1 1 0 0,-1 1-1 0 0,-5 33 1 0 0,3-18-56 0 0,-10 44-456 0 0,5-51 903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20.1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2148 0 0,'0'19'1071'0'0,"2"0"-1"0"0,0-1 0 0 0,1 1 1 0 0,0-1-1 0 0,2 0 0 0 0,0 0 1 0 0,1 0-1 0 0,1-1 0 0 0,16 31 1 0 0,-15-35-546 0 0,1 1 0 0 0,0-1 0 0 0,21 20 1 0 0,-17-19-587 0 0,0-2 55 0 0,-1 1 0 0 0,0 1 0 0 0,15 21 0 0 0,-25-30-378 0 0,1 0-1 0 0,-1 0 0 0 0,0 0 0 0 0,0 0 0 0 0,0 0 1 0 0,1 8-1 0 0,-2-9-223 0 0,-1 0-1 0 0,1 0 1 0 0,-1 0 0 0 0,0 0 0 0 0,-1 0 0 0 0,1 0 0 0 0,-1 0 0 0 0,0-1-1 0 0,0 1 1 0 0,-1 4 0 0 0,-10 9-4204 0 0,12-14 4363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24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811 145 2456 0 0,'0'-5'309'0'0,"0"-1"-14"0"0,0 1 0 0 0,0 0 0 0 0,0-1 0 0 0,1 1 0 0 0,-1 0 0 0 0,2 0 0 0 0,-1-1 0 0 0,2-5 0 0 0,3-4 696 0 0,-5 12-759 0 0,-1 0-1 0 0,1 0 0 0 0,0 1 0 0 0,0-1 0 0 0,0 1 1 0 0,1-1-1 0 0,-1 1 0 0 0,1-1 0 0 0,3-3 0 0 0,-5 5 4 0 0,1-1 0 0 0,0 1-1 0 0,-1-1 1 0 0,1 0 0 0 0,-1 1-1 0 0,0-1 1 0 0,1 1 0 0 0,-1-1 0 0 0,0 0-1 0 0,0 1 1 0 0,0-1 0 0 0,0 0-1 0 0,0 1 1 0 0,0-1 0 0 0,-1 0-1 0 0,1 1 1 0 0,-1-1 0 0 0,0-2-1 0 0,-7-4-1004 0 0,7 8 746 0 0,-23 15 1336 0 0,14-2-1051 0 0,1 1 0 0 0,0-1 0 0 0,-10 23-1 0 0,-14 23-58 0 0,-40 71 19 0 0,-97 139 529 0 0,122-186-105 0 0,3 1 0 0 0,-60 163 0 0 0,29-63 86 0 0,36-98-482 0 0,10-22 166 0 0,-25 76 0 0 0,47-111-299 0 0,5-16-27 0 0,-1 0 0 0 0,0 0-1 0 0,-1 0 1 0 0,-11 21 0 0 0,8-31-9172 0 0,-1-10 4538 0 0,-6-23 1671 0 0,10 19 1225 0 0,-3-2 703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24.8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1 1436 0 0,'-4'11'9436'0'0,"-6"15"-6540"0"0,-19 51-2701 0 0,0 12 237 0 0,4 2 0 0 0,4 1 1 0 0,-9 99-1 0 0,22-138-388 0 0,-33 273-3 0 0,28-209 10 0 0,4-75 143 0 0,-1 13-3279 0 0,-18-77-3983 0 0,23 14 6103 0 0,1 0 1 0 0,0 0-1 0 0,0 0 0 0 0,-4-13 0 0 0,4 8 360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26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1 266 1808 0 0,'0'0'1720'0'0,"41"-10"1701"0"0,15 0-2708 0 0,1 1 0 0 0,1 3 1 0 0,-1 3-1 0 0,63 4 0 0 0,-61-1-654 0 0,176 0-730 0 0,1071 11-3992 0 0,-1287-11 4592 0 0,566 4-1558 0 0,-497-12 3094 0 0,165-37 0 0 0,-53 6-3566 0 0,285-64 920 0 0,-445 93 1224 0 0,6 1-222 0 0,0 2-1 0 0,1 2 1 0 0,0 2 0 0 0,0 2-1 0 0,0 2 1 0 0,55 8 0 0 0,-86-8-56 0 0,0-2 1 0 0,-1 0-1 0 0,1 0 1 0 0,0-1 0 0 0,-1-1-1 0 0,28-10 1 0 0,-30 10 43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34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 1296 0 0,'0'0'2892'0'0,"13"-7"1040"0"0,15-7-3124 0 0,-7 8-640 0 0,1 0 0 0 0,-1 1 0 0 0,1 2 0 0 0,0 0 0 0 0,0 1 0 0 0,0 1 0 0 0,38 3-1 0 0,4-1 8 0 0,415-2-1311 0 0,243 21-5792 0 0,-494-12 5265 0 0,-143-6 1180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0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685 172 1784 0 0,'4'-9'689'0'0,"-1"0"0"0"0,0 0 0 0 0,-1-1 1 0 0,0 1-1 0 0,0-1 0 0 0,-1 1 0 0 0,0-1 0 0 0,-1 0 0 0 0,0 1 0 0 0,-1-1 0 0 0,0 1 0 0 0,-4-19 0 0 0,5 26-605 0 0,-1 0 0 0 0,0 0 0 0 0,0 0 0 0 0,0-1 0 0 0,0 1 0 0 0,0 0 0 0 0,-1 0 0 0 0,1 1 0 0 0,-1-1 0 0 0,1 0 0 0 0,-1 0 0 0 0,0 1 0 0 0,1-1 0 0 0,-4-2 0 0 0,4 4-185 0 0,-35 11-488 0 0,-91 44 725 0 0,46-22 642 0 0,1 4 1 0 0,-132 83-1 0 0,200-112-799 0 0,0 1 1 0 0,1 1-1 0 0,0-1 0 0 0,1 2 0 0 0,0-1 0 0 0,0 2 0 0 0,1-1 0 0 0,1 1 1 0 0,0 0-1 0 0,-11 24 0 0 0,15-27 32 0 0,1 0 0 0 0,1 0 0 0 0,-1 0 0 0 0,2 0 0 0 0,-1 0 0 0 0,1 0 0 0 0,1 0 0 0 0,-1 1 1 0 0,1-1-1 0 0,1 0 0 0 0,0 1 0 0 0,1-1 0 0 0,-1 0 0 0 0,2 0 0 0 0,-1 0 0 0 0,1 0 0 0 0,8 16 0 0 0,8 11 44 0 0,2-1 0 0 0,1 0 0 0 0,2-2 0 0 0,1-1 0 0 0,2-1 0 0 0,1-1 0 0 0,1-1 0 0 0,1-2 0 0 0,63 44 0 0 0,-49-42-1 0 0,0-3 0 0 0,2-1 0 0 0,1-2 0 0 0,1-3-1 0 0,1-1 1 0 0,0-3 0 0 0,68 13 0 0 0,-35-16-1 0 0,0-4 1 0 0,1-3-1 0 0,0-4 0 0 0,159-16 1 0 0,-114-4-16 0 0,-2-6 0 0 0,181-57 0 0 0,-254 63-9 0 0,0-2 1 0 0,59-31 0 0 0,-90 39-8 0 0,-2 0 1 0 0,1-1 0 0 0,-2-1 0 0 0,0-1 0 0 0,0-1-1 0 0,-2 0 1 0 0,27-32 0 0 0,-39 41-3 0 0,-1 1-1 0 0,1-1 1 0 0,-1 0-1 0 0,0 0 1 0 0,-1 0-1 0 0,0-1 0 0 0,0 1 1 0 0,-1-1-1 0 0,0 0 1 0 0,0 0-1 0 0,0 0 1 0 0,-1 0-1 0 0,-1 0 1 0 0,1 0-1 0 0,-1 0 1 0 0,-1 0-1 0 0,1 0 1 0 0,-1 0-1 0 0,-1 0 1 0 0,1 1-1 0 0,-1-1 1 0 0,-6-13-1 0 0,3 9 26 0 0,-2 0 0 0 0,1 0 1 0 0,-2 1-1 0 0,1-1 0 0 0,-1 2 0 0 0,-1-1 0 0 0,0 1 0 0 0,-1 0 0 0 0,0 1 0 0 0,0 0 1 0 0,-1 1-1 0 0,-19-12 0 0 0,-13-3 117 0 0,-1 2 1 0 0,-1 2-1 0 0,0 2 1 0 0,-2 2-1 0 0,1 2 1 0 0,-2 2-1 0 0,-85-9 1 0 0,27 13 236 0 0,1 4 0 0 0,-160 16 0 0 0,251-12-400 0 0,-3 0-69 0 0,0 0 0 0 0,0 2 0 0 0,0 0-1 0 0,0 1 1 0 0,-22 7 0 0 0,39-10-30 0 0,17 28-1760 0 0,32 24-1072 0 0,-7 8-3976 0 0,-10 12 901 0 0,-27-62 5550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5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41 2112 0 0,'0'-4'185'0'0,"-2"-32"7578"0"0,2 36-7700 0 0,0 0 0 0 0,0 0 0 0 0,0 0 0 0 0,0 0-1 0 0,0 0 1 0 0,0 0 0 0 0,0 1 0 0 0,0-1 0 0 0,0 0 0 0 0,0 0 0 0 0,0 0 0 0 0,0 0 0 0 0,0 0-1 0 0,0 0 1 0 0,0 0 0 0 0,0 0 0 0 0,0 0 0 0 0,0 0 0 0 0,0 0 0 0 0,0 1 0 0 0,0-1 0 0 0,0 0 0 0 0,0 0-1 0 0,-1 0 1 0 0,1 0 0 0 0,0 0 0 0 0,0 0 0 0 0,0 0 0 0 0,0 0 0 0 0,0 0 0 0 0,0 0 0 0 0,0 0 0 0 0,0 0-1 0 0,0 0 1 0 0,0 0 0 0 0,0 0 0 0 0,-1 0 0 0 0,1 0 0 0 0,0 0 0 0 0,0 0 0 0 0,0 0 0 0 0,0 0-1 0 0,0 0 1 0 0,0 0 0 0 0,0 0 0 0 0,0 0 0 0 0,0 0 0 0 0,0 0 0 0 0,-1 0 0 0 0,1 0 0 0 0,0 0 0 0 0,0 0-1 0 0,0 0 1 0 0,0 0 0 0 0,0 0 0 0 0,0 0 0 0 0,0 0 0 0 0,0-1 0 0 0,0 1 0 0 0,0 0 0 0 0,-7 23 604 0 0,-3 24-279 0 0,-6 95 1 0 0,9-63-227 0 0,2-37-107 0 0,1 1-1 0 0,2 0 0 0 0,2 0 0 0 0,1-1 0 0 0,3 1 0 0 0,14 69 0 0 0,-17-109-70 0 0,0 0 1 0 0,0 0-1 0 0,1 1 0 0 0,-1-1 0 0 0,0 0 0 0 0,1 0 1 0 0,0 0-1 0 0,0 0 0 0 0,0-1 0 0 0,0 1 0 0 0,0 0 1 0 0,0-1-1 0 0,1 1 0 0 0,-1-1 0 0 0,1 0 0 0 0,0 0 1 0 0,0 0-1 0 0,0 0 0 0 0,0-1 0 0 0,0 1 0 0 0,0-1 1 0 0,4 2-1 0 0,-4-3-203 0 0,-1 1 0 0 0,1-1 0 0 0,0 0 0 0 0,-1 0 0 0 0,1 0 0 0 0,0 0 0 0 0,-1-1 0 0 0,1 1 0 0 0,0-1 0 0 0,-1 0 0 0 0,1 1 0 0 0,-1-1 0 0 0,1 0 0 0 0,-1 0 0 0 0,1-1 0 0 0,-1 1 0 0 0,0-1 0 0 0,1 1 0 0 0,-1-1 0 0 0,0 1 0 0 0,0-1 0 0 0,0 0 0 0 0,0 0 0 0 0,-1 0 0 0 0,1 0 0 0 0,0-1 0 0 0,-1 1 0 0 0,2-4 0 0 0,0 0-332 0 0,0-1 0 0 0,-1 0 0 0 0,1 0 0 0 0,-1 0 0 0 0,-1 0 0 0 0,0 0 0 0 0,0 0 0 0 0,0 0 0 0 0,-1 0 1 0 0,0 0-1 0 0,0 0 0 0 0,-1-1 0 0 0,1 1 0 0 0,-4-12 0 0 0,0 1 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5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0 161 4808 0 0,'10'-9'4844'0'0,"13"-10"-1753"0"0,-8 9-3123 0 0,1 1 1 0 0,0 1 0 0 0,0 1 0 0 0,1 0 0 0 0,0 1-1 0 0,32-6 1 0 0,2-3-1189 0 0,-8 1-136 0 0,0 0-2691 0 0,80-17 0 0 0,-121 55 12203 0 0,-6 31-5504 0 0,2-48-2608 0 0,1 1-1 0 0,1-1 0 0 0,-1 1 0 0 0,1-1 0 0 0,1 1 1 0 0,-1-1-1 0 0,1 1 0 0 0,0-1 0 0 0,1 0 0 0 0,0 1 0 0 0,0-1 1 0 0,1 0-1 0 0,0 0 0 0 0,0 0 0 0 0,0-1 0 0 0,1 1 1 0 0,0-1-1 0 0,0 0 0 0 0,1 0 0 0 0,0 0 0 0 0,0 0 0 0 0,0-1 1 0 0,1 0-1 0 0,-1 0 0 0 0,1 0 0 0 0,0-1 0 0 0,1 0 1 0 0,-1 0-1 0 0,1-1 0 0 0,0 0 0 0 0,0 0 0 0 0,0 0 0 0 0,8 1 1 0 0,1 0-629 0 0,0-1 1 0 0,0-1 0 0 0,0 0 0 0 0,0-1 0 0 0,0-1-1 0 0,33-3 1 0 0,-43 2 180 0 0,-1 0 1 0 0,1-1-1 0 0,0 1 0 0 0,0-1 0 0 0,-1 0 0 0 0,1-1 1 0 0,-1 1-1 0 0,0-1 0 0 0,1 0 0 0 0,3-4 0 0 0,-6 4 139 0 0,-1 1 1 0 0,1 0-1 0 0,-1-1 0 0 0,0 0 1 0 0,0 1-1 0 0,0-1 0 0 0,0 0 0 0 0,-1 0 1 0 0,1 0-1 0 0,-1 0 0 0 0,0 0 0 0 0,0 0 1 0 0,0-1-1 0 0,0 1 0 0 0,0 0 1 0 0,-1-1-1 0 0,1 1 0 0 0,-1-7 0 0 0,0-4-168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5.5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368 0 4048 0 0,'0'1'301'0'0,"1"1"-1"0"0,0-1 1 0 0,0 0-1 0 0,-1 0 0 0 0,1 1 1 0 0,-1-1-1 0 0,0 1 1 0 0,1-1-1 0 0,-1 0 0 0 0,0 1 1 0 0,0-1-1 0 0,1 1 0 0 0,-1-1 1 0 0,0 0-1 0 0,-1 1 1 0 0,1-1-1 0 0,0 1 0 0 0,0-1 1 0 0,-1 1-1 0 0,1-1 1 0 0,0 0-1 0 0,-1 1 0 0 0,1-1 1 0 0,-1 0-1 0 0,0 0 1 0 0,0 1-1 0 0,1-1 0 0 0,-3 2 1 0 0,-28 41 585 0 0,24-35-727 0 0,-22 27-1399 0 0,-1-2 0 0 0,-58 52 0 0 0,63-65-560 0 0,-1-1 0 0 0,-1-1 0 0 0,-1-2 1 0 0,-44 21-1 0 0,71-37 1205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5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648 0 4444 0 0,'-25'6'3639'0'0,"-1"2"-1733"0"0,1 2 0 0 0,-35 17 0 0 0,-101 70-560 0 0,103-60-1384 0 0,-19 9-311 0 0,33-21-1036 0 0,0 3-1 0 0,-64 52 0 0 0,106-79 1279 0 0,1 0 0 0 0,0 0 0 0 0,-1 0-1 0 0,1 0 1 0 0,0 0 0 0 0,0 0 0 0 0,0 0 0 0 0,-1 1 0 0 0,1-1-1 0 0,1 0 1 0 0,-1 1 0 0 0,0-1 0 0 0,0 1 0 0 0,0-1 0 0 0,1 1-1 0 0,-1-1 1 0 0,1 1 0 0 0,-1-1 0 0 0,1 1 0 0 0,0-1 0 0 0,-1 1 0 0 0,1 0-1 0 0,0-1 1 0 0,0 1 0 0 0,0 0 0 0 0,0-1 0 0 0,0 1 0 0 0,1-1-1 0 0,-1 1 1 0 0,1 0 0 0 0,-1-1 0 0 0,1 1 0 0 0,-1-1 0 0 0,2 3-1 0 0,2 1-261 0 0,0-1-1 0 0,0 0 0 0 0,1 0 0 0 0,-1-1 0 0 0,1 1 0 0 0,0-1 0 0 0,0 0 0 0 0,9 4 0 0 0,-8-4 474 0 0,1 1 0 0 0,-1 0 0 0 0,0 1 0 0 0,-1-1 0 0 0,1 1 0 0 0,-1 0 0 0 0,1 1 0 0 0,-2-1 0 0 0,1 1 1 0 0,-1 0-1 0 0,1 0 0 0 0,2 8 0 0 0,-1-3 323 0 0,-1 1 1 0 0,-1 0-1 0 0,0 0 0 0 0,0 1 1 0 0,-1-1-1 0 0,1 18 1 0 0,-1 12 698 0 0,-2-1 1 0 0,-2 0 0 0 0,-8 51-1 0 0,9-91-1124 0 0,-8 59-195 0 0,-17 59-1 0 0,-9-4-3796 0 0,33-115 3913 0 0,1 0-1 0 0,0 0 0 0 0,0 0 1 0 0,0 0-1 0 0,0 0 0 0 0,0 1 1 0 0,0-1-1 0 0,-1 0 0 0 0,1 0 1 0 0,0 0-1 0 0,0 0 0 0 0,0 0 1 0 0,0 0-1 0 0,0 1 0 0 0,0-1 1 0 0,0 0-1 0 0,0 0 0 0 0,0 0 1 0 0,0 0-1 0 0,0 0 0 0 0,0 1 1 0 0,0-1-1 0 0,0 0 0 0 0,0 0 1 0 0,0 0-1 0 0,0 0 0 0 0,0 1 1 0 0,0-1-1 0 0,0 0 0 0 0,0 0 1 0 0,0 0-1 0 0,0 0 0 0 0,0 0 1 0 0,0 1-1 0 0,0-1 0 0 0,0 0 1 0 0,0 0-1 0 0,0 0 0 0 0,0 0 1 0 0,0 0-1 0 0,0 1 0 0 0,1-1 1 0 0,-1 0-1 0 0,0 0 0 0 0,0 0 1 0 0,0 0-1 0 0,0 0 0 0 0,0 0 1 0 0,0 0-1 0 0,1 0 0 0 0,-1 1 1 0 0,0-1-1 0 0,0 0 0 0 0,0 0 1 0 0,0 0-1 0 0,0 0 0 0 0,1 0 1 0 0,-1 0-1 0 0,0 0 0 0 0,0 0 1 0 0,0 0-1 0 0,0 0 0 0 0,1 0 1 0 0,-1 0-1 0 0,0 0 1 0 0,0 0-1 0 0,0 0 0 0 0,16-10-1462 0 0,14-18 929 0 0,-14 10 228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6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323 51 3488 0 0,'17'-28'1887'0'0,"-14"5"2396"0"0,-6 24-4223 0 0,0-1 0 0 0,0 0 0 0 0,0 1-1 0 0,0-1 1 0 0,0 1 0 0 0,1 0 0 0 0,-1 0-1 0 0,0 0 1 0 0,0 1 0 0 0,-4 1 0 0 0,5-1-88 0 0,0 0 1 0 0,0-1 0 0 0,0 1-1 0 0,0 0 1 0 0,0 0 0 0 0,1 0 0 0 0,-1 0-1 0 0,0 0 1 0 0,1 0 0 0 0,0 1-1 0 0,-1-1 1 0 0,1 1 0 0 0,0-1 0 0 0,0 1-1 0 0,1-1 1 0 0,-1 1 0 0 0,0-1-1 0 0,1 1 1 0 0,-1 0 0 0 0,1 2 0 0 0,0 0-75 0 0,1 0 0 0 0,0-1 0 0 0,0 1 0 0 0,0-1 1 0 0,0 1-1 0 0,1-1 0 0 0,-1 1 0 0 0,1-1 1 0 0,1 0-1 0 0,3 7 0 0 0,7 6-527 0 0,0-1 0 0 0,1 0 1 0 0,32 28-1 0 0,-42-40 506 0 0,8 7-15 0 0,0 0 0 0 0,-1 1 0 0 0,0 1 1 0 0,-1 0-1 0 0,-1 0 0 0 0,0 1 0 0 0,0 0 1 0 0,-2 0-1 0 0,1 1 0 0 0,7 23 0 0 0,-12-26 302 0 0,-1 0-1 0 0,1 0 0 0 0,-2 0 1 0 0,0 1-1 0 0,0-1 0 0 0,-1 0 1 0 0,-1 0-1 0 0,0 0 0 0 0,-1 1 1 0 0,0-1-1 0 0,-1 0 0 0 0,0-1 1 0 0,0 1-1 0 0,-11 20 0 0 0,1-6 347 0 0,-1 0 1 0 0,-1-1-1 0 0,-1 0 0 0 0,-2-1 0 0 0,0-1 0 0 0,-25 24 1 0 0,28-33-400 0 0,-1 1 1 0 0,0-2-1 0 0,-1 0 0 0 0,0-1 1 0 0,-1-1-1 0 0,-1 0 1 0 0,1-2-1 0 0,-2 0 1 0 0,-25 8-1 0 0,40-15-314 0 0,0-1 0 0 0,0 0 0 0 0,-1 0 0 0 0,1 0 0 0 0,0-1 0 0 0,-1 1 0 0 0,1-1 0 0 0,0-1 0 0 0,-1 1 0 0 0,1-1 0 0 0,0 0 0 0 0,-1 0 0 0 0,1 0-1 0 0,0-1 1 0 0,0 0 0 0 0,0 0 0 0 0,-8-4 0 0 0,9 3 10 0 0,1 0 0 0 0,0 0 0 0 0,-1 0-1 0 0,1 0 1 0 0,0 0 0 0 0,0-1 0 0 0,1 1-1 0 0,-1-1 1 0 0,1 0 0 0 0,0 0 0 0 0,0 0-1 0 0,0 0 1 0 0,0 0 0 0 0,1 0 0 0 0,0-1-1 0 0,0 1 1 0 0,0 0 0 0 0,0-1 0 0 0,1 1-1 0 0,-1-1 1 0 0,1-6 0 0 0,1-12 2 0 0,0-1-1 0 0,2 0 1 0 0,0 1 0 0 0,13-42-1 0 0,-13 54 424 0 0,1 0-1 0 0,0 0 0 0 0,1 0 1 0 0,0 1-1 0 0,1 0 0 0 0,0 0 1 0 0,0 0-1 0 0,1 1 1 0 0,0 0-1 0 0,1 0 0 0 0,16-14 1 0 0,-21 21-137 0 0,0 0 1 0 0,0 0 0 0 0,0 1 0 0 0,1-1 0 0 0,-1 1 0 0 0,0 0 0 0 0,1 0-1 0 0,-1 0 1 0 0,1 0 0 0 0,-1 0 0 0 0,1 1 0 0 0,-1 0 0 0 0,1-1 0 0 0,-1 1 0 0 0,1 1-1 0 0,-1-1 1 0 0,1 0 0 0 0,-1 1 0 0 0,1 0 0 0 0,-1 0 0 0 0,1 0 0 0 0,-1 0-1 0 0,5 3 1 0 0,8 4 27 0 0,-1 0 0 0 0,0 2 0 0 0,23 18-1 0 0,6 4-333 0 0,-31-24-204 0 0,1-1 0 0 0,1 0 0 0 0,-1-1 0 0 0,1 0 1 0 0,0-1-1 0 0,30 6 0 0 0,-34-10 67 0 0,1 0-1 0 0,-1-1 1 0 0,0 0 0 0 0,0 0-1 0 0,1-2 1 0 0,-1 1 0 0 0,0-1-1 0 0,0-1 1 0 0,-1 0 0 0 0,18-7-1 0 0,-7 0-153 0 0,3 0 61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4:56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73 205 2048 0 0,'-8'33'3854'0'0,"-6"3"-2076"0"0,5-14-1069 0 0,1 0-1 0 0,-9 42 0 0 0,16-60-695 0 0,0 1-1 0 0,0-1 1 0 0,1 0 0 0 0,-1 0 0 0 0,1 1-1 0 0,0-1 1 0 0,1 1 0 0 0,-1-1-1 0 0,1 0 1 0 0,0 0 0 0 0,0 1-1 0 0,0-1 1 0 0,0 0 0 0 0,1 0-1 0 0,-1 0 1 0 0,1 0 0 0 0,0 0-1 0 0,1-1 1 0 0,-1 1 0 0 0,1 0 0 0 0,3 4-1 0 0,-3-7-82 0 0,0 1-1 0 0,0 0 1 0 0,-1-1 0 0 0,1 0-1 0 0,0 1 1 0 0,0-1-1 0 0,0 0 1 0 0,1-1 0 0 0,-1 1-1 0 0,0 0 1 0 0,0-1-1 0 0,0 0 1 0 0,0 0-1 0 0,1 0 1 0 0,-1 0 0 0 0,0 0-1 0 0,0-1 1 0 0,0 1-1 0 0,0-1 1 0 0,0 0-1 0 0,0 0 1 0 0,0 0 0 0 0,0 0-1 0 0,0-1 1 0 0,5-2-1 0 0,5-3-299 0 0,0-1-1 0 0,0 0 0 0 0,22-19 0 0 0,-9 2 328 0 0,-1 0 1 0 0,-2-2-1 0 0,0-1 0 0 0,21-33 1 0 0,65-129 4180 0 0,-102 175-3580 0 0,-6 10-322 0 0,1 1-1 0 0,0-1 1 0 0,0 0-1 0 0,1 1 1 0 0,-1 0-1 0 0,1-1 0 0 0,0 1 1 0 0,0 0-1 0 0,1 0 1 0 0,-1 1-1 0 0,7-6 1 0 0,-9 9-196 0 0,-1 0 0 0 0,1 0 0 0 0,0 0 0 0 0,-1 0 0 0 0,1 0 0 0 0,0 0 0 0 0,-1 0 0 0 0,1 0 0 0 0,-1 0 0 0 0,1 1 0 0 0,0-1 0 0 0,-1 0 0 0 0,1 1 0 0 0,0-1 0 0 0,-1 0 0 0 0,1 1 0 0 0,-1-1 0 0 0,1 0 0 0 0,-1 1 0 0 0,1-1 0 0 0,-1 1 0 0 0,1-1 0 0 0,-1 1 0 0 0,0-1 0 0 0,1 1 0 0 0,-1-1 0 0 0,0 1 0 0 0,1 0 0 0 0,-1-1 0 0 0,0 1 0 0 0,0-1 0 0 0,1 1 0 0 0,-1 0 0 0 0,0-1 0 0 0,0 1 0 0 0,0 0 0 0 0,0-1 0 0 0,0 1 0 0 0,0 0 0 0 0,0 0 0 0 0,5 38 307 0 0,-4-29-199 0 0,5 46 247 0 0,-3 0 0 0 0,-5 61-1 0 0,-1-22-34 0 0,0 49 20 0 0,-35 228 0 0 0,36-352-534 0 0,-2 1 0 0 0,-1-1 0 0 0,-1 0 0 0 0,0-1 1 0 0,-1 1-1 0 0,-11 18 0 0 0,15-32-180 0 0,-1 1 0 0 0,0-1 0 0 0,-1 0 0 0 0,0 0-1 0 0,0-1 1 0 0,0 1 0 0 0,0-1 0 0 0,-1 0 0 0 0,0 0 0 0 0,0-1 0 0 0,0 0 0 0 0,-1 0 0 0 0,1 0 0 0 0,-1-1-1 0 0,0 0 1 0 0,0 0 0 0 0,0-1 0 0 0,0 0 0 0 0,-14 2 0 0 0,-6-1-769 0 0,0-1 0 0 0,-1-1-1 0 0,1-2 1 0 0,0 0 0 0 0,0-2 0 0 0,-1-1 0 0 0,-42-13 0 0 0,29 5 225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1 203 436 0 0,'0'0'693'0'0,"16"-34"100"0"0,-20-52 5635 0 0,2 66-5829 0 0,1 18-533 0 0,1-1 1 0 0,-1 1 0 0 0,1-1 0 0 0,0 1-1 0 0,0-1 1 0 0,0 0 0 0 0,0 1 0 0 0,0-1 0 0 0,1 1-1 0 0,-1-1 1 0 0,1 1 0 0 0,-1-1 0 0 0,1 1-1 0 0,0-1 1 0 0,2-3 0 0 0,-2-6 233 0 0,-2 5-2158 0 0,10 13-6341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7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69 1788 0 0,'-8'-39'6335'0'0,"8"15"-3912"0"0,0 19-2069 0 0,-2 18-574 0 0,0-5 177 0 0,-6 54 558 0 0,3 1 0 0 0,4 100 0 0 0,2-75-86 0 0,-1-87-474 0 0,0 0 0 0 0,0 0 0 0 0,0 1 0 0 0,0-1 0 0 0,0 0 0 0 0,0 0 0 0 0,0 1 0 0 0,1-1 1 0 0,-1 0-1 0 0,0 0 0 0 0,1 0 0 0 0,-1 0 0 0 0,1 1 0 0 0,-1-1 0 0 0,1 0 0 0 0,-1 0 0 0 0,1 0 0 0 0,0 0 0 0 0,0 0 0 0 0,-1 0 0 0 0,1 0 0 0 0,0-1 0 0 0,0 1 0 0 0,0 0 0 0 0,0 0 0 0 0,0-1 0 0 0,0 1 0 0 0,0 0 0 0 0,0-1 0 0 0,0 1 0 0 0,1-1 1 0 0,-1 1-1 0 0,0-1 0 0 0,0 0 0 0 0,0 0 0 0 0,1 1 0 0 0,-1-1 0 0 0,0 0 0 0 0,0 0 0 0 0,0 0 0 0 0,1 0 0 0 0,-1 0 0 0 0,0-1 0 0 0,3 1 0 0 0,-2-1-321 0 0,1 0 0 0 0,-1 1 1 0 0,0-1-1 0 0,1 0 0 0 0,-1 0 0 0 0,0 0 0 0 0,1-1 1 0 0,-1 1-1 0 0,0-1 0 0 0,0 1 0 0 0,0-1 0 0 0,0 1 1 0 0,0-1-1 0 0,-1 0 0 0 0,1 0 0 0 0,-1 0 0 0 0,1 0 0 0 0,-1 0 1 0 0,1 0-1 0 0,-1-1 0 0 0,1-3 0 0 0,2-16-1815 0 0,-7 13 1866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8.2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1 123 3164 0 0,'20'-26'5337'0'0,"315"-67"-6433"0"0,-335 93 1086 0 0,1-1-1 0 0,0 1 1 0 0,0 0 0 0 0,-1-1 0 0 0,1 1 0 0 0,0 0 0 0 0,0-1 0 0 0,0 1 0 0 0,0 0 0 0 0,-1 0 0 0 0,1 0-1 0 0,0 0 1 0 0,0 0 0 0 0,0 0 0 0 0,0 0 0 0 0,0 0 0 0 0,0 0 0 0 0,-1 0 0 0 0,1 0 0 0 0,0 0 0 0 0,0 1-1 0 0,0-1 1 0 0,0 0 0 0 0,-1 1 0 0 0,1-1 0 0 0,0 0 0 0 0,0 1 0 0 0,-1-1 0 0 0,1 1 0 0 0,0 0-1 0 0,-1-1 1 0 0,1 1 0 0 0,0-1 0 0 0,-1 1 0 0 0,1 1 0 0 0,-9 27 1271 0 0,0-7-443 0 0,-1 8 281 0 0,1 0 0 0 0,2 0 0 0 0,-4 48 0 0 0,9-67-993 0 0,1-1-1 0 0,0 1 0 0 0,1-1 0 0 0,0 1 0 0 0,1-1 0 0 0,0 1 1 0 0,1-1-1 0 0,0 0 0 0 0,0 0 0 0 0,1 0 0 0 0,0-1 1 0 0,1 1-1 0 0,0-1 0 0 0,9 12 0 0 0,-6-11-91 0 0,1-1-1 0 0,0 0 1 0 0,1 0 0 0 0,0-1 0 0 0,0 0-1 0 0,1-1 1 0 0,0 0 0 0 0,0-1-1 0 0,1 0 1 0 0,-1-1 0 0 0,1 0-1 0 0,1 0 1 0 0,21 4 0 0 0,-24-7-391 0 0,1-1 1 0 0,-1 0-1 0 0,1 0 0 0 0,0-1 1 0 0,-1 0-1 0 0,1 0 0 0 0,-1-2 1 0 0,1 1-1 0 0,-1-1 1 0 0,19-6-1 0 0,-27 7 138 0 0,0 0-1 0 0,0 0 1 0 0,0 0 0 0 0,-1 1-1 0 0,1-1 1 0 0,0-1 0 0 0,-1 1 0 0 0,1 0-1 0 0,-1 0 1 0 0,1-1 0 0 0,-1 1-1 0 0,0-1 1 0 0,1 1 0 0 0,-1-1-1 0 0,0 1 1 0 0,0-1 0 0 0,0 0-1 0 0,0 0 1 0 0,-1 1 0 0 0,1-1-1 0 0,0 0 1 0 0,-1 0 0 0 0,1 0 0 0 0,0-3-1 0 0,-1 1-113 0 0,0 0-1 0 0,0-1 1 0 0,-1 1-1 0 0,1 0 1 0 0,-1 0-1 0 0,0 0 1 0 0,0 0 0 0 0,0 0-1 0 0,-1 0 1 0 0,1 0-1 0 0,-3-3 1 0 0,-3-5-186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8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0 3440 0 0,'-1'5'444'0'0,"0"0"0"0"0,0 0 0 0 0,-1 0 0 0 0,1-1 0 0 0,-1 1-1 0 0,0-1 1 0 0,0 1 0 0 0,0-1 0 0 0,-1 0 0 0 0,0 0 0 0 0,0 0-1 0 0,0 0 1 0 0,0 0 0 0 0,-5 4 0 0 0,-52 45 556 0 0,45-42-1418 0 0,-1 3-687 0 0,0-2-1 0 0,0 0 1 0 0,-1-1-1 0 0,-1 0 1 0 0,0-2-1 0 0,0 0 1 0 0,-28 10-1 0 0,44-19 433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8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492 2 4600 0 0,'-1'-2'7275'0'0,"-8"3"-5074"0"0,-13 5-1907 0 0,12 1-324 0 0,-41 27-727 0 0,-1-3 1 0 0,-2-1 0 0 0,-114 44-1 0 0,160-72 157 0 0,0 1-1 0 0,0-1 0 0 0,-1 0 0 0 0,1-1 1 0 0,-1 0-1 0 0,1 0 0 0 0,-1-1 1 0 0,1 0-1 0 0,-1 0 0 0 0,1-1 0 0 0,-16-3 1 0 0,23 4 526 0 0,1-1 0 0 0,-1 1 0 0 0,1-1 0 0 0,-1 1 0 0 0,1 0-1 0 0,-1-1 1 0 0,1 1 0 0 0,-1-1 0 0 0,1 1 0 0 0,-1-1 0 0 0,1 1 0 0 0,0-1 0 0 0,-1 0 0 0 0,1 1 0 0 0,0-1 0 0 0,0 1 0 0 0,-1-1 0 0 0,1 0 0 0 0,0 1 0 0 0,0-1 0 0 0,0 0 0 0 0,0 1 0 0 0,0-1 0 0 0,0 0 0 0 0,0 1 0 0 0,0-1 0 0 0,0 0 0 0 0,0 1 0 0 0,0-1 0 0 0,0 0 0 0 0,0 1 0 0 0,1-1 0 0 0,-1 0 0 0 0,0 1-1 0 0,1-1 1 0 0,-1 1 0 0 0,0-1 0 0 0,1 1 0 0 0,-1-1 0 0 0,0 0 0 0 0,1 1 0 0 0,-1 0 0 0 0,1-2 0 0 0,1 0 21 0 0,2-5-330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8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0 2176 0 0,'4'7'464'0'0,"0"0"0"0"0,0 1 0 0 0,-1-1 0 0 0,0 1 0 0 0,-1 0 0 0 0,1 0 0 0 0,-1 0 0 0 0,-1 0 0 0 0,0 0 0 0 0,0 0-1 0 0,0 0 1 0 0,-1 9 0 0 0,-2 20 1148 0 0,-7 50-1 0 0,3-45-843 0 0,-7 40 308 0 0,-30 104-1 0 0,6-35-2799 0 0,28-120 390 0 0,6-18-3847 0 0,15-34 1780 0 0,25-38 1364 0 0,-21 33 1573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9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393 42 3452 0 0,'2'-1'201'0'0,"-1"0"0"0"0,0 0 0 0 0,0 0 0 0 0,0 0 0 0 0,0-1 0 0 0,0 1 0 0 0,-1 0 0 0 0,1-1-1 0 0,0 1 1 0 0,-1 0 0 0 0,1-1 0 0 0,-1 1 0 0 0,1-1 0 0 0,-1 1 0 0 0,1-1 0 0 0,-1 1 0 0 0,0-1 0 0 0,0 1-1 0 0,0-1 1 0 0,0 1 0 0 0,0-1 0 0 0,0-1 0 0 0,-1 2-92 0 0,0 0-1 0 0,0 1 1 0 0,1-1-1 0 0,-1 0 1 0 0,0 1 0 0 0,0-1-1 0 0,0 1 1 0 0,0-1-1 0 0,0 1 1 0 0,0-1 0 0 0,0 1-1 0 0,0 0 1 0 0,0-1 0 0 0,0 1-1 0 0,0 0 1 0 0,0 0-1 0 0,0 0 1 0 0,-1 0 0 0 0,1 0-1 0 0,0 0 1 0 0,0 0-1 0 0,0 0 1 0 0,0 0 0 0 0,0 0-1 0 0,0 1 1 0 0,0-1-1 0 0,0 0 1 0 0,0 1 0 0 0,0-1-1 0 0,0 1 1 0 0,-2 1-1 0 0,-18 6 133 0 0,-1 0 0 0 0,1 2 0 0 0,-22 14-1 0 0,38-21-223 0 0,1-1 0 0 0,-1 1 0 0 0,1 0 0 0 0,0 0-1 0 0,0 1 1 0 0,0-1 0 0 0,0 1 0 0 0,1 0 0 0 0,0 0-1 0 0,0 0 1 0 0,0 0 0 0 0,0 1 0 0 0,0-1 0 0 0,1 1 0 0 0,0-1-1 0 0,0 1 1 0 0,0 0 0 0 0,0 0 0 0 0,1 0 0 0 0,-1 8 0 0 0,2-9-112 0 0,0-1 1 0 0,1 0 0 0 0,0-1-1 0 0,0 1 1 0 0,0 0 0 0 0,0 0-1 0 0,0 0 1 0 0,0 0 0 0 0,1-1 0 0 0,-1 1-1 0 0,1 0 1 0 0,0-1 0 0 0,-1 0-1 0 0,1 1 1 0 0,1-1 0 0 0,-1 0-1 0 0,0 0 1 0 0,0 0 0 0 0,1 0 0 0 0,-1 0-1 0 0,1-1 1 0 0,0 1 0 0 0,4 1-1 0 0,10 5-675 0 0,0-2 0 0 0,34 10 0 0 0,-19-7-144 0 0,-23-7 885 0 0,-1 1 1 0 0,1 0 0 0 0,-1 1 0 0 0,0 0 0 0 0,0 0-1 0 0,0 1 1 0 0,9 7 0 0 0,-14-10 136 0 0,-1 1-1 0 0,0 0 1 0 0,0 0-1 0 0,0 0 1 0 0,0 0 0 0 0,0 1-1 0 0,0-1 1 0 0,-1 0 0 0 0,0 1-1 0 0,1-1 1 0 0,-1 1 0 0 0,0-1-1 0 0,-1 1 1 0 0,1-1 0 0 0,-1 1-1 0 0,0 0 1 0 0,0-1 0 0 0,0 1-1 0 0,0 0 1 0 0,-1 6 0 0 0,-3 8 202 0 0,1 0 1 0 0,-2-1-1 0 0,0 1 1 0 0,-2-1-1 0 0,1 0 1 0 0,-2 0 0 0 0,0-1-1 0 0,-1 0 1 0 0,-1-1-1 0 0,-1 0 1 0 0,0 0 0 0 0,-17 17-1 0 0,3-6-555 0 0,-1-2-1 0 0,0-1 1 0 0,-2-2-1 0 0,-1 0 1 0 0,-46 25-1 0 0,68-43-206 0 0,0 1 0 0 0,0-1 0 0 0,-1 0-1 0 0,1-1 1 0 0,-1 0 0 0 0,0 0 0 0 0,0-1 0 0 0,0 0-1 0 0,-10 1 1 0 0,16-2 310 0 0,0 0-1 0 0,-1-1 1 0 0,1 1-1 0 0,0 0 1 0 0,1 0-1 0 0,-1-1 1 0 0,0 0-1 0 0,0 1 1 0 0,0-1-1 0 0,0 0 1 0 0,0 0-1 0 0,0 0 1 0 0,1 0-1 0 0,-1 0 1 0 0,0 0-1 0 0,1 0 1 0 0,-1-1-1 0 0,1 1 1 0 0,-1-1-1 0 0,1 1 1 0 0,0-1-1 0 0,0 1 1 0 0,0-1-1 0 0,-1 0 1 0 0,2 1-1 0 0,-1-1 1 0 0,0 0-1 0 0,0 0 1 0 0,0 0-1 0 0,1 0 1 0 0,-1 0-1 0 0,1 0 1 0 0,0 0-1 0 0,0 0 1 0 0,-1 0-1 0 0,1 0 1 0 0,0 0-1 0 0,1 0 1 0 0,-1 0-1 0 0,0 0 1 0 0,1 0-1 0 0,0-2 1 0 0,7-33-792 0 0,-1 19 633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9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1216 0 0,'6'-3'244'0'0,"0"2"0"0"0,0-1 0 0 0,0 1 0 0 0,0-1 0 0 0,0 2 1 0 0,1-1-1 0 0,-1 1 0 0 0,0 0 0 0 0,0 0 0 0 0,1 0 0 0 0,-1 1 0 0 0,0 0 0 0 0,0 1 0 0 0,0-1 0 0 0,0 1 0 0 0,0 0 0 0 0,0 0 0 0 0,0 1 1 0 0,-1 0-1 0 0,8 5 0 0 0,30 11-551 0 0,-39-18 81 0 0,0-1 1 0 0,0 1-1 0 0,0-1 1 0 0,0 0 0 0 0,0 0-1 0 0,0 0 1 0 0,0 0 0 0 0,0-1-1 0 0,-1 0 1 0 0,1 1 0 0 0,0-2-1 0 0,0 1 1 0 0,0 0 0 0 0,-1-1-1 0 0,1 1 1 0 0,0-1 0 0 0,-1 0-1 0 0,0 0 1 0 0,1-1-1 0 0,-1 1 1 0 0,0-1 0 0 0,0 1-1 0 0,4-6 1 0 0,-5 6 124 0 0,9-7-276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09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8 3640 0 0,'3'-7'6620'0'0,"2"16"-4751"0"0,4 17-1145 0 0,-6 17-223 0 0,-1 0 0 0 0,-2 0 1 0 0,-3 0-1 0 0,-8 51 1 0 0,3-21-395 0 0,6-48-110 0 0,-8 47-218 0 0,44-168-7106 0 0,32-71 3603 0 0,-65 166 3720 0 0,8-22 349 0 0,1 1-1 0 0,27-42 0 0 0,-37 63 313 0 0,5 45 3909 0 0,-7 19-2255 0 0,-17 120 1 0 0,13-150-2405 0 0,-1 0 1 0 0,-1-1 0 0 0,-3 0-1 0 0,0-1 1 0 0,-22 42 0 0 0,26-60-473 0 0,-1-1 1 0 0,0 0 0 0 0,-15 17-1 0 0,22-27 235 0 0,-1 0 0 0 0,1 0 0 0 0,-1 0-1 0 0,0 0 1 0 0,0-1 0 0 0,0 1 0 0 0,0 0-1 0 0,0-1 1 0 0,-1 1 0 0 0,1-1 0 0 0,0 0 0 0 0,-1 0-1 0 0,1 0 1 0 0,0 0 0 0 0,-1 0 0 0 0,1-1-1 0 0,-1 1 1 0 0,0-1 0 0 0,1 1 0 0 0,-1-1-1 0 0,1 0 1 0 0,-1 0 0 0 0,0 0 0 0 0,1 0-1 0 0,-1-1 1 0 0,-5 0 0 0 0,7 0 174 0 0,0 0 1 0 0,0 0-1 0 0,0 1 0 0 0,0-1 1 0 0,0 0-1 0 0,0 0 0 0 0,0 0 1 0 0,0-1-1 0 0,0 1 0 0 0,0 0 1 0 0,0 0-1 0 0,1 0 0 0 0,-1-1 1 0 0,1 1-1 0 0,-1 0 0 0 0,1 0 1 0 0,-1-1-1 0 0,0-2 0 0 0,1-3-165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0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65 3220 0 0,'0'0'6374'0'0,"7"-2"-3390"0"0,23-7-2556 0 0,165-28-7240 0 0,-97 21 1352 0 0,-89 16 5002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0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1 179 4424 0 0,'34'-19'6596'0'0,"-1"-6"-4616"0"0,-19 15-1812 0 0,0 0 1 0 0,1 0-1 0 0,16-7 1 0 0,-22 12-135 0 0,-1 2-1 0 0,1-1 1 0 0,0 2-1 0 0,0-1 1 0 0,0 1 0 0 0,0 0-1 0 0,0 1 1 0 0,13-1 0 0 0,-18 2-48 0 0,0 1 0 0 0,0-1 0 0 0,0 1 0 0 0,-1 0 0 0 0,1 0 0 0 0,0 0 0 0 0,0 0 0 0 0,-1 1 0 0 0,1 0 0 0 0,-1-1 0 0 0,1 1 0 0 0,-1 1 0 0 0,0-1 0 0 0,0 0 0 0 0,0 1 1 0 0,0-1-1 0 0,0 1 0 0 0,-1 0 0 0 0,1 0 0 0 0,-1 0 0 0 0,1 0 0 0 0,1 5 0 0 0,15 29-138 0 0,-16-29 242 0 0,1-1 0 0 0,-1 0 0 0 0,2 0 0 0 0,-1 0 0 0 0,1 0 0 0 0,0 0 0 0 0,7 6 0 0 0,-10-11-51 0 0,0-1-1 0 0,1 1 1 0 0,-1-1 0 0 0,0 0 0 0 0,1 1 0 0 0,0-1 0 0 0,-1 0 0 0 0,1-1 0 0 0,0 1-1 0 0,-1 0 1 0 0,1-1 0 0 0,0 0 0 0 0,0 0 0 0 0,0 1 0 0 0,-1-2 0 0 0,1 1 0 0 0,0 0 0 0 0,0 0-1 0 0,-1-1 1 0 0,1 0 0 0 0,0 1 0 0 0,-1-1 0 0 0,1 0 0 0 0,0 0 0 0 0,-1-1 0 0 0,3-1-1 0 0,43-20 65 0 0,0-3-1 0 0,45-34 1 0 0,24-27-6937 0 0,-104 74 4478 0 0,-14 7-3363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1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0 168 3820 0 0,'0'0'5452'0'0,"7"-7"-2130"0"0,11-11-2559 0 0,-7 9-660 0 0,1 1 1 0 0,0 0 0 0 0,1 0 0 0 0,0 2 0 0 0,0 0 0 0 0,0 0 0 0 0,1 1 0 0 0,0 1 0 0 0,0 0 0 0 0,0 1 0 0 0,0 0-1 0 0,26 0 1 0 0,-34 2-106 0 0,0 2-1 0 0,-1-1 0 0 0,1 0 0 0 0,-1 1 0 0 0,1 0 1 0 0,-1 1-1 0 0,1-1 0 0 0,-1 1 0 0 0,0 0 1 0 0,1 0-1 0 0,-1 1 0 0 0,0-1 0 0 0,-1 1 0 0 0,1 1 1 0 0,0-1-1 0 0,-1 0 0 0 0,6 6 0 0 0,-1 3 64 0 0,0-1 0 0 0,-1 1 0 0 0,0 0 0 0 0,-1 1 0 0 0,6 15-1 0 0,15 24 319 0 0,-25-48-384 0 0,-1-1 0 0 0,1 0 0 0 0,0 0 1 0 0,0 0-1 0 0,0 0 0 0 0,0-1 0 0 0,1 1 0 0 0,-1-1 0 0 0,1 0 0 0 0,-1 0 0 0 0,1 0 0 0 0,0 0 0 0 0,0-1 0 0 0,0 1 0 0 0,0-1 0 0 0,0 0 0 0 0,0 0 0 0 0,0-1 0 0 0,0 1 0 0 0,1-1 0 0 0,-1 0 0 0 0,0 0 0 0 0,0 0 0 0 0,0-1 0 0 0,0 0 0 0 0,1 1 0 0 0,4-3 0 0 0,13-3-800 0 0,-1 0 0 0 0,1-2-1 0 0,35-17 1 0 0,-8-3-1569 0 0,-2-2 0 0 0,0-2-1 0 0,57-52 1 0 0,-50 40 813 0 0,-29 23 966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1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73 140 2292 0 0,'-12'37'5097'0'0,"-9"7"-1081"0"0,15-33-3495 0 0,0 0 0 0 0,1 0 0 0 0,0 1-1 0 0,-4 19 1 0 0,6-21-326 0 0,1 0-1 0 0,0 0 0 0 0,1 1 0 0 0,1-1 1 0 0,-1 0-1 0 0,3 20 0 0 0,-2-27-187 0 0,1-1 0 0 0,0 0 0 0 0,0 1-1 0 0,0-1 1 0 0,0 0 0 0 0,0 0 0 0 0,0 0-1 0 0,0 0 1 0 0,1 1 0 0 0,-1-2 0 0 0,1 1 0 0 0,-1 0-1 0 0,1 0 1 0 0,0 0 0 0 0,0-1 0 0 0,0 1 0 0 0,0-1-1 0 0,0 0 1 0 0,0 1 0 0 0,0-1 0 0 0,0 0-1 0 0,1 0 1 0 0,-1 0 0 0 0,0-1 0 0 0,1 1 0 0 0,-1 0-1 0 0,0-1 1 0 0,1 0 0 0 0,-1 1 0 0 0,1-1 0 0 0,-1 0-1 0 0,1 0 1 0 0,-1-1 0 0 0,1 1 0 0 0,2-1-1 0 0,10-1-63 0 0,0-1-1 0 0,1 0 0 0 0,-1-1 0 0 0,-1-1 0 0 0,1 0 0 0 0,0-1 1 0 0,-1-1-1 0 0,-1 0 0 0 0,1 0 0 0 0,-1-2 0 0 0,0 0 1 0 0,18-17-1 0 0,-17 14 10 0 0,0-1 1 0 0,-1-1 0 0 0,0 0-1 0 0,-1-1 1 0 0,-1 0 0 0 0,0-1-1 0 0,-1 0 1 0 0,-1-1-1 0 0,-1 0 1 0 0,7-18 0 0 0,-13 27 70 0 0,0 0 0 0 0,0 0 1 0 0,0 0-1 0 0,-1 0 0 0 0,-1-1 0 0 0,0 1 1 0 0,0 0-1 0 0,0 0 0 0 0,-1-1 1 0 0,0 1-1 0 0,-4-12 0 0 0,5 17-21 0 0,-1 1 0 0 0,0-1 0 0 0,0 1 0 0 0,0 0 0 0 0,-1-1 0 0 0,1 1 0 0 0,0 0 0 0 0,-1 0 0 0 0,0 0 0 0 0,1 0 0 0 0,-1 0 0 0 0,0 0 0 0 0,0 1 1 0 0,0-1-1 0 0,0 0 0 0 0,0 1 0 0 0,0 0 0 0 0,-1-1 0 0 0,1 1 0 0 0,0 0 0 0 0,-1 0 0 0 0,1 0 0 0 0,-1 1 0 0 0,1-1 0 0 0,-1 1 0 0 0,1-1 0 0 0,-1 1 0 0 0,1 0 0 0 0,-1 0 0 0 0,1 0 0 0 0,-1 0 0 0 0,0 0 0 0 0,1 1 0 0 0,-1-1 0 0 0,1 1 0 0 0,-1-1 0 0 0,1 1 0 0 0,0 0 0 0 0,-1 0 0 0 0,-2 2 0 0 0,-8 2-342 0 0,1 1-1 0 0,0 1 0 0 0,0 0 0 0 0,0 1 0 0 0,0 0 0 0 0,1 0 1 0 0,1 1-1 0 0,0 1 0 0 0,-14 15 0 0 0,-6 13-2881 0 0,-35 56 0 0 0,46-66 1596 0 0,16-23 1323 0 0,1-1 0 0 0,-1 1 0 0 0,1-1 0 0 0,0 1 0 0 0,0 0 0 0 0,0 0 0 0 0,-1 8 0 0 0,2-2-234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283 0 4600 0 0,'6'6'593'0'0,"49"45"7201"0"0,-50-46-7430 0 0,0-1 1 0 0,0 1 0 0 0,-1 0 0 0 0,0 1 0 0 0,0-1 0 0 0,0 1 0 0 0,-1-1-1 0 0,0 1 1 0 0,0 0 0 0 0,0 0 0 0 0,0 1 0 0 0,-1-1 0 0 0,1 7 0 0 0,1 4-305 0 0,-1 0 1 0 0,0-1-1 0 0,-1 1 1 0 0,-1 18-1 0 0,-1-32-202 0 0,0 1 1 0 0,-1 0-1 0 0,1 0 0 0 0,-1 0 0 0 0,0 0 1 0 0,0-1-1 0 0,0 1 0 0 0,-1 0 0 0 0,1-1 1 0 0,-1 1-1 0 0,0-1 0 0 0,0 0 0 0 0,0 0 1 0 0,0 1-1 0 0,-1-1 0 0 0,-2 2 1 0 0,-1 1-378 0 0,0-1-1 0 0,0 0 1 0 0,0-1 0 0 0,-1 1 0 0 0,0-1 0 0 0,0-1 0 0 0,-11 5 0 0 0,-1-1-630 0 0,-1-1-1 0 0,0-1 1 0 0,0 0-1 0 0,0-2 1 0 0,-27 1-1 0 0,22-3 324 0 0,0-1 0 0 0,0-2 0 0 0,-25-4 0 0 0,3-3-28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3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247 35 2600 0 0,'0'0'2405'0'0,"-9"-34"5064"0"0,5 35-7655 0 0,-1 1 0 0 0,1 0 0 0 0,-1 0 0 0 0,1 0 0 0 0,0 1-1 0 0,0-1 1 0 0,0 1 0 0 0,0 0 0 0 0,1 0 0 0 0,-1 0-1 0 0,1 1 1 0 0,-5 5 0 0 0,-16 14-1722 0 0,-117 83-5727 0 0,125-95 7232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3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52 2668 0 0,'0'1'189'0'0,"-1"-1"1"0"0,0 0-1 0 0,1 1 0 0 0,-1-1 0 0 0,1 1 1 0 0,-1-1-1 0 0,0 1 0 0 0,1-1 0 0 0,-1 1 1 0 0,1-1-1 0 0,0 1 0 0 0,-1-1 0 0 0,1 1 1 0 0,-1 0-1 0 0,1-1 0 0 0,0 1 0 0 0,0 0 1 0 0,-1-1-1 0 0,1 1 0 0 0,0 0 0 0 0,0 0 1 0 0,0-1-1 0 0,0 1 0 0 0,0 0 0 0 0,0-1 1 0 0,0 1-1 0 0,0 0 0 0 0,0 0 0 0 0,0-1 1 0 0,0 1-1 0 0,0 0 0 0 0,0 0 0 0 0,1-1 1 0 0,-1 1-1 0 0,0 0 0 0 0,0-1 0 0 0,1 1 1 0 0,-1 0-1 0 0,1-1 0 0 0,-1 1 0 0 0,1 0 1 0 0,2 1 23 0 0,0 0 1 0 0,0 0 0 0 0,1 0 0 0 0,-1 0 0 0 0,0-1 0 0 0,1 1 0 0 0,-1-1 0 0 0,1 0 0 0 0,4 1 0 0 0,85 10 185 0 0,-40-9-579 0 0,0-3 0 0 0,72-9 0 0 0,-81 3-2285 0 0,63-18 0 0 0,-57 3-1178 0 0,-48 20 3478 0 0,0 0 0 0 0,0 0 0 0 0,0 0 0 0 0,-1-1 0 0 0,1 1 0 0 0,-1-1 0 0 0,1 1 0 0 0,-1-1 0 0 0,1 0 0 0 0,-1 0 0 0 0,0 1 0 0 0,0-1 0 0 0,1 0 0 0 0,-2 0 1 0 0,1 0-1 0 0,0 0 0 0 0,0 0 0 0 0,-1 0 0 0 0,1 0 0 0 0,-1-1 0 0 0,1-2 0 0 0,-1-4-180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4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2 2820 0 0,'-4'-1'220'0'0,"1"1"-1"0"0,-1 0 0 0 0,1 0 0 0 0,-1 0 0 0 0,0 0 1 0 0,1 0-1 0 0,-1 1 0 0 0,0-1 0 0 0,1 1 1 0 0,-1 0-1 0 0,1 0 0 0 0,0 1 0 0 0,-1-1 1 0 0,1 1-1 0 0,0-1 0 0 0,0 1 0 0 0,0 0 1 0 0,0 0-1 0 0,0 0 0 0 0,0 1 0 0 0,0-1 1 0 0,1 1-1 0 0,-1 0 0 0 0,1-1 0 0 0,0 1 1 0 0,0 0-1 0 0,0 0 0 0 0,0 1 0 0 0,0-1 1 0 0,1 0-1 0 0,-2 5 0 0 0,-3 11 141 0 0,0 0-1 0 0,1 0 1 0 0,2 1-1 0 0,-3 31 0 0 0,3-31-109 0 0,-20 250 840 0 0,12-120-979 0 0,-9-43 1 0 0,20-106-169 0 0,-1-1-138 0 0,-1-1 167 0 0,1 0-1 0 0,-1 1 0 0 0,1-1 1 0 0,-1 0-1 0 0,1 0 0 0 0,-1 0 0 0 0,1 0 1 0 0,0 0-1 0 0,0 0 0 0 0,-1-1 0 0 0,1 1 1 0 0,0 0-1 0 0,0-1 0 0 0,0 1 0 0 0,0-1 1 0 0,1 1-1 0 0,-1-1 0 0 0,0 1 1 0 0,0-1-1 0 0,1 1 0 0 0,-1-3 0 0 0,-12-39-357 0 0,12 40 353 0 0,-2-7-3 0 0,0-1 1 0 0,1 0-1 0 0,0-1 1 0 0,1 1-1 0 0,0 0 0 0 0,1 0 1 0 0,0-1-1 0 0,1 1 1 0 0,0 0-1 0 0,1 0 0 0 0,0 0 1 0 0,1 0-1 0 0,0 0 1 0 0,0 0-1 0 0,1 1 0 0 0,1 0 1 0 0,0-1-1 0 0,0 2 1 0 0,1-1-1 0 0,0 1 0 0 0,1-1 1 0 0,0 2-1 0 0,0-1 1 0 0,1 1-1 0 0,0 0 0 0 0,0 1 1 0 0,1 0-1 0 0,0 0 1 0 0,10-5-1 0 0,34-23-131 0 0,2 3 0 0 0,0 3 0 0 0,2 2 0 0 0,106-35 0 0 0,-160 61 217 0 0,36-8 71 0 0,-38 9-51 0 0,1-1 1 0 0,-1 1-1 0 0,1 0 0 0 0,-1 0 1 0 0,1-1-1 0 0,-1 1 1 0 0,1 0-1 0 0,-1 0 1 0 0,1 1-1 0 0,-1-1 1 0 0,1 0-1 0 0,-1 0 1 0 0,1 1-1 0 0,-1-1 0 0 0,1 1 1 0 0,-1-1-1 0 0,1 1 1 0 0,-1 0-1 0 0,2 1 1 0 0,-2 0 79 0 0,0 0-1 0 0,0 0 1 0 0,0 0 0 0 0,-1 0 0 0 0,1 0 0 0 0,-1 0 0 0 0,0 1 0 0 0,1-1 0 0 0,-1 0-1 0 0,0 0 1 0 0,0 1 0 0 0,0-1 0 0 0,-1 0 0 0 0,0 4 0 0 0,1-4-101 0 0,-1 0 1 0 0,1 0 0 0 0,0 0-1 0 0,0-1 1 0 0,0 1 0 0 0,0 0-1 0 0,0 0 1 0 0,0 0 0 0 0,1 0-1 0 0,-1 0 1 0 0,2 4 0 0 0,-1-6-38 0 0,0 1 0 0 0,0 0 0 0 0,0 0 0 0 0,0-1 0 0 0,0 1 0 0 0,0 0 0 0 0,0-1 0 0 0,0 1 0 0 0,0-1 0 0 0,0 1 0 0 0,1-1 0 0 0,-1 0 0 0 0,0 1 0 0 0,0-1 0 0 0,1 0 0 0 0,-1 0 0 0 0,0 0 0 0 0,0 0 0 0 0,1 0 0 0 0,-1 0 0 0 0,0-1 0 0 0,0 1 0 0 0,1 0 0 0 0,-1 0 0 0 0,2-2 0 0 0,5 0 22 0 0,0-1 1 0 0,0 0-1 0 0,0 0 1 0 0,0 0-1 0 0,-1-1 1 0 0,1-1-1 0 0,-1 1 1 0 0,0-1-1 0 0,-1-1 1 0 0,1 1-1 0 0,-1-1 1 0 0,0 0-1 0 0,0 0 1 0 0,6-10-1 0 0,-8 11-116 0 0,-1 0-1 0 0,1 0 0 0 0,-1 0 1 0 0,0 0-1 0 0,0 0 1 0 0,-1-1-1 0 0,0 1 0 0 0,0-1 1 0 0,0 0-1 0 0,0 1 1 0 0,-1-1-1 0 0,0 0 0 0 0,0 0 1 0 0,-1 0-1 0 0,0 0 1 0 0,0 0-1 0 0,0 0 0 0 0,-1 0 1 0 0,0 0-1 0 0,0 0 0 0 0,-2-6 1 0 0,2 10-63 0 0,-1 0-1 0 0,1 0 1 0 0,-1 0-1 0 0,0 0 1 0 0,1 1 0 0 0,-1-1-1 0 0,0 1 1 0 0,0-1 0 0 0,0 1-1 0 0,0 0 1 0 0,0 0-1 0 0,-1-1 1 0 0,1 2 0 0 0,0-1-1 0 0,0 0 1 0 0,-1 0 0 0 0,1 1-1 0 0,-1-1 1 0 0,1 1-1 0 0,0 0 1 0 0,-1-1 0 0 0,1 1-1 0 0,-1 1 1 0 0,-4-1 0 0 0,-59 10-3258 0 0,44-4 2125 0 0,0 0 0 0 0,-28 13 0 0 0,42-15 1030 0 0,0 0-1 0 0,1 0 1 0 0,-1 1-1 0 0,1 0 1 0 0,0 0-1 0 0,0 0 1 0 0,0 1-1 0 0,-10 12 1 0 0,5-3-47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4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171 1 2376 0 0,'3'33'1642'0'0,"-2"-28"-1308"0"0,0 0 0 0 0,-1 0-1 0 0,1 1 1 0 0,-1-1 0 0 0,0 0 0 0 0,0 0 0 0 0,-1 0-1 0 0,0 1 1 0 0,0-1 0 0 0,0 0 0 0 0,0 0-1 0 0,-1 0 1 0 0,1 0 0 0 0,-5 6 0 0 0,0-1-234 0 0,-1-1 0 0 0,0 0 0 0 0,-1-1 1 0 0,0 0-1 0 0,0 0 0 0 0,-13 10 0 0 0,17-16-299 0 0,1 0-1 0 0,0 0 0 0 0,-1 0 1 0 0,1 0-1 0 0,-1-1 1 0 0,0 1-1 0 0,1-1 1 0 0,-1 0-1 0 0,0 0 0 0 0,0 0 1 0 0,0 0-1 0 0,0-1 1 0 0,1 0-1 0 0,-1 0 0 0 0,0 0 1 0 0,0 0-1 0 0,0 0 1 0 0,0-1-1 0 0,0 0 1 0 0,0 0-1 0 0,0 0 0 0 0,-5-2 1 0 0,9 3 153 0 0,0 0 0 0 0,-1 0 1 0 0,1 0-1 0 0,0-1 1 0 0,0 1-1 0 0,-1 0 0 0 0,1 0 1 0 0,0 0-1 0 0,-1 0 0 0 0,1-1 1 0 0,0 1-1 0 0,0 0 0 0 0,-1 0 1 0 0,1 0-1 0 0,0-1 0 0 0,0 1 1 0 0,-1 0-1 0 0,1-1 0 0 0,0 1 1 0 0,0 0-1 0 0,0 0 0 0 0,0-1 1 0 0,0 1-1 0 0,-1 0 0 0 0,1-1 1 0 0,0 1-1 0 0,0 0 0 0 0,0-1 1 0 0,0 1-1 0 0,0 0 0 0 0,0-1 1 0 0,0 1-1 0 0,0 0 0 0 0,0-1 1 0 0,0 1-1 0 0,0 0 0 0 0,0-1 1 0 0,0 1-1 0 0,1 0 0 0 0,-1-1 1 0 0,14-13-324 0 0,22-5 1059 0 0,-24 15-264 0 0,0 1 1 0 0,0 0-1 0 0,0 1 0 0 0,0 0 1 0 0,0 0-1 0 0,0 2 1 0 0,1-1-1 0 0,-1 2 0 0 0,0-1 1 0 0,0 2-1 0 0,0 0 0 0 0,0 0 1 0 0,0 1-1 0 0,0 0 0 0 0,0 1 1 0 0,20 10-1 0 0,-17-6-387 0 0,-1 1 1 0 0,0 0-1 0 0,0 1 0 0 0,14 13 1 0 0,36 32-7179 0 0,-48-59 4585 0 0,-12 1 1881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4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0 4568 0 0,'1'0'193'0'0,"0"1"0"0"0,-1-1-1 0 0,1 1 1 0 0,-1-1-1 0 0,0 1 1 0 0,1-1 0 0 0,-1 1-1 0 0,1 0 1 0 0,-1-1-1 0 0,0 1 1 0 0,1-1 0 0 0,-1 1-1 0 0,0 0 1 0 0,0-1-1 0 0,0 1 1 0 0,1 0 0 0 0,-1-1-1 0 0,0 1 1 0 0,0 0-1 0 0,0-1 1 0 0,0 1 0 0 0,0 0-1 0 0,0-1 1 0 0,0 1-1 0 0,0 0 1 0 0,-1 0-1 0 0,1-1 1 0 0,0 1 0 0 0,0-1-1 0 0,0 1 1 0 0,-1 0-1 0 0,1-1 1 0 0,0 1 0 0 0,-1 0-1 0 0,1-1 1 0 0,-1 1-1 0 0,0 0 1 0 0,-20 31 2258 0 0,12-18-1776 0 0,-16 24-462 0 0,-40 48 0 0 0,38-53-1151 0 0,-41 67 0 0 0,60-79-6199 0 0,22-32 3726 0 0,31-39 1473 0 0,-41 45 1510 0 0,9-12-5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4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 1924 0 0,'9'-5'460'0'0,"0"0"0"0"0,1 1 0 0 0,0 0 0 0 0,-1 1 0 0 0,1 0 0 0 0,0 1 0 0 0,18-2-1 0 0,-25 3-437 0 0,0 1-1 0 0,0 0 0 0 0,-1 0 0 0 0,1 1 1 0 0,0-1-1 0 0,0 1 0 0 0,0-1 0 0 0,0 1 1 0 0,-1 0-1 0 0,1 0 0 0 0,0 0 0 0 0,-1 0 1 0 0,1 1-1 0 0,2 1 0 0 0,-3-2-170 0 0,-1 1 0 0 0,1 0 0 0 0,-1 0 0 0 0,1-1-1 0 0,-1 1 1 0 0,0 0 0 0 0,1 1 0 0 0,-1-1 0 0 0,0 0 0 0 0,0 0-1 0 0,0 0 1 0 0,-1 1 0 0 0,1-1 0 0 0,-1 0 0 0 0,1 1 0 0 0,-1-1-1 0 0,0 0 1 0 0,0 1 0 0 0,0 3 0 0 0,0-1-70 0 0,-1 1-1 0 0,0-1 1 0 0,0 1 0 0 0,0-1-1 0 0,-1 0 1 0 0,0 1 0 0 0,0-1 0 0 0,0 0-1 0 0,0 0 1 0 0,-4 4 0 0 0,-2 4-140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4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3560 0 0,'-6'4'121'0'0,"-26"18"4041"0"0,32-22-4071 0 0,0 0-1 0 0,-1 1 1 0 0,1-1-1 0 0,-1 1 1 0 0,1-1-1 0 0,0 1 1 0 0,-1-1-1 0 0,1 0 1 0 0,0 1 0 0 0,0-1-1 0 0,-1 1 1 0 0,1-1-1 0 0,0 1 1 0 0,0-1-1 0 0,0 1 1 0 0,0 0-1 0 0,0-1 1 0 0,0 1 0 0 0,-1-1-1 0 0,1 1 1 0 0,0-1-1 0 0,1 1 1 0 0,-1-1-1 0 0,0 1 1 0 0,0-1-1 0 0,0 1 1 0 0,0-1 0 0 0,0 1-1 0 0,0 0 1 0 0,1-1-1 0 0,-1 1 1 0 0,0-1-1 0 0,0 0 1 0 0,1 1-1 0 0,-1-1 1 0 0,0 1 0 0 0,1-1-1 0 0,-1 1 1 0 0,0-1-1 0 0,1 0 1 0 0,-1 1-1 0 0,1-1 1 0 0,-1 0-1 0 0,1 1 1 0 0,-1-1 0 0 0,1 0-1 0 0,-1 0 1 0 0,1 1-1 0 0,-1-1 1 0 0,1 0-1 0 0,-1 0 1 0 0,1 0-1 0 0,-1 0 1 0 0,1 0 0 0 0,-1 0-1 0 0,1 0 1 0 0,0 0-1 0 0,35 12-21 0 0,-3-2 57 0 0,-1 2-1 0 0,33 17 1 0 0,-56-24-115 0 0,1 0-1 0 0,-1 1 1 0 0,0 1 0 0 0,-1-1 0 0 0,1 1-1 0 0,-2 1 1 0 0,1-1 0 0 0,-1 1 0 0 0,0 1-1 0 0,11 16 1 0 0,-16-20 7 0 0,0 1-1 0 0,0-1 0 0 0,0 1 0 0 0,-1 0 1 0 0,0 0-1 0 0,0 0 0 0 0,0-1 1 0 0,-1 1-1 0 0,0 0 0 0 0,0 0 0 0 0,-1 0 1 0 0,1 0-1 0 0,-1 0 0 0 0,0 0 1 0 0,-1 0-1 0 0,0-1 0 0 0,0 1 0 0 0,0 0 1 0 0,0-1-1 0 0,-1 0 0 0 0,0 0 1 0 0,0 1-1 0 0,0-2 0 0 0,-6 8 0 0 0,5-7-269 0 0,0 1-1 0 0,0-1 1 0 0,0-1-1 0 0,-1 1 0 0 0,1 0 1 0 0,-1-1-1 0 0,0 0 0 0 0,0 0 1 0 0,-1-1-1 0 0,1 0 0 0 0,-1 0 1 0 0,0 0-1 0 0,0 0 1 0 0,0-1-1 0 0,0 0 0 0 0,0 0 1 0 0,0-1-1 0 0,-1 1 0 0 0,1-1 1 0 0,0-1-1 0 0,-1 1 0 0 0,-9-2 1 0 0,14 1 67 0 0,0-1 0 0 0,0 1 1 0 0,0-1-1 0 0,0 0 0 0 0,0 0 1 0 0,0 0-1 0 0,0 0 0 0 0,0 0 0 0 0,1 0 1 0 0,-1 0-1 0 0,0-1 0 0 0,1 1 1 0 0,-1-1-1 0 0,1 1 0 0 0,-1-1 0 0 0,1 0 1 0 0,0 1-1 0 0,0-1 0 0 0,0 0 1 0 0,0 0-1 0 0,0 0 0 0 0,0 0 1 0 0,0 0-1 0 0,0 0 0 0 0,0-3 0 0 0,0-1-123 0 0,0 1 0 0 0,0-1 0 0 0,1 0 0 0 0,0-1-1 0 0,0 1 1 0 0,0 0 0 0 0,2-11 0 0 0,5-5-213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4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0 2508 0 0,'0'8'6461'0'0,"-20"34"-4128"0"0,-62 80-2832 0 0,52-83-3170 0 0,-36 34 0 0 0,58-60 1843 0 0,8-12 1043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15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21 273 3772 0 0,'0'0'2293'0'0,"15"-2"6500"0"0,3 1-8330 0 0,-15 1-558 0 0,0 1 1 0 0,1-1 0 0 0,-1 1 0 0 0,0 0-1 0 0,0 0 1 0 0,0 0 0 0 0,0 0 0 0 0,0 1-1 0 0,0-1 1 0 0,0 1 0 0 0,0 0 0 0 0,-1-1-1 0 0,1 1 1 0 0,0 1 0 0 0,-1-1 0 0 0,0 0-1 0 0,1 1 1 0 0,-1-1 0 0 0,0 1 0 0 0,-1 0-1 0 0,1-1 1 0 0,2 5 0 0 0,-2-1 37 0 0,-1-1 0 0 0,0 0-1 0 0,0 0 1 0 0,0 1 0 0 0,0-1 0 0 0,-1 1-1 0 0,0-1 1 0 0,0 0 0 0 0,-1 1 0 0 0,1-1-1 0 0,-1 1 1 0 0,0-1 0 0 0,-3 8 0 0 0,-81 223 847 0 0,62-178-449 0 0,22-54-272 0 0,-1 0 1 0 0,1 0-1 0 0,0 1 0 0 0,0-1 0 0 0,0 1 0 0 0,0-1 0 0 0,1 1 0 0 0,0-1 1 0 0,0 1-1 0 0,0-1 0 0 0,0 1 0 0 0,1-1 0 0 0,1 8 0 0 0,1-12-106 0 0,0-1-1 0 0,0 1 1 0 0,0-1-1 0 0,0 0 1 0 0,0 0-1 0 0,0 0 0 0 0,0 0 1 0 0,0 0-1 0 0,0-1 1 0 0,-1 1-1 0 0,1-1 1 0 0,-1 0-1 0 0,4-2 1 0 0,-3 2-66 0 0,17-13-644 0 0,0-1-1 0 0,0-1 0 0 0,-2-1 1 0 0,0 0-1 0 0,-1-1 1 0 0,-1-1-1 0 0,-1-1 0 0 0,-1 0 1 0 0,-1-1-1 0 0,0 0 1 0 0,-2-1-1 0 0,16-45 0 0 0,-10 18-881 0 0,17-87-1 0 0,-6-50 3471 0 0,-28 184-1602 0 0,0-1 1 0 0,0 0-1 0 0,1 0 1 0 0,0 1-1 0 0,-1-1 1 0 0,1 0 0 0 0,1 1-1 0 0,-1-1 1 0 0,0 1-1 0 0,1-1 1 0 0,0 1 0 0 0,-1-1-1 0 0,2 1 1 0 0,2-4-1 0 0,-3 6-157 0 0,0 0 0 0 0,0 0 0 0 0,1 0 0 0 0,-1 0 0 0 0,1 1 0 0 0,-1-1 0 0 0,1 1 0 0 0,-1-1 0 0 0,1 1-1 0 0,-1 0 1 0 0,1 0 0 0 0,-1 0 0 0 0,1 0 0 0 0,0 0 0 0 0,-1 1 0 0 0,1-1 0 0 0,-1 1 0 0 0,1 0 0 0 0,-1-1 0 0 0,0 1-1 0 0,4 2 1 0 0,-2-2-21 0 0,-1 1 1 0 0,0-1-1 0 0,0 1 0 0 0,0 0 0 0 0,0-1 0 0 0,0 1 0 0 0,0 0 0 0 0,0 1 0 0 0,0-1 0 0 0,-1 1 0 0 0,1-1 0 0 0,-1 1 1 0 0,0 0-1 0 0,0-1 0 0 0,0 1 0 0 0,0 0 0 0 0,2 6 0 0 0,-1-2 125 0 0,-1 0 0 0 0,0 0 1 0 0,-1 0-1 0 0,1 0 0 0 0,-1 0 0 0 0,-1 0 0 0 0,1 1 0 0 0,-2 9 1 0 0,-1 5 327 0 0,-2 1 0 0 0,0-1 0 0 0,-1 1 0 0 0,-13 32 0 0 0,-143 319 2354 0 0,130-317-2026 0 0,30-56 3 0 0,12-33-1099 0 0,11-7-495 0 0,27-37 0 0 0,-42 66 656 0 0,0 1 0 0 0,1 0 0 0 0,0 0 0 0 0,0 1 0 0 0,1 0 0 0 0,0 0 0 0 0,1 1 0 0 0,-1 1 1 0 0,15-9-1 0 0,-21 14 97 0 0,-1 0 0 0 0,0 0 1 0 0,0 0-1 0 0,1 0 0 0 0,-1 1 1 0 0,1-1-1 0 0,-1 1 0 0 0,1-1 1 0 0,-1 1-1 0 0,1 0 0 0 0,-1 0 1 0 0,1 0-1 0 0,-1 0 0 0 0,1 0 0 0 0,-1 0 1 0 0,1 1-1 0 0,-1 0 0 0 0,0-1 1 0 0,1 1-1 0 0,-1 0 0 0 0,0 0 1 0 0,1 0-1 0 0,-1 0 0 0 0,0 1 1 0 0,0-1-1 0 0,0 0 0 0 0,0 1 1 0 0,0 0-1 0 0,0-1 0 0 0,3 5 1 0 0,-4-3 25 0 0,1-1 1 0 0,-1 1 0 0 0,1 0 0 0 0,-1 0 0 0 0,0 0 0 0 0,0 0 0 0 0,0 0 0 0 0,0 0 0 0 0,-1 0 0 0 0,1 0 0 0 0,-1 0 0 0 0,0 1 0 0 0,0-1 0 0 0,0 0-1 0 0,0 0 1 0 0,0 0 0 0 0,-1 0 0 0 0,0 1 0 0 0,1-1 0 0 0,-1 0 0 0 0,0 0 0 0 0,-1 0 0 0 0,-2 5 0 0 0,1-4-45 0 0,0 0-1 0 0,0 0 1 0 0,-1 0 0 0 0,1-1 0 0 0,-1 0-1 0 0,0 1 1 0 0,0-1 0 0 0,0 0 0 0 0,-1-1 0 0 0,1 1-1 0 0,0-1 1 0 0,-1 0 0 0 0,-5 2 0 0 0,-71 20-1043 0 0,53-16 314 0 0,9-3 166 0 0,-63 21-1811 0 0,76-23 2254 0 0,1-1-1 0 0,-1 1 0 0 0,1 0 0 0 0,0 0 1 0 0,-1 0-1 0 0,2 1 0 0 0,-1 0 0 0 0,0 0 1 0 0,1 0-1 0 0,0 1 0 0 0,-6 6 0 0 0,10-10 182 0 0,-1 0-1 0 0,0 0 1 0 0,1 0 0 0 0,-1 0-1 0 0,1 0 1 0 0,-1 0-1 0 0,1 0 1 0 0,0 0 0 0 0,-1 0-1 0 0,1 0 1 0 0,0 1-1 0 0,0-1 1 0 0,0 0-1 0 0,0 0 1 0 0,0 0 0 0 0,0 0-1 0 0,0 0 1 0 0,0 1-1 0 0,0-1 1 0 0,1 0 0 0 0,-1 0-1 0 0,0 0 1 0 0,1 0-1 0 0,0 2 1 0 0,0-1 46 0 0,1 0 0 0 0,0 0 0 0 0,-1 0 0 0 0,1-1 0 0 0,0 1 0 0 0,0 0 0 0 0,0-1 0 0 0,0 1 0 0 0,1-1 0 0 0,3 2 0 0 0,8 3 285 0 0,1-1 0 0 0,-1 0 0 0 0,18 2 0 0 0,-20-4-148 0 0,29 7 44 0 0,0-3-1 0 0,1-1 1 0 0,42 1-1 0 0,-56-7-1486 0 0,50-6 0 0 0,-58 2-1171 0 0,1 0-1 0 0,39-14 0 0 0,-32 2-772 0 0,-20 12 2298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22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57 1160 0 0,'0'0'2198'0'0,"0"0"-2182"0"0,-12-34 695 0 0,12 33-295 0 0,0 0 0 0 0,0 0 1 0 0,1 0-1 0 0,-1 0 0 0 0,0 0 0 0 0,0-1 0 0 0,0 1 1 0 0,0 0-1 0 0,-1 0 0 0 0,1 0 0 0 0,0 0 0 0 0,0 0 0 0 0,-1-1 1 0 0,1 1-1 0 0,-1 0 0 0 0,1 0 0 0 0,-1 0 0 0 0,1 0 1 0 0,-2-1-1 0 0,-7 19 1139 0 0,-6 40-1366 0 0,-11 55 511 0 0,16-73-653 0 0,-7 47-1 0 0,10-55-39 0 0,-1 21 122 0 0,8-51-150 0 0,-28-25-9151 0 0,-40-29 4103 0 0,59 44 4585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22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2188 0 0,'0'0'674'0'0,"33"-3"4162"0"0,-30 4-4733 0 0,1 0-1 0 0,0 0 1 0 0,-1 1 0 0 0,1-1-1 0 0,-1 1 1 0 0,0 0 0 0 0,1 0-1 0 0,-1 0 1 0 0,0 0 0 0 0,0 0-1 0 0,0 1 1 0 0,-1-1 0 0 0,1 1-1 0 0,-1 0 1 0 0,1 0 0 0 0,-1 0-1 0 0,3 4 1 0 0,4 9 641 0 0,0 0-1 0 0,9 25 1 0 0,-2-4 396 0 0,-12-26-886 0 0,0 0 1 0 0,0 1 0 0 0,-1-1 0 0 0,3 20 0 0 0,-5-22-161 0 0,0 0-1 0 0,1 0 1 0 0,1 0 0 0 0,-1 0-1 0 0,1 0 1 0 0,1 0-1 0 0,0-1 1 0 0,6 11-1 0 0,-9-18-60 0 0,1 0-1 0 0,0 1 1 0 0,0-1 0 0 0,-1 0-1 0 0,1 0 1 0 0,0 0-1 0 0,0 0 1 0 0,0-1-1 0 0,0 1 1 0 0,0 0-1 0 0,0-1 1 0 0,0 1-1 0 0,1-1 1 0 0,-1 0-1 0 0,0 0 1 0 0,0 0 0 0 0,0 0-1 0 0,0 0 1 0 0,0 0-1 0 0,1-1 1 0 0,-1 1-1 0 0,0 0 1 0 0,0-1-1 0 0,0 0 1 0 0,0 0-1 0 0,0 1 1 0 0,3-4-1 0 0,57-29-150 0 0,-58 31 60 0 0,6-5-822 0 0,-1 0-1 0 0,0 0 1 0 0,0-1 0 0 0,0 0-1 0 0,14-18 1 0 0,-19 21 233 0 0,0 0 0 0 0,-1 0 0 0 0,0 0 0 0 0,0-1 0 0 0,0 1 0 0 0,-1-1 0 0 0,0 0 0 0 0,0 0 0 0 0,0 0 0 0 0,-1 0 0 0 0,1 0 0 0 0,-2 0-1 0 0,1-7 1 0 0,-1 3-40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22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 27 2504 0 0,'-5'-3'482'0'0,"1"0"0"0"0,-1 0 0 0 0,1 0 0 0 0,-1 1-1 0 0,0 0 1 0 0,0 0 0 0 0,0 0 0 0 0,0 0 0 0 0,0 1 0 0 0,-1 0-1 0 0,1 0 1 0 0,0 0 0 0 0,-1 1 0 0 0,1-1 0 0 0,0 1-1 0 0,-8 1 1 0 0,-11 2-213 0 0,0 1-1 0 0,-32 8 0 0 0,27-5 212 0 0,28-6-493 0 0,-68 16-1001 0 0,27-2-2499 0 0,53-24-3423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2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2124 0 0,'3'0'338'0'0,"0"-1"-1"0"0,0 1 1 0 0,0 0 0 0 0,0 0-1 0 0,0 0 1 0 0,0 0 0 0 0,0 0-1 0 0,1 1 1 0 0,-1-1 0 0 0,0 1-1 0 0,0 0 1 0 0,0 0-1 0 0,0 0 1 0 0,-1 0 0 0 0,1 1-1 0 0,0-1 1 0 0,0 1 0 0 0,-1 0-1 0 0,1 0 1 0 0,-1-1 0 0 0,0 2-1 0 0,5 3 1 0 0,3 6-78 0 0,-1 0 1 0 0,0 0 0 0 0,12 25-1 0 0,-15-25-713 0 0,1-1 0 0 0,1 0-1 0 0,14 18 1 0 0,-5-11-1003 0 0,-13-12 667 0 0,2-1 1 0 0,-1 1-1 0 0,0-1 1 0 0,1 0-1 0 0,0-1 1 0 0,0 1-1 0 0,9 4 1 0 0,-13-9 149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5:23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2168 0 0,'2'3'361'0'0,"0"-1"0"0"0,1 1 0 0 0,-1-1-1 0 0,1 1 1 0 0,-1-1 0 0 0,1 0 0 0 0,0 0 0 0 0,0 0-1 0 0,0-1 1 0 0,0 1 0 0 0,0-1 0 0 0,0 1 0 0 0,0-1-1 0 0,1 0 1 0 0,-1 0 0 0 0,0-1 0 0 0,5 1 0 0 0,71 7 55 0 0,-49-7 318 0 0,76 15 209 0 0,-1 4 0 0 0,131 42 0 0 0,-119-28-605 0 0,164 24 1 0 0,-165-46-296 0 0,1-6 0 0 0,198-14 1 0 0,232-57-256 0 0,-504 60-293 0 0,0 1 0 0 0,1 3 1 0 0,68 5-1 0 0,-76 1-1125 0 0,0 1 0 0 0,-1 1 0 0 0,0 2 0 0 0,57 23 0 0 0,-23-2-539 0 0,-45-19 1662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15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1596 328 2244 0 0,'-10'-2'839'0'0,"0"-1"0"0"0,0 1 0 0 0,0-2-1 0 0,0 1 1 0 0,1-1 0 0 0,-1-1 0 0 0,-10-6 0 0 0,6 1-217 0 0,0 0 1 0 0,1 0 0 0 0,1-2 0 0 0,0 1-1 0 0,0-2 1 0 0,-16-21 0 0 0,14 13-621 0 0,12 16-171 0 0,-1 1 0 0 0,1 0-1 0 0,-1 1 1 0 0,0-1 0 0 0,0 0 0 0 0,0 1 0 0 0,0 0 0 0 0,-1-1 0 0 0,1 1 0 0 0,-1 1 0 0 0,0-1 0 0 0,0 0 0 0 0,0 1 0 0 0,0 0 0 0 0,-8-3 0 0 0,-32-9-121 0 0,0 1 1 0 0,-2 3-1 0 0,1 1 1 0 0,-1 3-1 0 0,0 2 0 0 0,0 1 1 0 0,-1 3-1 0 0,1 2 1 0 0,0 1-1 0 0,-73 16 0 0 0,87-12 252 0 0,-1 2-1 0 0,1 1 1 0 0,1 1-1 0 0,0 2 1 0 0,0 1-1 0 0,1 1 1 0 0,1 2-1 0 0,1 1 1 0 0,0 1-1 0 0,2 1 1 0 0,0 1-1 0 0,-32 35 1 0 0,2 4 172 0 0,3 2 0 0 0,3 2 0 0 0,-60 102 0 0 0,99-145-84 0 0,1 2 1 0 0,1-1-1 0 0,1 1 0 0 0,1 1 0 0 0,1-1 0 0 0,1 1 0 0 0,-3 41 0 0 0,5-28 22 0 0,2 0 1 0 0,2 1-1 0 0,2-1 1 0 0,9 50-1 0 0,-7-60-34 0 0,2 0 1 0 0,2 0-1 0 0,0-1 0 0 0,2 0 0 0 0,0 0 1 0 0,2-1-1 0 0,1-1 0 0 0,1 0 0 0 0,31 39 1 0 0,-20-35 81 0 0,1-1 0 0 0,1-1 1 0 0,1-1-1 0 0,2-2 0 0 0,0 0 1 0 0,49 25-1 0 0,-17-16 147 0 0,1-3-1 0 0,119 37 0 0 0,135 10-13 0 0,-128-46-110 0 0,2-9 0 0 0,222-3 0 0 0,386-43 258 0 0,-787 25-396 0 0,1566-145 169 0 0,-1487 131-61 0 0,-1-4 0 0 0,-1-3 0 0 0,-1-5 0 0 0,99-43 0 0 0,-152 52-2 0 0,-1-1 0 0 0,-1-2 0 0 0,0-1 0 0 0,-1-2 1 0 0,31-29-1 0 0,-44 33-12 0 0,0-1 0 0 0,-2-1 0 0 0,0 0 0 0 0,-2-1 0 0 0,0-1 0 0 0,-2 0 0 0 0,0-1 0 0 0,12-32 0 0 0,-19 40-40 0 0,-2 1-1 0 0,0-1 1 0 0,-1 0-1 0 0,0-1 1 0 0,-1 1-1 0 0,-1-1 1 0 0,-1 1-1 0 0,0-1 1 0 0,-1 0-1 0 0,-1 1 1 0 0,0-1 0 0 0,-7-25-1 0 0,3 22-16 0 0,-2 0-1 0 0,-1 0 1 0 0,0 0-1 0 0,-1 1 1 0 0,-1 0-1 0 0,-1 1 1 0 0,-1 0 0 0 0,-25-29-1 0 0,-1 8-31 0 0,-1 2 0 0 0,-2 1 0 0 0,-2 3-1 0 0,-1 1 1 0 0,-1 2 0 0 0,-92-44 0 0 0,15 18 36 0 0,-3 5 1 0 0,-2 6 0 0 0,-140-30 0 0 0,-404-49 474 0 0,-141 44 623 0 0,-1 44 486 0 0,595 28-1217 0 0,88 11-1207 0 0,129-3 756 0 0,0 0 0 0 0,0 1 0 0 0,0-1 0 0 0,0 0 0 0 0,0 1 0 0 0,0-1 0 0 0,0 1 0 0 0,0-1 0 0 0,0 1 1 0 0,0 0-1 0 0,0-1 0 0 0,0 1 0 0 0,0 0 0 0 0,0 0 0 0 0,1-1 0 0 0,-1 1 0 0 0,0 0 0 0 0,0 0 0 0 0,1 0 1 0 0,-1 0-1 0 0,1 0 0 0 0,-1 0 0 0 0,1 0 0 0 0,-1 0 0 0 0,1 0 0 0 0,0 0 0 0 0,-1 0 0 0 0,1 1 0 0 0,0-1 0 0 0,0 0 1 0 0,0 0-1 0 0,0 0 0 0 0,0 0 0 0 0,0 0 0 0 0,0 0 0 0 0,0 1 0 0 0,1 0 0 0 0,-1 0 65 0 0,0 0 0 0 0,0 0 0 0 0,0-1 0 0 0,0 1 0 0 0,0 0 0 0 0,-1-1 0 0 0,1 1 0 0 0,-1 0 0 0 0,1-1 0 0 0,-1 1 0 0 0,0 0 0 0 0,1-1 0 0 0,-3 4 0 0 0,1-3 2405 0 0,-1 5-8716 0 0,9 3 4189 0 0,0 0 0 0 0,-1 0 0 0 0,8 21 0 0 0,6 14-1221 0 0,-11-35 2709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6:17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0 207 10831,'3869'-206'0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1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508 1328 612 0 0,'0'0'219'0'0,"13"3"6350"0"0,6 1-4872 0 0,-12-3-1304 0 0,-5-2-317 0 0,18-6 5090 0 0,8-22-4039 0 0,-25 25-1191 0 0,1 0 0 0 0,-1 0 0 0 0,1 0 1 0 0,-1 1-1 0 0,1-1 0 0 0,0 1 0 0 0,7-4 0 0 0,-8 6 22 0 0,0-1 1 0 0,0 1-1 0 0,0 1 1 0 0,1-1-1 0 0,-1 0 0 0 0,0 1 1 0 0,0 0-1 0 0,0 0 1 0 0,1 0-1 0 0,-1 0 0 0 0,0 0 1 0 0,0 0-1 0 0,0 1 1 0 0,0 0-1 0 0,1 0 1 0 0,-1 0-1 0 0,0 0 0 0 0,0 0 1 0 0,0 0-1 0 0,-1 1 1 0 0,1-1-1 0 0,0 1 0 0 0,-1 0 1 0 0,1 0-1 0 0,-1 0 1 0 0,1 0-1 0 0,-1 0 0 0 0,3 4 1 0 0,-2-3 82 0 0,0 0 0 0 0,1 0 0 0 0,0 0 0 0 0,0 0-1 0 0,-1-1 1 0 0,2 1 0 0 0,-1-1 0 0 0,0 0 0 0 0,0 0 0 0 0,1-1 0 0 0,-1 1 0 0 0,1-1 0 0 0,-1 0 0 0 0,10 1 0 0 0,158 3 208 0 0,38 7-288 0 0,1 0 271 0 0,-127-14-242 0 0,-27 0-119 0 0,72 7 0 0 0,-76-2 200 0 0,1-2-1 0 0,68-8 1 0 0,25 0-223 0 0,288 23 108 0 0,-203-10 48 0 0,120-2 117 0 0,116-36-90 0 0,-442 30-18 0 0,469-33-27 0 0,-101 1 126 0 0,-342 27-35 0 0,86-20 1 0 0,-122 22-45 0 0,0 0 0 0 0,-1-1-1 0 0,0 0 1 0 0,0-2 0 0 0,-1 1 0 0 0,0-2 0 0 0,0 0 0 0 0,-1-1 0 0 0,20-18 0 0 0,-26 21-4 0 0,-1 0-1 0 0,1 0 1 0 0,-1-1 0 0 0,-1 0 0 0 0,0-1 0 0 0,0 1 0 0 0,-1-1 0 0 0,0 0-1 0 0,0 0 1 0 0,-1 0 0 0 0,0-1 0 0 0,3-18 0 0 0,-4 14-8 0 0,-2 0 0 0 0,1-1 1 0 0,-2 1-1 0 0,0-1 0 0 0,0 1 1 0 0,-2 0-1 0 0,1-1 0 0 0,-6-14 1 0 0,-1 4-33 0 0,-2-1 1 0 0,0 1 0 0 0,-1 1 0 0 0,-1 0 0 0 0,-2 1 0 0 0,0 1 0 0 0,-1 0 0 0 0,-35-35 0 0 0,8 17-36 0 0,-2 2 0 0 0,-2 2 0 0 0,-62-37-1 0 0,-162-71-131 0 0,174 103 36 0 0,-2 4-1 0 0,-1 4 1 0 0,-1 4 0 0 0,-1 5-1 0 0,-188-18 1 0 0,-534 15-269 0 0,264 20 1043 0 0,286-17-90 0 0,75 5-363 0 0,175 17-236 0 0,1 1 0 0 0,-1 2 0 0 0,1 0 0 0 0,-44 8 0 0 0,55-6 12 0 0,1 0 1 0 0,-1 1-1 0 0,1 0 1 0 0,0 1-1 0 0,1 0 1 0 0,-1 0-1 0 0,1 2 1 0 0,0-1-1 0 0,0 1 1 0 0,1 0-1 0 0,-12 12 1 0 0,-39 59 35 0 0,51-69 3975 0 0,-1-13-3910 0 0,-17-27-890 0 0,15 24 714 0 0,0 1 0 0 0,-1 0 0 0 0,1 1 1 0 0,-1 0-1 0 0,0 1 0 0 0,0 1 0 0 0,-1 0 1 0 0,1 0-1 0 0,-1 2 0 0 0,-27-1 0 0 0,-14 3-335 0 0,-76 12 0 0 0,105-10 400 0 0,15-2 30 0 0,-283 44-339 0 0,250-36 322 0 0,-1 3 1 0 0,2 1-1 0 0,-1 3 0 0 0,-59 29 0 0 0,93-40 34 0 0,-1 1-1 0 0,1 0 0 0 0,1 1 0 0 0,-1-1 1 0 0,1 2-1 0 0,1-1 0 0 0,-1 1 0 0 0,1 1 0 0 0,1-1 1 0 0,-1 2-1 0 0,1-1 0 0 0,1 1 0 0 0,0 0 1 0 0,0 0-1 0 0,1 0 0 0 0,1 1 0 0 0,-1 0 0 0 0,2 0 1 0 0,-1 0-1 0 0,2 0 0 0 0,-1 0 0 0 0,2 1 0 0 0,-1-1 1 0 0,2 1-1 0 0,-1 0 0 0 0,2-1 0 0 0,-1 1 1 0 0,2-1-1 0 0,3 19 0 0 0,8 22 41 0 0,1 1-1 0 0,3-2 1 0 0,3 0-1 0 0,1-2 1 0 0,3 0-1 0 0,1-1 1 0 0,3-2-1 0 0,2 0 1 0 0,2-2-1 0 0,1-2 1 0 0,3-1-1 0 0,1-1 1 0 0,48 38-1 0 0,4-9-53 0 0,3-5 0 0 0,127 68-1 0 0,71 4-3474 0 0,-225-115-251 0 0,-61-20 3378 0 0,-1 0 0 0 0,0 0 1 0 0,0-1-1 0 0,0 1 0 0 0,0-1 0 0 0,1 0 1 0 0,-1 0-1 0 0,0 0 0 0 0,0-1 0 0 0,1 1 1 0 0,-1-1-1 0 0,0 1 0 0 0,0-1 0 0 0,0 0 1 0 0,0 0-1 0 0,0-1 0 0 0,0 1 0 0 0,4-3 0 0 0,-7 4-197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3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2268 0 0,'0'0'9489'0'0,"3"-5"-4809"0"0,11-15-3632 0 0,38-1-1034 0 0,70-21 0 0 0,-2 15-3715 0 0,-117 26 3295 0 0,0 0-1 0 0,1 1 1 0 0,-1-1 0 0 0,1 1 0 0 0,-1 0-1 0 0,0 0 1 0 0,1 0 0 0 0,-1 1 0 0 0,1-1-1 0 0,-1 1 1 0 0,0 0 0 0 0,1 0 0 0 0,3 2-1 0 0,-6-3 236 0 0,0 0-1 0 0,-1 1 1 0 0,1-1-1 0 0,-1 1 1 0 0,1-1 0 0 0,-1 1-1 0 0,1 0 1 0 0,-1-1-1 0 0,1 1 1 0 0,-1 0-1 0 0,0-1 1 0 0,1 1-1 0 0,-1 0 1 0 0,0-1-1 0 0,1 1 1 0 0,-1 0-1 0 0,0-1 1 0 0,0 1-1 0 0,0 0 1 0 0,0 0 0 0 0,0-1-1 0 0,0 3 1 0 0,-11 24-2362 0 0,2-15 1816 0 0,-2 0 138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3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1 230 4148 0 0,'0'4'526'0'0,"0"0"0"0"0,0 1 0 0 0,0-1 0 0 0,0 0 0 0 0,1 0 0 0 0,-1 0 0 0 0,1 0-1 0 0,0 0 1 0 0,1-1 0 0 0,1 6 0 0 0,-2-8-359 0 0,0 0 0 0 0,1 0-1 0 0,-1 1 1 0 0,1-1 0 0 0,-1 0 0 0 0,1 0 0 0 0,0 0 0 0 0,-1-1-1 0 0,1 1 1 0 0,0 0 0 0 0,0-1 0 0 0,-1 1 0 0 0,1-1-1 0 0,0 1 1 0 0,0-1 0 0 0,0 0 0 0 0,0 0 0 0 0,0 0-1 0 0,-1 0 1 0 0,1 0 0 0 0,0 0 0 0 0,0 0 0 0 0,0-1-1 0 0,2 0 1 0 0,492-96-1285 0 0,-355 65-1942 0 0,-140 31 3024 0 0,70-18-2555 0 0,-65 17 2256 0 0,-1 0 1 0 0,0 0 0 0 0,0-1 0 0 0,0 1-1 0 0,0-1 1 0 0,0 0 0 0 0,-1-1-1 0 0,1 1 1 0 0,-1-1 0 0 0,7-7-1 0 0,-10 8 170 0 0,0-1-1 0 0,1 0 1 0 0,-2 0 0 0 0,1 0-1 0 0,0 0 1 0 0,-1 1-1 0 0,0-1 1 0 0,0 0-1 0 0,0 0 1 0 0,0 0-1 0 0,0 0 1 0 0,-1 0 0 0 0,0 0-1 0 0,0 0 1 0 0,0 0-1 0 0,0 1 1 0 0,-1-1-1 0 0,1 0 1 0 0,-5-5-1 0 0,-5-11-93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3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75 3692 0 0,'-7'-13'1483'0'0,"-1"1"0"0"0,0 0 0 0 0,-1 1 0 0 0,-15-16 929 0 0,23 27-2368 0 0,0 1 0 0 0,1 0 0 0 0,-1-1 0 0 0,0 1-1 0 0,0-1 1 0 0,1 1 0 0 0,-1 0 0 0 0,0 0-1 0 0,1-1 1 0 0,-1 1 0 0 0,1 0 0 0 0,-1 0 0 0 0,1 0-1 0 0,-1-1 1 0 0,1 1 0 0 0,0 0 0 0 0,-1 0-1 0 0,1 0 1 0 0,0 0 0 0 0,0 0 0 0 0,0 0 0 0 0,-1 0-1 0 0,1 2 1 0 0,-3 27 28 0 0,3-26 4 0 0,-36 412 1911 0 0,19-138-3706 0 0,16-257 1359 0 0,-2 133-3964 0 0,4-138 3392 0 0,0 0-1 0 0,2 1 0 0 0,-1-1 1 0 0,2 0-1 0 0,0 0 1 0 0,1-1-1 0 0,7 16 1 0 0,-8-25 317 0 0,0-2 119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4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136 598 4356 0 0,'27'-22'1526'0'0,"133"-101"6987"0"0,-129 103-8114 0 0,58-27-1 0 0,-41 25-935 0 0,1 3 0 0 0,92-23 0 0 0,-139 42 410 0 0,0-1-1 0 0,0 1 1 0 0,0-1-1 0 0,0 1 1 0 0,0-1-1 0 0,0 0 1 0 0,0 0-1 0 0,0 0 1 0 0,0 0-1 0 0,0 0 1 0 0,0-1 0 0 0,0 1-1 0 0,-1-1 1 0 0,1 1-1 0 0,-1-1 1 0 0,1 1-1 0 0,-1-1 1 0 0,0 0-1 0 0,1 0 1 0 0,-1 1-1 0 0,1-4 1 0 0,-1 2 4 0 0,0 0 1 0 0,-1-1 0 0 0,1 1 0 0 0,-1 0-1 0 0,1-1 1 0 0,-1 1 0 0 0,0 0-1 0 0,-1-1 1 0 0,1 1 0 0 0,0-1 0 0 0,-1 1-1 0 0,-1-5 1 0 0,-5-10 21 0 0,0 0-1 0 0,-1 1 1 0 0,-1-1 0 0 0,-10-15 0 0 0,10 19 286 0 0,4 4 120 0 0,0 1 0 0 0,-1 0 0 0 0,0-1-1 0 0,-1 2 1 0 0,0-1 0 0 0,-1 1 0 0 0,1 0 0 0 0,-1 1-1 0 0,-1 0 1 0 0,0 0 0 0 0,-15-9 0 0 0,23 16-265 0 0,1 0 0 0 0,-1 0 1 0 0,0 0-1 0 0,0 0 0 0 0,0 0 0 0 0,0 1 1 0 0,0-1-1 0 0,0 0 0 0 0,0 0 1 0 0,0 1-1 0 0,0-1 0 0 0,0 1 0 0 0,1-1 1 0 0,-1 0-1 0 0,0 1 0 0 0,0 0 1 0 0,0-1-1 0 0,1 1 0 0 0,-1-1 0 0 0,0 1 1 0 0,1 0-1 0 0,-1 0 0 0 0,1-1 0 0 0,-1 1 1 0 0,1 0-1 0 0,-1 0 0 0 0,1 0 1 0 0,-1-1-1 0 0,1 1 0 0 0,-1 1 0 0 0,-12 28 345 0 0,-26 106 413 0 0,5 1 1 0 0,-15 146-1 0 0,30-165-670 0 0,-91 597-500 0 0,89-622 1 0 0,19-85 269 0 0,-1-1-1 0 0,1 0 1 0 0,-1-1-1 0 0,0 1 1 0 0,-1 0-1 0 0,1-1 0 0 0,-1 0 1 0 0,-1 0-1 0 0,1 0 1 0 0,-10 9-1 0 0,13-14 45 0 0,0 0 0 0 0,-1 0 0 0 0,1 0 0 0 0,0 0-1 0 0,-1-1 1 0 0,0 1 0 0 0,1 0 0 0 0,-1-1 0 0 0,1 1 0 0 0,-1-1-1 0 0,0 1 1 0 0,1-1 0 0 0,-1 0 0 0 0,0 0 0 0 0,1 0 0 0 0,-1 0-1 0 0,0 0 1 0 0,1 0 0 0 0,-1 0 0 0 0,0 0 0 0 0,1-1 0 0 0,-3 0-1 0 0,0-1-45 0 0,0 0-1 0 0,0 0 1 0 0,0 0 0 0 0,0 0-1 0 0,1-1 1 0 0,-1 1-1 0 0,1-1 1 0 0,-5-5-1 0 0,-3-5-148 0 0,1 0 0 0 0,0 0 0 0 0,-13-25-1 0 0,11 16 469 0 0,1-2 0 0 0,1 1-1 0 0,1-1 1 0 0,1-1 0 0 0,1 1-1 0 0,1-2 1 0 0,2 1 0 0 0,0 0-1 0 0,2-1 1 0 0,0 1-1 0 0,2-1 1 0 0,1 0 0 0 0,5-32-1 0 0,-3 47-155 0 0,0 0 0 0 0,1 0 0 0 0,0 0 1 0 0,1 1-1 0 0,0 0 0 0 0,1 0 0 0 0,0 0 0 0 0,0 0 0 0 0,1 1 0 0 0,0 0 0 0 0,1 1 0 0 0,0 0 0 0 0,0 0 0 0 0,1 0 0 0 0,0 1 0 0 0,0 1 0 0 0,1-1 0 0 0,16-7 0 0 0,18-7-186 0 0,0 1-1 0 0,2 3 1 0 0,49-13-1 0 0,-55 18 26 0 0,133-37-1497 0 0,101-34-2126 0 0,40-17-3973 0 0,-313 100 7676 0 0,44-15-1320 0 0,-30 9 1011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4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487 3 2604 0 0,'-2'-1'355'0'0,"1"1"-1"0"0,0 0 0 0 0,0-1 0 0 0,-1 1 1 0 0,1 0-1 0 0,0-1 0 0 0,-1 1 1 0 0,1 0-1 0 0,0 0 0 0 0,-1 0 1 0 0,1 0-1 0 0,0 0 0 0 0,-1 0 1 0 0,1 1-1 0 0,0-1 0 0 0,-1 0 0 0 0,0 1 1 0 0,-20 16 2092 0 0,-13 34-2130 0 0,27-37 397 0 0,-140 273 1971 0 0,79-141-2373 0 0,24-58-339 0 0,-83 182-3509 0 0,127-269 3317 0 0,1 0-1 0 0,-1 1 1 0 0,0-1-1 0 0,0 1 1 0 0,1-1-1 0 0,-1 0 0 0 0,1 1 1 0 0,-1-1-1 0 0,1 1 1 0 0,0-1-1 0 0,0 1 1 0 0,-1 0-1 0 0,1-1 1 0 0,0 1-1 0 0,0-1 0 0 0,1 1 1 0 0,-1-1-1 0 0,0 1 1 0 0,0-1-1 0 0,1 1 1 0 0,0 2-1 0 0,0-4 43 0 0,0 0 1 0 0,0 0-1 0 0,1 0 0 0 0,-1 0 1 0 0,0 0-1 0 0,0 0 0 0 0,0 0 1 0 0,0-1-1 0 0,0 1 1 0 0,0 0-1 0 0,1 0 0 0 0,-1-1 1 0 0,0 1-1 0 0,0-1 0 0 0,0 1 1 0 0,0-1-1 0 0,0 0 0 0 0,0 1 1 0 0,0-1-1 0 0,1-1 0 0 0,54-47-2450 0 0,-36 28 2208 0 0,1-3 115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4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5 4280 0 0,'13'-4'1989'0'0,"-10"6"1042"0"0,-13 17 2175 0 0,0-1-5700 0 0,0 2 693 0 0,2 0 0 0 0,0 0 0 0 0,1 0 0 0 0,1 1-1 0 0,1 0 1 0 0,-2 24 0 0 0,5-32-162 0 0,1 0 0 0 0,0 0-1 0 0,1 0 1 0 0,1 0 0 0 0,0 1 0 0 0,1-1-1 0 0,0 0 1 0 0,1 0 0 0 0,1-1-1 0 0,0 1 1 0 0,6 13 0 0 0,-4-16-47 0 0,0-1 1 0 0,0 0-1 0 0,1-1 1 0 0,0 1-1 0 0,1-1 1 0 0,0-1-1 0 0,0 1 1 0 0,1-2-1 0 0,0 1 1 0 0,0-1-1 0 0,0 0 1 0 0,1-1-1 0 0,0 0 1 0 0,0-1-1 0 0,0 0 1 0 0,0 0-1 0 0,1-1 1 0 0,14 2 0 0 0,1 0-589 0 0,1-1 0 0 0,0-1 1 0 0,0-1-1 0 0,0-2 1 0 0,0-1-1 0 0,37-5 1 0 0,-53 4-153 0 0,0 0 1 0 0,0-1-1 0 0,0 0 1 0 0,-1-1-1 0 0,1 0 0 0 0,12-7 1 0 0,-19 9 495 0 0,-1 0 0 0 0,1-1 0 0 0,-1 1 0 0 0,0-1 0 0 0,1 1 0 0 0,-1-1 1 0 0,0 0-1 0 0,0 0 0 0 0,-1 0 0 0 0,1-1 0 0 0,-1 1 0 0 0,0 0 0 0 0,1-1 0 0 0,-2 0 0 0 0,1 1 0 0 0,0-1 0 0 0,-1 0 1 0 0,1 0-1 0 0,0-8 0 0 0,-1-7-343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25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 6437 0 0,'-2'17'9556'0'0,"-2"17"-7570"0"0,-11 101-9297 0 0,12-89 5297 0 0,0-17 23 0 0,2 0 0 0 0,0 1-1 0 0,7 48 1 0 0,-3-68 1362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4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1 120 1696 0 0,'0'0'2002'0'0,"32"-11"188"0"0,39-15-381 0 0,1 4-1 0 0,0 3 1 0 0,134-18 0 0 0,212 32-1174 0 0,-385 6-644 0 0,243 14-96 0 0,-140 5-1433 0 0,-1 15-3428 0 0,-130-34 4466 0 0,0 1 0 0 0,0 0 0 0 0,-1 0 1 0 0,1 1-1 0 0,-1-1 0 0 0,1 1 0 0 0,-1 0 0 0 0,0 0 0 0 0,0 1 1 0 0,0-1-1 0 0,0 1 0 0 0,4 5 0 0 0,-4-3 86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6:41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0 255 14416,'1388'-254'0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43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0 216 996 0 0,'0'-32'3106'0'0,"17"-56"3384"0"0,6 181-6506 0 0,-15-34 263 0 0,0 2-149 0 0,3 1-1 0 0,23 78 0 0 0,-31-132-29 0 0,0 1 1 0 0,1-1-1 0 0,0 0 0 0 0,0 0 0 0 0,1 0 1 0 0,-1-1-1 0 0,12 13 0 0 0,-15-18-52 0 0,1 0-1 0 0,0-1 0 0 0,-1 1 1 0 0,1-1-1 0 0,0 0 0 0 0,0 0 0 0 0,0 0 1 0 0,-1 1-1 0 0,1-2 0 0 0,0 1 1 0 0,1 0-1 0 0,-1 0 0 0 0,0-1 1 0 0,0 1-1 0 0,0-1 0 0 0,0 1 1 0 0,0-1-1 0 0,1 0 0 0 0,-1 0 1 0 0,0 0-1 0 0,0 0 0 0 0,0 0 0 0 0,1-1 1 0 0,-1 1-1 0 0,0-1 0 0 0,0 1 1 0 0,0-1-1 0 0,0 0 0 0 0,0 0 1 0 0,0 0-1 0 0,0 0 0 0 0,0 0 1 0 0,0 0-1 0 0,-1-1 0 0 0,1 1 0 0 0,2-3 1 0 0,61-56-293 0 0,-3-2 1 0 0,-3-4-1 0 0,84-120 1 0 0,-116 144 294 0 0,-21 31-97 0 0,1 0 0 0 0,0 1 0 0 0,1 0 0 0 0,14-15 0 0 0,-21 24 68 0 0,-1 41 401 0 0,-1 4 112 0 0,0-8-114 0 0,6 62 0 0 0,-4-89-335 0 0,0-1 1 0 0,1 1 0 0 0,0-1 0 0 0,0 1 0 0 0,1-1-1 0 0,0 0 1 0 0,1 0 0 0 0,0 0 0 0 0,0-1 0 0 0,1 1 0 0 0,-1-1-1 0 0,10 10 1 0 0,-11-14-20 0 0,0 0 1 0 0,1 0-1 0 0,-1 0 0 0 0,1-1 0 0 0,-1 0 1 0 0,1 0-1 0 0,0 0 0 0 0,0 0 0 0 0,0 0 0 0 0,0-1 1 0 0,0 0-1 0 0,0 0 0 0 0,1 0 0 0 0,-1 0 1 0 0,0-1-1 0 0,1 1 0 0 0,-1-1 0 0 0,0 0 1 0 0,0 0-1 0 0,1-1 0 0 0,-1 1 0 0 0,0-1 0 0 0,0 0 1 0 0,1 0-1 0 0,-1-1 0 0 0,0 1 0 0 0,0-1 1 0 0,6-3-1 0 0,11-7-18 0 0,-1-1 1 0 0,0 0-1 0 0,0-2 1 0 0,18-17-1 0 0,3-2-55 0 0,41-34-74 0 0,18-13-96 0 0,-15 35 126 0 0,-67 38 116 0 0,-1 0 0 0 0,0-2 0 0 0,0 0 0 0 0,25-20 0 0 0,-36 24 9 0 0,2-1 70 0 0,0 0 0 0 0,0 0-1 0 0,0 1 1 0 0,20-11 1695 0 0,-28 14-2676 0 0,0-6 3695 0 0,0 3-2700 0 0,0 1-3681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30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24 124 1712 0 0,'0'0'479'0'0,"-4"-3"765"0"0,-8-8 1480 0 0,4 2 3539 0 0,76-58-5302 0 0,-66 66-972 0 0,0-1 1 0 0,0 0-1 0 0,1 1 1 0 0,-1 0 0 0 0,0-1-1 0 0,1 1 1 0 0,0 0 0 0 0,-1 0-1 0 0,1 0 1 0 0,-1 1-1 0 0,1-1 1 0 0,0 1 0 0 0,0-1-1 0 0,-1 1 1 0 0,1 0 0 0 0,5 0-1 0 0,55 5-70 0 0,-49-4 157 0 0,370 14 1308 0 0,-361-17-1207 0 0,-1 0-1 0 0,0-1 0 0 0,28-9 0 0 0,-28 7-158 0 0,1 0 0 0 0,0 2 0 0 0,29-2-1 0 0,94 3-105 0 0,165 6-35 0 0,132 5 194 0 0,-282-11-67 0 0,47-2 17 0 0,161 5-86 0 0,-332 1 45 0 0,288 26 5 0 0,-228-18 49 0 0,1-4 0 0 0,-1-4 0 0 0,112-14-1 0 0,99 13-468 0 0,1 0 93 0 0,-54-26 407 0 0,70 20-404 0 0,-174 7 498 0 0,115-5-264 0 0,-199-1-103 0 0,-66 4 186 0 0,47 0 1005 0 0,-48 0-911 0 0,3-1-69 0 0,-1-1 0 0 0,1 1 0 0 0,0-1 0 0 0,-1 1 0 0 0,1 0-1 0 0,0 0 1 0 0,-1 1 0 0 0,1-1 0 0 0,0 0 0 0 0,0 1 0 0 0,0 0-1 0 0,0 0 1 0 0,-1-1 0 0 0,1 2 0 0 0,6-1 0 0 0,2 5-429 0 0,-23-7-10372 0 0,-5 1 10868 0 0,-64 1-3453 0 0,54 2 2897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32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12 437 2632 0 0,'-1'0'191'0'0,"0"-1"0"0"0,1 1-1 0 0,-1-1 1 0 0,0 0 0 0 0,0 1 0 0 0,1-1-1 0 0,-1 0 1 0 0,0 0 0 0 0,1 1 0 0 0,-1-1-1 0 0,1 0 1 0 0,-1 0 0 0 0,1 0 0 0 0,-1 0-1 0 0,1 0 1 0 0,0 0 0 0 0,-1 0 0 0 0,1 0-1 0 0,0 0 1 0 0,0 0 0 0 0,0 0 0 0 0,0 0-1 0 0,0 0 1 0 0,0 0 0 0 0,0 0 0 0 0,0 0-1 0 0,0 0 1 0 0,0 0 0 0 0,0 0 0 0 0,1 0-1 0 0,-1 0 1 0 0,0 0 0 0 0,1 0 0 0 0,-1 0-1 0 0,1-1 1 0 0,0 1-104 0 0,0 1 0 0 0,1-1 0 0 0,-1 0 1 0 0,0 0-1 0 0,0 0 0 0 0,0 1 0 0 0,0-1 0 0 0,1 1 0 0 0,-1-1 0 0 0,0 1 1 0 0,1-1-1 0 0,-1 1 0 0 0,0 0 0 0 0,1 0 0 0 0,-1-1 0 0 0,0 1 1 0 0,3 0-1 0 0,225 19 1246 0 0,-196-20-1258 0 0,0-1-1 0 0,62-11 1 0 0,-81 10-46 0 0,1-1 1 0 0,0-1 0 0 0,-1 0 0 0 0,0 0 0 0 0,0-2 0 0 0,0 0-1 0 0,-1 0 1 0 0,19-14 0 0 0,-29 18-49 0 0,0 1 0 0 0,0-1 0 0 0,-1 0-1 0 0,1 0 1 0 0,-1 0 0 0 0,0 0 0 0 0,0 0 0 0 0,0 0 0 0 0,0-1-1 0 0,0 1 1 0 0,-1-1 0 0 0,1 1 0 0 0,-1-1 0 0 0,0 1 0 0 0,0-1-1 0 0,1-7 1 0 0,-2 4-42 0 0,0 0 1 0 0,-1 0-1 0 0,1 0 0 0 0,-1 0 0 0 0,-1 1 1 0 0,1-1-1 0 0,-1 0 0 0 0,-5-11 0 0 0,-2-1-73 0 0,-1 0-1 0 0,-1 1 1 0 0,-1 0 0 0 0,0 1-1 0 0,-18-19 1 0 0,24 29 93 0 0,-1 1 0 0 0,0-1 1 0 0,-1 1-1 0 0,0 1 0 0 0,0-1 1 0 0,0 1-1 0 0,0 1 0 0 0,-1 0 0 0 0,1 0 1 0 0,-1 0-1 0 0,0 1 0 0 0,-1 1 1 0 0,1-1-1 0 0,0 2 0 0 0,-1-1 1 0 0,1 1-1 0 0,-19 0 0 0 0,20 2 36 0 0,-1-1-1 0 0,1 1 1 0 0,-1 0 0 0 0,1 1-1 0 0,0 0 1 0 0,0 1 0 0 0,0-1-1 0 0,0 1 1 0 0,0 1 0 0 0,1 0-1 0 0,-1 0 1 0 0,1 0 0 0 0,0 1-1 0 0,0 0 1 0 0,1 0 0 0 0,-1 1-1 0 0,1 0 1 0 0,0 0 0 0 0,1 0-1 0 0,-7 10 1 0 0,7-7 21 0 0,1 0 0 0 0,0 1 0 0 0,0 0 0 0 0,1 0 0 0 0,0 0 0 0 0,1 0 0 0 0,0 0-1 0 0,0 0 1 0 0,0 18 0 0 0,2-8 17 0 0,0 1 0 0 0,2-1-1 0 0,7 40 1 0 0,-7-49-2 0 0,1-1 0 0 0,1 0 0 0 0,0 0 1 0 0,0 0-1 0 0,0-1 0 0 0,1 1 0 0 0,1-1 0 0 0,0 0 1 0 0,0-1-1 0 0,1 1 0 0 0,0-1 0 0 0,13 12 0 0 0,-8-11 35 0 0,-1 0 0 0 0,1-1 0 0 0,1-1 0 0 0,-1 0 1 0 0,1-1-1 0 0,0 0 0 0 0,1-1 0 0 0,22 6 0 0 0,-10-6 6 0 0,-1 0 0 0 0,1-2 0 0 0,0-1 0 0 0,0-1 1 0 0,0-2-1 0 0,0 0 0 0 0,0-2 0 0 0,0 0 0 0 0,-1-2 0 0 0,27-8 0 0 0,-27 4-66 0 0,0 0 0 0 0,-1-1-1 0 0,0-1 1 0 0,-1-2 0 0 0,24-15-1 0 0,-37 20-10 0 0,1 0-1 0 0,-1 0 1 0 0,-1 0-1 0 0,0-2 1 0 0,0 1-1 0 0,0-1 1 0 0,-2 0-1 0 0,1-1 1 0 0,-1 1-1 0 0,-1-2 1 0 0,1 1-1 0 0,4-16 0 0 0,-9 22 16 0 0,0 0 0 0 0,-1-1 0 0 0,1 1 0 0 0,-1-1 0 0 0,-1 1 0 0 0,1-1 0 0 0,-1 0 0 0 0,0 1 0 0 0,0-1 0 0 0,-1 0 0 0 0,1 1 0 0 0,-1-1 0 0 0,-1 1 0 0 0,1-1 0 0 0,-1 1 0 0 0,-2-7 0 0 0,3 11 38 0 0,6 35 317 0 0,-3-27-306 0 0,0 0 0 0 0,0 0 1 0 0,1-1-1 0 0,0 1 1 0 0,0-1-1 0 0,1 1 0 0 0,0-1 1 0 0,0 0-1 0 0,0 0 1 0 0,1-1-1 0 0,0 1 1 0 0,0-1-1 0 0,1 0 0 0 0,-1-1 1 0 0,1 1-1 0 0,7 4 1 0 0,4 1-14 0 0,-1 0-1 0 0,2-1 1 0 0,-1-1 0 0 0,36 11 0 0 0,-25-12-239 0 0,-1-1 0 0 0,1-2 0 0 0,0 0 0 0 0,0-2 0 0 0,0-2 0 0 0,0 0 0 0 0,0-2 0 0 0,0-1 0 0 0,34-7 0 0 0,-25 1-53 0 0,0-1 0 0 0,0-2 0 0 0,-1-1 0 0 0,0-2 0 0 0,-2-2 0 0 0,41-24 0 0 0,-66 35 358 0 0,1 0 1 0 0,-1-1-1 0 0,0 0 1 0 0,0 0-1 0 0,-1-1 1 0 0,0 0-1 0 0,0 0 1 0 0,-1-1 0 0 0,8-11-1 0 0,-9 24-76 0 0,0 0 0 0 0,0 0 0 0 0,0 1 1 0 0,0 0-1 0 0,8 9 0 0 0,-5-6-146 0 0,0 0 0 0 0,1-1 0 0 0,0 0 0 0 0,0-1 1 0 0,0 0-1 0 0,1-1 0 0 0,-1 0 0 0 0,2 0 0 0 0,-1-1 0 0 0,0-1 1 0 0,1 0-1 0 0,-1-1 0 0 0,1 0 0 0 0,0 0 0 0 0,0-1 0 0 0,20-2 0 0 0,-20 1-132 0 0,1-1 0 0 0,-1-1 0 0 0,1 0 0 0 0,-1-1 0 0 0,1 0 0 0 0,-1-1 0 0 0,0 0 0 0 0,-1-1 0 0 0,1 0 0 0 0,-1-1 0 0 0,0 0 0 0 0,0-1 0 0 0,-1 0 0 0 0,0-1 0 0 0,14-13 0 0 0,-22 19 204 0 0,1-1 0 0 0,-1 1 0 0 0,0-1 0 0 0,0 0 0 0 0,0 0 0 0 0,0 0 0 0 0,0 0 0 0 0,-1 0 0 0 0,1 0 0 0 0,-1-1 0 0 0,0 1 0 0 0,0-1 0 0 0,0 1 0 0 0,-1 0 0 0 0,1-1 0 0 0,-1 1 0 0 0,0-1 1 0 0,1 1-1 0 0,-2-1 0 0 0,0-6 0 0 0,0 5 118 0 0,-1-1-1 0 0,0 1 1 0 0,0-1 0 0 0,-1 1 0 0 0,1 0 0 0 0,-1 0 0 0 0,0 0 0 0 0,-1 1 0 0 0,1-1 0 0 0,-1 1 0 0 0,-7-8 0 0 0,2 4 297 0 0,-1 0 1 0 0,0 0 0 0 0,0 1-1 0 0,0 1 1 0 0,-1-1 0 0 0,0 2 0 0 0,0-1-1 0 0,-1 2 1 0 0,1-1 0 0 0,-1 2 0 0 0,-14-4-1 0 0,21 7-299 0 0,0-1 0 0 0,1 1-1 0 0,-1-1 1 0 0,0 2 0 0 0,0-1 0 0 0,0 0-1 0 0,0 1 1 0 0,0 0 0 0 0,0 0-1 0 0,1 0 1 0 0,-1 1 0 0 0,0 0-1 0 0,1 0 1 0 0,0 0 0 0 0,-1 0 0 0 0,1 1-1 0 0,0-1 1 0 0,0 1 0 0 0,0 0-1 0 0,0 1 1 0 0,-4 4 0 0 0,6-4-297 0 0,-1 0 1 0 0,0 0-1 0 0,1 0 0 0 0,0 1 1 0 0,0-1-1 0 0,0 1 1 0 0,1 0-1 0 0,0-1 1 0 0,0 1-1 0 0,0 0 1 0 0,0 0-1 0 0,1 0 0 0 0,-1 0 1 0 0,1-1-1 0 0,1 1 1 0 0,-1 0-1 0 0,1 0 1 0 0,-1 0-1 0 0,1 0 1 0 0,1-1-1 0 0,1 6 0 0 0,-1-4-208 0 0,0 0-1 0 0,0-1 0 0 0,1 1 0 0 0,0-1 0 0 0,0 1 1 0 0,0-1-1 0 0,1 0 0 0 0,0 0 0 0 0,0 0 0 0 0,0-1 1 0 0,0 1-1 0 0,1-1 0 0 0,0 0 0 0 0,0-1 1 0 0,6 5-1 0 0,1-2-85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33.0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1513 1280 0 0,'-2'-1'163'0'0,"0"0"0"0"0,1 0 0 0 0,-1 0 0 0 0,0 0 0 0 0,1 0 0 0 0,-1-1-1 0 0,1 1 1 0 0,0 0 0 0 0,0-1 0 0 0,-1 1 0 0 0,1-1 0 0 0,0 1 0 0 0,0-1 0 0 0,0 0 0 0 0,0 1 0 0 0,1-1 0 0 0,-1 0 0 0 0,0 0-1 0 0,1 0 1 0 0,-1 0 0 0 0,1 1 0 0 0,0-1 0 0 0,0 0 0 0 0,-1 0 0 0 0,1 0 0 0 0,1 0 0 0 0,-1 0 0 0 0,0-3 0 0 0,1 4-45 0 0,-1-1 0 0 0,0 1 1 0 0,0-1-1 0 0,1 1 1 0 0,-1-1-1 0 0,1 1 1 0 0,-1 0-1 0 0,1-1 0 0 0,0 1 1 0 0,0 0-1 0 0,0-1 1 0 0,-1 1-1 0 0,1 0 1 0 0,0 0-1 0 0,0 0 0 0 0,1 0 1 0 0,-1 0-1 0 0,0 0 1 0 0,2-2-1 0 0,31-15 745 0 0,-17 9-1062 0 0,-3 2 227 0 0,1 1-1 0 0,-1 0 1 0 0,1 1 0 0 0,15-4 0 0 0,36-12 354 0 0,40-21 190 0 0,172-44 0 0 0,-100 35-608 0 0,392-176-120 0 0,-242 88 116 0 0,-114 52 101 0 0,161-62-226 0 0,57-41 275 0 0,-311 130-14 0 0,279-145 1130 0 0,-303 162-1267 0 0,3-2 405 0 0,-82 36 1253 0 0,1-4-7091 0 0,-19 13 5199 0 0,-1-1 1 0 0,0 0 0 0 0,0 0-1 0 0,0 1 1 0 0,0-1 0 0 0,0 0-1 0 0,0 1 1 0 0,0-1 0 0 0,0 1-1 0 0,0 0 1 0 0,0-1 0 0 0,0 1-1 0 0,-1 0 1 0 0,1-1 0 0 0,0 1-1 0 0,0 0 1 0 0,0 0 0 0 0,0 0-1 0 0,0 0 1 0 0,-1 0 0 0 0,1 0-1 0 0,-2 1 1 0 0,-21-3-967 0 0,8 2 776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33.6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23 320 1944 0 0,'-11'31'1177'0'0,"9"-28"-1004"0"0,0 1 1 0 0,1 0-1 0 0,-1 0 1 0 0,1 0-1 0 0,0 0 1 0 0,0 0-1 0 0,1 1 1 0 0,-1-1-1 0 0,1 0 0 0 0,-1 0 1 0 0,1 0-1 0 0,1 1 1 0 0,-1-1-1 0 0,1 0 1 0 0,-1 0-1 0 0,1 0 1 0 0,0 0-1 0 0,1 0 0 0 0,2 7 1 0 0,-1-6-8 0 0,-1 1 0 0 0,1-1 0 0 0,1 0 0 0 0,-1 1 0 0 0,1-1 0 0 0,0-1 0 0 0,0 1 0 0 0,1-1 0 0 0,-1 1 0 0 0,1-1-1 0 0,0-1 1 0 0,0 1 0 0 0,0-1 0 0 0,1 0 0 0 0,-1 0 0 0 0,10 4 0 0 0,-6-5-34 0 0,0 1 0 0 0,1-1 0 0 0,-1-1 0 0 0,0 0 0 0 0,1 0 0 0 0,0-1 0 0 0,-1 0 0 0 0,1-1 0 0 0,18-3 1 0 0,-6-1-192 0 0,0-1 0 0 0,-1-1 1 0 0,1-1-1 0 0,-1-1 1 0 0,-1-1-1 0 0,0-1 0 0 0,0-1 1 0 0,25-19-1 0 0,-30 20-417 0 0,-1-2-1 0 0,-1 1 1 0 0,1-1-1 0 0,-2-1 0 0 0,0 0 1 0 0,-1-1-1 0 0,0-1 1 0 0,11-22-1 0 0,-19 31 283 0 0,1 0 0 0 0,-2 0 0 0 0,1-1 0 0 0,-1 1-1 0 0,0-1 1 0 0,-1 0 0 0 0,0 0 0 0 0,0 1 0 0 0,-1-1 0 0 0,0 0 0 0 0,0 0 0 0 0,-1 0-1 0 0,0 0 1 0 0,0 1 0 0 0,-1-1 0 0 0,1 0 0 0 0,-2 1 0 0 0,1-1 0 0 0,-1 1 0 0 0,-1 0-1 0 0,1 0 1 0 0,-6-8 0 0 0,5 8 315 0 0,-1 0 1 0 0,0 0-1 0 0,0 1 0 0 0,-1 0 0 0 0,0 0 1 0 0,0 0-1 0 0,0 0 0 0 0,0 1 0 0 0,-1 0 1 0 0,0 1-1 0 0,0-1 0 0 0,-1 1 1 0 0,1 1-1 0 0,-1-1 0 0 0,0 1 0 0 0,1 1 1 0 0,-2-1-1 0 0,1 1 0 0 0,0 1 0 0 0,0 0 1 0 0,0 0-1 0 0,-1 0 0 0 0,1 1 0 0 0,0 0 1 0 0,-1 1-1 0 0,1 0 0 0 0,0 0 0 0 0,0 1 1 0 0,-1 0-1 0 0,1 0 0 0 0,1 1 0 0 0,-1 0 1 0 0,0 0-1 0 0,1 1 0 0 0,-1 0 1 0 0,1 0-1 0 0,0 1 0 0 0,1 0 0 0 0,-9 8 1 0 0,13-12-82 0 0,1 0 1 0 0,-1 0 0 0 0,1 0-1 0 0,-1 1 1 0 0,1-1 0 0 0,0 1-1 0 0,-1-1 1 0 0,1 1 0 0 0,0-1-1 0 0,0 1 1 0 0,0 0 0 0 0,0 0-1 0 0,1-1 1 0 0,-1 1 0 0 0,0 0-1 0 0,1 0 1 0 0,-1 3 0 0 0,1-4-14 0 0,0 1 0 0 0,0-1 0 0 0,0 0 0 0 0,1 0 0 0 0,-1 1 0 0 0,1-1 0 0 0,-1 0 0 0 0,1 0 0 0 0,-1 1 0 0 0,1-1 0 0 0,0 0 0 0 0,-1 0 0 0 0,1 0 0 0 0,0 0 0 0 0,0 0 0 0 0,0 0-1 0 0,0 0 1 0 0,0 0 0 0 0,2 1 0 0 0,2 1-28 0 0,0 0-1 0 0,0-1 1 0 0,1 1-1 0 0,-1-1 1 0 0,1 0-1 0 0,0 0 1 0 0,-1-1-1 0 0,1 1 1 0 0,11 0-1 0 0,34-2-905 0 0,0-1 0 0 0,0-3 0 0 0,0-2 0 0 0,-1-3 0 0 0,0-1 0 0 0,89-32 0 0 0,-95 28 371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34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0 464 2212 0 0,'2'1'229'0'0,"0"1"-1"0"0,0-1 0 0 0,0 0 0 0 0,-1 0 1 0 0,1 1-1 0 0,0-1 0 0 0,-1 1 1 0 0,1-1-1 0 0,-1 1 0 0 0,1 0 1 0 0,-1 0-1 0 0,0-1 0 0 0,0 1 1 0 0,0 0-1 0 0,0 0 0 0 0,0 0 0 0 0,0 0 1 0 0,0 1-1 0 0,-1-1 0 0 0,2 4 1 0 0,-1 53 3556 0 0,1-2-1750 0 0,-1-56-1998 0 0,0 9 202 0 0,2-1 1 0 0,-1-1 0 0 0,1 1 0 0 0,1 0 0 0 0,-1-1-1 0 0,6 10 1 0 0,-7-16-201 0 0,0 1-1 0 0,1-1 0 0 0,-1 1 1 0 0,0-1-1 0 0,1 0 1 0 0,-1 0-1 0 0,1 0 0 0 0,0 0 1 0 0,-1-1-1 0 0,1 1 0 0 0,0-1 1 0 0,0 0-1 0 0,0 0 1 0 0,0 0-1 0 0,0 0 0 0 0,1 0 1 0 0,-1 0-1 0 0,0-1 1 0 0,0 0-1 0 0,0 1 0 0 0,6-2 1 0 0,1 1-51 0 0,-1 0 0 0 0,1-1-1 0 0,-1-1 1 0 0,1 0 0 0 0,-1 0 0 0 0,0 0 0 0 0,0-2 0 0 0,0 1 0 0 0,0-1 0 0 0,-1 0 0 0 0,1 0 0 0 0,-1-1 0 0 0,0-1-1 0 0,0 1 1 0 0,-1-1 0 0 0,1 0 0 0 0,-2-1 0 0 0,1 0 0 0 0,0 0 0 0 0,-1-1 0 0 0,-1 1 0 0 0,6-11 0 0 0,-4 6-73 0 0,-1 0 0 0 0,0 0 0 0 0,-1-1 0 0 0,0 0 0 0 0,-1 0 0 0 0,-1 0 0 0 0,0-1 0 0 0,-1 1 0 0 0,0-1 0 0 0,-1 0 0 0 0,0 1 0 0 0,-2-1 0 0 0,1 0 0 0 0,-6-24 0 0 0,-1 11 92 0 0,-1 2 0 0 0,-1-1 1 0 0,-1 1-1 0 0,-1 0 0 0 0,-2 1 0 0 0,0 1 1 0 0,-2 0-1 0 0,0 1 0 0 0,-2 0 0 0 0,0 2 0 0 0,-1 0 1 0 0,-26-22-1 0 0,-9 6 369 0 0,51 35-368 0 0,0-1-1 0 0,-1 1 0 0 0,1 0 0 0 0,-1 0 1 0 0,0 0-1 0 0,1 0 0 0 0,-1 0 1 0 0,0 0-1 0 0,1 1 0 0 0,-1 0 1 0 0,0-1-1 0 0,0 1 0 0 0,1 0 1 0 0,-1 0-1 0 0,0 1 0 0 0,0-1 1 0 0,1 0-1 0 0,-1 1 0 0 0,0 0 1 0 0,-3 1-1 0 0,5-1-38 0 0,-1 0 1 0 0,1 0-1 0 0,0 0 0 0 0,0 1 0 0 0,0-1 1 0 0,0 0-1 0 0,0 1 0 0 0,0-1 1 0 0,0 1-1 0 0,0-1 0 0 0,0 1 0 0 0,1-1 1 0 0,-1 1-1 0 0,1 0 0 0 0,-1-1 1 0 0,1 1-1 0 0,-1 0 0 0 0,1-1 0 0 0,0 1 1 0 0,0 0-1 0 0,0 0 0 0 0,0-1 1 0 0,0 1-1 0 0,0 0 0 0 0,1-1 0 0 0,-1 1 1 0 0,1 0-1 0 0,-1-1 0 0 0,1 1 1 0 0,-1 0-1 0 0,1-1 0 0 0,0 1 0 0 0,1 2 1 0 0,2 2-183 0 0,-1 1 1 0 0,1-1-1 0 0,1 1 1 0 0,-1-1-1 0 0,1 0 1 0 0,7 7-1 0 0,-2-5-204 0 0,1 0 0 0 0,-1 0 0 0 0,1-1 0 0 0,1 0 0 0 0,-1-1 0 0 0,1-1 0 0 0,0 0-1 0 0,0 0 1 0 0,1-1 0 0 0,-1-1 0 0 0,1 0 0 0 0,0 0 0 0 0,15 0 0 0 0,17-2-1219 0 0,-1-1 1 0 0,71-10 0 0 0,-80 5 1674 0 0,0 1 0 0 0,1 2 1 0 0,-1 2-1 0 0,61 7 0 0 0,-94-7-109 0 0,4 1 762 0 0,1 0-1 0 0,-1 1 1 0 0,0 0-1 0 0,0 0 1 0 0,9 4-1 0 0,-14-5-483 0 0,0 0-1 0 0,0-1 0 0 0,0 1 0 0 0,0 0 0 0 0,0-1 0 0 0,0 1 0 0 0,0 0 0 0 0,0 0 0 0 0,0 0 0 0 0,-1 0 0 0 0,1 0 0 0 0,0 0 0 0 0,-1 0 0 0 0,1 0 0 0 0,-1 0 0 0 0,1 1 0 0 0,-1-1 0 0 0,1 0 0 0 0,-1 0 0 0 0,0 0 0 0 0,0 1 0 0 0,1-1 0 0 0,-1 0 0 0 0,0 0 0 0 0,0 0 0 0 0,0 1 0 0 0,0-1 0 0 0,-1 0 0 0 0,1 0 0 0 0,0 1 0 0 0,0-1 0 0 0,-1 0 0 0 0,1 0 0 0 0,-1 0 0 0 0,1 0 1 0 0,-1 2-1 0 0,17-25 1804 0 0,-11 16-2477 0 0,0 1 1 0 0,0-1-1 0 0,0 0 1 0 0,-1 0-1 0 0,0-1 0 0 0,-1 1 1 0 0,1-1-1 0 0,2-8 1 0 0,-3 1-936 0 0,0 1 1 0 0,-1-1 0 0 0,1-23-1 0 0,-3 32 1059 0 0,0 0 0 0 0,0 0-1 0 0,-1 1 1 0 0,0-1 0 0 0,0 0 0 0 0,0 0-1 0 0,0 0 1 0 0,-1 1 0 0 0,0-1 0 0 0,0 0-1 0 0,0 1 1 0 0,-1 0 0 0 0,-4-7 0 0 0,-1 0-111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3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1099 2232 0 0,'8'-5'609'0'0,"0"0"0"0"0,0 1 0 0 0,1 0 0 0 0,0 0 0 0 0,0 0 0 0 0,13-2 0 0 0,11-6 270 0 0,309-107 4141 0 0,-204 74-4161 0 0,1055-287 874 0 0,-351 110-3780 0 0,-318 56-1500 0 0,-80 24-3874 0 0,-367 119 5869 0 0,-60 17 1213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6:51.6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418 191 1708 0 0,'-33'-7'2585'0'0,"-2"-18"-474"0"0,34 24-2006 0 0,-28-19 647 0 0,-11 3 1405 0 0,36 14-2135 0 0,-1 1 1 0 0,0-1-1 0 0,0 1 1 0 0,0 0-1 0 0,0 0 1 0 0,0 1-1 0 0,0 0 0 0 0,0 0 1 0 0,-1 0-1 0 0,-8 0 1 0 0,7 1-70 0 0,1 2 0 0 0,-1-1 0 0 0,1 1 0 0 0,-1 0 0 0 0,1 0 0 0 0,0 0 0 0 0,0 1 0 0 0,0 0 0 0 0,0 0 0 0 0,0 1 0 0 0,0 0 0 0 0,1 0 0 0 0,0 0 0 0 0,0 1 0 0 0,0-1 0 0 0,0 1 0 0 0,1 0 0 0 0,-5 7 0 0 0,-7 10 4 0 0,1 1-1 0 0,1 0 1 0 0,-13 28 0 0 0,24-43 40 0 0,0 0-1 0 0,0 0 0 0 0,1 0 0 0 0,1 1 1 0 0,-1-1-1 0 0,1 0 0 0 0,1 1 0 0 0,-1-1 1 0 0,2 1-1 0 0,-1-1 0 0 0,2 10 0 0 0,3 9 252 0 0,1-1 0 0 0,9 28 0 0 0,-11-42-242 0 0,0 0 0 0 0,1 0 0 0 0,0-1-1 0 0,0 0 1 0 0,2 1 0 0 0,14 19 0 0 0,-19-28-28 0 0,1 0 0 0 0,0 0 1 0 0,0 0-1 0 0,1 0 0 0 0,-1 0 1 0 0,0-1-1 0 0,1 0 1 0 0,0 1-1 0 0,-1-1 0 0 0,1 0 1 0 0,0-1-1 0 0,0 1 0 0 0,0-1 1 0 0,0 0-1 0 0,0 0 0 0 0,0 0 1 0 0,1 0-1 0 0,-1-1 0 0 0,0 0 1 0 0,0 0-1 0 0,1 0 0 0 0,-1 0 1 0 0,0 0-1 0 0,7-3 0 0 0,12-4-271 0 0,0-1 0 0 0,0-1 0 0 0,-1-1 0 0 0,-1-1 0 0 0,0-1 0 0 0,0-1-1 0 0,-1-1 1 0 0,-1-1 0 0 0,0-1 0 0 0,-1 0 0 0 0,-1-1 0 0 0,0-1-1 0 0,-2 0 1 0 0,0-2 0 0 0,22-35 0 0 0,-33 47 348 0 0,-1 0-1 0 0,1 1 1 0 0,-2-1 0 0 0,1 0-1 0 0,-1-1 1 0 0,0 1-1 0 0,0 0 1 0 0,-1-1 0 0 0,0 1-1 0 0,-1-1 1 0 0,0 1 0 0 0,0 0-1 0 0,-1-1 1 0 0,0 1 0 0 0,0-1-1 0 0,-4-10 1 0 0,0 0 460 0 0,-2 0 1 0 0,1 0-1 0 0,-2 0 1 0 0,-1 1-1 0 0,0 0 1 0 0,-1 0-1 0 0,-17-21 1 0 0,23 34-408 0 0,-1 0-1 0 0,0 0 1 0 0,0 0-1 0 0,-1 1 1 0 0,1-1 0 0 0,-1 1-1 0 0,0 1 1 0 0,0-1 0 0 0,0 1-1 0 0,-1 0 1 0 0,1 0-1 0 0,-1 1 1 0 0,1 0 0 0 0,-1 0-1 0 0,0 0 1 0 0,0 1-1 0 0,0 0 1 0 0,0 1 0 0 0,0-1-1 0 0,0 1 1 0 0,0 1 0 0 0,0-1-1 0 0,0 1 1 0 0,-12 3-1 0 0,5 0-119 0 0,-1 0 0 0 0,2 0-1 0 0,-1 2 1 0 0,1-1-1 0 0,-1 2 1 0 0,2 0 0 0 0,-1 0-1 0 0,1 1 1 0 0,0 1-1 0 0,0 0 1 0 0,1 1 0 0 0,-16 18-1 0 0,13-11-318 0 0,0 2-1 0 0,2-1 1 0 0,0 2-1 0 0,1 0 1 0 0,1 0-1 0 0,1 1 0 0 0,-10 33 1 0 0,17-47-164 0 0,0 1 0 0 0,0-1 1 0 0,1 1-1 0 0,0-1 0 0 0,0 1 1 0 0,0 0-1 0 0,1 0 0 0 0,0 0 1 0 0,1-1-1 0 0,0 1 0 0 0,0 0 1 0 0,1-1-1 0 0,0 1 0 0 0,0-1 1 0 0,3 8-1 0 0,-1-5 1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16.9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55 1536 0 0,'0'0'2210'0'0,"-4"-40"2150"0"0,3 39-4305 0 0,1 0-1 0 0,0 0 1 0 0,-1 0-1 0 0,1 1 1 0 0,-1-1-1 0 0,1 0 1 0 0,-1 0-1 0 0,1 0 1 0 0,-1 1-1 0 0,0-1 1 0 0,1 0-1 0 0,-1 1 1 0 0,0-1-1 0 0,1 1 1 0 0,-1-1-1 0 0,0 1 1 0 0,0-1 0 0 0,0 1-1 0 0,1-1 1 0 0,-1 1-1 0 0,0 0 1 0 0,-1-1-1 0 0,1 1 13 0 0,1 1-1 0 0,-1-1 0 0 0,0 0 1 0 0,1 1-1 0 0,-1-1 0 0 0,0 0 1 0 0,1 1-1 0 0,-1-1 1 0 0,0 1-1 0 0,1-1 0 0 0,-1 0 1 0 0,1 1-1 0 0,-1 0 1 0 0,1-1-1 0 0,-1 1 0 0 0,1-1 1 0 0,0 1-1 0 0,-1 0 0 0 0,1-1 1 0 0,0 1-1 0 0,-1 0 1 0 0,-12 45 1578 0 0,-4 60-473 0 0,-10 78-872 0 0,20-12-556 0 0,6-165-16 0 0,2-1-1 0 0,-1 0 1 0 0,1 1 0 0 0,-1-1-1 0 0,2 0 1 0 0,-1 0 0 0 0,1 0-1 0 0,0 0 1 0 0,0 0 0 0 0,1 0 0 0 0,3 7-1 0 0,5-7-5639 0 0,-5-16 3300 0 0,-3-19 996 0 0,-6 22 1374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17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0 172 2716 0 0,'31'-20'3837'0'0,"-28"16"-3704"0"0,1 1 1 0 0,0 0-1 0 0,0 1 1 0 0,0-1-1 0 0,0 1 1 0 0,1-1 0 0 0,-1 1-1 0 0,7-1 1 0 0,17-2-87 0 0,1 1-1 0 0,0 1 1 0 0,0 2 0 0 0,54 4 0 0 0,-8-1 5 0 0,136 1-73 0 0,181-5-75 0 0,-304-3 78 0 0,0-4 0 0 0,125-29 0 0 0,-166 26 159 0 0,0-2 1 0 0,60-28-1 0 0,-106 42-133 0 0,0 0-55 0 0,1 0 0 0 0,-1 0 1 0 0,0 1-1 0 0,0-1 0 0 0,1 0 0 0 0,-1 1 0 0 0,0-1 0 0 0,0 0 1 0 0,0 1-1 0 0,0-1 0 0 0,0 1 0 0 0,1 0 0 0 0,-1-1 0 0 0,0 1 0 0 0,0 0 1 0 0,-1 0-1 0 0,1 0 0 0 0,0 0 0 0 0,0-1 0 0 0,0 1 0 0 0,0 0 1 0 0,-1 0-1 0 0,1 1 0 0 0,0 0 0 0 0,1 2 41 0 0,0 1 1 0 0,-1-1-1 0 0,1 0 0 0 0,-1 1 1 0 0,0-1-1 0 0,-1 1 0 0 0,1 5 1 0 0,0 9 426 0 0,-2 1 0 0 0,-3 28 0 0 0,-12 67 1420 0 0,-3 20-745 0 0,-2 165 0 0 0,17-176-2963 0 0,4-123 1646 0 0,0 1 0 0 0,0-1 1 0 0,0 1-1 0 0,0-1 0 0 0,-1 1 0 0 0,1-1 0 0 0,0 0 0 0 0,-1 1 1 0 0,1-1-1 0 0,-1 1 0 0 0,1-1 0 0 0,-1 0 0 0 0,0 0 1 0 0,0 1-1 0 0,1-1 0 0 0,-1 0 0 0 0,0 0 0 0 0,0 0 1 0 0,0 0-1 0 0,0 0 0 0 0,0 0 0 0 0,-1 0 0 0 0,1 0 0 0 0,0-1 1 0 0,0 1-1 0 0,0 0 0 0 0,-1-1 0 0 0,1 1 0 0 0,0 0 1 0 0,-2-1-1 0 0,-1 1-77 0 0,0 0-1 0 0,1-1 1 0 0,-1 1 0 0 0,0-1 0 0 0,0 0-1 0 0,1 0 1 0 0,-1-1 0 0 0,0 1 0 0 0,0-1 0 0 0,-6-1-1 0 0,-2-3-50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17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0 253 3272 0 0,'0'0'1403'0'0,"34"-29"2369"0"0,-6 17-3427 0 0,1 1-1 0 0,0 1 1 0 0,53-10-1 0 0,-25 7 120 0 0,468-104 2056 0 0,-258 84-4487 0 0,1 26-4897 0 0,-176 9 3809 0 0,-75-2 2548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18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591 1 2056 0 0,'-3'9'3698'0'0,"-7"15"-2251"0"0,-15 13-1103 0 0,-3 0-1 0 0,-55 56 0 0 0,11-12-175 0 0,15-19-1010 0 0,-92 77 0 0 0,40-40-2321 0 0,105-96 2940 0 0,-30 33-1093 0 0,32-35 1223 0 0,1 1 0 0 0,-1 0 0 0 0,1-1 1 0 0,0 1-1 0 0,-1 0 0 0 0,1 0 0 0 0,0 0 0 0 0,0 0 0 0 0,0 0 0 0 0,0 0 0 0 0,1 0 0 0 0,-1 0 0 0 0,1 0 0 0 0,-1 0 0 0 0,1 0 0 0 0,-1 0 0 0 0,1 3 0 0 0,6 1-199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18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800 6 3236 0 0,'-4'-1'335'0'0,"0"-1"0"0"0,-1 1 1 0 0,1 1-1 0 0,-1-1 0 0 0,1 1 0 0 0,-1-1 0 0 0,1 1 0 0 0,-1 1 0 0 0,1-1 0 0 0,0 1 0 0 0,-1-1 0 0 0,1 1 0 0 0,-1 0 1 0 0,1 1-1 0 0,-6 2 0 0 0,-64 32 2324 0 0,70-33-2482 0 0,-50 30 203 0 0,2 3 0 0 0,1 2 0 0 0,-47 46 0 0 0,-122 148-2455 0 0,192-197 795 0 0,1 0-1 0 0,-24 45 1 0 0,40-61 562 0 0,1 0-1 0 0,1 1 1 0 0,1 0 0 0 0,1 1-1 0 0,0-1 1 0 0,-4 33 0 0 0,10-6-612 0 0,2-30 850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7:32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2501 754 9733,'-1'30'0,"-2"-1"0,-2 1 0,-1-1 0,-3 0 0,-2 0 0,-1 0 0,-2-1 0,-2 0 0,-2 0 0,-2-1 0,-1-1 0,-2 0 0,-2 0 0,-2-1 0,-1-1 0,-1 0 0,-3-1 0,0-1 0,-2-1 0,-2 0 0,0-2 0,-2 0 0,-1-1 0,-2-1 0,0-1 0,-1-1 0,-2-1 0,0-1 0,-1-1 0,-1-2 0,0 0 0,-1-1 0,-1-2 0,0 0 0,0-2 0,-1-1 0,1-1 0,-1-2 0,0 0 0,-1-2 0,1 0 0,1-2 0,-1-1 0,1-1 0,0-2 0,0 0 0,1-2 0,1-1 0,0 0 0,1-2 0,1-1 0,0-1 0,2-1 0,1-1 0,0-1 0,2-1 0,1-1 0,2 0 0,0-2 0,2 0 0,2-1 0,0-1 0,3-1 0,1 0 0,1-1 0,2-1 0,2 0 0,2 0 0,1-1 0,2-1 0,2 0 0,2 0 0,2-1 0,1 0 0,2 0 0,3 0 0,1-1 0,2 1 0,2-1 0,2 0 0,2 1 0,2-1 0,1 1 0,3 0 0,2 0 0,1 0 0,2 1 0,2 0 0,2 0 0,2 1 0,1 1 0,2 0 0,2 0 0,2 1 0,1 1 0,1 0 0,3 1 0,0 1 0,2 1 0,2 0 0,0 2 0,2 0 0,1 1 0,2 1 0,0 1 0,1 1 0,2 1 0,0 1 0,1 1 0,1 2 0,0 0 0,1 1 0,1 2 0,0 0 0,0 2 0,1 1 0,-1 1 0,1 2 0,1 0 0,-1 2 0,0 0 0,-1 2 0,1 1 0,-1 1 0,0 2 0,0 0 0,-1 2 0,-1 1 0,0 0 0,-1 2 0,-1 1 0,0 1 0,-2 1 0,-1 1 0,0 1 0,-2 1 0,-1 1 0,-2 0 0,0 2 0,-2 0 0,-2 1 0,0 1 0,-3 1 0,-1 0 0,-1 1 0,-2 1 0,-2 0 0,-2 0 0,-1 1 0,-2 1 0,-2 0 0,-2 0 0,-2 1 0,-1 0 0,-2 0 0,-3 0 0,-1 1 0,-2-1 0,-2 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38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65 632 0 0,'-9'-2'147'0'0,"-5"1"107"0"0,0-1 0 0 0,0-1-1 0 0,1 0 1 0 0,0-1 0 0 0,-26-10 0 0 0,33 9 234 0 0,1 2-662 0 0,1-1 0 0 0,-1 1 0 0 0,1 0 0 0 0,-1 1 0 0 0,0-1 0 0 0,0 1 0 0 0,0 0 0 0 0,-1 0 0 0 0,1 0 0 0 0,0 1 0 0 0,-1 0-1 0 0,1 0 1 0 0,-11 0 0 0 0,9 1-63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48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218 147 876 0 0,'3'-47'3888'0'0,"-6"35"-2996"0"0,0 1-1 0 0,1-1 0 0 0,0-1 0 0 0,1-20 0 0 0,-1 17-1474 0 0,-4 13 227 0 0,-10 24 145 0 0,-12 41 529 0 0,-81 264 305 0 0,61-154 186 0 0,49-174 436 0 0,4-4-1122 0 0,-1 0-1 0 0,0-1 0 0 0,0 1 0 0 0,0-1 0 0 0,4-12 0 0 0,0-11-360 0 0,1 1-1 0 0,19-42 1 0 0,-7 16-214 0 0,52-142-1003 0 0,-83 217-322 0 0,-65 131-1482 0 0,60-117 1763 0 0,-22 41 1 0 0,24-52 981 0 0,1 1 107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43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70 504 0 0,'-36'-17'1292'0'0,"36"17"-1301"0"0,-1-1 0 0 0,1 1 0 0 0,0-1-1 0 0,0 1 1 0 0,-1-1 0 0 0,1 1 0 0 0,0-1 0 0 0,-1 1-1 0 0,1-1 1 0 0,-1 1 0 0 0,1-1 0 0 0,0 1 0 0 0,-1-1-1 0 0,1 1 1 0 0,-1 0 0 0 0,1-1 0 0 0,-1 1 0 0 0,1 0-1 0 0,-1 0 1 0 0,0-1 0 0 0,1 1 0 0 0,-1 0 0 0 0,1 0-1 0 0,-1 0 1 0 0,1 0 0 0 0,-1 0 0 0 0,0 0 0 0 0,1 0-1 0 0,-1 0 1 0 0,1 0 0 0 0,-1 0 0 0 0,0 0 0 0 0,0 0-1 0 0,-29 3-74 0 0,21-2 799 0 0,8-1-545 0 0,-1 1-423 0 0,-7-3 5165 0 0,4-3 41 0 0,9-2-5133 0 0,2 3 226 0 0,-1 0 0 0 0,1 1 0 0 0,0 0 0 0 0,0 0 0 0 0,0 0-1 0 0,1 0 1 0 0,-1 1 0 0 0,0 0 0 0 0,1 1 0 0 0,0-1-1 0 0,-1 1 1 0 0,10 0 0 0 0,17-1-164 0 0,42 4-1 0 0,-27-1 190 0 0,-16 0-179 0 0,25-1-252 0 0,-22-4-4211 0 0,-34 4 3976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44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 1800 0 0,'4'-33'5365'0'0,"1"32"-5321"0"0,1 0 0 0 0,-1 0 0 0 0,0 0 0 0 0,1 1 0 0 0,-1-1 1 0 0,0 1-1 0 0,1 1 0 0 0,-1-1 0 0 0,1 1 0 0 0,-1 0 0 0 0,0 0 0 0 0,9 3 0 0 0,61 24-65 0 0,-68-24 11 0 0,-1 0 0 0 0,1 0 0 0 0,-1 1 0 0 0,0 0-1 0 0,6 6 1 0 0,-8-8 13 0 0,-3-2 4 0 0,-10 24-64 0 0,2-15-613 0 0,0-1 0 0 0,0-1 0 0 0,-1 1-1 0 0,0-1 1 0 0,-1-1 0 0 0,0 0 0 0 0,0 0 0 0 0,0 0 0 0 0,-15 6 0 0 0,9-4 254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0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57 119 840 0 0,'-8'-87'6469'0'0,"11"63"-4163"0"0,1 16-685 0 0,0 11-1861 0 0,8 21 477 0 0,0-2 0 0 0,2 0 0 0 0,0-1 0 0 0,1 0 0 0 0,2-1 1 0 0,21 21-1 0 0,-38-41-229 0 0,1 0 0 0 0,-1 1 0 0 0,1-1 0 0 0,0 0 0 0 0,-1 1-1 0 0,1-1 1 0 0,-1 0 0 0 0,1 1 0 0 0,-1-1 0 0 0,1 1 0 0 0,-1-1 0 0 0,0 1 0 0 0,1-1 0 0 0,-1 1 0 0 0,0-1 0 0 0,1 1 0 0 0,-1-1 0 0 0,0 1 0 0 0,1 0 0 0 0,-1-1 0 0 0,0 1 0 0 0,0-1 0 0 0,0 1-1 0 0,0 0 1 0 0,0-1 0 0 0,0 1 0 0 0,0 0 0 0 0,0-1 0 0 0,0 1 0 0 0,0 0 0 0 0,0-1 0 0 0,0 1 0 0 0,0-1 0 0 0,0 1 0 0 0,0 0 0 0 0,-1-1 0 0 0,1 1 0 0 0,0-1 0 0 0,-1 1 0 0 0,1 0-1 0 0,0-1 1 0 0,-1 1 0 0 0,1-1 0 0 0,0 1 0 0 0,-2 0 0 0 0,-6 8-45 0 0,0 0 1 0 0,1 0-1 0 0,0 1 0 0 0,-8 13 1 0 0,-9 14 301 0 0,19-29-193 0 0,-4 4 49 0 0,0 1 0 0 0,0-2 0 0 0,-1 1 0 0 0,-1-2 0 0 0,1 1-1 0 0,-15 9 1 0 0,4-2 563 0 0,14-9-1452 0 0,17-4-9886 0 0,20-6 8484 0 0,-22 0 1681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1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1 588 0 0,'-8'4'378'0'0,"8"-4"-388"0"0,0 0 0 0 0,0 0-1 0 0,0 0 1 0 0,0 0 0 0 0,0 0 0 0 0,0 0-1 0 0,0 0 1 0 0,0-1 0 0 0,0 1 0 0 0,0 0-1 0 0,0 0 1 0 0,0 0 0 0 0,0 0 0 0 0,0 0-1 0 0,0 0 1 0 0,0 0 0 0 0,0 0 0 0 0,0 0-1 0 0,0-1 1 0 0,0 1 0 0 0,0 0 0 0 0,-1 0-1 0 0,1 0 1 0 0,0 0 0 0 0,0 0 0 0 0,0 0-1 0 0,0 0 1 0 0,0 0 0 0 0,0 0 0 0 0,0 0-1 0 0,0 0 1 0 0,0 0 0 0 0,-1 0 0 0 0,1 0-1 0 0,0 0 1 0 0,0 0 0 0 0,0 0 0 0 0,0 0-1 0 0,0 0 1 0 0,0 0 0 0 0,0 0 0 0 0,0 0-1 0 0,0 0 1 0 0,-1 0 0 0 0,1 0 0 0 0,0 0-1 0 0,0 0 1 0 0,0 0 0 0 0,0 0 0 0 0,0 0-1 0 0,0 0 1 0 0,0 0 0 0 0,0 0 0 0 0,0 0-1 0 0,-1 0 1 0 0,1 0 0 0 0,0 0 0 0 0,0 1-1 0 0,0-1 1 0 0,0 0 0 0 0,0 0 0 0 0,0-1-217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00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40 123 3872 0 0,'0'1'204'0'0,"0"0"1"0"0,0 0-1 0 0,0-1 0 0 0,1 1 0 0 0,-1 0 0 0 0,0 0 0 0 0,0-1 0 0 0,0 1 1 0 0,0 0-1 0 0,0 0 0 0 0,0-1 0 0 0,0 1 0 0 0,0 0 0 0 0,-1 0 0 0 0,1-1 1 0 0,0 1-1 0 0,0 0 0 0 0,-1-1 0 0 0,1 1 0 0 0,0 0 0 0 0,-1-1 0 0 0,1 1 1 0 0,-1 0-1 0 0,1-1 0 0 0,-1 1 0 0 0,1-1 0 0 0,-1 1 0 0 0,1-1 0 0 0,-1 1 1 0 0,1-1-1 0 0,-2 1 0 0 0,-7-9 2315 0 0,2-5-4954 0 0,-5-30-3628 0 0,10 34 5293 0 0,1-1 1 0 0,1 1 0 0 0,0-1 0 0 0,2-17-1 0 0,-2 12 359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9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0 148 2672 0 0,'5'-1'499'0'0,"0"-1"1"0"0,0 0-1 0 0,-1 0 0 0 0,1 0 0 0 0,-1-1 1 0 0,1 0-1 0 0,-1 0 0 0 0,0 0 0 0 0,7-6 1 0 0,-6 5-180 0 0,1 0 1 0 0,0 0-1 0 0,0 1 0 0 0,0 0 1 0 0,1 1-1 0 0,-1-1 1 0 0,0 1-1 0 0,11-2 1 0 0,64-11 225 0 0,-53 11-443 0 0,537-42 1495 0 0,-387 39-1169 0 0,341 6 149 0 0,21 0-319 0 0,-468-1-8 0 0,-71 2-288 0 0,-42-13-13074 0 0,30 13 12462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00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1964 0 0,'0'0'1947'0'0,"0"-16"1854"0"0,0 30-10629 0 0,0-12 6396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00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4 2256 0 0,'0'0'516'0'0,"-4"-3"-316"0"0,-4 8-444 0 0,8 2-348 0 0,0 3-60 0 0,8 1 84 0 0,-4 1 80 0 0,4 3 112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3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24 176 516 0 0,'0'-19'158'0'0,"1"4"93"0"0,-1 0 1 0 0,-1 1-1 0 0,0-1 1 0 0,-5-19 0 0 0,-10-30 4523 0 0,20 85-3875 0 0,-1 0 0 0 0,2 29-1 0 0,2 27-453 0 0,41 293-576 0 0,-47-311-2394 0 0,-1-57 1815 0 0,-4-5-3553 0 0,2 2 4132 0 0,1 0 1 0 0,0 0-1 0 0,0-1 1 0 0,0 1-1 0 0,0 0 1 0 0,0-1-1 0 0,0 1 1 0 0,0 0-1 0 0,0-1 1 0 0,0 1 0 0 0,1-1-1 0 0,-2-2 1 0 0,-1-3-186 0 0,-5-4 90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3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88 2804 0 0,'3'-7'463'0'0,"0"0"0"0"0,0 0-1 0 0,0 0 1 0 0,-1 0 0 0 0,0 0 0 0 0,-1-1-1 0 0,0 1 1 0 0,0-1 0 0 0,0-8-1 0 0,-1 15-450 0 0,1 1 1 0 0,-1-1-1 0 0,0 1 0 0 0,0 0 0 0 0,1-1 0 0 0,-1 1 0 0 0,1 0 1 0 0,-1-1-1 0 0,0 1 0 0 0,1 0 0 0 0,-1-1 0 0 0,0 1 0 0 0,1 0 0 0 0,-1 0 1 0 0,1 0-1 0 0,-1-1 0 0 0,1 1 0 0 0,-1 0 0 0 0,1 0 0 0 0,-1 0 1 0 0,1 0-1 0 0,-1 0 0 0 0,1 0 0 0 0,-1 0 0 0 0,1 0 0 0 0,-1 0 0 0 0,0 0 1 0 0,1 0-1 0 0,-1 0 0 0 0,1 0 0 0 0,-1 0 0 0 0,1 1 0 0 0,-1-1 1 0 0,1 0-1 0 0,-1 0 0 0 0,1 0 0 0 0,0 1 0 0 0,21 7-143 0 0,-21-8 173 0 0,3 2-27 0 0,0 1 0 0 0,0-1 1 0 0,0 0-1 0 0,0 1 0 0 0,-1 0 0 0 0,0 0 1 0 0,1 0-1 0 0,-1 0 0 0 0,0 0 0 0 0,0 1 0 0 0,-1-1 1 0 0,1 1-1 0 0,-1 0 0 0 0,0 0 0 0 0,0 0 1 0 0,0 0-1 0 0,2 8 0 0 0,-2-9 7 0 0,-1 0 1 0 0,0 0-1 0 0,-1 0 0 0 0,1 0 0 0 0,0 0 1 0 0,-1 0-1 0 0,0 0 0 0 0,0 0 1 0 0,0 0-1 0 0,0 0 0 0 0,0 0 0 0 0,0 0 1 0 0,-1 1-1 0 0,1-1 0 0 0,-1 0 1 0 0,0 0-1 0 0,0-1 0 0 0,0 1 0 0 0,-1 0 1 0 0,1 0-1 0 0,-1 0 0 0 0,1-1 1 0 0,-1 1-1 0 0,0-1 0 0 0,-4 5 0 0 0,-4 1-149 0 0,0-1 0 0 0,-1-1 0 0 0,0 0 0 0 0,0 0 0 0 0,0-1 0 0 0,-16 5 0 0 0,18-7-561 0 0,-1-1 0 0 0,1 0 1 0 0,-1 0-1 0 0,-18 0 0 0 0,27-2 37 0 0,5-4-2827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3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54 204 2108 0 0,'1'0'137'0'0,"0"0"0"0"0,-1 0 0 0 0,1 1 0 0 0,0-1 0 0 0,-1 0 0 0 0,1 1 0 0 0,-1-1 0 0 0,1 0 0 0 0,-1 1 0 0 0,1-1 0 0 0,-1 1 0 0 0,1-1 0 0 0,-1 1 0 0 0,1-1 0 0 0,-1 1 0 0 0,1-1 0 0 0,-1 1 0 0 0,0-1 0 0 0,1 1 0 0 0,-1 0 0 0 0,0-1 0 0 0,0 1 0 0 0,1 0 0 0 0,-1-1 0 0 0,0 1-1 0 0,0 0 1 0 0,0-1 0 0 0,0 1 0 0 0,0 0 0 0 0,0-1 0 0 0,0 1 0 0 0,0 0 0 0 0,0-1 0 0 0,0 1 0 0 0,0 0 0 0 0,0-1 0 0 0,-1 1 0 0 0,1 0 0 0 0,0-1 0 0 0,0 1 0 0 0,-1 0 0 0 0,-12 41-732 0 0,8-29 973 0 0,-15 43 19 0 0,16-48-319 0 0,0 0 1 0 0,0 1 0 0 0,1-1-1 0 0,1 1 1 0 0,-1-1-1 0 0,1 1 1 0 0,1 0 0 0 0,-1 0-1 0 0,2 0 1 0 0,-1 0 0 0 0,1 0-1 0 0,0 0 1 0 0,3 11 0 0 0,-3-19-79 0 0,0 0 1 0 0,1 1 0 0 0,-1-1 0 0 0,1 0-1 0 0,-1 0 1 0 0,1 1 0 0 0,0-1 0 0 0,0 0 0 0 0,-1 0-1 0 0,1 0 1 0 0,0 0 0 0 0,0 0 0 0 0,0 0 0 0 0,0 0-1 0 0,0 0 1 0 0,0 0 0 0 0,0 0 0 0 0,1-1-1 0 0,-1 1 1 0 0,0 0 0 0 0,0-1 0 0 0,0 1 0 0 0,1-1-1 0 0,1 1 1 0 0,0 0-61 0 0,1-1 1 0 0,-1 0-1 0 0,1 0 0 0 0,-1 0 1 0 0,1 0-1 0 0,-1-1 0 0 0,1 1 0 0 0,-1-1 1 0 0,6-1-1 0 0,3-3-288 0 0,0 1 0 0 0,-1-2 0 0 0,1 0 0 0 0,13-9 0 0 0,-6 1 214 0 0,-1 0 0 0 0,-1-1 0 0 0,0-1 1 0 0,-1-1-1 0 0,-1 0 0 0 0,0-1 0 0 0,-2-1 0 0 0,0 0 0 0 0,-1-1 1 0 0,18-39-1 0 0,-25 36 729 0 0,-1 9 76 0 0,-4 14-646 0 0,0 0-1 0 0,0 0 1 0 0,0 0 0 0 0,-1 0-1 0 0,1 0 1 0 0,0 1 0 0 0,0-1-1 0 0,0 0 1 0 0,0 0 0 0 0,0 0-1 0 0,0 0 1 0 0,0 0 0 0 0,0 0-1 0 0,0 1 1 0 0,0-1 0 0 0,0 0-1 0 0,0 0 1 0 0,0 0 0 0 0,0 0-1 0 0,0 0 1 0 0,0 1 0 0 0,0-1 0 0 0,0 0-1 0 0,0 0 1 0 0,1 0 0 0 0,-1 0-1 0 0,0 0 1 0 0,0 0 0 0 0,0 0-1 0 0,0 1 1 0 0,0-1 0 0 0,0 0-1 0 0,0 0 1 0 0,0 0 0 0 0,0 0-1 0 0,1 0 1 0 0,-1 0 0 0 0,0 0-1 0 0,0 0 1 0 0,0 0 0 0 0,0 0-1 0 0,0 1 1 0 0,0-1 0 0 0,0 0-1 0 0,1 0 1 0 0,-1 0 0 0 0,0 0 0 0 0,0 0-1 0 0,0 0 1 0 0,0 0 0 0 0,0 0-1 0 0,1 0 1 0 0,-1 0 0 0 0,0 0-1 0 0,0 0 1 0 0,0 0 0 0 0,0 0-1 0 0,0 0 1 0 0,0-1 0 0 0,1 1-1 0 0,-1 0 1 0 0,0 0 0 0 0,0 0-1 0 0,0 0 1 0 0,0 0 0 0 0,0 0-1 0 0,2 5 59 0 0,-1 0 0 0 0,0 0-1 0 0,1 0 1 0 0,0 0-1 0 0,0-1 1 0 0,1 1 0 0 0,-1-1-1 0 0,1 1 1 0 0,0-1-1 0 0,0 0 1 0 0,0 0 0 0 0,1 0-1 0 0,-1 0 1 0 0,1-1-1 0 0,0 1 1 0 0,0-1 0 0 0,1 0-1 0 0,-1 0 1 0 0,0-1-1 0 0,1 1 1 0 0,0-1-1 0 0,-1 0 1 0 0,1 0 0 0 0,0-1-1 0 0,0 1 1 0 0,0-1-1 0 0,0 0 1 0 0,1-1 0 0 0,-1 1-1 0 0,0-1 1 0 0,0 0-1 0 0,0 0 1 0 0,0-1 0 0 0,1 1-1 0 0,-1-1 1 0 0,0 0-1 0 0,0-1 1 0 0,0 1 0 0 0,0-1-1 0 0,5-2 1 0 0,4-3-329 0 0,0-1 0 0 0,0 0 1 0 0,-1 0-1 0 0,0-1 0 0 0,-1-1 0 0 0,0 0 1 0 0,0-1-1 0 0,-1 0 0 0 0,-1-1 1 0 0,0 0-1 0 0,0-1 0 0 0,-1 0 0 0 0,-1 0 1 0 0,10-22-1 0 0,-14 26-631 0 0,-1-2 0 0 0,0 1 1 0 0,-1 0-1 0 0,0-1 0 0 0,-1 1 0 0 0,1-19 0 0 0,-6 21-566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4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1 331 2556 0 0,'6'-6'506'0'0,"0"-1"0"0"0,-1 1 0 0 0,0-1 0 0 0,0 0 1 0 0,0 0-1 0 0,-1-1 0 0 0,0 1 0 0 0,0-1 0 0 0,-1 0 0 0 0,0 0 0 0 0,0 0 0 0 0,-1-1 0 0 0,2-11 0 0 0,13-32-323 0 0,-4 10 76 0 0,-10 32-344 0 0,0 1-1 0 0,0-1 1 0 0,1 1 0 0 0,0-1 0 0 0,0 1-1 0 0,11-15 1 0 0,-15 24 56 0 0,0 0 0 0 0,1-1 0 0 0,-1 1 0 0 0,0 0 0 0 0,1-1 0 0 0,-1 1 0 0 0,0 0 0 0 0,1 0 0 0 0,-1-1 0 0 0,1 1 0 0 0,-1 0 0 0 0,1 0 0 0 0,-1 0 0 0 0,0 0 1 0 0,1 0-1 0 0,-1-1 0 0 0,1 1 0 0 0,-1 0 0 0 0,1 0 0 0 0,-1 0 0 0 0,1 0 0 0 0,-1 0 0 0 0,1 1 0 0 0,-1-1 0 0 0,1 0 0 0 0,-1 0 0 0 0,0 0 0 0 0,1 0 0 0 0,-1 0 0 0 0,1 1 0 0 0,-1-1 0 0 0,1 0 0 0 0,-1 0 0 0 0,0 1 0 0 0,1-1 0 0 0,-1 0 0 0 0,0 0 0 0 0,1 1 0 0 0,-1-1 0 0 0,18 25 3 0 0,-14-16 165 0 0,1 1 0 0 0,-1 0-1 0 0,4 20 1 0 0,-6-17 27 0 0,11 49-53 0 0,-13-59-31 0 0,1 0 0 0 0,0 0 1 0 0,0 0-1 0 0,1 0 0 0 0,-1 0 0 0 0,1 0 1 0 0,-1 0-1 0 0,1-1 0 0 0,0 1 0 0 0,0-1 1 0 0,0 1-1 0 0,0-1 0 0 0,0 0 0 0 0,0 0 1 0 0,5 4-1 0 0,-5-6-60 0 0,0 1 0 0 0,0-1-1 0 0,-1 0 1 0 0,1 0 0 0 0,0 0 0 0 0,0 0 0 0 0,-1 0 0 0 0,1 0-1 0 0,0 0 1 0 0,-1-1 0 0 0,1 1 0 0 0,0-1 0 0 0,0 1 0 0 0,-1-1 0 0 0,1 0-1 0 0,-1 1 1 0 0,1-1 0 0 0,-1 0 0 0 0,1 0 0 0 0,1-1 0 0 0,31-25 2 0 0,-28 22-28 0 0,16-15-48 0 0,-1-2-1 0 0,19-24 0 0 0,-24 26 405 0 0,1 1 0 0 0,0 1 0 0 0,31-24 0 0 0,-38 35-244 0 0,-10 6-54 0 0,1 0 0 0 0,0 0 0 0 0,0 0 0 0 0,0 0 0 0 0,0 1 0 0 0,0-1-1 0 0,0 0 1 0 0,0 1 0 0 0,0-1 0 0 0,0 1 0 0 0,1-1 0 0 0,-1 1 0 0 0,0 0 0 0 0,0-1 0 0 0,0 1 0 0 0,2 0-1 0 0,-1 1-15 0 0,-1 0-1 0 0,0 0 0 0 0,0 0 0 0 0,1 0 1 0 0,-1 0-1 0 0,0 1 0 0 0,0-1 1 0 0,0 1-1 0 0,-1-1 0 0 0,1 0 0 0 0,0 1 1 0 0,0-1-1 0 0,-1 1 0 0 0,1 0 0 0 0,-1-1 1 0 0,1 3-1 0 0,7 26 347 0 0,0 1 1 0 0,-3 0-1 0 0,4 53 1 0 0,-3-29-207 0 0,-5-41-594 0 0,1 0-1 0 0,0 0 1 0 0,1 0-1 0 0,1 0 1 0 0,0 0 0 0 0,11 23-1 0 0,-15-37 167 0 0,0 1 1 0 0,1-1-1 0 0,-1 0 0 0 0,0 1 1 0 0,0-1-1 0 0,0 0 0 0 0,0 1 0 0 0,1-1 1 0 0,-1 0-1 0 0,0 1 0 0 0,0-1 1 0 0,0 0-1 0 0,1 0 0 0 0,-1 1 1 0 0,0-1-1 0 0,1 0 0 0 0,-1 0 0 0 0,0 0 1 0 0,1 1-1 0 0,-1-1 0 0 0,0 0 1 0 0,1 0-1 0 0,-1 0 0 0 0,0 0 0 0 0,1 0 1 0 0,-1 0-1 0 0,0 0 0 0 0,1 0 1 0 0,-1 0-1 0 0,0 0 0 0 0,1 0 0 0 0,-1 0 1 0 0,0 0-1 0 0,1 0 0 0 0,-1 0 1 0 0,1 0-1 0 0,-1 0 0 0 0,0 0 1 0 0,1 0-1 0 0,-1 0 0 0 0,0-1 0 0 0,1 1 1 0 0,-1 0-1 0 0,0 0 0 0 0,0 0 1 0 0,1-1-1 0 0,0 1 0 0 0,4-8 310 0 0,-3 1-589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7:55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1 304 696 0 0,'0'-1'213'0'0,"0"-1"0"0"0,-1 1 0 0 0,1-1-1 0 0,0 1 1 0 0,0 0 0 0 0,0-1 0 0 0,0 1 0 0 0,1 0-1 0 0,-1-1 1 0 0,0 1 0 0 0,1-1 0 0 0,-1 1 0 0 0,0 0-1 0 0,1 0 1 0 0,0-1 0 0 0,-1 1 0 0 0,1 0 0 0 0,0 0-1 0 0,1-2 1 0 0,16-32 1175 0 0,-16 32-1359 0 0,0 0 0 0 0,0 1-1 0 0,0-1 1 0 0,1 1 0 0 0,-1 0 0 0 0,0-1 0 0 0,1 1-1 0 0,0 0 1 0 0,0 1 0 0 0,-1-1 0 0 0,1 0 0 0 0,0 1-1 0 0,0-1 1 0 0,4 0 0 0 0,-5 2-98 0 0,-2 0-59 0 0,1-1 124 0 0,-1 1 1 0 0,1 0-1 0 0,-1-1 0 0 0,1 1 1 0 0,-1 0-1 0 0,1 0 0 0 0,0 0 1 0 0,-1 0-1 0 0,1 0 0 0 0,-1-1 1 0 0,1 1-1 0 0,0 0 0 0 0,-1 0 1 0 0,1 0-1 0 0,-1 0 0 0 0,1 1 1 0 0,-1-1-1 0 0,1 0 0 0 0,0 0 1 0 0,-1 0-1 0 0,1 0 0 0 0,-1 1 1 0 0,1-1-1 0 0,-1 0 0 0 0,1 0 1 0 0,-1 1-1 0 0,1-1 0 0 0,-1 0 1 0 0,1 1-1 0 0,18 9 115 0 0,-4 3 102 0 0,0 0 0 0 0,-2 1 0 0 0,1 1 1 0 0,-2 0-1 0 0,0 1 0 0 0,16 27 0 0 0,-5-4 105 0 0,7 16 512 0 0,-25-47-641 0 0,0 0 1 0 0,0 0-1 0 0,1 0 1 0 0,9 9 0 0 0,-13-17-25 0 0,0-1 0 0 0,0 0 0 0 0,0 0 0 0 0,0 0 0 0 0,0 0 0 0 0,0-1 0 0 0,0 1 0 0 0,0 0 0 0 0,0-1 0 0 0,0 1 0 0 0,-1-1 0 0 0,1 0 0 0 0,-1 1 0 0 0,1-1 0 0 0,-1 0 0 0 0,0 0 0 0 0,2-3 0 0 0,30-52-30 0 0,-11 18 87 0 0,33-46-402 0 0,-26 38-3127 0 0,2 1 1 0 0,66-73 0 0 0,-27 61 391 0 0,-53 45 2502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09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129 614 2936 0 0,'-10'-10'1769'0'0,"7"7"-1384"0"0,0 0 0 0 0,0 0 0 0 0,-1 0 0 0 0,1 0 0 0 0,-1 1 0 0 0,1 0 0 0 0,-1-1 0 0 0,-8-2 0 0 0,11 5-381 0 0,0 0 1 0 0,-1 0 0 0 0,1 0 0 0 0,-1 0 0 0 0,1 0 0 0 0,-1 1-1 0 0,1-1 1 0 0,0 1 0 0 0,-1-1 0 0 0,1 1 0 0 0,0-1 0 0 0,-1 1-1 0 0,1 0 1 0 0,0 0 0 0 0,0-1 0 0 0,0 1 0 0 0,0 0 0 0 0,-1 0-1 0 0,1 0 1 0 0,0 0 0 0 0,1 0 0 0 0,-1 1 0 0 0,0-1 0 0 0,0 0 0 0 0,0 0-1 0 0,1 1 1 0 0,-1-1 0 0 0,1 0 0 0 0,-1 1 0 0 0,1-1 0 0 0,-1 0-1 0 0,1 1 1 0 0,0 1 0 0 0,-11 29 157 0 0,2 0-1 0 0,1 0 1 0 0,2 1 0 0 0,1 0 0 0 0,2 0-1 0 0,1 0 1 0 0,1 0 0 0 0,2 0-1 0 0,1 1 1 0 0,2-1 0 0 0,1 0-1 0 0,2-1 1 0 0,17 53 0 0 0,-16-66-81 0 0,0-1 1 0 0,0 0-1 0 0,2-1 1 0 0,0 0-1 0 0,1 0 1 0 0,1-1-1 0 0,1 0 1 0 0,18 18-1 0 0,-9-14 89 0 0,1-1 0 0 0,1 0-1 0 0,1-2 1 0 0,51 28 0 0 0,-20-20 144 0 0,0-2 1 0 0,1-3-1 0 0,2-2 1 0 0,110 19-1 0 0,-67-24-152 0 0,1-4-1 0 0,0-6 1 0 0,0-3 0 0 0,0-5-1 0 0,0-5 1 0 0,-1-4-1 0 0,0-4 1 0 0,118-38 0 0 0,-147 33-43 0 0,85-39 0 0 0,-119 43-10 0 0,0-1 0 0 0,-2-2-1 0 0,63-48 1 0 0,-82 56-48 0 0,-1-1 1 0 0,-1-1-1 0 0,-1 0 0 0 0,0-1 0 0 0,-1-1 0 0 0,-1-1 0 0 0,-1 1 0 0 0,16-33 0 0 0,-21 34-13 0 0,0 0 0 0 0,-2 0 1 0 0,0-1-1 0 0,-1 1 0 0 0,-1-1 0 0 0,0-1 1 0 0,-2 1-1 0 0,0 0 0 0 0,-1 0 0 0 0,0 0 1 0 0,-7-34-1 0 0,2 22-33 0 0,-2 1-1 0 0,-1 0 1 0 0,-2 0 0 0 0,-1 0 0 0 0,-1 2 0 0 0,-1-1-1 0 0,-1 2 1 0 0,-28-40 0 0 0,17 34 23 0 0,-2 0 1 0 0,0 2 0 0 0,-2 1-1 0 0,-1 2 1 0 0,-61-43-1 0 0,32 32 2 0 0,-2 3 0 0 0,-2 3-1 0 0,-1 2 1 0 0,-1 3 0 0 0,-1 3 0 0 0,-2 3-1 0 0,-78-14 1 0 0,33 15-80 0 0,-2 4-1 0 0,0 5 1 0 0,0 6-1 0 0,-1 4 1 0 0,1 6 0 0 0,-130 21-1 0 0,213-21-48 0 0,-1 1 1 0 0,2 2-1 0 0,-1 2 0 0 0,1 0 0 0 0,1 2 0 0 0,0 1 1 0 0,1 2-1 0 0,-31 20 0 0 0,50-28-187 0 0,1 0 1 0 0,-1 0-1 0 0,1 1 0 0 0,1 0 0 0 0,0 1 1 0 0,0 0-1 0 0,1 0 0 0 0,0 1 1 0 0,0-1-1 0 0,1 2 0 0 0,0-1 0 0 0,1 1 1 0 0,0 0-1 0 0,1 0 0 0 0,0 0 0 0 0,1 0 1 0 0,0 1-1 0 0,1-1 0 0 0,0 1 1 0 0,1 0-1 0 0,0 0 0 0 0,1 0 0 0 0,0-1 1 0 0,1 1-1 0 0,3 18 0 0 0,4 0-668 0 0,0-1 0 0 0,2 0-1 0 0,1-1 1 0 0,1 0 0 0 0,1-1-1 0 0,2-1 1 0 0,1 0 0 0 0,37 46-1 0 0,-26-38 380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0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104 470 784 0 0,'-8'0'383'0'0,"1"0"0"0"0,0 0-1 0 0,0 1 1 0 0,0 0 0 0 0,1 0-1 0 0,-1 0 1 0 0,0 1 0 0 0,0 0 0 0 0,1 1-1 0 0,-8 3 1 0 0,12-5-279 0 0,1 0 0 0 0,-1 0 0 0 0,1 0 0 0 0,0 1 0 0 0,-1-1 0 0 0,1 0 0 0 0,0 1 0 0 0,0-1 0 0 0,0 1 0 0 0,0-1 0 0 0,0 1 0 0 0,0-1 0 0 0,0 1 0 0 0,0 0 0 0 0,1-1 0 0 0,-1 1 0 0 0,0 2 0 0 0,1-1-56 0 0,0 1 0 0 0,0-1 0 0 0,0 0 0 0 0,0 0 0 0 0,0 1-1 0 0,1-1 1 0 0,0 0 0 0 0,-1 0 0 0 0,1 1 0 0 0,1-1 0 0 0,-1 0 0 0 0,3 5 0 0 0,-2-4 24 0 0,0 0 1 0 0,1-1 0 0 0,-1 1-1 0 0,1 0 1 0 0,0-1 0 0 0,0 1-1 0 0,0-1 1 0 0,1 0 0 0 0,-1 0-1 0 0,1 0 1 0 0,0-1 0 0 0,-1 1-1 0 0,1-1 1 0 0,7 3 0 0 0,-3-2 24 0 0,0 0-1 0 0,1-1 1 0 0,0 0 0 0 0,0 0 0 0 0,-1-1 0 0 0,19 1 0 0 0,-4-3 45 0 0,0-1 0 0 0,0 0 0 0 0,-1-2 1 0 0,45-13-1 0 0,-49 11-79 0 0,1-1 1 0 0,-1 0 0 0 0,-1-1-1 0 0,1-2 1 0 0,-1 1-1 0 0,-1-2 1 0 0,27-22 0 0 0,-34 25-12 0 0,-1 0 0 0 0,0-1 0 0 0,0 0 0 0 0,-1 0 0 0 0,0-1 0 0 0,-1 1 0 0 0,0-2 0 0 0,0 1 0 0 0,-1-1 0 0 0,-1 1 0 0 0,0-2 0 0 0,0 1 0 0 0,-1 0 0 0 0,2-12 0 0 0,-4 7 94 0 0,0 0 0 0 0,0 0 1 0 0,-2 0-1 0 0,0 1 0 0 0,0-1 0 0 0,-2 0 1 0 0,0 1-1 0 0,-1-1 0 0 0,0 1 0 0 0,-1 0 0 0 0,-1 0 1 0 0,-1 1-1 0 0,0-1 0 0 0,-14-20 0 0 0,16 27-94 0 0,0 1 0 0 0,0 0-1 0 0,-1 0 1 0 0,0 1 0 0 0,-1-1-1 0 0,1 1 1 0 0,-1 1 0 0 0,0-1-1 0 0,-1 1 1 0 0,1 0 0 0 0,-1 1-1 0 0,0 0 1 0 0,0 0 0 0 0,0 1-1 0 0,-1 0 1 0 0,1 0-1 0 0,-1 1 1 0 0,0 0 0 0 0,1 1-1 0 0,-1 0 1 0 0,0 0 0 0 0,0 1-1 0 0,0 0 1 0 0,0 0 0 0 0,0 1-1 0 0,0 0 1 0 0,-13 4 0 0 0,16-3-71 0 0,0 0 0 0 0,1 1 0 0 0,-1 0 0 0 0,0 0 0 0 0,1 0 1 0 0,0 1-1 0 0,0-1 0 0 0,0 1 0 0 0,0 1 0 0 0,0-1 0 0 0,1 1 0 0 0,0-1 1 0 0,0 1-1 0 0,0 0 0 0 0,1 1 0 0 0,-1-1 0 0 0,1 1 0 0 0,-3 8 0 0 0,2-5 2 0 0,1-1-1 0 0,0 1 0 0 0,0 0 0 0 0,1 0 1 0 0,0 0-1 0 0,1 0 0 0 0,0 0 0 0 0,0 1 1 0 0,1-1-1 0 0,1 0 0 0 0,2 19 0 0 0,-3-26 35 0 0,1 1-1 0 0,0-1 0 0 0,-1 0 1 0 0,1 1-1 0 0,0-1 1 0 0,1 0-1 0 0,-1 0 0 0 0,0 1 1 0 0,1-1-1 0 0,-1 0 0 0 0,1 0 1 0 0,-1-1-1 0 0,1 1 1 0 0,0 0-1 0 0,0 0 0 0 0,0-1 1 0 0,3 2-1 0 0,-5-2 49 0 0,15 8-10751 0 0,15 9 7308 0 0,-22-16 3005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2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53 116 2392 0 0,'-5'-11'2120'0'0,"-1"0"-1"0"0,0 0 0 0 0,-10-13 1 0 0,13 21-1772 0 0,1-1 1 0 0,0 1-1 0 0,0-1 0 0 0,0 1 1 0 0,0-1-1 0 0,1 0 1 0 0,0 0-1 0 0,0 0 0 0 0,0 0 1 0 0,0 0-1 0 0,0-6 1 0 0,1 10-466 0 0,0 0 1 0 0,0-1 0 0 0,-1 1-1 0 0,1 0 1 0 0,0 0 0 0 0,0 0-1 0 0,0-1 1 0 0,0 1 0 0 0,0 0 0 0 0,0 0-1 0 0,0 0 1 0 0,0-1 0 0 0,0 1-1 0 0,0 0 1 0 0,0 0 0 0 0,0 0-1 0 0,1-1 1 0 0,-1 1 0 0 0,0 0-1 0 0,0 0 1 0 0,0 0 0 0 0,0-1-1 0 0,0 1 1 0 0,0 0 0 0 0,0 0-1 0 0,0 0 1 0 0,1 0 0 0 0,-1-1-1 0 0,0 1 1 0 0,0 0 0 0 0,0 0-1 0 0,0 0 1 0 0,1 0 0 0 0,-1 0-1 0 0,0 0 1 0 0,0-1 0 0 0,0 1 0 0 0,1 0-1 0 0,-1 0 1 0 0,0 0 0 0 0,0 0-1 0 0,0 0 1 0 0,1 0 0 0 0,-1 0-1 0 0,0 0 1 0 0,0 0 0 0 0,0 0-1 0 0,1 0 1 0 0,-1 0 0 0 0,0 0-1 0 0,0 0 1 0 0,0 0 0 0 0,1 0-1 0 0,-1 0 1 0 0,0 0 0 0 0,0 0-1 0 0,0 1 1 0 0,1-1 0 0 0,-1 0-1 0 0,0 0 1 0 0,0 0 0 0 0,14 11-7713 0 0,-8-5 8254 0 0,-5-6-784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2.8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17 128 1940 0 0,'0'0'3795'0'0,"-16"-28"3413"0"0,16 26-7220 0 0,1 1 1 0 0,-1 0-1 0 0,1 0 0 0 0,-1-1 0 0 0,1 1 1 0 0,0 0-1 0 0,0 0 0 0 0,-1-1 1 0 0,1 1-1 0 0,0 0 0 0 0,0 0 0 0 0,0 0 1 0 0,0 0-1 0 0,0 0 0 0 0,0 1 0 0 0,1-1 1 0 0,-1 0-1 0 0,0 0 0 0 0,0 1 0 0 0,1-1 1 0 0,-1 1-1 0 0,0-1 0 0 0,2 0 0 0 0,39-11-378 0 0,-35 10 374 0 0,47-10 117 0 0,1 2-1 0 0,85-3 1 0 0,115 9 830 0 0,-175 5-270 0 0,-64-2-414 0 0,-1-1 1 0 0,0 0 0 0 0,29-9 0 0 0,-14 3 173 0 0,-44 42-14860 0 0,13-33 13861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3.3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38 2496 0 0,'-2'-1'439'0'0,"0"1"0"0"0,0 0 0 0 0,0-1 0 0 0,0 1 0 0 0,0-1 0 0 0,1 0-1 0 0,-1 0 1 0 0,0 1 0 0 0,0-1 0 0 0,1 0 0 0 0,-1 0 0 0 0,-2-3 0 0 0,3 4-340 0 0,1 0 0 0 0,-1-1 0 0 0,1 1 0 0 0,-1-1 0 0 0,1 1 0 0 0,-1-1 0 0 0,1 1 0 0 0,-1-1 0 0 0,1 1-1 0 0,-1-1 1 0 0,1 1 0 0 0,0-1 0 0 0,-1 0 0 0 0,1 1 0 0 0,0-1 0 0 0,-1 0 0 0 0,1 1 0 0 0,0-1 0 0 0,0 0 0 0 0,0 1 0 0 0,0-1 0 0 0,-1 0 0 0 0,1 1 0 0 0,0-1 0 0 0,0 0 0 0 0,1 1 0 0 0,-1-1 0 0 0,0 0 0 0 0,0 0 0 0 0,0 1 0 0 0,0-1 0 0 0,1 0 0 0 0,0 0-165 0 0,-1 0-652 0 0,3-3 997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3.5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170 37 2312 0 0,'0'0'1398'0'0,"-25"-36"6282"0"0,24 36-7571 0 0,-1 0 0 0 0,1-1 0 0 0,-1 2 0 0 0,1-1 0 0 0,-1 0 0 0 0,1 0 0 0 0,-1 0 0 0 0,1 1 0 0 0,-1-1 0 0 0,1 1 0 0 0,-1-1 0 0 0,1 1 0 0 0,-1 0 0 0 0,1-1 0 0 0,0 1 0 0 0,-1 0 0 0 0,1 0 0 0 0,0 0 0 0 0,0 0 0 0 0,0 0 0 0 0,0 0 0 0 0,0 0 0 0 0,0 0 0 0 0,0 1 0 0 0,0-1 0 0 0,-1 2 0 0 0,-25 46 232 0 0,19-33-108 0 0,-2 8-152 0 0,0 0 0 0 0,2 0 0 0 0,0 1 0 0 0,-6 40-1 0 0,4-14-256 0 0,5-28-485 0 0,1 1 0 0 0,1 0 0 0 0,1 36 0 0 0,2-43-788 0 0,1 1 0 0 0,1-1 0 0 0,1 1 0 0 0,0-1 0 0 0,9 25 0 0 0,-12-40 1284 0 0,1 0-1 0 0,-1-1 1 0 0,1 1 0 0 0,0-1 0 0 0,-1 0-1 0 0,1 1 1 0 0,0-1 0 0 0,0 0 0 0 0,0 1-1 0 0,0-1 1 0 0,0 0 0 0 0,0 0 0 0 0,0 0-1 0 0,1 0 1 0 0,0 1 0 0 0,3 2-476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3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3784 0 0,'2'4'528'0'0,"0"0"0"0"0,1 0-1 0 0,-1 0 1 0 0,-1 1 0 0 0,1-1-1 0 0,-1 1 1 0 0,1-1 0 0 0,-1 1-1 0 0,-1-1 1 0 0,1 1 0 0 0,-1-1-1 0 0,1 1 1 0 0,-1 0 0 0 0,-1-1-1 0 0,0 7 1 0 0,1 5-2102 0 0,0-16 768 0 0,8-11-8761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4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11 2804 0 0,'0'0'1695'0'0,"12"17"4372"0"0,-28 89-3502 0 0,15-96-2493 0 0,1 0 0 0 0,1 1 0 0 0,0-1 0 0 0,0 0 0 0 0,1 0 0 0 0,5 16-1 0 0,-6-24-99 0 0,0 1-1 0 0,0-1 0 0 0,1 0 1 0 0,-1 1-1 0 0,1-1 1 0 0,-1 0-1 0 0,1 0 0 0 0,0 0 1 0 0,0 0-1 0 0,0 0 0 0 0,0 0 1 0 0,0 0-1 0 0,0-1 0 0 0,1 1 1 0 0,-1-1-1 0 0,1 0 1 0 0,-1 0-1 0 0,1 1 0 0 0,-1-2 1 0 0,1 1-1 0 0,0 0 0 0 0,-1 0 1 0 0,1-1-1 0 0,0 0 0 0 0,0 1 1 0 0,-1-1-1 0 0,1 0 0 0 0,0 0 1 0 0,4-1-1 0 0,2-1-166 0 0,1 0-1 0 0,-1 0 0 0 0,0-1 1 0 0,0 0-1 0 0,0-1 1 0 0,0 0-1 0 0,-1 0 0 0 0,0-1 1 0 0,0 0-1 0 0,0 0 1 0 0,0-1-1 0 0,-1 0 1 0 0,0-1-1 0 0,0 1 0 0 0,-1-1 1 0 0,1-1-1 0 0,-2 1 1 0 0,1-1-1 0 0,8-17 0 0 0,-12 23 181 0 0,0-1-1 0 0,0 0 0 0 0,-1-1 0 0 0,1 1 0 0 0,-1 0 1 0 0,0 0-1 0 0,0-1 0 0 0,-1 1 0 0 0,1 0 0 0 0,0-1 1 0 0,-1 1-1 0 0,0-1 0 0 0,0 1 0 0 0,0-1 0 0 0,0 1 1 0 0,-1 0-1 0 0,1-1 0 0 0,-1 1 0 0 0,0 0 0 0 0,0-1 1 0 0,0 1-1 0 0,0 0 0 0 0,-1 0 0 0 0,1 0 0 0 0,-1 0 1 0 0,0 0-1 0 0,0 0 0 0 0,0 0 0 0 0,0 0 0 0 0,-4-3 1 0 0,2 2 15 0 0,-1 0 1 0 0,0 1 0 0 0,0-1 0 0 0,0 1 0 0 0,0 0 0 0 0,0 0 0 0 0,-1 0 0 0 0,1 1 0 0 0,-1 0 0 0 0,0 0 0 0 0,0 1 0 0 0,1-1 0 0 0,-1 1 0 0 0,0 0 0 0 0,0 1 0 0 0,-8 0 0 0 0,3 1-136 0 0,1 0 1 0 0,-1 1-1 0 0,1 1 0 0 0,0 0 1 0 0,0 0-1 0 0,0 1 1 0 0,0 0-1 0 0,0 1 0 0 0,1 0 1 0 0,0 0-1 0 0,0 1 0 0 0,0 0 1 0 0,1 1-1 0 0,0 0 0 0 0,0 0 1 0 0,1 1-1 0 0,0 0 0 0 0,0 0 1 0 0,1 1-1 0 0,0 0 0 0 0,0 0 1 0 0,-5 11-1 0 0,11-19 30 0 0,-1 0-1 0 0,1 1 0 0 0,-1-1 1 0 0,1 0-1 0 0,-1 0 0 0 0,1 0 1 0 0,0 0-1 0 0,0 0 1 0 0,0 0-1 0 0,-1 0 0 0 0,1 1 1 0 0,0-1-1 0 0,0 0 0 0 0,1 0 1 0 0,-1 0-1 0 0,0 0 1 0 0,0 0-1 0 0,0 0 0 0 0,1 0 1 0 0,-1 1-1 0 0,1-1 0 0 0,-1 0 1 0 0,1 0-1 0 0,-1 0 1 0 0,1 0-1 0 0,0 0 0 0 0,0 1 1 0 0,1-1-3 0 0,-1 0 0 0 0,1-1 0 0 0,-1 1 0 0 0,1 0 0 0 0,0 0 0 0 0,-1-1 1 0 0,1 1-1 0 0,0-1 0 0 0,0 0 0 0 0,-1 1 0 0 0,1-1 0 0 0,0 0 0 0 0,0 0 1 0 0,0 0-1 0 0,-1 0 0 0 0,1 0 0 0 0,2-1 0 0 0,9-2-230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4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3920 0 0,'2'1'298'0'0,"0"0"-1"0"0,0 0 0 0 0,0 0 0 0 0,-1 0 1 0 0,1 0-1 0 0,0 0 0 0 0,-1 0 1 0 0,1 1-1 0 0,-1-1 0 0 0,0 0 0 0 0,1 1 1 0 0,-1 0-1 0 0,0-1 0 0 0,0 1 0 0 0,0 0 1 0 0,0-1-1 0 0,0 1 0 0 0,0 0 1 0 0,-1 0-1 0 0,1 0 0 0 0,0 0 0 0 0,-1 0 1 0 0,0 0-1 0 0,1 0 0 0 0,-1 3 0 0 0,5 70 850 0 0,-4-43-576 0 0,1 71 236 0 0,-3-57-559 0 0,1-45-262 0 0,20-29-3771 0 0,11-80 1362 0 0,6-18 3452 0 0,-36 125-976 0 0,-1 0-1 0 0,0-1 1 0 0,0 1 0 0 0,1 0 0 0 0,-1-1-1 0 0,1 1 1 0 0,-1 0 0 0 0,1-1-1 0 0,0 1 1 0 0,-1 0 0 0 0,1 0 0 0 0,0 0-1 0 0,0 0 1 0 0,0 0 0 0 0,0 0 0 0 0,0 0-1 0 0,0 0 1 0 0,0 0 0 0 0,0 0 0 0 0,0 0-1 0 0,1 1 1 0 0,-1-1 0 0 0,0 0 0 0 0,0 1-1 0 0,3-1 1 0 0,-3 1 10 0 0,0 1 0 0 0,1-1 0 0 0,-1 1-1 0 0,0 0 1 0 0,0-1 0 0 0,1 1 0 0 0,-1 0 0 0 0,0 0 0 0 0,0 0-1 0 0,0 0 1 0 0,0 0 0 0 0,0 0 0 0 0,0 0 0 0 0,0 0 0 0 0,0 0-1 0 0,0 1 1 0 0,-1-1 0 0 0,1 0 0 0 0,0 2 0 0 0,4 7 139 0 0,-1 0 0 0 0,0 1 0 0 0,0-1 0 0 0,-1 1 1 0 0,2 12-1 0 0,6 144 229 0 0,-11-166-602 0 0,20-21-2365 0 0,36-84 17 0 0,-14 29 2521 0 0,-42 74 32 0 0,1-1 1 0 0,-1 0 0 0 0,1 1 0 0 0,0-1-1 0 0,0 0 1 0 0,0 1 0 0 0,0-1 0 0 0,0 1-1 0 0,0 0 1 0 0,0-1 0 0 0,0 1 0 0 0,0 0-1 0 0,1 0 1 0 0,-1-1 0 0 0,1 1-1 0 0,-1 0 1 0 0,0 0 0 0 0,1 1 0 0 0,0-1-1 0 0,-1 0 1 0 0,3 0 0 0 0,-3 1 8 0 0,0 0 0 0 0,0 1 0 0 0,0-1 1 0 0,1 1-1 0 0,-1 0 0 0 0,0-1 0 0 0,-1 1 0 0 0,1 0 1 0 0,0-1-1 0 0,0 1 0 0 0,0 0 0 0 0,0 0 0 0 0,-1 0 1 0 0,1 0-1 0 0,0 0 0 0 0,-1 0 0 0 0,1 0 0 0 0,0 0 0 0 0,-1 0 1 0 0,0 0-1 0 0,1 0 0 0 0,0 3 0 0 0,2 7 146 0 0,0 1 0 0 0,0 0 1 0 0,-1-1-1 0 0,1 25 0 0 0,-2 10-264 0 0,10 58 1 0 0,-10-101-197 0 0,-1 0 0 0 0,1 0 1 0 0,-1 0-1 0 0,1 0 0 0 0,0 0 0 0 0,0 0 1 0 0,0-1-1 0 0,0 1 0 0 0,1 0 0 0 0,-1 0 1 0 0,3 2-1 0 0,-4-5 140 0 0,0 0 0 0 0,1 1 0 0 0,-1-1 0 0 0,0 0 0 0 0,1 0 1 0 0,-1 1-1 0 0,0-1 0 0 0,1 0 0 0 0,-1 0 0 0 0,1 0 0 0 0,-1 0 0 0 0,0 1 0 0 0,1-1 1 0 0,-1 0-1 0 0,1 0 0 0 0,-1 0 0 0 0,0 0 0 0 0,1 0 0 0 0,-1 0 0 0 0,1 0 0 0 0,-1 0 1 0 0,1 0-1 0 0,-1 0 0 0 0,0-1 0 0 0,1 1 0 0 0,-1 0 0 0 0,1 0 0 0 0,-1 0 0 0 0,16-17-2376 0 0,-10 6 1926 0 0,-5-2 107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5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3792 0 0,'-1'-3'358'0'0,"1"0"0"0"0,0 0-1 0 0,0 1 1 0 0,0-1 0 0 0,1 0 0 0 0,-1 0-1 0 0,1 1 1 0 0,-1-1 0 0 0,1 0-1 0 0,0 1 1 0 0,0-1 0 0 0,0 1 0 0 0,1-1-1 0 0,-1 1 1 0 0,0-1 0 0 0,1 1-1 0 0,0 0 1 0 0,2-4 0 0 0,-1 5-267 0 0,-1 0 1 0 0,0 1-1 0 0,0-1 1 0 0,0 0-1 0 0,0 1 0 0 0,0-1 1 0 0,1 1-1 0 0,-1 0 1 0 0,0-1-1 0 0,0 1 1 0 0,1 0-1 0 0,-1 1 0 0 0,0-1 1 0 0,0 0-1 0 0,1 1 1 0 0,-1-1-1 0 0,0 1 1 0 0,0-1-1 0 0,0 1 0 0 0,0 0 1 0 0,0 0-1 0 0,0 0 1 0 0,0 0-1 0 0,2 2 1 0 0,4 1-179 0 0,-1 0 1 0 0,0 0 0 0 0,-1 0 0 0 0,1 1 0 0 0,-1 0 0 0 0,0 1 0 0 0,0-1 0 0 0,-1 1 0 0 0,0 0 0 0 0,0 0 0 0 0,0 1 0 0 0,0-1 0 0 0,-1 1 0 0 0,0 0 0 0 0,-1 0 0 0 0,0 1 0 0 0,0-1-1 0 0,0 1 1 0 0,-1 0 0 0 0,0-1 0 0 0,-1 1 0 0 0,1 0 0 0 0,-2 0 0 0 0,1 0 0 0 0,-1 0 0 0 0,0 0 0 0 0,-1 0 0 0 0,0 0 0 0 0,0 0 0 0 0,0 0 0 0 0,-1 0 0 0 0,-1-1 0 0 0,1 1 0 0 0,-1-1-1 0 0,0 1 1 0 0,-1-1 0 0 0,0 0 0 0 0,-9 12 0 0 0,-31 62-20 0 0,43-80 196 0 0,4 2-5 0 0,-1 0-1 0 0,1-1 1 0 0,0 1-1 0 0,0-1 1 0 0,0 0-1 0 0,0 1 1 0 0,0-1-1 0 0,1-1 0 0 0,-1 1 1 0 0,1 0-1 0 0,-1-1 1 0 0,1 0-1 0 0,-1 0 1 0 0,1 0-1 0 0,5 1 1 0 0,31 13 367 0 0,-37-13-433 0 0,-1-1 0 0 0,1 1 0 0 0,-1 0 0 0 0,1 0 0 0 0,-1 0 0 0 0,0 0 0 0 0,0 1 0 0 0,0-1 0 0 0,0 1 0 0 0,0-1 0 0 0,-1 1 1 0 0,1 0-1 0 0,-1-1 0 0 0,1 1 0 0 0,-1 0 0 0 0,0 0 0 0 0,0 0 0 0 0,-1 0 0 0 0,1 0 0 0 0,-1 0 0 0 0,1 0 0 0 0,-1 5 0 0 0,-1-2-56 0 0,0 0 0 0 0,0-1 0 0 0,0 1 0 0 0,-1-1 0 0 0,0 1 0 0 0,0-1 0 0 0,-1 0-1 0 0,1 0 1 0 0,-1 0 0 0 0,0 0 0 0 0,-6 7 0 0 0,-1 1-657 0 0,-1-1 1 0 0,-1 0-1 0 0,0-1 0 0 0,0-1 1 0 0,-1 1-1 0 0,-1-2 0 0 0,1 0 0 0 0,-16 7 1 0 0,22-12-33 0 0,-12 5-519 0 0,18-9 1178 0 0,1 0 1 0 0,-1 0 0 0 0,1 0 0 0 0,-1 1 0 0 0,1-1-1 0 0,-1 0 1 0 0,1 0 0 0 0,0 0 0 0 0,-1 0 0 0 0,1 0 0 0 0,-1 0-1 0 0,1 0 1 0 0,-1-1 0 0 0,1 1 0 0 0,-1 0 0 0 0,1 0-1 0 0,0 0 1 0 0,-1 0 0 0 0,1 0 0 0 0,-1-1 0 0 0,1 1-1 0 0,0 0 1 0 0,-1 0 0 0 0,1-1 0 0 0,0 1 0 0 0,-1 0-1 0 0,1-1 1 0 0,0 1 0 0 0,-1 0 0 0 0,1-1 0 0 0,0 1 0 0 0,0-1-1 0 0,-1 1 1 0 0,1 0 0 0 0,0-1 0 0 0,0 1 0 0 0,-1-1-1 0 0,1-6-354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5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855 1 3732 0 0,'1'0'189'0'0,"-1"0"1"0"0,1 0-1 0 0,0 0 0 0 0,0 0 0 0 0,0 0 0 0 0,0 0 0 0 0,0 0 0 0 0,0 0 1 0 0,0 0-1 0 0,0 0 0 0 0,0 1 0 0 0,0-1 0 0 0,-1 0 0 0 0,1 1 0 0 0,0-1 0 0 0,0 1 1 0 0,0-1-1 0 0,0 1 0 0 0,-1-1 0 0 0,1 1 0 0 0,0 0 0 0 0,-1-1 0 0 0,1 1 1 0 0,0 0-1 0 0,-1-1 0 0 0,1 1 0 0 0,0 1 0 0 0,-1-1 24 0 0,0 1 0 0 0,1 0 0 0 0,-1-1 0 0 0,0 1 0 0 0,0 0 0 0 0,0-1 0 0 0,-1 1 0 0 0,1 0 0 0 0,0-1 1 0 0,-1 1-1 0 0,1 0 0 0 0,-1-1 0 0 0,1 1 0 0 0,-2 1 0 0 0,-5 11 556 0 0,0-1 0 0 0,-19 24 0 0 0,16-22-593 0 0,-248 353 985 0 0,126-188-1324 0 0,59-78-182 0 0,-124 184-2936 0 0,167-236 1433 0 0,2 1-1 0 0,2 2 1 0 0,-34 102 0 0 0,55-140 1330 0 0,1-1 0 0 0,1 1 0 0 0,0-1 1 0 0,1 1-1 0 0,0 0 0 0 0,1 22 0 0 0,5-16-75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5.5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629 33 3848 0 0,'2'-1'138'0'0,"-1"1"-1"0"0,0-1 1 0 0,0 1-1 0 0,0-1 1 0 0,0 0-1 0 0,0 1 0 0 0,0-1 1 0 0,0 0-1 0 0,-1 1 1 0 0,1-1-1 0 0,0 0 1 0 0,0 0-1 0 0,-1 0 0 0 0,1 0 1 0 0,0 0-1 0 0,-1 0 1 0 0,1 0-1 0 0,-1 0 1 0 0,1 0-1 0 0,0-2 0 0 0,-1 2 7 0 0,-1 0 1 0 0,1 1-1 0 0,0-1 0 0 0,-1 1 0 0 0,1-1 0 0 0,-1 0 0 0 0,1 1 0 0 0,-1-1 0 0 0,1 1 0 0 0,-1-1 0 0 0,1 1 1 0 0,-1-1-1 0 0,0 1 0 0 0,1 0 0 0 0,-1-1 0 0 0,0 1 0 0 0,1 0 0 0 0,-1-1 0 0 0,0 1 0 0 0,1 0 0 0 0,-1 0 1 0 0,0 0-1 0 0,-1-1 0 0 0,-4 0 391 0 0,-1 0 1 0 0,1 1-1 0 0,-1-1 0 0 0,0 1 1 0 0,1 0-1 0 0,-11 2 1 0 0,-7 5-506 0 0,1 0 0 0 0,-1 2 1 0 0,2 0-1 0 0,-1 2 0 0 0,1 1 1 0 0,1 0-1 0 0,0 2 0 0 0,1 0 1 0 0,0 1-1 0 0,1 1 0 0 0,-27 30 1 0 0,43-43-39 0 0,1 0 0 0 0,-1 0 0 0 0,1 0 0 0 0,-1 0 0 0 0,1 1 0 0 0,0-1 0 0 0,0 1 0 0 0,1-1 0 0 0,-1 1 0 0 0,1 0 0 0 0,-1 0 1 0 0,1 0-1 0 0,1 0 0 0 0,-1 0 0 0 0,0 0 0 0 0,1 0 0 0 0,0 0 0 0 0,0 0 0 0 0,0 0 0 0 0,0 0 0 0 0,1 0 0 0 0,0 0 0 0 0,-1 0 0 0 0,2 0 1 0 0,-1 0-1 0 0,3 5 0 0 0,1 0 10 0 0,1 0 0 0 0,0 0 0 0 0,0-1 1 0 0,1 0-1 0 0,0 0 0 0 0,1-1 1 0 0,0 0-1 0 0,0 0 0 0 0,12 7 0 0 0,-19-13 0 0 0,65 46 150 0 0,70 65 0 0 0,-133-109-106 0 0,1 0-1 0 0,-1 0 1 0 0,0 1 0 0 0,0 0-1 0 0,0-1 1 0 0,0 1-1 0 0,0 0 1 0 0,-1 0-1 0 0,0 0 1 0 0,0 1 0 0 0,0-1-1 0 0,0 0 1 0 0,-1 1-1 0 0,1 0 1 0 0,-1-1-1 0 0,-1 1 1 0 0,1 0 0 0 0,0-1-1 0 0,-1 9 1 0 0,-1-9 8 0 0,0 0 0 0 0,-1 0 1 0 0,1 0-1 0 0,-1 0 1 0 0,0 0-1 0 0,0 0 0 0 0,0-1 1 0 0,-1 1-1 0 0,1-1 0 0 0,-1 1 1 0 0,0-1-1 0 0,0 0 1 0 0,0 0-1 0 0,0 0 0 0 0,0-1 1 0 0,-1 1-1 0 0,1-1 0 0 0,-1 0 1 0 0,0 0-1 0 0,1 0 0 0 0,-7 2 1 0 0,-17 7-444 0 0,-1-1 0 0 0,0-2 0 0 0,0-1 0 0 0,0-1 0 0 0,-1-1 0 0 0,-34 1 0 0 0,3-4-4690 0 0,-117-11 0 0 0,132 1 3058 0 0,25 3 1196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6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146 278 1216 0 0,'-9'2'603'0'0,"1"-1"1"0"0,-1-1-1 0 0,0 1 0 0 0,0-1 0 0 0,1-1 0 0 0,-1 0 1 0 0,-10-2-1 0 0,15 2-288 0 0,-1 0 1 0 0,1-1-1 0 0,0 0 1 0 0,0 0-1 0 0,0 0 1 0 0,0 0-1 0 0,0-1 1 0 0,0 0-1 0 0,0 0 1 0 0,1 0-1 0 0,-1 0 1 0 0,1 0-1 0 0,0 0 1 0 0,-4-6-1 0 0,7 8-282 0 0,-1 0-1 0 0,1 0 0 0 0,-1 0 1 0 0,1 0-1 0 0,-1 0 0 0 0,1 0 1 0 0,0 0-1 0 0,-1 0 0 0 0,1-1 1 0 0,0 1-1 0 0,0 0 0 0 0,0 0 1 0 0,0 0-1 0 0,0 0 0 0 0,0-1 1 0 0,0 1-1 0 0,1 0 0 0 0,-1 0 1 0 0,0 0-1 0 0,0 0 0 0 0,1 0 1 0 0,-1 0-1 0 0,1 0 0 0 0,-1 0 1 0 0,1 0-1 0 0,0 0 0 0 0,-1 0 1 0 0,1 0-1 0 0,0 0 0 0 0,-1 0 1 0 0,1 0-1 0 0,0 0 0 0 0,0 1 1 0 0,0-1-1 0 0,0 0 0 0 0,0 1 1 0 0,0-1-1 0 0,0 1 0 0 0,0-1 1 0 0,0 1-1 0 0,0-1 0 0 0,1 1 1 0 0,6-4 131 0 0,-1 1 0 0 0,1-1 1 0 0,0 2-1 0 0,14-4 1 0 0,59-5 408 0 0,0 4 0 0 0,150 6 0 0 0,-104 3-478 0 0,429 20 274 0 0,0 0 315 0 0,-298-23-446 0 0,682 17 1892 0 0,-645-5-1194 0 0,0-14 0 0 0,314-42-1 0 0,-452 28-863 0 0,185-26-696 0 0,-342 43 484 0 0,1 0 1 0 0,-1 0-1 0 0,0 0 1 0 0,1 0-1 0 0,-1 0 1 0 0,0 0 0 0 0,0 0-1 0 0,1 0 1 0 0,-1 0-1 0 0,0 0 1 0 0,1 0 0 0 0,-1 0-1 0 0,0 0 1 0 0,1 0-1 0 0,-1 0 1 0 0,0-1-1 0 0,0 1 1 0 0,1 0 0 0 0,-1 0-1 0 0,0 0 1 0 0,0 0-1 0 0,1-1 1 0 0,-1 1 0 0 0,0 0-1 0 0,0 0 1 0 0,0 0-1 0 0,1-1 1 0 0,-1 1-1 0 0,0 0 1 0 0,0 0 0 0 0,0-1-1 0 0,0 1 1 0 0,1 0-1 0 0,-1-1 1 0 0,0 1 0 0 0,0 0-1 0 0,0 0 1 0 0,0-1-1 0 0,0 1 1 0 0,0 0-1 0 0,0-1 1 0 0,0 1 0 0 0,0 0-1 0 0,0-1 1 0 0,0 1-1 0 0,0 0 1 0 0,0 0-1 0 0,0-1 1 0 0,0 1 0 0 0,0 0-1 0 0,-1-1 1 0 0,1 1-1 0 0,0 0 1 0 0,0 0 0 0 0,0-1-1 0 0,-1 1 1 0 0,-22-20-4280 0 0,-48-20 454 0 0,61 36 3127 0 0,-46-26-1176 0 0,24 14 1256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8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284 72 3880 0 0,'-5'-4'832'0'0,"0"0"0"0"0,1 0 0 0 0,0-1-1 0 0,0 1 1 0 0,0-1 0 0 0,0 0 0 0 0,1 0 0 0 0,0 0-1 0 0,0-1 1 0 0,0 1 0 0 0,1-1 0 0 0,-3-7-1 0 0,5 12-558 0 0,6 2-230 0 0,0 1 0 0 0,0-1 0 0 0,-1 1-1 0 0,1 0 1 0 0,0 1 0 0 0,-1-1 0 0 0,0 1 0 0 0,0 0 0 0 0,0 0 0 0 0,0 0 0 0 0,0 1-1 0 0,0 0 1 0 0,-1 0 0 0 0,0 0 0 0 0,5 6 0 0 0,12 14 24 0 0,25 37-1 0 0,-25-33-17 0 0,-2 1-1 0 0,-1 1 1 0 0,-2 1-1 0 0,0 0 1 0 0,-2 2-1 0 0,-2-1 1 0 0,-1 1-1 0 0,-1 1 1 0 0,9 67-1 0 0,-18-93-51 0 0,-1 0-1 0 0,0 0 1 0 0,0 0-1 0 0,-1 0 1 0 0,0 0 0 0 0,0 0-1 0 0,-1-1 1 0 0,0 1-1 0 0,0 0 1 0 0,-1-1-1 0 0,0 1 1 0 0,-1-1 0 0 0,1 0-1 0 0,-1 0 1 0 0,-1 0-1 0 0,1-1 1 0 0,-10 10-1 0 0,4-5-53 0 0,-2-1 0 0 0,1-1 0 0 0,-2 0 0 0 0,1-1 0 0 0,-1 0 0 0 0,0-1-1 0 0,-1 0 1 0 0,-20 7 0 0 0,0-2 176 0 0,0-2 0 0 0,0-1-1 0 0,-1-2 1 0 0,0-1 0 0 0,-1-2 0 0 0,1-1-1 0 0,-1-2 1 0 0,-47-4 0 0 0,83 3-92 0 0,0-1-1 0 0,0 1 1 0 0,0 0 0 0 0,0 0 0 0 0,0 0-1 0 0,0 0 1 0 0,0 0 0 0 0,0 0 0 0 0,0 0-1 0 0,0 0 1 0 0,0-1 0 0 0,0 1 0 0 0,0 0-1 0 0,0 0 1 0 0,0 0 0 0 0,0 0 0 0 0,0 0-1 0 0,0 0 1 0 0,0 0 0 0 0,0-1 0 0 0,0 1-1 0 0,0 0 1 0 0,0 0 0 0 0,0 0 0 0 0,0 0-1 0 0,0 0 1 0 0,0 0 0 0 0,0 0-1 0 0,0-1 1 0 0,0 1 0 0 0,0 0 0 0 0,0 0-1 0 0,0 0 1 0 0,0 0 0 0 0,0 0 0 0 0,-1 0-1 0 0,1 0 1 0 0,0 0 0 0 0,0 0 0 0 0,0 0-1 0 0,0-1 1 0 0,0 1 0 0 0,0 0 0 0 0,0 0-1 0 0,0 0 1 0 0,-1 0 0 0 0,1 0 0 0 0,0 0-1 0 0,0 0 1 0 0,21-7 461 0 0,32-5-179 0 0,303-12-1606 0 0,-236 23-2812 0 0,-1 1-3535 0 0,-110 0 7076 0 0,0-1-1 0 0,0 1 1 0 0,0-1-1 0 0,0-1 1 0 0,-1 0-1 0 0,1 0 1 0 0,0 0-1 0 0,9-5 1 0 0,-5-2 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9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11 1396 0 0,'0'0'5165'0'0,"0"-10"1275"0"0,0 64-5929 0 0,1-1-223 0 0,-2-1 0 0 0,-11 76 1 0 0,-24 56-243 0 0,47-241-495 0 0,31-139-300 0 0,-10 108 636 0 0,-29 80 167 0 0,1 0 0 0 0,0 1 1 0 0,1-1-1 0 0,-1 1 0 0 0,2 0 0 0 0,-1 0 0 0 0,1 0 1 0 0,9-8-1 0 0,-13 14-29 0 0,-1 0 0 0 0,0 0 1 0 0,1 1-1 0 0,-1-1 0 0 0,0 1 0 0 0,1 0 1 0 0,-1-1-1 0 0,1 1 0 0 0,-1 0 0 0 0,1 0 1 0 0,-1 0-1 0 0,1 0 0 0 0,-1 0 0 0 0,1 0 1 0 0,-1 0-1 0 0,0 0 0 0 0,1 1 0 0 0,-1-1 0 0 0,1 1 1 0 0,-1-1-1 0 0,0 1 0 0 0,1-1 0 0 0,-1 1 1 0 0,0 0-1 0 0,1-1 0 0 0,-1 1 0 0 0,0 0 1 0 0,0 0-1 0 0,0 0 0 0 0,0 0 0 0 0,0 0 1 0 0,0 0-1 0 0,0 1 0 0 0,0-1 0 0 0,0 0 1 0 0,-1 0-1 0 0,1 1 0 0 0,0 1 0 0 0,27 52 434 0 0,-21-31-380 0 0,-1-1 0 0 0,-1 1 1 0 0,-1 0-1 0 0,-1 0 0 0 0,-1 0 1 0 0,-1 28-1 0 0,-1-32-45 0 0,2-31-313 0 0,4-30-97 0 0,3 2 68 0 0,-6 24 167 0 0,1-1 0 0 0,1 0 1 0 0,0 1-1 0 0,1 0 0 0 0,15-27 1 0 0,-21 40 140 0 0,1 1 1 0 0,-1 0-1 0 0,1 0 1 0 0,0 0-1 0 0,-1 0 1 0 0,1 0-1 0 0,0 0 1 0 0,0 0 0 0 0,0 0-1 0 0,-1 0 1 0 0,1 0-1 0 0,0 0 1 0 0,1 0-1 0 0,-1 1 1 0 0,0-1-1 0 0,0 0 1 0 0,0 1 0 0 0,0-1-1 0 0,0 1 1 0 0,1-1-1 0 0,-1 1 1 0 0,0 0-1 0 0,0-1 1 0 0,1 1-1 0 0,-1 0 1 0 0,0 0 0 0 0,1 0-1 0 0,0 0 1 0 0,0 1 25 0 0,0 0 1 0 0,0 0 0 0 0,0 1-1 0 0,-1-1 1 0 0,1 0 0 0 0,-1 1-1 0 0,1-1 1 0 0,-1 1 0 0 0,1-1-1 0 0,-1 1 1 0 0,0 0 0 0 0,0-1-1 0 0,0 1 1 0 0,0 0 0 0 0,1 3-1 0 0,4 9 200 0 0,-1 1 1 0 0,0 0-1 0 0,3 20 0 0 0,0 20 99 0 0,-2 1 0 0 0,-2 78 0 0 0,0-79-1249 0 0,-4-54 575 0 0,-2-15-10071 0 0,-5-47 7196 0 0,4 44 2632 0 0,3-1 126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0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2520 0 0,'0'0'10901'0'0,"37"0"-9416"0"0,-30 3-1471 0 0,1 1 1 0 0,-1 1-1 0 0,0-1 1 0 0,0 1-1 0 0,-1 0 0 0 0,1 1 1 0 0,-1 0-1 0 0,0 0 0 0 0,-1 0 1 0 0,1 0-1 0 0,-1 1 0 0 0,-1 0 1 0 0,1 0-1 0 0,-1 1 1 0 0,-1-1-1 0 0,1 1 0 0 0,4 14 1 0 0,-8-19-31 0 0,1 1 1 0 0,-1-1-1 0 0,1 0 1 0 0,-1 0 0 0 0,0 1-1 0 0,-1-1 1 0 0,1 0-1 0 0,0 1 1 0 0,-1-1 0 0 0,0 0-1 0 0,0 0 1 0 0,0 1-1 0 0,0-1 1 0 0,0 0-1 0 0,-1 0 1 0 0,1 0 0 0 0,-1-1-1 0 0,0 1 1 0 0,0 0-1 0 0,0 0 1 0 0,0-1-1 0 0,-4 4 1 0 0,-2 1 59 0 0,1-1 0 0 0,-2 0 0 0 0,1 0 0 0 0,-1 0 1 0 0,0-1-1 0 0,-10 4 0 0 0,18-9 718 0 0,42-14-826 0 0,301-65-14668 0 0,-321 73 14063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1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491 263 2152 0 0,'0'-2'300'0'0,"-1"0"0"0"0,1 0-1 0 0,-1 0 1 0 0,0 1 0 0 0,1-1 0 0 0,-1 0 0 0 0,0 0-1 0 0,0 1 1 0 0,0-1 0 0 0,0 1 0 0 0,-1-1-1 0 0,1 1 1 0 0,0-1 0 0 0,-1 1 0 0 0,1 0-1 0 0,0-1 1 0 0,-1 1 0 0 0,0 0 0 0 0,1 0-1 0 0,-1 0 1 0 0,0 0 0 0 0,1 1 0 0 0,-1-1 0 0 0,-4-1-1 0 0,-54-14 2651 0 0,42 12-2666 0 0,4 0-481 0 0,-1 2 1 0 0,1 0-1 0 0,0 1 1 0 0,-1 1-1 0 0,1 0 1 0 0,-1 0-1 0 0,1 2 1 0 0,-1 0-1 0 0,1 0 1 0 0,-26 9-1 0 0,22-5-94 0 0,1 1-1 0 0,-1 0 0 0 0,1 2 0 0 0,0 0 0 0 0,1 1 1 0 0,0 0-1 0 0,-25 22 0 0 0,38-29 297 0 0,0 0 0 0 0,0 0 0 0 0,0 0 0 0 0,0 1 1 0 0,1-1-1 0 0,-1 1 0 0 0,1 0 0 0 0,0 0 0 0 0,0 0 0 0 0,1 0 0 0 0,-1 0 0 0 0,1 0 0 0 0,0 0 0 0 0,0 0 0 0 0,0 1 1 0 0,0-1-1 0 0,1 5 0 0 0,0-2 39 0 0,0 1 0 0 0,1-1 0 0 0,0 1 0 0 0,1-1 0 0 0,0 0 0 0 0,0 1 0 0 0,0-1 0 0 0,1 0 0 0 0,5 8 0 0 0,2 2 134 0 0,0 0-1 0 0,1-1 1 0 0,1 0-1 0 0,1-1 1 0 0,0-1-1 0 0,29 26 1 0 0,-14-20 15 0 0,0-1-1 0 0,2-2 1 0 0,0 0 0 0 0,0-2 0 0 0,2-1 0 0 0,0-2-1 0 0,44 11 1 0 0,18 0 57 0 0,126 12 1 0 0,-130-26-129 0 0,0-4 0 0 0,0-4-1 0 0,1-4 1 0 0,-1-4 0 0 0,96-20 0 0 0,-73 3 86 0 0,-2-5 0 0 0,0-4 0 0 0,162-74 0 0 0,-126 31-20 0 0,-133 68-125 0 0,0-1 1 0 0,-1 0 0 0 0,0-1 0 0 0,-1-1-1 0 0,0 0 1 0 0,-1-1 0 0 0,0 0-1 0 0,10-15 1 0 0,-20 24-65 0 0,1 0-1 0 0,0 0 1 0 0,-1 0 0 0 0,1-1-1 0 0,-1 1 1 0 0,0 0 0 0 0,0-1-1 0 0,0 1 1 0 0,-1-1-1 0 0,1 1 1 0 0,-1-1 0 0 0,0 1-1 0 0,0-1 1 0 0,0 1 0 0 0,0-1-1 0 0,-1 1 1 0 0,1-1 0 0 0,-1 1-1 0 0,0-1 1 0 0,0 1 0 0 0,0-1-1 0 0,-1 1 1 0 0,1 0 0 0 0,-1 0-1 0 0,0 0 1 0 0,1 0 0 0 0,-1 0-1 0 0,-1 0 1 0 0,1 0-1 0 0,0 1 1 0 0,-1-1 0 0 0,1 1-1 0 0,-1 0 1 0 0,0-1 0 0 0,-4-1-1 0 0,-11-9-134 0 0,-1 1 0 0 0,-1 1 0 0 0,1 0 0 0 0,-30-9 0 0 0,39 15 104 0 0,-70-26-255 0 0,-2 4 0 0 0,-109-23 0 0 0,-173-13 316 0 0,109 34 348 0 0,216 28-542 0 0,0 1 0 0 0,0 1 0 0 0,0 3 0 0 0,-58 12 0 0 0,88-15-256 0 0,1 2-1 0 0,0-1 1 0 0,0 1 0 0 0,0 0-1 0 0,0 1 1 0 0,1 0 0 0 0,-1 0-1 0 0,1 1 1 0 0,-13 10 0 0 0,18-13 210 0 0,1 0 0 0 0,-1 0 1 0 0,0 0-1 0 0,0 1 0 0 0,1-1 1 0 0,0 0-1 0 0,-1 1 0 0 0,1-1 0 0 0,0 1 1 0 0,0 0-1 0 0,0-1 0 0 0,1 1 1 0 0,-1 0-1 0 0,0-1 0 0 0,1 1 1 0 0,0 0-1 0 0,0 0 0 0 0,0 0 1 0 0,0-1-1 0 0,0 1 0 0 0,0 0 0 0 0,1 0 1 0 0,0-1-1 0 0,-1 1 0 0 0,1 0 1 0 0,0-1-1 0 0,0 1 0 0 0,0 0 1 0 0,1-1-1 0 0,-1 1 0 0 0,0-1 0 0 0,1 0 1 0 0,2 3-1 0 0,4 8-401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2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47 1800 0 0,'-2'0'460'0'0,"-1"0"-1"0"0,1-1 1 0 0,0 1-1 0 0,-1 0 1 0 0,1-1-1 0 0,0 1 1 0 0,0-1 0 0 0,-1 0-1 0 0,1 0 1 0 0,0 0-1 0 0,0 0 1 0 0,-3-1-1 0 0,5-5 3459 0 0,19 4-3122 0 0,164-2-689 0 0,-64-9-4399 0 0,-110 12 3578 0 0,-3 0 132 0 0,1 1 1 0 0,0 0-1 0 0,-1 0 1 0 0,1 0-1 0 0,0 1 1 0 0,-1 0 0 0 0,1 0-1 0 0,0 0 1 0 0,0 1-1 0 0,-1 0 1 0 0,14 4-1 0 0,-16-1 163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2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90 3164 0 0,'-48'26'6590'0'0,"189"-86"-6047"0"0,-98 45-2322 0 0,1 2 1 0 0,0 3-1 0 0,51-7 1 0 0,-39 16-883 0 0,-48 1 2263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3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108 140 1820 0 0,'-6'2'210'0'0,"0"0"1"0"0,1 0-1 0 0,-1 1 0 0 0,1 0 1 0 0,0 0-1 0 0,0 0 0 0 0,0 0 1 0 0,0 1-1 0 0,0 0 0 0 0,1 0 0 0 0,0 0 1 0 0,0 1-1 0 0,0-1 0 0 0,0 1 1 0 0,1 0-1 0 0,-1 0 0 0 0,1 1 0 0 0,1-1 1 0 0,-1 0-1 0 0,1 1 0 0 0,-4 11 1 0 0,2 0 61 0 0,1 0 1 0 0,1 1 0 0 0,0-1-1 0 0,2 0 1 0 0,0 1 0 0 0,3 25-1 0 0,-2-34-222 0 0,0 0 0 0 0,1 0 0 0 0,0 0-1 0 0,1 0 1 0 0,0 0 0 0 0,1-1-1 0 0,-1 1 1 0 0,2-1 0 0 0,-1 0 0 0 0,1 0-1 0 0,0-1 1 0 0,1 1 0 0 0,-1-1 0 0 0,2 0-1 0 0,-1-1 1 0 0,11 9 0 0 0,-11-10-25 0 0,0-1 1 0 0,0-1 0 0 0,0 1 0 0 0,0-1 0 0 0,0 0-1 0 0,1 0 1 0 0,-1-1 0 0 0,1 0 0 0 0,0 0-1 0 0,0 0 1 0 0,0-1 0 0 0,0 0 0 0 0,0 0 0 0 0,0-1-1 0 0,0 0 1 0 0,0 0 0 0 0,0-1 0 0 0,0 0-1 0 0,0 0 1 0 0,-1-1 0 0 0,1 1 0 0 0,9-5 0 0 0,-10 3 1 0 0,0-1 0 0 0,0 1 0 0 0,0-1 0 0 0,-1-1 0 0 0,1 1 0 0 0,-1-1 0 0 0,0 0 0 0 0,0 0 1 0 0,-1-1-1 0 0,0 1 0 0 0,0-1 0 0 0,0 0 0 0 0,0 0 0 0 0,-1 0 0 0 0,0-1 0 0 0,-1 1 0 0 0,1-1 1 0 0,-1 1-1 0 0,0-1 0 0 0,1-11 0 0 0,-1 5-11 0 0,0-1-1 0 0,0 1 1 0 0,-1-1 0 0 0,-1 0-1 0 0,-1 1 1 0 0,0-1 0 0 0,0 1-1 0 0,-1-1 1 0 0,-7-22 0 0 0,-1 9-96 0 0,-1 0 1 0 0,-2 0-1 0 0,-27-43 1 0 0,31 57-459 0 0,0 1 1 0 0,0 0-1 0 0,-1 1 1 0 0,-1 0-1 0 0,0 0 1 0 0,-1 1-1 0 0,0 1 1 0 0,-26-16-1 0 0,37 24 403 0 0,0 0 0 0 0,0 0 0 0 0,-1 0-1 0 0,1 0 1 0 0,-1 1 0 0 0,1-1 0 0 0,0 0-1 0 0,-1 1 1 0 0,1 0 0 0 0,-1-1 0 0 0,1 1-1 0 0,-1 0 1 0 0,0 0 0 0 0,1 0 0 0 0,-1-1-1 0 0,1 2 1 0 0,-1-1 0 0 0,1 0 0 0 0,-1 0-1 0 0,1 0 1 0 0,-1 1 0 0 0,1-1-1 0 0,-1 1 1 0 0,1-1 0 0 0,-1 1 0 0 0,1 0-1 0 0,-1-1 1 0 0,1 1 0 0 0,0 0 0 0 0,0 0-1 0 0,-2 2 1 0 0,-1 4-353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4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2148 0 0,'12'10'1497'0'0,"-1"1"0"0"0,18 23-1 0 0,0-1-2257 0 0,-1-68-3884 0 0,-23 25 4152 0 0,2 0 70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4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2292 0 0,'0'0'720'0'0,"-8"25"3501"0"0,7 41-2016 0 0,-1-33-1389 0 0,2 1-1 0 0,9 67 1 0 0,-7-89-756 0 0,1-1 1 0 0,0 1-1 0 0,1-1 0 0 0,1 0 0 0 0,-1 0 0 0 0,2 0 1 0 0,-1-1-1 0 0,1 0 0 0 0,1 0 0 0 0,0 0 0 0 0,0-1 1 0 0,14 13-1 0 0,26 19 97 0 0,-22-20-99 0 0,39 42-1 0 0,-59-58-1 0 0,-1 0 0 0 0,1 1 0 0 0,-1-1 0 0 0,-1 1-1 0 0,1 0 1 0 0,-1 0 0 0 0,0 0 0 0 0,0 1 0 0 0,-1-1 0 0 0,0 1 0 0 0,0-1-1 0 0,0 1 1 0 0,-1 0 0 0 0,0 7 0 0 0,-1-9-36 0 0,0 0 1 0 0,-1-1-1 0 0,0 1 0 0 0,0 0 1 0 0,0-1-1 0 0,0 1 1 0 0,-1-1-1 0 0,0 0 0 0 0,0 1 1 0 0,0-1-1 0 0,0 0 0 0 0,-1 0 1 0 0,1 0-1 0 0,-1-1 1 0 0,0 1-1 0 0,-1-1 0 0 0,1 1 1 0 0,0-1-1 0 0,-1 0 0 0 0,0 0 1 0 0,0-1-1 0 0,1 1 1 0 0,-2-1-1 0 0,1 1 0 0 0,0-1 1 0 0,0-1-1 0 0,-1 1 0 0 0,-5 1 1 0 0,2-1-551 0 0,0 0 0 0 0,0 0 0 0 0,0-1 0 0 0,1 0 0 0 0,-1 0 0 0 0,0-1 0 0 0,0 0 0 0 0,0 0 0 0 0,0-1 0 0 0,0 0 0 0 0,0-1 0 0 0,0 1 0 0 0,0-2 0 0 0,1 1 0 0 0,-13-6 0 0 0,8 0-277 0 0,2 1-1 0 0,-1-1 1 0 0,1-1 0 0 0,0 0-1 0 0,-14-17 1 0 0,8 7 186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4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3288 0 0,'6'-2'640'0'0,"-1"-2"0"0"0,0 1 0 0 0,1-1 0 0 0,-1 0 0 0 0,-1 0 0 0 0,1 0-1 0 0,6-8 1 0 0,25-19 2102 0 0,-1 21-3697 0 0,108 7-6131 0 0,-89 4 4970 0 0,-38-1 1648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5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38 2836 0 0,'-4'2'532'0'0,"1"0"-1"0"0,0 0 1 0 0,-1 0 0 0 0,1 0-1 0 0,-1 0 1 0 0,1-1-1 0 0,-1 1 1 0 0,-7 1-1 0 0,8-3-463 0 0,1 0 1 0 0,0 1-1 0 0,-1-1 0 0 0,1 1 0 0 0,0 0 0 0 0,0-1 0 0 0,-1 1 0 0 0,1 0 0 0 0,0 1 0 0 0,0-1 0 0 0,0 0 0 0 0,0 0 0 0 0,1 1 1 0 0,-1-1-1 0 0,0 1 0 0 0,0 0 0 0 0,1-1 0 0 0,-1 1 0 0 0,1 0 0 0 0,0 0 0 0 0,-1 0 0 0 0,1 0 0 0 0,0 0 0 0 0,0 0 1 0 0,0 1-1 0 0,1-1 0 0 0,-1 0 0 0 0,-1 5 0 0 0,1 9 76 0 0,1 1 0 0 0,0 0 1 0 0,1 0-1 0 0,0-1 0 0 0,2 1 1 0 0,0 0-1 0 0,0-1 0 0 0,2 0 1 0 0,10 26-1 0 0,-7-21 13 0 0,-1-1-1 0 0,-2 1 1 0 0,0 0 0 0 0,-1 1 0 0 0,1 29-1 0 0,-21 11 490 0 0,-1-84-1090 0 0,13-8 28 0 0,1-1-1 0 0,1 1 0 0 0,1-1 1 0 0,2 0-1 0 0,6-39 0 0 0,-3 28 184 0 0,-2 24 200 0 0,1 0 0 0 0,1 0 0 0 0,0 0 0 0 0,13-29 0 0 0,-14 38 108 0 0,1 0 0 0 0,0 0 0 0 0,1 1 0 0 0,0 0 0 0 0,0 0 0 0 0,1 0 0 0 0,0 0-1 0 0,0 1 1 0 0,1 0 0 0 0,12-10 0 0 0,-17 16-40 0 0,0 0 0 0 0,0 0 0 0 0,0 0 0 0 0,1 0 0 0 0,-1 1 0 0 0,0-1 0 0 0,0 1 0 0 0,1 0 0 0 0,-1-1 0 0 0,0 1 0 0 0,1 0 0 0 0,-1 0 0 0 0,0 0 0 0 0,1 1 0 0 0,-1-1 0 0 0,0 0 0 0 0,1 1 0 0 0,-1 0 0 0 0,0-1 0 0 0,0 1 0 0 0,0 0 0 0 0,0 0 0 0 0,0 0 0 0 0,0 1 0 0 0,0-1 0 0 0,0 0 0 0 0,0 1 0 0 0,0-1 0 0 0,0 1 0 0 0,-1 0 0 0 0,1 0 0 0 0,1 2 0 0 0,6 6 154 0 0,-1 1 0 0 0,0-1-1 0 0,-1 2 1 0 0,8 13-1 0 0,-5-5 63 0 0,-1 1-1 0 0,-1 0 1 0 0,0 1-1 0 0,-2-1 0 0 0,0 1 1 0 0,-2 1-1 0 0,0-1 0 0 0,-2 0 1 0 0,0 33-1 0 0,-6-27-45 0 0,2-29-343 0 0,0-17-242 0 0,2-2 155 0 0,1 0 0 0 0,0 1 0 0 0,2-1-1 0 0,0 1 1 0 0,1-1 0 0 0,1 1 0 0 0,1 0 0 0 0,0 1 0 0 0,2-1 0 0 0,0 1 0 0 0,1 1 0 0 0,19-28 0 0 0,-27 42 212 0 0,1 0 1 0 0,0 1-1 0 0,0-1 0 0 0,0 1 0 0 0,1 0 1 0 0,-1-1-1 0 0,0 1 0 0 0,1 0 0 0 0,0 0 1 0 0,-1 0-1 0 0,1 1 0 0 0,0-1 0 0 0,0 1 1 0 0,0-1-1 0 0,0 1 0 0 0,0 0 0 0 0,0 0 1 0 0,0 1-1 0 0,0-1 0 0 0,1 0 0 0 0,2 1 1 0 0,-2 0 62 0 0,1 1 1 0 0,-1 0 0 0 0,0 0 0 0 0,0 0 0 0 0,0 1-1 0 0,0-1 1 0 0,0 1 0 0 0,-1 0 0 0 0,1 0 0 0 0,0 1 0 0 0,-1-1-1 0 0,0 0 1 0 0,1 1 0 0 0,2 3 0 0 0,6 7 265 0 0,-1 0 1 0 0,0 0 0 0 0,-1 1-1 0 0,0 1 1 0 0,-1 0 0 0 0,11 24-1 0 0,-11-17-168 0 0,0 0 0 0 0,-2 1 0 0 0,0 0 0 0 0,-2 0 0 0 0,0 0 0 0 0,-2 1 0 0 0,1 30 0 0 0,-3-10-702 0 0,-1 29-2499 0 0,-8-24-2540 0 0,7-47 5180 0 0,1 1-216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10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401 64 1316 0 0,'0'4'10150'0'0,"2"-36"-9516"0"0,-1 10-915 0 0,0 8-1070 0 0,-30 33 403 0 0,15 0 866 0 0,1 1 1 0 0,0 1-1 0 0,2 0 1 0 0,0 0-1 0 0,2 1 1 0 0,-12 39-1 0 0,17-49 70 0 0,-8 25 101 0 0,2 0 1 0 0,2 1-1 0 0,2 0 1 0 0,1 1-1 0 0,0 65 0 0 0,6-44 50 0 0,4 0 0 0 0,23 116 0 0 0,-23-153-91 0 0,1 0 0 0 0,1-1 0 0 0,1 0 0 0 0,1 0 0 0 0,1 0 0 0 0,1-1 0 0 0,0-1 1 0 0,25 32-1 0 0,-28-42-5 0 0,1 0-1 0 0,0-1 1 0 0,0 0 0 0 0,1-1 0 0 0,0 0 0 0 0,1-1-1 0 0,0 0 1 0 0,0 0 0 0 0,0-1 0 0 0,1 0-1 0 0,0-1 1 0 0,0-1 0 0 0,0 0 0 0 0,0 0 0 0 0,1-2-1 0 0,0 1 1 0 0,18 0 0 0 0,-12-2 0 0 0,1-2 0 0 0,-1 0 1 0 0,1-1-1 0 0,-1-1 0 0 0,0-1 0 0 0,0 0 0 0 0,0-2 1 0 0,-1 0-1 0 0,1-1 0 0 0,-1-1 0 0 0,-1-1 0 0 0,0 0 1 0 0,0-1-1 0 0,-1-1 0 0 0,0 0 0 0 0,-1-2 0 0 0,23-23 0 0 0,-25 23-2 0 0,0-2 0 0 0,-1 0-1 0 0,-1 0 1 0 0,0-1 0 0 0,-1 0-1 0 0,-1-1 1 0 0,-1 0 0 0 0,0 0-1 0 0,-1-1 1 0 0,-1 0-1 0 0,-1 0 1 0 0,0-1 0 0 0,-2 0-1 0 0,0 1 1 0 0,-1-1 0 0 0,0 0-1 0 0,-2 0 1 0 0,-2-22-1 0 0,-2 12 39 0 0,-2 0 0 0 0,-1 1 0 0 0,-1 0 0 0 0,-1 0 0 0 0,-2 1 0 0 0,-1 0 0 0 0,-1 1 0 0 0,-1 0 0 0 0,-1 1 0 0 0,-19-24 0 0 0,14 23-70 0 0,-2 0 0 0 0,-1 2 0 0 0,0 0 0 0 0,-2 2 0 0 0,-1 0 0 0 0,-1 2 0 0 0,0 1 1 0 0,-46-24-1 0 0,56 35-90 0 0,0 0-1 0 0,-1 0 1 0 0,-1 2 0 0 0,1 1 0 0 0,-1 0 0 0 0,0 1 0 0 0,0 1 0 0 0,0 0 0 0 0,0 2 0 0 0,-1 0 0 0 0,1 2 0 0 0,0 0 0 0 0,0 1 0 0 0,0 1 0 0 0,0 0 0 0 0,0 2 0 0 0,0 0 0 0 0,1 1 0 0 0,0 1 0 0 0,0 0-1 0 0,1 2 1 0 0,0 0 0 0 0,0 1 0 0 0,1 0 0 0 0,0 2 0 0 0,1 0 0 0 0,0 0 0 0 0,1 2 0 0 0,-21 24 0 0 0,23-22-446 0 0,0 0 0 0 0,1 1-1 0 0,1 0 1 0 0,1 1 0 0 0,0 0 0 0 0,1 0-1 0 0,1 1 1 0 0,1 0 0 0 0,1 0 0 0 0,-4 24-1 0 0,5-15-174 0 0,2 0 0 0 0,1 0 0 0 0,1 0 0 0 0,1 0 0 0 0,2 0 0 0 0,9 47 0 0 0,-3-38 323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12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3 141 1076 0 0,'0'0'3852'0'0,"-3"-35"-923"0"0,6 31-2927 0 0,-3 3-9 0 0,1 0-1 0 0,0 0 0 0 0,-1 0 1 0 0,1 0-1 0 0,0 0 1 0 0,0 0-1 0 0,0 0 0 0 0,0 0 1 0 0,0 1-1 0 0,0-1 0 0 0,0 0 1 0 0,0 1-1 0 0,0-1 1 0 0,0 0-1 0 0,0 1 0 0 0,1 0 1 0 0,-1-1-1 0 0,0 1 1 0 0,0 0-1 0 0,1-1 0 0 0,-1 1 1 0 0,0 0-1 0 0,0 0 0 0 0,1 0 1 0 0,-1 0-1 0 0,0 0 1 0 0,0 0-1 0 0,1 0 0 0 0,0 1 1 0 0,57-2 1530 0 0,88-12 1 0 0,401-42-753 0 0,-81 37 258 0 0,-268 21-550 0 0,-58 3 744 0 0,-152-5-2654 0 0,-1 1 0 0 0,2 0 1 0 0,-1 1-1 0 0,-18 6 0 0 0,1 1-461 0 0,-101 23-2646 0 0,105-29 4126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15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28 186 2164 0 0,'-4'-6'518'0'0,"1"0"0"0"0,0 0 0 0 0,0 0-1 0 0,0 0 1 0 0,0 0 0 0 0,1 0 0 0 0,-2-10 0 0 0,4 13-486 0 0,-1 1 0 0 0,1 0 0 0 0,-1 0 0 0 0,1-1 0 0 0,0 1 0 0 0,0 0 0 0 0,0-1 1 0 0,0 1-1 0 0,0 0 0 0 0,0 0 0 0 0,1-1 0 0 0,-1 1 0 0 0,1 0 0 0 0,0 0 0 0 0,0-1 0 0 0,0 1 0 0 0,0 0 1 0 0,0 0-1 0 0,0 0 0 0 0,0 0 0 0 0,0 0 0 0 0,1 1 0 0 0,-1-1 0 0 0,1 0 0 0 0,2-1 0 0 0,12-7-79 0 0,1 1 0 0 0,1 1-1 0 0,-1 1 1 0 0,1 0 0 0 0,1 1-1 0 0,-1 1 1 0 0,1 1 0 0 0,35-3-1 0 0,164-1 223 0 0,-164 9 58 0 0,-51-1-228 0 0,695 7 288 0 0,-61 2 595 0 0,-370 13 724 0 0,77 2-99 0 0,-249-25-1471 0 0,212 10-432 0 0,-149 14 594 0 0,-79-10 81 0 0,137 5 1 0 0,-213-18-282 0 0,41-1 23 0 0,0 2 0 0 0,0 2-1 0 0,79 16 1 0 0,-107-15 188 0 0,1-1 0 0 0,-1 0 0 0 0,1-1 0 0 0,0-1 0 0 0,-1-1 0 0 0,1 0 0 0 0,0-1-1 0 0,0-1 1 0 0,-1-1 0 0 0,1 0 0 0 0,-1-1 0 0 0,0-1 0 0 0,30-12 0 0 0,-36 10-2 0 0,-10 7-289 0 0,0 0 0 0 0,0 0 1 0 0,1-1-1 0 0,-1 1 0 0 0,0 0 1 0 0,0 0-1 0 0,1 0 0 0 0,-1-1 1 0 0,0 1-1 0 0,1 0 0 0 0,-1 0 0 0 0,0 0 1 0 0,1 0-1 0 0,-1 0 0 0 0,0 0 1 0 0,1-1-1 0 0,-1 1 0 0 0,0 0 1 0 0,1 0-1 0 0,-1 0 0 0 0,0 0 0 0 0,1 0 1 0 0,-1 0-1 0 0,0 0 0 0 0,1 0 1 0 0,-1 1-1 0 0,0-1 0 0 0,1 0 1 0 0,-1 0-1 0 0,0 0 0 0 0,1 0 0 0 0,-1 0 1 0 0,0 1-1 0 0,0-1 0 0 0,1 0 1 0 0,-1 0-1 0 0,0 0 0 0 0,1 1 1 0 0,-1-1-1 0 0,0 0 0 0 0,0 0 0 0 0,0 1 1 0 0,1-1-1 0 0,-1 0 0 0 0,0 1 1 0 0,0-1-1 0 0,0 0 0 0 0,0 0 1 0 0,1 1-1 0 0,-1-1 0 0 0,0 0 0 0 0,0 1 1 0 0,1 0-661 0 0,19 42-7854 0 0,-13-35 7383 0 0,-6-7 762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16.1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45 379 2112 0 0,'-4'-2'384'0'0,"1"-1"0"0"0,-1 0 0 0 0,1 0 0 0 0,0-1 0 0 0,0 1 0 0 0,0-1 0 0 0,0 0 0 0 0,1 1 0 0 0,-1-1-1 0 0,1 0 1 0 0,0 0 0 0 0,0-1 0 0 0,1 1 0 0 0,-1 0 0 0 0,1-1 0 0 0,0 1 0 0 0,0-1 0 0 0,1 1 0 0 0,-1-1 0 0 0,1 1 0 0 0,0-1 0 0 0,0 1 0 0 0,0-1-1 0 0,1 1 1 0 0,-1-1 0 0 0,1 1 0 0 0,0-1 0 0 0,2-4 0 0 0,-1 4-189 0 0,0-1 0 0 0,1 1 0 0 0,-1 0 0 0 0,1 0 0 0 0,0 0-1 0 0,0 0 1 0 0,1 0 0 0 0,4-5 0 0 0,3 2-162 0 0,0 0 0 0 0,0 1 0 0 0,0 1 1 0 0,1-1-1 0 0,0 2 0 0 0,0 0 0 0 0,0 0 0 0 0,1 1 0 0 0,0 1 0 0 0,16-3 1 0 0,33-11-21 0 0,15-6 100 0 0,106-18 0 0 0,-62 16-4 0 0,-54 12-114 0 0,0 3 0 0 0,1 3 1 0 0,0 3-1 0 0,0 3 0 0 0,0 2 1 0 0,1 4-1 0 0,93 19 0 0 0,-67-3 138 0 0,-30-6 52 0 0,80 9-1 0 0,246 34 345 0 0,-311-44-499 0 0,-9-1-11 0 0,130 39 1 0 0,-37 19 135 0 0,-118-46-72 0 0,-37-19-40 0 0,0-1 0 0 0,0 0 1 0 0,1 0-1 0 0,-1-1 0 0 0,1 0 1 0 0,0 0-1 0 0,0-2 1 0 0,1 1-1 0 0,18 2 0 0 0,-29-6-281 0 0,1 1-1 0 0,0 0 1 0 0,-1 0-1 0 0,1 0 1 0 0,0 0 0 0 0,-1 0-1 0 0,1 0 1 0 0,0 0-1 0 0,-1 0 1 0 0,1 0-1 0 0,0 0 1 0 0,-1 0-1 0 0,1 0 1 0 0,0 0-1 0 0,-1 0 1 0 0,1 1 0 0 0,-1-1-1 0 0,1 0 1 0 0,0 1-1 0 0,-1-1 1 0 0,1 0-1 0 0,-1 1 1 0 0,1-1-1 0 0,-1 1 1 0 0,1-1-1 0 0,-1 0 1 0 0,1 1 0 0 0,0 0-1 0 0,-13 12-3388 0 0,-31 9 122 0 0,29-18 2754 0 0,-1 0 0 0 0,1-1 0 0 0,-28 2 0 0 0,15-5 364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18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1048 0 0,'0'0'277'0'0,"37"-16"1908"0"0,-29 7-1542 0 0,-6 6-470 0 0,0 0 1 0 0,0 0 0 0 0,0 0 0 0 0,0 0-1 0 0,1 0 1 0 0,0 1 0 0 0,-1-1 0 0 0,1 1-1 0 0,0 0 1 0 0,0 0 0 0 0,0 0 0 0 0,1 0 0 0 0,-1 0-1 0 0,0 1 1 0 0,1 0 0 0 0,-1-1 0 0 0,1 1-1 0 0,-1 1 1 0 0,1-1 0 0 0,0 0 0 0 0,-1 1 0 0 0,1 0-1 0 0,0 0 1 0 0,-1 0 0 0 0,1 0 0 0 0,0 0-1 0 0,5 2 1 0 0,145 14 1225 0 0,1-7 1 0 0,266-18-1 0 0,-108-5-1528 0 0,-163 10 359 0 0,257-7 921 0 0,-362 10-1093 0 0,0 2 0 0 0,0 1 1 0 0,84 17-1 0 0,91 33 973 0 0,-197-45-1015 0 0,8 3 87 0 0,50 8 0 0 0,-79-18-62 0 0,0 1 1 0 0,0-1-1 0 0,0 0 0 0 0,0 0 0 0 0,1 0 0 0 0,-1 0 1 0 0,0 0-1 0 0,0-1 0 0 0,0 1 0 0 0,0-1 0 0 0,0 1 0 0 0,0-1 1 0 0,0 0-1 0 0,0 0 0 0 0,0 0 0 0 0,0 0 0 0 0,0 0 1 0 0,2-2-1 0 0,14-7 295 0 0,-18 10-326 0 0,33-10-571 0 0,163-5 1459 0 0,-101 5-772 0 0,16 15-14 0 0,-110-5 298 0 0,35 7-15586 0 0,-14 3 12927 0 0,-11-7 1786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9:19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8256,'1750'-18'0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31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24 400 0 0,'4'-7'16'0'0,"0"1"-40"0"0,-4 1-56 0 0,4-1-12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91 4184 0 0,'-5'-74'3931'0'0,"3"58"1939"0"0,26 197-4890 0 0,2 273 0 0 0,-20-278-827 0 0,-7 532 28 0 0,-36-2-254 0 0,10-212-12 0 0,15-294 27 0 0,1-51-13 0 0,15 283 0 0 0,-2-407 58 0 0,2 1 1 0 0,0-1-1 0 0,2 0 0 0 0,16 47 1 0 0,-18-63 37 0 0,0-1 0 0 0,0 0 1 0 0,1 0-1 0 0,0 0 0 0 0,0-1 1 0 0,1 1-1 0 0,0-1 0 0 0,0-1 1 0 0,1 1-1 0 0,0-1 0 0 0,0 0 1 0 0,0-1-1 0 0,1 0 0 0 0,-1 0 1 0 0,1 0-1 0 0,17 6 0 0 0,1-2 96 0 0,-1-2 0 0 0,1-1 0 0 0,1-1 0 0 0,-1-2 0 0 0,1 0 0 0 0,-1-2 0 0 0,30-1 0 0 0,189-28 423 0 0,-195 21-496 0 0,249-44-375 0 0,149-19-512 0 0,-359 62-1208 0 0,0 3 0 0 0,0 4 0 0 0,93 11-1 0 0,-160-6 684 0 0,-18-3 846 0 0,1 0-1 0 0,-1 0 0 0 0,1 0 1 0 0,0-1-1 0 0,-1 1 0 0 0,1-1 1 0 0,-1 0-1 0 0,1-1 0 0 0,0 1 1 0 0,4-2-1 0 0,-9 0-94 0 0,-3-5 110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6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1 492 3936 0 0,'4'-25'931'0'0,"1"1"0"0"0,2-1-1 0 0,0 1 1 0 0,19-39-1 0 0,-21 53-544 0 0,1 0 0 0 0,0 0 0 0 0,1 0 0 0 0,0 1 0 0 0,0 0 0 0 0,1 1 0 0 0,0 0 0 0 0,1 0 0 0 0,0 1 0 0 0,0 0 0 0 0,1 0 0 0 0,15-8 0 0 0,17-5-84 0 0,1 2 0 0 0,0 2 1 0 0,1 2-1 0 0,73-13 0 0 0,189-14-323 0 0,-231 34 105 0 0,754-53-1533 0 0,3 51-3484 0 0,-808 9 4765 0 0,56 1-497 0 0,0 2 1 0 0,95 18 0 0 0,-168-19 625 0 0,1-1 1 0 0,-1 1-1 0 0,1 1 1 0 0,-1-1-1 0 0,0 1 0 0 0,8 4 1 0 0,-14-6 67 0 0,0 0 0 0 0,0 0 0 0 0,1 0 0 0 0,-1 0 0 0 0,0 0-1 0 0,0 0 1 0 0,0 0 0 0 0,0 0 0 0 0,0 0 0 0 0,-1 1 0 0 0,1-1 0 0 0,0 0 0 0 0,0 0 0 0 0,-1 1 0 0 0,1-1 0 0 0,-1 1 0 0 0,1-1 0 0 0,-1 0 0 0 0,0 1 0 0 0,1-1-1 0 0,-1 1 1 0 0,0-1 0 0 0,0 1 0 0 0,0-1 0 0 0,0 1 0 0 0,0-1 0 0 0,-1 1 0 0 0,1-1 0 0 0,0 1 0 0 0,-1-1 0 0 0,1 1 0 0 0,-1-1 0 0 0,1 0 0 0 0,-1 1 0 0 0,0-1-1 0 0,0 0 1 0 0,-1 2 0 0 0,-28 51 974 0 0,2 0-1 0 0,3 2 1 0 0,2 1-1 0 0,3 1 0 0 0,-14 64 1 0 0,9 21 234 0 0,-11 238 1 0 0,31 150-203 0 0,6-333-789 0 0,30 902 43 0 0,-10-554-581 0 0,-21-208-2625 0 0,-3-308 259 0 0,-2-23-133 0 0,-3-19 413 0 0,-10-32-88 0 0,-13-56-1 0 0,24 74 2034 0 0,-9-33-260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6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0 160 2628 0 0,'0'-14'887'0'0,"1"0"0"0"0,0 0-1 0 0,1 0 1 0 0,0 1 0 0 0,1-1 0 0 0,1 1-1 0 0,0-1 1 0 0,8-16 0 0 0,-11 28-813 0 0,0 1 1 0 0,0 0-1 0 0,0-1 0 0 0,0 1 0 0 0,0 0 1 0 0,0 0-1 0 0,0 0 0 0 0,1 0 1 0 0,-1 0-1 0 0,0 0 0 0 0,1 0 0 0 0,-1 0 1 0 0,1 0-1 0 0,-1 1 0 0 0,1-1 1 0 0,-1 0-1 0 0,1 1 0 0 0,-1 0 0 0 0,1-1 1 0 0,0 1-1 0 0,-1 0 0 0 0,1 0 1 0 0,2 0-1 0 0,0 0 15 0 0,-1 1 1 0 0,1 0 0 0 0,-1 0-1 0 0,0 0 1 0 0,1 0-1 0 0,-1 1 1 0 0,0-1 0 0 0,0 1-1 0 0,0 0 1 0 0,5 3 0 0 0,1 3 53 0 0,0 0 0 0 0,0 1 0 0 0,-1 0 1 0 0,0 0-1 0 0,10 16 0 0 0,6 16 44 0 0,-2 1 0 0 0,-2 2-1 0 0,-1 0 1 0 0,23 86 0 0 0,-26-63-150 0 0,-3 1 0 0 0,8 122 0 0 0,-20-166-96 0 0,1 120 230 0 0,-3-131-330 0 0,0 1 0 0 0,-1-1-1 0 0,0 0 1 0 0,-1 0 0 0 0,-1 0 0 0 0,0 0-1 0 0,-1-1 1 0 0,-8 18 0 0 0,11-27-125 0 0,0 0 1 0 0,0 0-1 0 0,0 0 1 0 0,0 0-1 0 0,-1 0 1 0 0,1 0 0 0 0,-1 0-1 0 0,0-1 1 0 0,0 1-1 0 0,0-1 1 0 0,0 0-1 0 0,0 0 1 0 0,0 0 0 0 0,-1 0-1 0 0,1-1 1 0 0,-1 0-1 0 0,1 1 1 0 0,-1-1-1 0 0,1 0 1 0 0,-1 0 0 0 0,0-1-1 0 0,0 1 1 0 0,1-1-1 0 0,-1 0 1 0 0,0 0-1 0 0,-4-1 1 0 0,1 0-130 0 0,0-1 1 0 0,0 1-1 0 0,0-2 1 0 0,0 1-1 0 0,0-1 0 0 0,0 0 1 0 0,1-1-1 0 0,-1 0 1 0 0,1 0-1 0 0,0 0 0 0 0,0 0 1 0 0,-8-9-1 0 0,-6-5-159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6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1 141 3852 0 0,'1'20'2874'0'0,"0"-1"0"0"0,9 39 0 0 0,33 86-85 0 0,-17-68-2467 0 0,-16-45-216 0 0,1 0 0 0 0,2 0-1 0 0,1-1 1 0 0,1-1-1 0 0,2 0 1 0 0,0-1-1 0 0,2-1 1 0 0,2-1-1 0 0,40 42 1 0 0,-57-64-85 0 0,0-1 0 0 0,1 1 1 0 0,-1-1-1 0 0,1 0 0 0 0,0-1 0 0 0,0 1 0 0 0,0-1 1 0 0,0 0-1 0 0,1 0 0 0 0,-1 0 0 0 0,0-1 0 0 0,1 0 1 0 0,-1 0-1 0 0,1 0 0 0 0,-1-1 0 0 0,1 1 1 0 0,0-1-1 0 0,-1-1 0 0 0,1 1 0 0 0,7-3 0 0 0,-2 0-38 0 0,-1 0 0 0 0,0-1 0 0 0,0-1 0 0 0,0 0 0 0 0,-1 0 0 0 0,1-1 0 0 0,-1 0 0 0 0,-1-1 0 0 0,13-11 0 0 0,18-20-830 0 0,-2-1 0 0 0,-2-2 0 0 0,-2-1 1 0 0,31-51-1 0 0,97-195-6664 0 0,-70 118 4013 0 0,-66 124 2713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7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45 264 2564 0 0,'-10'-23'1898'0'0,"4"13"-1056"0"0,1-1 0 0 0,0-1 0 0 0,1 1 0 0 0,0-1 0 0 0,0 0 1 0 0,2 0-1 0 0,-2-13 0 0 0,4 22-805 0 0,1 0-1 0 0,0 1 1 0 0,0-1 0 0 0,1 1-1 0 0,-1-1 1 0 0,0 1 0 0 0,1-1-1 0 0,-1 1 1 0 0,1 0-1 0 0,0-1 1 0 0,0 1 0 0 0,0 0-1 0 0,0 0 1 0 0,0 1 0 0 0,0-1-1 0 0,1 0 1 0 0,-1 1 0 0 0,1-1-1 0 0,-1 1 1 0 0,1 0 0 0 0,-1 0-1 0 0,6-2 1 0 0,62-20 489 0 0,37 4-408 0 0,0 4 0 0 0,175-2 0 0 0,-122 9-1504 0 0,-98 4-453 0 0,-1 2 0 0 0,1 3 1 0 0,-1 3-1 0 0,0 2 0 0 0,68 16 0 0 0,-116-18 1460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7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37 3024 0 0,'2'-2'9211'0'0,"8"-2"-8326"0"0,-2 4-503 0 0,0 1 0 0 0,0 0 1 0 0,0 0-1 0 0,0 1 0 0 0,11 2 3536 0 0,-25-15-3927 0 0,-6-5-251 0 0,-12 4-5324 0 0,-25 12-5801 0 0,21 1 10684 0 0,16-1 99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8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0 249 2848 0 0,'0'-8'741'0'0,"1"0"0"0"0,0 0-1 0 0,0 1 1 0 0,0-1 0 0 0,1 0-1 0 0,0 1 1 0 0,3-8 0 0 0,-4 12-571 0 0,1 0 1 0 0,-1 0-1 0 0,1 0 1 0 0,-1 0-1 0 0,1 1 1 0 0,0-1-1 0 0,0 1 1 0 0,0-1-1 0 0,1 1 1 0 0,-1-1 0 0 0,0 1-1 0 0,1 0 1 0 0,0 0-1 0 0,-1 0 1 0 0,1 1-1 0 0,0-1 1 0 0,0 1-1 0 0,0-1 1 0 0,4 0-1 0 0,29-5 335 0 0,1 2-1 0 0,-1 2 1 0 0,1 1-1 0 0,41 3 0 0 0,-25 0-322 0 0,1056-83-38 0 0,-712 47-1473 0 0,-334 34 468 0 0,0 3 0 0 0,0 3 0 0 0,-1 2 0 0 0,80 20 0 0 0,-138-26 668 0 0,-1 0 0 0 0,1 1 0 0 0,0-1 0 0 0,-1 1-1 0 0,0 0 1 0 0,0 0 0 0 0,1 0 0 0 0,-1 0 0 0 0,3 3 0 0 0,-6-5-297 0 0,-17 28-2847 0 0,11-22 2879 0 0,-1-1 1 0 0,0 0 0 0 0,0 0-1 0 0,-1 0 1 0 0,0-1-1 0 0,-8 4 1 0 0,4-4 123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9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1 373 4676 0 0,'10'-1'8679'0'0,"37"-14"-8703"0"0,64-36-1126 0 0,125-77 0 0 0,50-24-6557 0 0,-278 148 7377 0 0,0 0 1 0 0,1 1-1 0 0,-1-1 1 0 0,1 2-1 0 0,0-1 1 0 0,0 1-1 0 0,0 1 1 0 0,18-1-1 0 0,-15 3 104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19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187 1 1204 0 0,'-156'237'3976'0'0,"151"-228"-3955"0"0,0 0-1 0 0,1 0 1 0 0,0 1-1 0 0,1-1 0 0 0,0 1 1 0 0,-3 12-1 0 0,6-20-81 0 0,0 0 0 0 0,0-1 1 0 0,0 1-1 0 0,0-1 0 0 0,0 1 1 0 0,0 0-1 0 0,0-1 0 0 0,0 1 1 0 0,0 0-1 0 0,1-1 0 0 0,-1 1 0 0 0,1-1 1 0 0,-1 1-1 0 0,1 0 0 0 0,0-1 1 0 0,-1 1-1 0 0,1-1 0 0 0,0 0 0 0 0,0 1 1 0 0,0-1-1 0 0,0 0 0 0 0,0 0 1 0 0,1 1-1 0 0,-1-1 0 0 0,0 0 0 0 0,1 0 1 0 0,-1 0-1 0 0,0 0 0 0 0,1-1 1 0 0,-1 1-1 0 0,1 0 0 0 0,-1-1 0 0 0,1 1 1 0 0,-1-1-1 0 0,1 1 0 0 0,0-1 1 0 0,-1 0-1 0 0,1 1 0 0 0,0-1 1 0 0,-1 0-1 0 0,1 0 0 0 0,0 0 0 0 0,-1-1 1 0 0,1 1-1 0 0,-1 0 0 0 0,4-1 1 0 0,79-10-1664 0 0,-50 5 1613 0 0,50-1 0 0 0,-74 7 453 0 0,0 0 1 0 0,-1 1 0 0 0,1 0-1 0 0,0 1 1 0 0,0 0-1 0 0,-1 0 1 0 0,1 1 0 0 0,-1 0-1 0 0,15 8 1 0 0,-22-10-152 0 0,0 0 0 0 0,0 0 0 0 0,0 0 0 0 0,0 1 0 0 0,0-1 0 0 0,0 1 0 0 0,0 0 0 0 0,-1-1 0 0 0,1 1 0 0 0,-1 0 0 0 0,1 0 1 0 0,-1 0-1 0 0,0 0 0 0 0,0 0 0 0 0,1 0 0 0 0,-2 0 0 0 0,1 1 0 0 0,0-1 0 0 0,0 0 0 0 0,-1 1 0 0 0,1-1 0 0 0,-1 0 0 0 0,0 1 0 0 0,1-1 0 0 0,-1 1 0 0 0,0-1 1 0 0,-1 0-1 0 0,1 1 0 0 0,-1 3 0 0 0,-3 7 301 0 0,0-1-1 0 0,0 0 1 0 0,-1 0 0 0 0,-11 19 0 0 0,-8 21-475 0 0,24-51-96 0 0,0 1-1 0 0,0-1 1 0 0,0 0-1 0 0,0 1 0 0 0,0-1 1 0 0,0 1-1 0 0,1-1 0 0 0,-1 0 1 0 0,0 1-1 0 0,1-1 1 0 0,-1 0-1 0 0,1 1 0 0 0,0-1 1 0 0,-1 0-1 0 0,1 0 0 0 0,0 0 1 0 0,0 0-1 0 0,0 1 1 0 0,-1-1-1 0 0,1 0 0 0 0,0 0 1 0 0,0-1-1 0 0,1 1 0 0 0,-1 0 1 0 0,0 0-1 0 0,0 0 1 0 0,0-1-1 0 0,1 1 0 0 0,-1-1 1 0 0,0 1-1 0 0,0-1 0 0 0,1 1 1 0 0,-1-1-1 0 0,0 0 0 0 0,1 1 1 0 0,-1-1-1 0 0,1 0 1 0 0,1 0-1 0 0,64 4-2797 0 0,-60-4 2501 0 0,51-2-1549 0 0,-37 0 1696 0 0,0 1 1 0 0,0 1-1 0 0,0 1 0 0 0,0 1 0 0 0,-1 0 0 0 0,1 2 1 0 0,36 10-1 0 0,-56-14 327 0 0,0 1 0 0 0,0-1 0 0 0,-1 0 0 0 0,1 1 0 0 0,0-1 1 0 0,0 0-1 0 0,0 1 0 0 0,-1-1 0 0 0,1 1 0 0 0,0 0 0 0 0,-1-1 0 0 0,1 1 0 0 0,-1-1 1 0 0,1 1-1 0 0,0 0 0 0 0,-1-1 0 0 0,0 1 0 0 0,1 0 0 0 0,-1 0 0 0 0,1-1 0 0 0,-1 1 1 0 0,0 0-1 0 0,1 0 0 0 0,-1 0 0 0 0,0 0 0 0 0,0-1 0 0 0,0 1 0 0 0,0 0 0 0 0,0 0 1 0 0,0 0-1 0 0,0 0 0 0 0,0 0 0 0 0,0 0 0 0 0,0-1 0 0 0,0 1 0 0 0,0 0 0 0 0,-1 0 1 0 0,1 0-1 0 0,0-1 0 0 0,-1 1 0 0 0,1 0 0 0 0,-1 0 0 0 0,1 0 0 0 0,-1-1 0 0 0,1 1 1 0 0,-1 0-1 0 0,1-1 0 0 0,-1 1 0 0 0,0 0 0 0 0,-12 6 387 0 0,12-7-651 0 0,1-1-1 0 0,0 1 1 0 0,0 0 0 0 0,-1-1-1 0 0,1 1 1 0 0,0 0-1 0 0,0-1 1 0 0,0 1 0 0 0,-1 0-1 0 0,1-1 1 0 0,0 1 0 0 0,0-1-1 0 0,0 1 1 0 0,0 0-1 0 0,0-1 1 0 0,0 1 0 0 0,0-1-1 0 0,0 1 1 0 0,0 0-1 0 0,0-1 1 0 0,0 1 0 0 0,0-1-1 0 0,0 1 1 0 0,0 0-1 0 0,0-1 1 0 0,0 1 0 0 0,0-1-1 0 0,0 1 1 0 0,0 0 0 0 0,1-1-1 0 0,-1 1 1 0 0,0 0-1 0 0,0-1 1 0 0,1 1 0 0 0,-1 0-1 0 0,0-1 1 0 0,1 1-1 0 0,6-10-374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2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19 128 0 0,'0'0'4'0'0,"-4"-2"-4"0"0,-8-3 0 0 0,4-1 0 0 0,0 1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2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1 209 3196 0 0,'29'-38'3394'0'0,"43"-73"0"0"0,-53 79-1765 0 0,-17 30-1539 0 0,-1-1-1 0 0,1 1 1 0 0,0-1 0 0 0,-1 1 0 0 0,1 0-1 0 0,0 0 1 0 0,1 0 0 0 0,-1 0-1 0 0,3-2 1 0 0,-4 3-79 0 0,0 1-1 0 0,0 0 1 0 0,-1-1-1 0 0,1 1 1 0 0,0 0-1 0 0,0 0 1 0 0,-1-1-1 0 0,1 1 1 0 0,0 0-1 0 0,0 0 1 0 0,0 0-1 0 0,0 0 1 0 0,-1 0-1 0 0,1 0 1 0 0,0 0 0 0 0,0 0-1 0 0,0 0 1 0 0,-1 1-1 0 0,1-1 1 0 0,0 0-1 0 0,0 0 1 0 0,1 1-1 0 0,0 1-10 0 0,1 1 0 0 0,-1-1-1 0 0,0 1 1 0 0,0-1 0 0 0,0 1-1 0 0,0 0 1 0 0,0 0 0 0 0,0-1-1 0 0,-1 1 1 0 0,1 1 0 0 0,-1-1-1 0 0,0 0 1 0 0,0 0 0 0 0,1 5-1 0 0,6 27 112 0 0,-2-1 0 0 0,-1 1 0 0 0,-2 1 0 0 0,-1 40 0 0 0,-15 143 472 0 0,13-217-579 0 0,-16 164 100 0 0,-5 65-1026 0 0,15-75-3578 0 0,6-156 4379 0 0,0 1-1 0 0,0-1 0 0 0,-1 0 1 0 0,1 1-1 0 0,0-1 0 0 0,0 0 0 0 0,0 1 1 0 0,0-1-1 0 0,0 0 0 0 0,0 1 1 0 0,0-1-1 0 0,0 0 0 0 0,0 1 0 0 0,0-1 1 0 0,0 0-1 0 0,0 1 0 0 0,0-1 0 0 0,0 0 1 0 0,0 1-1 0 0,0-1 0 0 0,1 0 1 0 0,-1 1-1 0 0,0-1 0 0 0,0 0 0 0 0,0 1 1 0 0,0-1-1 0 0,1 0 0 0 0,-1 0 1 0 0,0 1-1 0 0,0-1 0 0 0,1 0 0 0 0,-1 0 1 0 0,0 1-1 0 0,0-1 0 0 0,1 0 1 0 0,-1 0-1 0 0,0 0 0 0 0,1 1 0 0 0,8-14-1717 0 0,6-24 681 0 0,-2-13 1086 0 0,32-81 1 0 0,-31 99 1853 0 0,1 1 1 0 0,1 0-1 0 0,30-41 0 0 0,-39 63-1357 0 0,1 0 0 0 0,0 1 0 0 0,0 0 0 0 0,1 0 0 0 0,0 1 0 0 0,1 0 0 0 0,17-10 0 0 0,78-31-992 0 0,-22 12-2542 0 0,-56 18 853 0 0,-26 18 2154 0 0,-1-1-1 0 0,1 1 1 0 0,-1 0-1 0 0,1 0 1 0 0,-1-1-1 0 0,1 1 0 0 0,-1 0 1 0 0,1-1-1 0 0,-1 1 1 0 0,0 0-1 0 0,1-1 1 0 0,-1 1-1 0 0,1-1 0 0 0,-1 1 1 0 0,0-1-1 0 0,1 1 1 0 0,-1 0-1 0 0,0-1 1 0 0,0 0-1 0 0,1 1 1 0 0,-1-1-1 0 0,0 1 0 0 0,0-1 1 0 0,0 1-1 0 0,0-1 1 0 0,1 1-1 0 0,-1-1 1 0 0,0 0-1 0 0,0 1 0 0 0,0-1 1 0 0,0 1-1 0 0,0-1 1 0 0,-1 1-1 0 0,1-1 1 0 0,0 0-1 0 0,0 1 0 0 0,0-1 1 0 0,0 1-1 0 0,-1-1 1 0 0,1 1-1 0 0,0-1 1 0 0,-1 1-1 0 0,1-1 0 0 0,0 1 1 0 0,-1-1-1 0 0,0 0 1 0 0,-6-2-263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3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1 4372 0 0,'-20'26'1355'0'0,"1"1"-1"0"0,1 2 1 0 0,1-1-1 0 0,1 2 1 0 0,2 0-1 0 0,-13 40 1 0 0,19-44-885 0 0,2 1 0 0 0,-5 37-1 0 0,1 20-332 0 0,4 0 0 0 0,4 0-1 0 0,15 155 1 0 0,2-170-72 0 0,-15-66-69 0 0,1 0 0 0 0,0 1-1 0 0,0-1 1 0 0,0 0-1 0 0,1 0 1 0 0,-1 0-1 0 0,1 0 1 0 0,-1 0 0 0 0,1-1-1 0 0,0 1 1 0 0,0 0-1 0 0,0-1 1 0 0,1 0 0 0 0,-1 1-1 0 0,0-1 1 0 0,1 0-1 0 0,0 0 1 0 0,3 2-1 0 0,-4-4-13 0 0,0 1 0 0 0,0-1 0 0 0,1 0 0 0 0,-1 0-1 0 0,0 0 1 0 0,0-1 0 0 0,0 1 0 0 0,0 0-1 0 0,0-1 1 0 0,0 1 0 0 0,1-1 0 0 0,-1 0-1 0 0,0 0 1 0 0,0 0 0 0 0,-1 0 0 0 0,1 0-1 0 0,0 0 1 0 0,0 0 0 0 0,0 0 0 0 0,-1-1-1 0 0,1 1 1 0 0,1-3 0 0 0,36-42-245 0 0,-24 25 175 0 0,29-30 5 0 0,-16 17 139 0 0,35-32-1 0 0,-52 55-27 0 0,1 2 1 0 0,0 0-1 0 0,0 0 1 0 0,1 1-1 0 0,0 0 0 0 0,0 1 1 0 0,16-5-1 0 0,-16 7-26 0 0,1 0 0 0 0,-1 2 1 0 0,1-1-1 0 0,0 2 0 0 0,0 0 0 0 0,25-1 0 0 0,-36 3 0 0 0,0 0 0 0 0,0 0-1 0 0,0 1 1 0 0,0-1 0 0 0,0 1-1 0 0,0-1 1 0 0,0 1 0 0 0,0 0 0 0 0,-1 0-1 0 0,1 0 1 0 0,0 0 0 0 0,0 1-1 0 0,-1-1 1 0 0,1 1 0 0 0,-1 0-1 0 0,1 0 1 0 0,-1-1 0 0 0,0 1-1 0 0,0 1 1 0 0,0-1 0 0 0,0 0-1 0 0,0 1 1 0 0,0-1 0 0 0,-1 1-1 0 0,1-1 1 0 0,-1 1 0 0 0,1 0 0 0 0,-1-1-1 0 0,0 1 1 0 0,0 0 0 0 0,-1 0-1 0 0,1 0 1 0 0,0 0 0 0 0,-1 0-1 0 0,0 0 1 0 0,0 0 0 0 0,0 6-1 0 0,-1 4 87 0 0,0 0-1 0 0,-1 0 1 0 0,0 0 0 0 0,-1 0-1 0 0,0 0 1 0 0,-2-1-1 0 0,1 1 1 0 0,-1-1-1 0 0,-1 0 1 0 0,0-1-1 0 0,-1 1 1 0 0,-12 15 0 0 0,11-15 57 0 0,0 0 240 0 0,24-18-441 0 0,7-10-1105 0 0,0-1-1 0 0,-2-1 1 0 0,0-1-1 0 0,-1-1 1 0 0,-1 0 0 0 0,31-44-1 0 0,-10 9-1636 0 0,-2-2 1 0 0,42-85-1 0 0,-61 104 2361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3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1 383 3992 0 0,'14'-8'2606'0'0,"1"-1"-1"0"0,-1 0 0 0 0,15-14 0 0 0,28-18-1243 0 0,10 5-2410 0 0,134-48 0 0 0,-38 18-5400 0 0,-155 63 6017 0 0,-1-1-1 0 0,1 1 0 0 0,-1-2 1 0 0,0 1-1 0 0,0-1 1 0 0,0 0-1 0 0,-1 0 0 0 0,0-1 1 0 0,0 0-1 0 0,0 0 0 0 0,0 0 1 0 0,-1-1-1 0 0,0 1 1 0 0,-1-1-1 0 0,5-9 0 0 0,-8 4 111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3.8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535 2 2636 0 0,'-33'-1'1492'0'0,"16"0"-365"0"0,0 1 0 0 0,0 1 1 0 0,1 0-1 0 0,-24 5 0 0 0,35-4-906 0 0,0-1 0 0 0,0 1 0 0 0,0 0 0 0 0,0 0 0 0 0,1 0 0 0 0,-1 1 0 0 0,1 0 0 0 0,-1 0 0 0 0,1 0 0 0 0,0 0 0 0 0,0 1 0 0 0,1-1 0 0 0,-1 1 0 0 0,1 0 0 0 0,-1 0 0 0 0,1 1 0 0 0,0-1 0 0 0,-3 8 0 0 0,-4 11 36 0 0,0 1 1 0 0,2 1-1 0 0,1 0 1 0 0,0 0 0 0 0,2 0-1 0 0,-2 27 1 0 0,-2 161 126 0 0,8-116-202 0 0,-2 200-13 0 0,-2 69-339 0 0,4-356 145 0 0,0 18-103 0 0,-9 47 1 0 0,9-69 95 0 0,-1 0 0 0 0,1 0-1 0 0,-1-1 1 0 0,0 1 0 0 0,0 0 0 0 0,-1-1 0 0 0,1 1 0 0 0,-1-1 0 0 0,0 0-1 0 0,-1 0 1 0 0,0 0 0 0 0,1 0 0 0 0,-1-1 0 0 0,-6 6 0 0 0,6-8 11 0 0,1-1 0 0 0,-1 1 0 0 0,1-1 0 0 0,-1 0 0 0 0,1 1 0 0 0,-1-2 0 0 0,0 1 0 0 0,0 0 0 0 0,1-1 0 0 0,-1 0 0 0 0,0 0 1 0 0,0 0-1 0 0,0 0 0 0 0,0-1 0 0 0,1 1 0 0 0,-1-1 0 0 0,0 0 0 0 0,1 0 0 0 0,-1 0 0 0 0,0-1 0 0 0,1 1 0 0 0,0-1 0 0 0,-1 0 0 0 0,1 0 0 0 0,0 0 0 0 0,0 0 0 0 0,-4-4 1 0 0,-1 0-57 0 0,1 0 0 0 0,0 0 0 0 0,0-1 1 0 0,1 0-1 0 0,-1 0 0 0 0,1 0 0 0 0,1-1 1 0 0,0 0-1 0 0,0 0 0 0 0,-4-11 1 0 0,7 12-332 0 0,0-1 0 0 0,1 1 0 0 0,-1 0 1 0 0,2-1-1 0 0,-1 0 0 0 0,1 1 0 0 0,1-1 0 0 0,-1 1 1 0 0,1-1-1 0 0,0 1 0 0 0,1-1 0 0 0,0 1 0 0 0,0 0 1 0 0,1 0-1 0 0,-1-1 0 0 0,1 2 0 0 0,1-1 1 0 0,0 0-1 0 0,6-9 0 0 0,9-10-967 0 0,1 1 0 0 0,1 1-1 0 0,28-26 1 0 0,-25 25 929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4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1 2648 0 0,'-2'33'2100'0'0,"1"-23"-1142"0"0,0-1 0 0 0,1 1 0 0 0,0 0 0 0 0,3 13 0 0 0,-3-20-948 0 0,1 0 1 0 0,0 1 0 0 0,0-1-1 0 0,0 0 1 0 0,1 0 0 0 0,-1 0-1 0 0,1 0 1 0 0,0-1 0 0 0,0 1-1 0 0,2 3 1 0 0,24 17-9093 0 0,-28-22 8673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4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85 293 2728 0 0,'-2'2'384'0'0,"-1"0"1"0"0,0 0-1 0 0,0 0 0 0 0,0 0 0 0 0,0-1 0 0 0,-1 1 0 0 0,1-1 0 0 0,0 0 0 0 0,-1 0 1 0 0,1 0-1 0 0,-6 1 0 0 0,8-2-98 0 0,-1 1 0 0 0,0-1 0 0 0,0 0 0 0 0,0 0 0 0 0,0 0 0 0 0,1 0 0 0 0,-1-1 0 0 0,0 1 0 0 0,0 0 0 0 0,0-1 0 0 0,1 1 0 0 0,-1-1 0 0 0,0 0 0 0 0,0 0 0 0 0,1 1 0 0 0,-1-1 0 0 0,1 0 0 0 0,-1 0 0 0 0,1 0 0 0 0,-1-1 0 0 0,1 1 0 0 0,-3-3 0 0 0,4 3-233 0 0,0 0-1 0 0,0 0 1 0 0,0 0-1 0 0,0 0 1 0 0,0 0 0 0 0,0 1-1 0 0,0-1 1 0 0,0 0 0 0 0,0 0-1 0 0,0 0 1 0 0,0 0 0 0 0,1 0-1 0 0,-1 0 1 0 0,0 0-1 0 0,1 0 1 0 0,-1 1 0 0 0,0-1-1 0 0,1 0 1 0 0,0 0 0 0 0,-1 0-1 0 0,1 1 1 0 0,-1-1 0 0 0,1 0-1 0 0,0 1 1 0 0,-1-1 0 0 0,2-1-1 0 0,22-19 154 0 0,-21 19-121 0 0,22-15-57 0 0,2 1 1 0 0,-1 1-1 0 0,2 1 0 0 0,0 1 0 0 0,54-15 0 0 0,-35 11-40 0 0,218-71-71 0 0,-220 76 37 0 0,0 2 0 0 0,0 2 0 0 0,1 2 0 0 0,48 1 0 0 0,-77 5 5 0 0,0 0 0 0 0,0 2 0 0 0,32 6 0 0 0,-44-6 30 0 0,1-1-1 0 0,-1 1 1 0 0,0 0 0 0 0,0 0 0 0 0,0 0 0 0 0,0 1 0 0 0,0 0 0 0 0,0 0-1 0 0,0 0 1 0 0,-1 1 0 0 0,0-1 0 0 0,0 1 0 0 0,0 0 0 0 0,0 0 0 0 0,5 8-1 0 0,-7-9 13 0 0,-1 0 0 0 0,0 0-1 0 0,0 0 1 0 0,-1 0 0 0 0,1 1 0 0 0,-1-1-1 0 0,1 0 1 0 0,-1 0 0 0 0,0 0-1 0 0,0 0 1 0 0,0 1 0 0 0,-1-1 0 0 0,1 0-1 0 0,-1 0 1 0 0,0 0 0 0 0,0 0-1 0 0,0 0 1 0 0,0 0 0 0 0,0 0-1 0 0,-1 0 1 0 0,1-1 0 0 0,-1 1 0 0 0,1 0-1 0 0,-1-1 1 0 0,0 1 0 0 0,0-1-1 0 0,-3 3 1 0 0,-8 9-241 0 0,-1 0-1 0 0,0-1 1 0 0,-18 12-1 0 0,24-18-132 0 0,-5 3-616 0 0,0-1 0 0 0,-1-1 0 0 0,0 0 0 0 0,0 0 0 0 0,0-1-1 0 0,-28 8 1 0 0,34-13 615 0 0,1 0 0 0 0,-1 0 0 0 0,1-1 0 0 0,-1 0-1 0 0,0 0 1 0 0,1-1 0 0 0,-1 0 0 0 0,0 0-1 0 0,1-1 1 0 0,-1 0 0 0 0,0 0 0 0 0,1-1 0 0 0,0 0-1 0 0,-1 0 1 0 0,1-1 0 0 0,-7-3 0 0 0,-3-6-95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4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2508 0 0,'-1'23'1127'0'0,"-1"0"-1"0"0,-7 32 1 0 0,-15 45-4753 0 0,13-47 1723 0 0,10-40 1608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4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581 1 2856 0 0,'-37'86'3156'0'0,"-3"0"1"0"0,-67 103-1 0 0,-120 146 1087 0 0,97-149-4197 0 0,126-180-195 0 0,0 0-140 0 0,-1 0 0 0 0,1 0 0 0 0,0 1 0 0 0,1 0 0 0 0,-1-1 0 0 0,1 1 0 0 0,0 1 0 0 0,1-1 0 0 0,-2 8 0 0 0,11-17-3010 0 0,18-13 1351 0 0,0-7 421 0 0,-1-1 1 0 0,-1-2-1 0 0,25-34 0 0 0,-26 31 844 0 0,10-10-95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4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83 4340 0 0,'32'-15'1500'0'0,"0"1"0"0"0,1 1-1 0 0,1 2 1 0 0,43-9 0 0 0,-54 16-782 0 0,0 1 1 0 0,43 0 0 0 0,-50 4-1501 0 0,0 0 0 0 0,0 1-1 0 0,1 1 1 0 0,25 8 0 0 0,-37-10 130 0 0,0 1 0 0 0,0 0 0 0 0,-1 1 0 0 0,1-1 0 0 0,0 1 0 0 0,6 4 0 0 0,-10-6 506 0 0,0 0 1 0 0,0 0-1 0 0,0-1 0 0 0,-1 1 1 0 0,1 0-1 0 0,0 0 1 0 0,0 0-1 0 0,0 0 0 0 0,-1 0 1 0 0,1 0-1 0 0,-1 0 1 0 0,1 0-1 0 0,-1 0 1 0 0,1 1-1 0 0,-1-1 0 0 0,1 0 1 0 0,-1 0-1 0 0,0 0 1 0 0,0 1-1 0 0,0-1 0 0 0,0 0 1 0 0,0 0-1 0 0,0 0 1 0 0,0 1-1 0 0,0-1 1 0 0,0 0-1 0 0,0 0 0 0 0,-1 0 1 0 0,1 1-1 0 0,0-1 1 0 0,-1 0-1 0 0,0 2 0 0 0,-3 4-373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5.2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73 126 4352 0 0,'-71'34'4914'0'0,"70"-33"-3599"0"0,12 1 2011 0 0,14-4-2545 0 0,-24 2-679 0 0,66-10 310 0 0,-34 4-364 0 0,1 2 0 0 0,61-1 1 0 0,-87 5-52 0 0,-1 0 0 0 0,0 1 1 0 0,0 0-1 0 0,0 0 1 0 0,0 0-1 0 0,0 1 0 0 0,0 0 1 0 0,0 1-1 0 0,0 0 1 0 0,-1 0-1 0 0,0 0 1 0 0,1 0-1 0 0,-1 1 0 0 0,0 0 1 0 0,-1 1-1 0 0,1-1 1 0 0,-1 1-1 0 0,9 10 0 0 0,-10-7 32 0 0,0-1 1 0 0,0 1-1 0 0,-1 0 0 0 0,0 0 0 0 0,-1 1 0 0 0,0-1 0 0 0,0 0 0 0 0,-1 1 0 0 0,0-1 0 0 0,0 1 0 0 0,-1 0 0 0 0,0-1 0 0 0,0 1 1 0 0,-1-1-1 0 0,-1 1 0 0 0,1-1 0 0 0,-1 1 0 0 0,-1-1 0 0 0,1 0 0 0 0,-8 15 0 0 0,9-22-12 0 0,0 1 0 0 0,0-1 0 0 0,0 0 0 0 0,0 0-1 0 0,1 0 1 0 0,-1 1 0 0 0,0-1 0 0 0,1 1 0 0 0,-1-1 0 0 0,1 0 0 0 0,0 1 0 0 0,-1-1-1 0 0,1 1 1 0 0,0-1 0 0 0,0 1 0 0 0,0-1 0 0 0,0 0 0 0 0,0 1 0 0 0,0-1-1 0 0,0 1 1 0 0,1-1 0 0 0,-1 1 0 0 0,1 1 0 0 0,0-2-27 0 0,0-1 0 0 0,0 1 0 0 0,1 0 0 0 0,-1-1 0 0 0,0 1 0 0 0,0-1 0 0 0,0 1 0 0 0,1-1 0 0 0,-1 0 0 0 0,0 1 0 0 0,0-1 0 0 0,1 0 0 0 0,-1 0 0 0 0,0 0 0 0 0,0 0 0 0 0,1 0 0 0 0,-1 0 0 0 0,0 0 0 0 0,1-1 0 0 0,0 1 0 0 0,12-4-413 0 0,0 0 1 0 0,0 0-1 0 0,16-9 0 0 0,-3-1-778 0 0,0-1 0 0 0,-1-2 0 0 0,-1 0 0 0 0,0-2 0 0 0,-1-1 0 0 0,31-33 0 0 0,-15 9-622 0 0,-2-1-1 0 0,46-73 1 0 0,-60 80 1372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5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3136 0 0,'0'0'1051'0'0,"4"28"3670"0"0,1-2-2999 0 0,1 0-1 0 0,11 29 1 0 0,-8-31-1187 0 0,0-1 0 0 0,26 41-1 0 0,-30-54-819 0 0,1 0 0 0 0,0-1 0 0 0,1 0-1 0 0,0-1 1 0 0,0 1 0 0 0,1-1 0 0 0,0 0 0 0 0,0-1-1 0 0,1 0 1 0 0,0-1 0 0 0,0 1 0 0 0,0-2 0 0 0,1 1-1 0 0,0-1 1 0 0,0-1 0 0 0,1 0 0 0 0,-1 0-1 0 0,22 3 1 0 0,-27-6-109 0 0,-1 0-1 0 0,1-1 1 0 0,0 0-1 0 0,0 0 1 0 0,-1 0 0 0 0,1 0-1 0 0,0-1 1 0 0,0 0-1 0 0,-1 0 1 0 0,1 0-1 0 0,-1 0 1 0 0,1-1-1 0 0,-1 0 1 0 0,1 0-1 0 0,-1 0 1 0 0,0 0 0 0 0,0-1-1 0 0,0 0 1 0 0,0 1-1 0 0,-1-1 1 0 0,1-1-1 0 0,-1 1 1 0 0,6-7-1 0 0,-4-1-128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5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77 210 3896 0 0,'-35'-7'2202'0'0,"-6"1"5721"0"0,77-16-6186 0 0,148-54-3380 0 0,-122 48 739 0 0,123-39 0 0 0,-183 66 953 0 0,-1 1-1 0 0,1-1 1 0 0,0 1 0 0 0,0-1-1 0 0,0 1 1 0 0,0 0 0 0 0,0 0-1 0 0,0 0 1 0 0,0 0 0 0 0,-1 0-1 0 0,1 0 1 0 0,0 0 0 0 0,0 1-1 0 0,0-1 1 0 0,0 1-1 0 0,0 0 1 0 0,-1-1 0 0 0,1 1-1 0 0,0 0 1 0 0,0 0 0 0 0,-1 0-1 0 0,1 0 1 0 0,-1 0 0 0 0,1 0-1 0 0,-1 1 1 0 0,1-1 0 0 0,-1 0-1 0 0,0 1 1 0 0,0-1 0 0 0,0 1-1 0 0,0 0 1 0 0,0-1-1 0 0,0 1 1 0 0,0 0 0 0 0,0-1-1 0 0,0 1 1 0 0,-1 0 0 0 0,1 0-1 0 0,-1 0 1 0 0,1 3 0 0 0,1 10 212 0 0,0 0 0 0 0,-2 0 0 0 0,1 0 0 0 0,-4 21 0 0 0,2-5-31 0 0,1-22-188 0 0,0 1 0 0 0,1 0 0 0 0,0-1 0 0 0,0 1 0 0 0,1-1 0 0 0,1 1 0 0 0,-1-1 0 0 0,2 0 0 0 0,-1 0 0 0 0,1 0 0 0 0,0-1 0 0 0,1 1 0 0 0,0-1 0 0 0,1 0 1 0 0,-1 0-1 0 0,1-1 0 0 0,1 1 0 0 0,0-2 0 0 0,0 1 0 0 0,9 6 0 0 0,-4-5-155 0 0,0 0 0 0 0,1-1 0 0 0,1-1 1 0 0,-1 0-1 0 0,1-1 0 0 0,0 0 0 0 0,0-1 1 0 0,0-1-1 0 0,1 0 0 0 0,-1-1 1 0 0,1 0-1 0 0,22-1 0 0 0,-11-1-783 0 0,0-2 0 0 0,0 0-1 0 0,0-2 1 0 0,-1-1 0 0 0,1 0 0 0 0,-1-2 0 0 0,27-12 0 0 0,-39 14 381 0 0,1-2 1 0 0,-2 1 0 0 0,1-2 0 0 0,-1 0 0 0 0,0 0 0 0 0,-1-1 0 0 0,1 0 0 0 0,-2-1-1 0 0,0-1 1 0 0,0 1 0 0 0,-1-2 0 0 0,0 1 0 0 0,0-1 0 0 0,6-14 0 0 0,-2-3 145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5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597 18 4256 0 0,'-7'-3'324'0'0,"-1"0"-1"0"0,1 0 1 0 0,-1 1-1 0 0,0 0 1 0 0,0 0-1 0 0,0 1 0 0 0,0 0 1 0 0,0 1-1 0 0,0-1 1 0 0,0 1-1 0 0,0 1 1 0 0,0 0-1 0 0,0 0 0 0 0,0 0 1 0 0,0 1-1 0 0,0 1 1 0 0,0-1-1 0 0,1 1 1 0 0,-1 0-1 0 0,1 1 0 0 0,0 0 1 0 0,-7 4-1 0 0,-18 13-925 0 0,2 0-1 0 0,0 2 0 0 0,-36 37 0 0 0,55-50 4 0 0,-200 202-6195 0 0,179-181 5923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6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0 383 4536 0 0,'1'-5'462'0'0,"0"1"-1"0"0,0-1 0 0 0,0 0 1 0 0,0 1-1 0 0,1-1 0 0 0,0 1 1 0 0,0-1-1 0 0,0 1 0 0 0,1 0 1 0 0,-1 0-1 0 0,1 0 0 0 0,0 0 1 0 0,0 0-1 0 0,0 1 0 0 0,7-6 1 0 0,0 0 180 0 0,0 0 0 0 0,1 0 0 0 0,0 2 0 0 0,17-10 0 0 0,276-124-613 0 0,-174 83-477 0 0,-107 47 302 0 0,-8 3-97 0 0,1 1-1 0 0,0 0 0 0 0,0 1 1 0 0,1 0-1 0 0,0 2 0 0 0,0 0 1 0 0,20-2-1 0 0,-36 6 239 0 0,-1 0-1 0 0,0 0 1 0 0,1 0 0 0 0,-1 0 0 0 0,1 0 0 0 0,-1 0-1 0 0,0 0 1 0 0,1 0 0 0 0,-1 0 0 0 0,0 0-1 0 0,1 0 1 0 0,-1 0 0 0 0,0 0 0 0 0,1 0 0 0 0,-1 1-1 0 0,1-1 1 0 0,-1 0 0 0 0,0 0 0 0 0,0 0 0 0 0,1 1-1 0 0,-1-1 1 0 0,0 0 0 0 0,1 0 0 0 0,-1 1-1 0 0,0-1 1 0 0,0 0 0 0 0,1 0 0 0 0,-1 1 0 0 0,0-1-1 0 0,0 0 1 0 0,0 1 0 0 0,0-1 0 0 0,1 0-1 0 0,-1 1 1 0 0,0-1 0 0 0,0 1 0 0 0,0-1 0 0 0,0 1-1 0 0,-7 18 264 0 0,-24 23 778 0 0,25-34-771 0 0,-13 16 321 0 0,6-8-307 0 0,1 1 1 0 0,1 0 0 0 0,-14 28-1 0 0,16-27 139 0 0,4-7-2298 0 0,27-18-1975 0 0,-22 7 3801 0 0,7-4-2598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7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293 82 2680 0 0,'-2'-13'2868'0'0,"-4"27"728"0"0,2-2-3285 0 0,-52 148 2611 0 0,-71 212-219 0 0,94-258-2501 0 0,-25 153 1 0 0,55-250-202 0 0,1-1 1 0 0,1 0-1 0 0,0 1 0 0 0,1 0 1 0 0,1-1-1 0 0,3 21 0 0 0,-3-34-38 0 0,-1 0-1 0 0,1 0 0 0 0,0 0 0 0 0,0 0 0 0 0,0 0 0 0 0,0 0 1 0 0,1 0-1 0 0,-1 0 0 0 0,1-1 0 0 0,0 1 0 0 0,0-1 0 0 0,-1 1 0 0 0,2-1 1 0 0,-1 0-1 0 0,0 1 0 0 0,0-1 0 0 0,1 0 0 0 0,-1 0 0 0 0,1-1 1 0 0,0 1-1 0 0,-1-1 0 0 0,1 1 0 0 0,0-1 0 0 0,0 0 0 0 0,0 0 0 0 0,0 0 1 0 0,0 0-1 0 0,0 0 0 0 0,0-1 0 0 0,0 0 0 0 0,0 1 0 0 0,0-1 1 0 0,1 0-1 0 0,-1-1 0 0 0,0 1 0 0 0,0 0 0 0 0,0-1 0 0 0,0 0 0 0 0,5-1 1 0 0,9-3-437 0 0,-1-1 0 0 0,1 0 1 0 0,-1-2-1 0 0,-1 1 0 0 0,1-2 1 0 0,-2 0-1 0 0,1-1 0 0 0,-1 0 1 0 0,-1-1-1 0 0,0-1 1 0 0,0 0-1 0 0,20-25 0 0 0,-12 10-334 0 0,-2-1-1 0 0,0 0 0 0 0,-2-1 0 0 0,-1-1 1 0 0,20-53-1 0 0,-32 71 853 0 0,0-1 1 0 0,0 0-1 0 0,-1 0 1 0 0,-1 0-1 0 0,0 0 1 0 0,0-26-1 0 0,-2 37 78 0 0,0-1 0 0 0,0 1 0 0 0,-1-1 0 0 0,1 1 0 0 0,0 0-1 0 0,-1-1 1 0 0,0 1 0 0 0,1-1 0 0 0,-1 1 0 0 0,0 0 0 0 0,0 0 0 0 0,0-1 0 0 0,-1 1-1 0 0,1 0 1 0 0,0 0 0 0 0,-1 0 0 0 0,1 0 0 0 0,-1 0 0 0 0,0 1 0 0 0,0-1 0 0 0,0 0 0 0 0,0 1-1 0 0,0 0 1 0 0,0-1 0 0 0,0 1 0 0 0,0 0 0 0 0,0 0 0 0 0,-1 0 0 0 0,1 0 0 0 0,0 0-1 0 0,-1 1 1 0 0,1-1 0 0 0,0 1 0 0 0,-1 0 0 0 0,1-1 0 0 0,-1 1 0 0 0,1 0 0 0 0,-1 0 0 0 0,1 1-1 0 0,-1-1 1 0 0,1 0 0 0 0,-1 1 0 0 0,1 0 0 0 0,-4 1 0 0 0,-2 0 126 0 0,1 1 1 0 0,-1 0 0 0 0,1 0-1 0 0,0 0 1 0 0,0 1 0 0 0,1 1-1 0 0,-1-1 1 0 0,1 1 0 0 0,-1 0-1 0 0,2 0 1 0 0,-1 1 0 0 0,0-1-1 0 0,1 1 1 0 0,0 1 0 0 0,1-1-1 0 0,-1 1 1 0 0,1 0-1 0 0,1 0 1 0 0,-1 0 0 0 0,-2 9-1 0 0,-7 18 75 0 0,2 0-1 0 0,1 0 0 0 0,-5 38 0 0 0,14-70-313 0 0,-45 412-53 0 0,35-262-613 0 0,3-93 271 0 0,7-55 377 0 0,0 1 0 0 0,0-1 0 0 0,0 0 0 0 0,-1 0 0 0 0,1 0 0 0 0,-1 0 0 0 0,0 0 0 0 0,0 0 0 0 0,0 0 0 0 0,-7 6 1281 0 0,29-28-785 0 0,157-108-114 0 0,-7 5-376 0 0,-98 60-343 0 0,-2-2 0 0 0,-4-4-1 0 0,-3-2 1 0 0,-2-3 0 0 0,-4-3-1 0 0,-3-2 1 0 0,-4-2 0 0 0,-3-3-1 0 0,55-132 1 0 0,-97 203 282 0 0,69-187-1072 0 0,-66 173 966 0 0,-2-1 0 0 0,-1 1 0 0 0,0-1 0 0 0,-2 0 0 0 0,-1 0 0 0 0,-2-28 0 0 0,0 50 144 0 0,0 0 0 0 0,0 0-1 0 0,-1 0 1 0 0,1 0 0 0 0,-1 1 0 0 0,0-1 0 0 0,0 0 0 0 0,-1 0-1 0 0,1 0 1 0 0,-1 1 0 0 0,0-1 0 0 0,1 0 0 0 0,-2 1-1 0 0,1 0 1 0 0,0 0 0 0 0,-1-1 0 0 0,1 1 0 0 0,-1 0 0 0 0,0 1-1 0 0,-6-5 1 0 0,4 4 25 0 0,1 1 0 0 0,-1 1 0 0 0,0-1 0 0 0,-1 1 0 0 0,1 0 0 0 0,0 0 0 0 0,0 0 0 0 0,0 1 0 0 0,-1-1 0 0 0,1 1 0 0 0,0 1 0 0 0,0-1 0 0 0,-1 1 0 0 0,1 0 0 0 0,-7 2 0 0 0,-4 1 171 0 0,1 1 1 0 0,0 0-1 0 0,0 1 1 0 0,0 1-1 0 0,1 1 1 0 0,0 0-1 0 0,0 0 1 0 0,1 1-1 0 0,1 1 1 0 0,-1 1-1 0 0,1-1 0 0 0,1 2 1 0 0,0 0-1 0 0,1 0 1 0 0,0 1-1 0 0,1 0 1 0 0,0 0-1 0 0,1 1 1 0 0,1 1-1 0 0,0-1 1 0 0,-7 23-1 0 0,8-19-73 0 0,1 0-1 0 0,0 0 1 0 0,2 0 0 0 0,0 1 0 0 0,1-1-1 0 0,1 1 1 0 0,0 0 0 0 0,2-1-1 0 0,0 1 1 0 0,1 0 0 0 0,1-1-1 0 0,0 0 1 0 0,2 1 0 0 0,0-2-1 0 0,1 1 1 0 0,1 0 0 0 0,0-1-1 0 0,12 18 1 0 0,-1-10-165 0 0,1 0 0 0 0,2-1 0 0 0,0-1 0 0 0,1-1-1 0 0,1-1 1 0 0,1-2 0 0 0,39 26 0 0 0,-31-22-134 0 0,-28-20 170 0 0,1 1 0 0 0,0-1 0 0 0,-1 1 0 0 0,0 0 0 0 0,0 0 0 0 0,0 0 0 0 0,-1 1 0 0 0,1-1 0 0 0,-1 1 0 0 0,0 0 0 0 0,0 0 0 0 0,-1 0 0 0 0,0 0 0 0 0,0 0 0 0 0,2 6 0 0 0,-3-5 31 0 0,-1-1 1 0 0,0 0-1 0 0,0 0 0 0 0,0 0 0 0 0,-1 0 1 0 0,1 0-1 0 0,-1 0 0 0 0,0 0 0 0 0,-1 0 1 0 0,1 0-1 0 0,-1 0 0 0 0,0-1 1 0 0,0 1-1 0 0,-1 0 0 0 0,1-1 0 0 0,-7 8 1 0 0,-4 3 51 0 0,-1-1 1 0 0,-1 0-1 0 0,0 0 1 0 0,-1-2-1 0 0,-1 0 1 0 0,0-1-1 0 0,0 0 1 0 0,-28 11-1 0 0,-36 24 161 0 0,74-41-174 0 0,0 0 0 0 0,-1 0 1 0 0,2 0-1 0 0,-1 1 0 0 0,1 0 0 0 0,0 1 0 0 0,0-1 0 0 0,1 1 0 0 0,-1 0 1 0 0,-3 9-1 0 0,7-11-12 0 0,0-1 1 0 0,0 1-1 0 0,1 0 1 0 0,0-1-1 0 0,0 1 0 0 0,0 0 1 0 0,0 0-1 0 0,1 0 1 0 0,0 0-1 0 0,0 0 1 0 0,0 0-1 0 0,1 0 1 0 0,0 0-1 0 0,0 0 1 0 0,0 0-1 0 0,0-1 0 0 0,1 1 1 0 0,-1 0-1 0 0,5 6 1 0 0,2 5 6 0 0,2-1 0 0 0,0 0 0 0 0,0 0 0 0 0,2-1 0 0 0,0 0 0 0 0,0-1 0 0 0,1-1 0 0 0,27 20 0 0 0,-20-17-214 0 0,1-1 0 0 0,0-1 0 0 0,1-1 0 0 0,1-1 1 0 0,44 16-1 0 0,-66-27-33 0 0,1 1 0 0 0,0 0 0 0 0,0-1 0 0 0,-1 1 1 0 0,1-1-1 0 0,0 0 0 0 0,0 1 0 0 0,0-1 0 0 0,-1 0 0 0 0,1 0 1 0 0,0 0-1 0 0,0-1 0 0 0,0 1 0 0 0,0 0 0 0 0,-1-1 0 0 0,1 1 1 0 0,0-1-1 0 0,0 1 0 0 0,-1-1 0 0 0,1 0 0 0 0,0 0 0 0 0,-1 0 1 0 0,1 0-1 0 0,-1 0 0 0 0,1 0 0 0 0,-1 0 0 0 0,0 0 0 0 0,1 0 1 0 0,-1-1-1 0 0,0 1 0 0 0,0-1 0 0 0,0 1 0 0 0,0-1 0 0 0,0 1 1 0 0,0-1-1 0 0,1-3 0 0 0,0-1-444 0 0,-1-1 1 0 0,1 0-1 0 0,-1 0 1 0 0,0 0-1 0 0,-1 0 0 0 0,1 0 1 0 0,-2-1-1 0 0,0-10 1 0 0,-3 0 20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8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48 240 3800 0 0,'-2'0'373'0'0,"-1"0"-1"0"0,1-1 0 0 0,0 1 1 0 0,-1-1-1 0 0,1 1 1 0 0,0-1-1 0 0,0 0 0 0 0,0 0 1 0 0,0 0-1 0 0,0 0 1 0 0,0 0-1 0 0,0 0 0 0 0,0-1 1 0 0,0 1-1 0 0,0-1 0 0 0,1 1 1 0 0,-1-1-1 0 0,0 0 1 0 0,1 0-1 0 0,0 0 0 0 0,-1 1 1 0 0,1-1-1 0 0,-2-4 1 0 0,3 4-252 0 0,0 0 1 0 0,0 1 0 0 0,0-1 0 0 0,0 0 0 0 0,0 0 0 0 0,0 0 0 0 0,0 0 0 0 0,1 0 0 0 0,-1 1-1 0 0,1-1 1 0 0,-1 0 0 0 0,1 0 0 0 0,0 1 0 0 0,0-1 0 0 0,0 0 0 0 0,0 1 0 0 0,0-1 0 0 0,0 1-1 0 0,0-1 1 0 0,0 1 0 0 0,0 0 0 0 0,1-1 0 0 0,-1 1 0 0 0,1 0 0 0 0,-1 0 0 0 0,1 0-1 0 0,-1 0 1 0 0,1 0 0 0 0,2-1 0 0 0,49-27-174 0 0,1 2 0 0 0,69-25 0 0 0,2 17-2532 0 0,-93 28-513 0 0,61-3-1 0 0,-55 10 531 0 0,-37 0 2396 0 0,0 0 0 0 0,1 0 0 0 0,-1 0 0 0 0,1 0 0 0 0,-1 0 0 0 0,0 0 0 0 0,1 0 0 0 0,-1 1 0 0 0,1-1 1 0 0,-1 0-1 0 0,0 1 0 0 0,1-1 0 0 0,-1 1 0 0 0,0 0 0 0 0,0-1 0 0 0,1 1 0 0 0,-1 0 0 0 0,0 0 0 0 0,0-1 0 0 0,0 1 1 0 0,0 0-1 0 0,1 2 0 0 0,-2-3-454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8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1 216 5044 0 0,'0'0'1079'0'0,"21"-15"3220"0"0,61-25-2941 0 0,51-9-4604 0 0,-79 30 1761 0 0,208-63-4603 0 0,-230 71 5543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9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3088 0 0,'0'1'172'0'0,"0"-1"-1"0"0,1 1 1 0 0,-1-1-1 0 0,0 1 1 0 0,1-1-1 0 0,-1 1 0 0 0,0-1 1 0 0,1 1-1 0 0,-1-1 1 0 0,1 1-1 0 0,-1-1 1 0 0,1 1-1 0 0,-1-1 1 0 0,1 0-1 0 0,-1 1 0 0 0,1-1 1 0 0,-1 0-1 0 0,1 1 1 0 0,-1-1-1 0 0,1 0 1 0 0,0 0-1 0 0,-1 0 1 0 0,1 0-1 0 0,-1 1 0 0 0,1-1 1 0 0,0 0-1 0 0,-1 0 1 0 0,1 0-1 0 0,0 0 1 0 0,-1 0-1 0 0,1-1 1 0 0,-1 1-1 0 0,1 0 1 0 0,0 0-1 0 0,-1 0 0 0 0,1 0 1 0 0,-1-1-1 0 0,1 1 1 0 0,0 0-1 0 0,-1-1 1 0 0,1 1-1 0 0,-1 0 1 0 0,1-1-1 0 0,40-17 1337 0 0,-28 12-483 0 0,158-72 1364 0 0,12-5-2521 0 0,-115 60-3068 0 0,-67 22 2417 0 0,-8 4-7529 0 0,3-1 8011 0 0,1-1 0 0 0,-1 1-1 0 0,1 0 1 0 0,-1 0 0 0 0,1 1 0 0 0,0-1 0 0 0,0 1 0 0 0,-5 5 0 0 0,6-6 207 0 0,-23 25 1165 0 0,1 0 1 0 0,2 2 0 0 0,0 1 0 0 0,-23 43-1 0 0,17-27 835 0 0,16-24-1005 0 0,1 1 0 0 0,0 0 1 0 0,-8 30-1 0 0,-8 19 834 0 0,28-71-1588 0 0,6-8-209 0 0,20-24-455 0 0,30-45-487 0 0,-47 60 1019 0 0,1 1-1 0 0,0 1 1 0 0,0 0 0 0 0,2 0 0 0 0,0 1-1 0 0,0 1 1 0 0,1 0 0 0 0,0 1-1 0 0,1 1 1 0 0,1 0 0 0 0,-1 1 0 0 0,2 0-1 0 0,16-6 1 0 0,-30 14 58 0 0,0 0 0 0 0,1 1 0 0 0,-1-1 0 0 0,0 0 0 0 0,0 1 0 0 0,1 0 0 0 0,-1-1 1 0 0,0 2-1 0 0,0-1 0 0 0,1 0 0 0 0,-1 0 0 0 0,0 1 0 0 0,0 0 0 0 0,1 0 0 0 0,4 2 0 0 0,-6-2-18 0 0,-1 0 1 0 0,1 0-1 0 0,0 0 1 0 0,0 1-1 0 0,-1-1 1 0 0,1 1-1 0 0,0-1 1 0 0,-1 1-1 0 0,0 0 0 0 0,1-1 1 0 0,-1 1-1 0 0,0 0 1 0 0,0 0-1 0 0,0 0 1 0 0,0 0-1 0 0,0 0 1 0 0,-1 0-1 0 0,2 3 0 0 0,-2-1-36 0 0,1 0 0 0 0,-1 0 0 0 0,0 0-1 0 0,0 0 1 0 0,0 0 0 0 0,-1 0 0 0 0,1 0-1 0 0,-1 0 1 0 0,0 0 0 0 0,0-1 0 0 0,0 1-1 0 0,-1 0 1 0 0,1 0 0 0 0,-1-1 0 0 0,0 1-1 0 0,0-1 1 0 0,0 1 0 0 0,0-1 0 0 0,-1 0-1 0 0,1 0 1 0 0,-1 0 0 0 0,0 0-1 0 0,0-1 1 0 0,-4 4 0 0 0,5-4-191 0 0,-1 0-1 0 0,1 0 1 0 0,-1 0 0 0 0,0 0 0 0 0,0 0-1 0 0,0 0 1 0 0,0-1 0 0 0,0 0 0 0 0,0 1-1 0 0,0-1 1 0 0,0 0 0 0 0,-1-1-1 0 0,1 1 1 0 0,0 0 0 0 0,-1-1 0 0 0,1 0-1 0 0,0 0 1 0 0,-1 0 0 0 0,1 0 0 0 0,0-1-1 0 0,-1 1 1 0 0,1-1 0 0 0,0 0-1 0 0,0 1 1 0 0,-1-2 0 0 0,1 1 0 0 0,0 0-1 0 0,0-1 1 0 0,0 1 0 0 0,0-1-1 0 0,1 0 1 0 0,-6-4 0 0 0,4 1-93 0 0,0 0 0 0 0,0 0-1 0 0,0-1 1 0 0,1 0 0 0 0,-1 0 0 0 0,1 0 0 0 0,1 0 0 0 0,-1 0 0 0 0,1 0-1 0 0,0-1 1 0 0,1 1 0 0 0,-1-1 0 0 0,1 1 0 0 0,1-1 0 0 0,-1-11-1 0 0,4-57 2149 0 0,19-125-1 0 0,-23 231 3533 0 0,-9 133-3320 0 0,-6 30-1113 0 0,-29 209-718 0 0,41-371-459 0 0,-4 26-230 0 0,7-55 300 0 0,0 0 0 0 0,1 0 0 0 0,-1-1 0 0 0,0 1 0 0 0,0 0 0 0 0,-1-1 0 0 0,1 1 1 0 0,0-1-1 0 0,-1 1 0 0 0,0-1 0 0 0,0 0 0 0 0,1 1 0 0 0,-1-1 0 0 0,-1 0 1 0 0,-2 2-1 0 0,4-3 45 0 0,0 0-1 0 0,0-1 1 0 0,0 0 0 0 0,0 1 0 0 0,1-1 0 0 0,-1 1 0 0 0,0-1 0 0 0,0 0 0 0 0,0 0 0 0 0,0 0 0 0 0,0 1 0 0 0,0-1 0 0 0,0 0-1 0 0,0 0 1 0 0,0 0 0 0 0,0-1 0 0 0,0 1 0 0 0,0 0 0 0 0,0 0 0 0 0,0 0 0 0 0,0-1 0 0 0,0 1 0 0 0,0 0 0 0 0,0-1-1 0 0,0 1 1 0 0,-1-2 0 0 0,-1 0-55 0 0,1 0-1 0 0,0 0 0 0 0,0 0 0 0 0,0-1 0 0 0,0 1 0 0 0,0-1 1 0 0,1 1-1 0 0,-1-1 0 0 0,-1-3 0 0 0,-17-58-964 0 0,20 64 1094 0 0,-3-12 178 0 0,0 0 1 0 0,1-1-1 0 0,1 1 0 0 0,0 0 1 0 0,1-20-1 0 0,1 28-48 0 0,0 1-1 0 0,-1 0 0 0 0,1 0 1 0 0,0 0-1 0 0,0 0 0 0 0,0 0 0 0 0,1 0 1 0 0,-1 0-1 0 0,1 0 0 0 0,0 1 1 0 0,0-1-1 0 0,0 0 0 0 0,0 1 1 0 0,0 0-1 0 0,0-1 0 0 0,1 1 1 0 0,-1 0-1 0 0,1 0 0 0 0,-1 0 1 0 0,1 1-1 0 0,0-1 0 0 0,0 1 1 0 0,0-1-1 0 0,0 1 0 0 0,0 0 1 0 0,4-1-1 0 0,18-4 299 0 0,0 1 0 0 0,44-2-1 0 0,16-3-1379 0 0,-74 7 107 0 0,1 1 0 0 0,-1-1 0 0 0,0-1 0 0 0,0 0 0 0 0,12-7 0 0 0,-21 10 667 0 0,0 1-1 0 0,-1-1 1 0 0,1 0 0 0 0,-1 0-1 0 0,0 0 1 0 0,1 1 0 0 0,-1-2 0 0 0,0 1-1 0 0,1 0 1 0 0,-1 0 0 0 0,0 0-1 0 0,0 0 1 0 0,0-1 0 0 0,0 1 0 0 0,0-1-1 0 0,0 1 1 0 0,-1 0 0 0 0,1-1-1 0 0,0 0 1 0 0,-1 1 0 0 0,1-1 0 0 0,-1 1-1 0 0,0-1 1 0 0,1 0 0 0 0,-1 1-1 0 0,0-1 1 0 0,0 0 0 0 0,0 1 0 0 0,0-1-1 0 0,0 0 1 0 0,0 1 0 0 0,-1-1-1 0 0,1 1 1 0 0,0-1 0 0 0,-1 0 0 0 0,0 1-1 0 0,1-1 1 0 0,-1 1 0 0 0,0-1 0 0 0,0 1-1 0 0,1-1 1 0 0,-1 1 0 0 0,0 0-1 0 0,-2-2 1 0 0,-4-9-388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29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 3396 0 0,'-21'58'5802'0'0,"11"-30"-3343"0"0,-15 59 1 0 0,11 10-1828 0 0,4 1 0 0 0,5-1 0 0 0,14 191 1 0 0,-7-272-650 0 0,1 1 1 0 0,0 0-1 0 0,1-1 1 0 0,1 0 0 0 0,0 0-1 0 0,1 0 1 0 0,1 0 0 0 0,1-1-1 0 0,0 0 1 0 0,1-1 0 0 0,0 0-1 0 0,1 0 1 0 0,1-1 0 0 0,15 15-1 0 0,14 12-876 0 0,-39-40 701 0 0,-3 1-710 0 0,1 0 779 0 0,-1 0 1 0 0,0 0-1 0 0,0 0 0 0 0,1 0 1 0 0,-1-1-1 0 0,0 1 1 0 0,0-1-1 0 0,0 1 1 0 0,0-1-1 0 0,0 0 0 0 0,0 1 1 0 0,0-1-1 0 0,1 0 1 0 0,-1-1-1 0 0,-4 1 0 0 0,0 0-173 0 0,-42 1-468 0 0,36-1 976 0 0,1 0 0 0 0,-1 0 1 0 0,0 1-1 0 0,1 0 1 0 0,-1 1-1 0 0,1 1 0 0 0,-12 3 1 0 0,23-5-174 0 0,-1-1-1 0 0,1 0 1 0 0,0 0 0 0 0,0 0-1 0 0,0 0 1 0 0,-1 0 0 0 0,1 0-1 0 0,0 0 1 0 0,0 1 0 0 0,0-1-1 0 0,0 0 1 0 0,-1 0 0 0 0,1 0-1 0 0,0 0 1 0 0,0 0 0 0 0,0 1-1 0 0,0-1 1 0 0,0 0 0 0 0,0 0 0 0 0,0 0-1 0 0,-1 1 1 0 0,1-1 0 0 0,0 0-1 0 0,0 0 1 0 0,0 1 0 0 0,0-1-1 0 0,0 0 1 0 0,0 0 0 0 0,0 0-1 0 0,0 1 1 0 0,0-1 0 0 0,0 0-1 0 0,0 0 1 0 0,0 0 0 0 0,0 1-1 0 0,0-1 1 0 0,1 0 0 0 0,-1 0-1 0 0,0 0 1 0 0,0 1 0 0 0,0-1 0 0 0,0 0-1 0 0,0 0 1 0 0,0 0 0 0 0,1 1-1 0 0,10 10 669 0 0,15 4-210 0 0,3-5-397 0 0,0-2 0 0 0,0-1 1 0 0,0-1-1 0 0,1-1 0 0 0,0-2 0 0 0,39-1 1 0 0,-6-3-1875 0 0,121-19 0 0 0,-128 9-2147 0 0,0-3-1 0 0,95-35 0 0 0,-135 44 3176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6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178 238 3572 0 0,'-24'7'1368'0'0,"0"-1"-1"0"0,0 0 0 0 0,-1-2 1 0 0,0-1-1 0 0,-29 0 0 0 0,52-3-496 0 0,35 8 244 0 0,114-7-311 0 0,288-33 0 0 0,-195 7-809 0 0,761-13 107 0 0,118-51-34 0 0,-1056 82-73 0 0,561-26 96 0 0,-516 30 23 0 0,249-36 1242 0 0,-298 29-966 0 0,-92 21-14752 0 0,18-7 12401 0 0,4-1 1327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7.2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15 107 2848 0 0,'-1'2'185'0'0,"-1"0"191"0"0,1-1 1 0 0,0 0-1 0 0,0 1 0 0 0,0-1 0 0 0,0 1 1 0 0,0 0-1 0 0,0-1 0 0 0,0 1 0 0 0,0 0 1 0 0,1-1-1 0 0,-1 1 0 0 0,0 0 0 0 0,1 2 1 0 0,0-2-271 0 0,1-1 0 0 0,0 0 0 0 0,0 0 0 0 0,0 1 0 0 0,0-1 0 0 0,0 0 0 0 0,0 0 0 0 0,1 0 0 0 0,-1 0 0 0 0,0-1 0 0 0,1 1 0 0 0,-1 0 0 0 0,0 0 0 0 0,1-1 0 0 0,-1 1 0 0 0,1-1 0 0 0,-1 1 1 0 0,1-1-1 0 0,1 1 0 0 0,109 47 2589 0 0,-70-28-1906 0 0,49 15 1 0 0,-74-30-732 0 0,0-1 0 0 0,-1 0 1 0 0,1-2-1 0 0,0 0 0 0 0,1 0 0 0 0,27-3 0 0 0,27-8-56 0 0,0-4 0 0 0,-1-3 0 0 0,84-30-1 0 0,-1 1 19 0 0,11 2 155 0 0,2 8 0 0 0,1 8 0 0 0,293-11 0 0 0,272 70 892 0 0,-217-2 540 0 0,-383-28-585 0 0,-142-2-9565 0 0,-1 1 3501 0 0,4 0 4473 0 0,1 0 1 0 0,0-1-1 0 0,-1 0 0 0 0,1 0 0 0 0,0 0 0 0 0,-1-1 0 0 0,1 0 0 0 0,-9-2 0 0 0,2-2 28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8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150 332 1244 0 0,'-1'-9'287'0'0,"-1"0"-1"0"0,1 1 1 0 0,-2 0 0 0 0,1-1-1 0 0,-1 1 1 0 0,0 0 0 0 0,-4-8 0 0 0,-12-36 1595 0 0,12 24-809 0 0,3 15-372 0 0,1-1-1 0 0,1 1 0 0 0,0-1 1 0 0,0-15-1 0 0,2-63 4951 0 0,0 91-5559 0 0,-8 40 105 0 0,3-10-2 0 0,1 0 0 0 0,0 45 0 0 0,0 0 109 0 0,-60 1187 1591 0 0,65-1248-2977 0 0,22-20-16062 0 0,-22 6 17468 0 0,7-7-873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9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29 113 1496 0 0,'-1'-6'757'0'0,"0"0"0"0"0,0 0 0 0 0,0 1 0 0 0,-1-1 0 0 0,0 1 0 0 0,-5-11 0 0 0,5 10 13 0 0,0 1 1 0 0,0 0 0 0 0,0 0 0 0 0,0-1-1 0 0,1 1 1 0 0,-2-12 0 0 0,4 3 1184 0 0,1 16-667 0 0,3 27-859 0 0,3 61-359 0 0,-3 1 0 0 0,-9 103 0 0 0,0-27-5904 0 0,-9-67-3540 0 0,13-99 8846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9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34 3200 0 0,'0'-2'430'0'0,"1"0"-1"0"0,-1 1 0 0 0,0-1 0 0 0,0 0 1 0 0,0 0-1 0 0,-1 0 0 0 0,1 0 1 0 0,0 1-1 0 0,-1-1 0 0 0,1 0 1 0 0,-1 0-1 0 0,1 0 0 0 0,-1 1 0 0 0,0-1 1 0 0,0 1-1 0 0,-2-4 0 0 0,2 5-293 0 0,0 0-1 0 0,0 0 0 0 0,0 0 0 0 0,0 1 1 0 0,0-1-1 0 0,0 0 0 0 0,0 0 0 0 0,0 1 0 0 0,0-1 1 0 0,0 1-1 0 0,0-1 0 0 0,0 1 0 0 0,0-1 1 0 0,0 1-1 0 0,0 0 0 0 0,1-1 0 0 0,-1 1 0 0 0,0 0 1 0 0,0 0-1 0 0,1 0 0 0 0,-1-1 0 0 0,1 1 1 0 0,-1 0-1 0 0,1 0 0 0 0,-1 0 0 0 0,1 0 1 0 0,-1 0-1 0 0,0 1 0 0 0,-30 48-131 0 0,-3-2 1 0 0,-74 80-1 0 0,64-78-4106 0 0,56-74-4239 0 0,4 1 7057 0 0,-5 8 810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49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1 4336 0 0,'-2'5'639'0'0,"1"1"-1"0"0,-1 0 1 0 0,0 0-1 0 0,0 0 0 0 0,-1-1 1 0 0,0 1-1 0 0,0-1 1 0 0,0 0-1 0 0,0 0 1 0 0,-1 0-1 0 0,0 0 0 0 0,0-1 1 0 0,-7 6-1 0 0,-15 23 1376 0 0,4-1-1908 0 0,1 2 1 0 0,2 1-1 0 0,-22 52 0 0 0,36-73-715 0 0,1 0 0 0 0,0 0 0 0 0,1 0 0 0 0,0 1 0 0 0,2-1 0 0 0,-1 1 0 0 0,2-1 0 0 0,0 1 0 0 0,0 0 0 0 0,2-1 0 0 0,0 1 0 0 0,6 24 0 0 0,-3-24-105 0 0,3 17-1270 0 0,2 0 1 0 0,20 42-1 0 0,-18-54 1297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8:50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15 317 3320 0 0,'0'0'303'0'0,"-1"1"-1"0"0,0-1 0 0 0,0 0 0 0 0,0 1 1 0 0,0-1-1 0 0,1 1 0 0 0,-1-1 1 0 0,0 1-1 0 0,0-1 0 0 0,1 1 0 0 0,-1-1 1 0 0,0 1-1 0 0,1 0 0 0 0,-1-1 1 0 0,1 1-1 0 0,-1 0 0 0 0,1 0 0 0 0,-1-1 1 0 0,1 1-1 0 0,-1 0 0 0 0,1 0 1 0 0,-1 1-1 0 0,4 11 2928 0 0,2-2-4235 0 0,21 31 1464 0 0,2-1 0 0 0,2-1-1 0 0,1-2 1 0 0,2-1 0 0 0,39 34 0 0 0,-18-16-299 0 0,-25-25-104 0 0,53 52 72 0 0,-73-74-90 0 0,1 0-1 0 0,0-1 0 0 0,0 0 0 0 0,1-1 0 0 0,-1 0 0 0 0,24 9 0 0 0,-30-14-34 0 0,0 0 0 0 0,0-1-1 0 0,0 0 1 0 0,0 0 0 0 0,1 0 0 0 0,-1 0 0 0 0,0 0 0 0 0,0-1 0 0 0,0 0 0 0 0,0 1 0 0 0,0-2-1 0 0,0 1 1 0 0,0 0 0 0 0,0-1 0 0 0,0 0 0 0 0,-1 0 0 0 0,1 0 0 0 0,0 0 0 0 0,-1-1 0 0 0,0 1-1 0 0,0-1 1 0 0,1 0 0 0 0,-2 0 0 0 0,6-5 0 0 0,7-10-287 0 0,-1-1 0 0 0,0 0 0 0 0,13-25 0 0 0,-17 27-103 0 0,81-152-5989 0 0,111-288 1 0 0,-173 388 5578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06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1105 110 3052 0 0,'0'0'13357'0'0,"-8"-26"-8895"0"0,-10 15-4545 0 0,-1 0 0 0 0,1 1 1 0 0,-2 1-1 0 0,1 1 0 0 0,-2 1 1 0 0,1 0-1 0 0,0 1 0 0 0,-1 2 0 0 0,-26-3 1 0 0,17 4-21 0 0,1 2 0 0 0,-1 2 1 0 0,1 0-1 0 0,-1 2 0 0 0,1 1 0 0 0,-36 10 1 0 0,28-3 1 0 0,0 1 1 0 0,1 2 0 0 0,1 1 0 0 0,0 2 0 0 0,-55 36 0 0 0,62-33 56 0 0,0 1 1 0 0,2 1 0 0 0,-35 37-1 0 0,37-33 4 0 0,1 0-1 0 0,2 2 1 0 0,0 0 0 0 0,2 2-1 0 0,2 0 1 0 0,0 1-1 0 0,2 0 1 0 0,-20 61-1 0 0,26-60-35 0 0,6-22-52 0 0,-1 0 0 0 0,1 0 0 0 0,1 1 0 0 0,0-1 0 0 0,0 1-1 0 0,1-1 1 0 0,0 1 0 0 0,1 0 0 0 0,1 0 0 0 0,-1-1 0 0 0,4 13 0 0 0,-4-22 31 0 0,0 0 1 0 0,0 0-1 0 0,0 0 1 0 0,0-1-1 0 0,0 1 1 0 0,0 0-1 0 0,1 0 1 0 0,-1 0-1 0 0,0 0 1 0 0,1 0-1 0 0,-1-1 1 0 0,1 1-1 0 0,-1 0 1 0 0,1 0-1 0 0,-1-1 1 0 0,1 1-1 0 0,0 0 1 0 0,-1-1-1 0 0,1 1 0 0 0,0 0 1 0 0,-1-1-1 0 0,1 1 1 0 0,0-1-1 0 0,0 1 1 0 0,-1-1-1 0 0,1 0 1 0 0,0 1-1 0 0,0-1 1 0 0,0 0-1 0 0,0 1 1 0 0,0-1-1 0 0,0 0 1 0 0,-1 0-1 0 0,1 0 1 0 0,0 0-1 0 0,0 0 1 0 0,0 0-1 0 0,0 0 1 0 0,0 0-1 0 0,0 0 1 0 0,0-1-1 0 0,0 1 1 0 0,-1 0-1 0 0,1 0 0 0 0,0-1 1 0 0,0 1-1 0 0,0-1 1 0 0,0 1-1 0 0,-1-1 1 0 0,1 1-1 0 0,0-1 1 0 0,-1 1-1 0 0,1-1 1 0 0,0 0-1 0 0,0 0 1 0 0,3-2-456 0 0,-1-1 0 0 0,0 1 0 0 0,0-1 0 0 0,0 0 0 0 0,-1 1 0 0 0,1-1 0 0 0,-1 0 0 0 0,0-1 0 0 0,3-8 0 0 0,3-18-1144 0 0,-3-1 1 0 0,3-38-1 0 0,-4 41 1259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06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78 2620 0 0,'0'-3'327'0'0,"1"1"-1"0"0,0-1 1 0 0,-1 1-1 0 0,0-1 1 0 0,1 1-1 0 0,-1-1 1 0 0,0 1-1 0 0,0-1 0 0 0,0 0 1 0 0,-1 1-1 0 0,1-1 1 0 0,-1 1-1 0 0,1-1 1 0 0,-1 1-1 0 0,0 0 1 0 0,0-1-1 0 0,0 1 1 0 0,0 0-1 0 0,0-1 1 0 0,0 1-1 0 0,-1 0 1 0 0,-1-2-1 0 0,2 2-248 0 0,0 1-1 0 0,0 0 0 0 0,0-1 1 0 0,0 1-1 0 0,0 0 1 0 0,0 0-1 0 0,0 0 1 0 0,0 0-1 0 0,-1 0 1 0 0,1 0-1 0 0,0 0 0 0 0,-1 0 1 0 0,1 1-1 0 0,0-1 1 0 0,-1 0-1 0 0,1 1 1 0 0,-1-1-1 0 0,1 1 0 0 0,-1 0 1 0 0,1-1-1 0 0,-1 1 1 0 0,1 0-1 0 0,-1 0 1 0 0,0 0-1 0 0,1 0 1 0 0,-1 0-1 0 0,1 0 0 0 0,-1 1 1 0 0,1-1-1 0 0,-1 0 1 0 0,1 1-1 0 0,-1-1 1 0 0,1 1-1 0 0,-1 0 1 0 0,1-1-1 0 0,0 1 0 0 0,-3 2 1 0 0,-22 19 141 0 0,2 1 0 0 0,0 1 0 0 0,-35 49 0 0 0,-52 90 426 0 0,89-129-557 0 0,13-21-31 0 0,0 1 1 0 0,1-1 0 0 0,0 1-1 0 0,1 1 1 0 0,1-1 0 0 0,0 1-1 0 0,1 1 1 0 0,0-1-1 0 0,2 1 1 0 0,-4 24 0 0 0,7-39-47 0 0,0 0 0 0 0,1 0 0 0 0,-1 1 0 0 0,0-1-1 0 0,1 0 1 0 0,-1 0 0 0 0,0 0 0 0 0,1 0 0 0 0,-1 0 0 0 0,1 0 0 0 0,0 0 0 0 0,-1 0 0 0 0,1 0 0 0 0,0 0 0 0 0,0 0 0 0 0,-1-1 0 0 0,1 1 0 0 0,0 0 0 0 0,0 0 0 0 0,0-1 0 0 0,0 1 0 0 0,0-1 0 0 0,0 1-1 0 0,0-1 1 0 0,0 1 0 0 0,0-1 0 0 0,0 1 0 0 0,0-1 0 0 0,1 0 0 0 0,-1 0 0 0 0,0 1 0 0 0,0-1 0 0 0,0 0 0 0 0,0 0 0 0 0,3-1 0 0 0,48-3 88 0 0,-41 2-78 0 0,54-11-273 0 0,0-3 0 0 0,-2-3 0 0 0,98-43 0 0 0,-16 6-2287 0 0,178-41-8466 0 0,-299 92 10332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06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614 0 3272 0 0,'1'1'345'0'0,"0"-1"0"0"0,0 0-1 0 0,0 1 1 0 0,0-1-1 0 0,1 1 1 0 0,-1-1 0 0 0,0 1-1 0 0,0-1 1 0 0,0 1 0 0 0,0 0-1 0 0,0 0 1 0 0,0-1-1 0 0,-1 1 1 0 0,1 0 0 0 0,0 0-1 0 0,0 0 1 0 0,-1 0 0 0 0,1 0-1 0 0,0 0 1 0 0,-1 0-1 0 0,1 0 1 0 0,-1 0 0 0 0,1 1-1 0 0,-1-1 1 0 0,0 0 0 0 0,1 2-1 0 0,9 43 992 0 0,-5-22-872 0 0,4 8-164 0 0,2-1 0 0 0,2 0 1 0 0,31 57-1 0 0,65 80 77 0 0,-62-100-276 0 0,43 52-105 0 0,13 21 1029 0 0,-102-140-985 0 0,-1-1 0 0 0,0 0 1 0 0,0 1-1 0 0,1-1 0 0 0,-1 0 0 0 0,0 1 1 0 0,0-1-1 0 0,0 1 0 0 0,1-1 0 0 0,-1 0 1 0 0,0 1-1 0 0,0-1 0 0 0,0 1 1 0 0,0-1-1 0 0,0 0 0 0 0,0 1 0 0 0,0-1 1 0 0,0 1-1 0 0,0-1 0 0 0,0 0 0 0 0,0 1 1 0 0,0-1-1 0 0,0 1 0 0 0,0-1 0 0 0,0 0 1 0 0,-1 1-1 0 0,1-1 0 0 0,0 1 0 0 0,0-1 1 0 0,0 0-1 0 0,-1 1 0 0 0,1-1 0 0 0,0 0 1 0 0,0 1-1 0 0,-1-1 0 0 0,1 0 0 0 0,-1 1 1 0 0,-20 5 912 0 0,-34-7-104 0 0,47 0-741 0 0,-34-2-54 0 0,-1-3-1 0 0,2-1 1 0 0,-47-15-1 0 0,-121-47-3000 0 0,120 37 219 0 0,15 6-23 0 0,1-4-1 0 0,1-3 1 0 0,2-3 0 0 0,-79-55-1 0 0,107 62 1981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22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455 91 528 0 0,'-64'7'1494'0'0,"0"-3"0"0"0,-102-6 0 0 0,148-1-706 0 0,1-1 0 0 0,-1-1-1 0 0,0 0 1 0 0,1-1-1 0 0,-32-16 1 0 0,29 12 189 0 0,20 10-865 0 0,-2-9 2975 0 0,2 8-3066 0 0,-1 1 1 0 0,1-1-1 0 0,0 1 1 0 0,0-1-1 0 0,0 1 1 0 0,0-1-1 0 0,0 1 1 0 0,0-1-1 0 0,0 1 1 0 0,0-1-1 0 0,0 1 0 0 0,0-1 1 0 0,0 1-1 0 0,0-1 1 0 0,0 0-1 0 0,0 1 1 0 0,0 0-1 0 0,1-1 1 0 0,-1 1-1 0 0,0-1 1 0 0,0 1-1 0 0,1-1 1 0 0,-1 1-1 0 0,0-1 1 0 0,1 1-1 0 0,-1 0 1 0 0,0-1-1 0 0,1 1 1 0 0,-1-1-1 0 0,0 1 1 0 0,1 0-1 0 0,0-1 1 0 0,0 1 4 0 0,-1-1-99 0 0,0 0 9 0 0,1 0-1 0 0,0 0 0 0 0,-1 0 1 0 0,1 0-1 0 0,-1 0 1 0 0,1 0-1 0 0,0 0 1 0 0,0 1-1 0 0,0-1 1 0 0,-1 0-1 0 0,1 1 1 0 0,0-1-1 0 0,0 1 0 0 0,0-1 1 0 0,0 1-1 0 0,0-1 1 0 0,0 1-1 0 0,0-1 1 0 0,0 1-1 0 0,0 0 1 0 0,0 0-1 0 0,0-1 1 0 0,0 1-1 0 0,0 0 0 0 0,2 0 1 0 0,33-3-2574 0 0,-2 3-1253 0 0,45 2-1849 0 0,-67 0 5321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23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13 360 1444 0 0,'0'0'2474'0'0,"-12"-35"3717"0"0,12 28-6034 0 0,1 0 0 0 0,1 0 0 0 0,-1 0 0 0 0,1 0 0 0 0,1 0 0 0 0,-1 0 0 0 0,1 1 0 0 0,0-1 0 0 0,1 1 0 0 0,-1 0 0 0 0,1 0 0 0 0,7-9 0 0 0,6-5-265 0 0,0 1 1 0 0,23-18 0 0 0,-18 18-86 0 0,0 1 0 0 0,2 1 0 0 0,0 2 0 0 0,1 0 0 0 0,1 2 1 0 0,28-11-1 0 0,-39 17 100 0 0,0 2 0 0 0,1 0 0 0 0,0 1 1 0 0,0 0-1 0 0,0 1 0 0 0,0 1 1 0 0,1 0-1 0 0,-1 2 0 0 0,0 0 0 0 0,1 0 1 0 0,-1 2-1 0 0,17 3 0 0 0,-27-3 78 0 0,-1-1 0 0 0,1 1 0 0 0,-1 1 0 0 0,0-1 0 0 0,0 1 0 0 0,0 0-1 0 0,0 0 1 0 0,0 0 0 0 0,-1 1 0 0 0,1 0 0 0 0,-1 0 0 0 0,4 5 0 0 0,3 4 77 0 0,-2 1 1 0 0,15 26-1 0 0,-17-27 119 0 0,1 0 0 0 0,0-1 1 0 0,19 24-1 0 0,-21-32-110 0 0,0 1 0 0 0,0-1 1 0 0,1 0-1 0 0,-1 0 1 0 0,1-1-1 0 0,-1 0 1 0 0,1 0-1 0 0,0-1 0 0 0,1 0 1 0 0,-1 0-1 0 0,0 0 1 0 0,0-1-1 0 0,1 0 1 0 0,-1-1-1 0 0,1 1 0 0 0,-1-1 1 0 0,0-1-1 0 0,1 0 1 0 0,-1 0-1 0 0,9-2 0 0 0,20-5-106 0 0,1-1 0 0 0,59-25 0 0 0,-77 26-15 0 0,67-29-149 0 0,-63 25 129 0 0,0 1 0 0 0,1 1 1 0 0,1 1-1 0 0,-1 2 0 0 0,46-9 0 0 0,-65 16 107 0 0,1 1 0 0 0,-1-1 1 0 0,0 1-1 0 0,0 0 1 0 0,0 0-1 0 0,0 0 0 0 0,0 1 1 0 0,0 0-1 0 0,0 0 0 0 0,-1 0 1 0 0,1 1-1 0 0,-1-1 1 0 0,1 1-1 0 0,3 4 0 0 0,-2-3 112 0 0,-1-1-1 0 0,0 1 0 0 0,1-1 0 0 0,0 0 0 0 0,-1-1 1 0 0,1 1-1 0 0,0-1 0 0 0,1-1 0 0 0,8 3 1 0 0,10-4 33 0 0,0 0 1 0 0,0-2 0 0 0,0-1-1 0 0,-1-1 1 0 0,1-1 0 0 0,36-13 0 0 0,16-2-2469 0 0,-74 19 2057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26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0 355 176 0 0,'16'-66'4'0'0,"12"-4"0"0"0,1 1-4 0 0,3-4 0 0 0,4-4 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33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859 196 2224 0 0,'-46'-61'3368'0'0,"34"44"-2692"0"0,1 1 0 0 0,-2 1-1 0 0,-18-19 1 0 0,12 16 332 0 0,17 15-982 0 0,0 0 1 0 0,0 1 0 0 0,-1-1-1 0 0,1 1 1 0 0,-1-1-1 0 0,0 1 1 0 0,1 0 0 0 0,-1 0-1 0 0,0 0 1 0 0,0 0-1 0 0,0 1 1 0 0,-1-1 0 0 0,1 1-1 0 0,0 0 1 0 0,0 0-1 0 0,-1 0 1 0 0,1 0 0 0 0,-1 1-1 0 0,1-1 1 0 0,-1 1-1 0 0,1 0 1 0 0,0 0 0 0 0,-1 0-1 0 0,1 1 1 0 0,-1-1-1 0 0,1 1 1 0 0,-5 1 0 0 0,-34 8-108 0 0,0 1 0 0 0,1 3 1 0 0,1 1-1 0 0,1 2 1 0 0,0 2-1 0 0,-72 47 0 0 0,88-50 139 0 0,1 2 0 0 0,1 0 0 0 0,0 2 0 0 0,2 0 0 0 0,0 1 0 0 0,1 1-1 0 0,1 1 1 0 0,1 0 0 0 0,1 1 0 0 0,2 1 0 0 0,-19 43 0 0 0,21-36 11 0 0,2 0 0 0 0,1 0 0 0 0,1 1 1 0 0,2 0-1 0 0,1 0 0 0 0,2 0 0 0 0,1 1 1 0 0,2-1-1 0 0,1 0 0 0 0,1 1 1 0 0,2-1-1 0 0,2-1 0 0 0,0 1 0 0 0,3-1 1 0 0,0 0-1 0 0,2-1 0 0 0,2-1 0 0 0,17 30 1 0 0,-17-37-44 0 0,2-1 0 0 0,1-1 0 0 0,0 0 0 0 0,1-2 1 0 0,2 0-1 0 0,0-1 0 0 0,0-1 0 0 0,2-1 0 0 0,0 0 0 0 0,1-2 1 0 0,0-1-1 0 0,1-1 0 0 0,1 0 0 0 0,0-2 0 0 0,48 12 0 0 0,-48-16 60 0 0,0-1 0 0 0,0-2-1 0 0,1 0 1 0 0,-1-2-1 0 0,1-1 1 0 0,-1-1 0 0 0,1-1-1 0 0,-1-1 1 0 0,0-1 0 0 0,0-1-1 0 0,0-2 1 0 0,-1 0-1 0 0,0-2 1 0 0,0 0 0 0 0,-1-2-1 0 0,41-25 1 0 0,-38 19 62 0 0,-2-1 1 0 0,0-1-1 0 0,-1-2 0 0 0,-1 0 1 0 0,-1-1-1 0 0,-1-1 0 0 0,-1-1 0 0 0,31-51 1 0 0,-41 57-71 0 0,0 0 0 0 0,-1 0-1 0 0,0-1 1 0 0,-2 0 0 0 0,0 0 0 0 0,-1 0 0 0 0,-1-1 0 0 0,-1 0 0 0 0,-1 0-1 0 0,0 0 1 0 0,-2 0 0 0 0,0 0 0 0 0,-2 0 0 0 0,-5-33 0 0 0,-3 11 95 0 0,-3-1 0 0 0,-1 2 0 0 0,-2-1 0 0 0,-1 2 0 0 0,-3 0 0 0 0,-43-66 0 0 0,44 79-88 0 0,-1 0 0 0 0,-1 2 1 0 0,-1 1-1 0 0,-1 0 1 0 0,-1 2-1 0 0,-1 1 0 0 0,0 0 1 0 0,-2 2-1 0 0,-54-28 1 0 0,63 38-169 0 0,0 1 1 0 0,-1 1 0 0 0,0 1 0 0 0,0 1 0 0 0,0 0-1 0 0,-1 1 1 0 0,0 2 0 0 0,0 0 0 0 0,1 1-1 0 0,-1 0 1 0 0,0 2 0 0 0,0 1 0 0 0,0 0 0 0 0,0 1-1 0 0,-22 7 1 0 0,40-9 61 0 0,0 1 0 0 0,0-1 0 0 0,0 0 0 0 0,1 0 0 0 0,-1 1 0 0 0,0-1 0 0 0,1 1 0 0 0,-1-1 0 0 0,1 1 0 0 0,0 0 0 0 0,-1 0 0 0 0,1-1 0 0 0,0 1 0 0 0,0 0 0 0 0,0 0 0 0 0,0 0 0 0 0,0 0 0 0 0,1 0 0 0 0,-1 0 0 0 0,1 1 0 0 0,-1-1 0 0 0,1 4-1 0 0,-2 55-293 0 0,3-43-226 0 0,-1-17 298 0 0,1 0-89 0 0,1 0 1 0 0,-1 0-1 0 0,1 1 1 0 0,-1-1-1 0 0,0 0 1 0 0,0 1 0 0 0,0-1-1 0 0,0 1 1 0 0,0-1-1 0 0,0 1 1 0 0,0-1-1 0 0,0 1 1 0 0,0 0-1 0 0,-1-1 1 0 0,2 4 0 0 0,5 9-2493 0 0,-2-7 2180 0 0,1-1 1 0 0,0 0-1 0 0,0-1 1 0 0,0 1-1 0 0,0-1 0 0 0,1-1 1 0 0,0 1-1 0 0,0-1 1 0 0,13 5-1 0 0,-8-3 270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41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15 564 0 0,'0'0'125'0'0,"-40"-5"53"0"0,8-2-895 0 0,23 5 583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44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2667 767 956 0 0,'-9'-23'345'0'0,"-1"1"0"0"0,-1 0 0 0 0,-17-25 1 0 0,1 2-83 0 0,12 17-288 0 0,-1 0 1 0 0,-2 2 0 0 0,-1 0-1 0 0,-1 1 1 0 0,-1 1 0 0 0,-1 0 0 0 0,-1 2-1 0 0,-1 1 1 0 0,0 1 0 0 0,-2 1-1 0 0,-1 1 1 0 0,0 1 0 0 0,-1 2-1 0 0,0 1 1 0 0,-34-12 0 0 0,-29-4-784 0 0,-157-29 0 0 0,68 18 1348 0 0,-232-46 225 0 0,298 70-314 0 0,-190-3 0 0 0,253 21-418 0 0,0 3 0 0 0,1 2 0 0 0,0 2 0 0 0,0 3 1 0 0,1 1-1 0 0,0 3 0 0 0,2 2 0 0 0,-1 1 0 0 0,-48 29 1 0 0,63-29 251 0 0,1 2 0 0 0,1 1 0 0 0,0 1 0 0 0,2 2 0 0 0,1 1-1 0 0,-50 57 1 0 0,74-78-245 0 0,1 1 0 0 0,0 0-1 0 0,0 0 1 0 0,0 0 0 0 0,1 0-1 0 0,0 0 1 0 0,0 0-1 0 0,0 1 1 0 0,0-1 0 0 0,1 1-1 0 0,0 0 1 0 0,0-1-1 0 0,1 1 1 0 0,-1 0 0 0 0,2 9-1 0 0,0-5 11 0 0,1 0 0 0 0,0-1 0 0 0,1 1-1 0 0,0-1 1 0 0,0 1 0 0 0,1-1 0 0 0,0 0 0 0 0,8 12-1 0 0,9 8 54 0 0,1 0 0 0 0,1-2 0 0 0,50 48-1 0 0,-47-54-118 0 0,0 0 0 0 0,1-1 0 0 0,1-2 0 0 0,1 0 0 0 0,51 21 0 0 0,162 51-441 0 0,-239-89 450 0 0,779 222-2444 0 0,-207-123 2095 0 0,5-49 1197 0 0,-319-31-525 0 0,-74-2-291 0 0,-2 8-1 0 0,362 99 0 0 0,-227-23-355 0 0,534 144-2489 0 0,-228-153 3693 0 0,7-54 1959 0 0,-292-15-2144 0 0,-149-7-478 0 0,336-13-1 0 0,-400-16-138 0 0,142-31 0 0 0,-206 28 196 0 0,-1-2 1 0 0,-1-3-1 0 0,-1-3 0 0 0,68-35 0 0 0,-118 53-82 0 0,0-1-1 0 0,-1 0 1 0 0,0-1-1 0 0,-1 0 1 0 0,0-1-1 0 0,0 1 1 0 0,16-19-1 0 0,-23 23-121 0 0,1-1-1 0 0,-1 0 0 0 0,0 1 0 0 0,0-1 0 0 0,0 0 0 0 0,-1 0 0 0 0,0 0 0 0 0,1 0 0 0 0,-1-1 1 0 0,0 1-1 0 0,-1 0 0 0 0,1 0 0 0 0,-1-1 0 0 0,0 1 0 0 0,0 0 0 0 0,0-1 0 0 0,-1 1 1 0 0,1 0-1 0 0,-1 0 0 0 0,0-1 0 0 0,0 1 0 0 0,-1 0 0 0 0,1 0 0 0 0,-5-7 0 0 0,-1-1-7 0 0,0 0 0 0 0,-1 1-1 0 0,0 0 1 0 0,-1 0 0 0 0,0 1 0 0 0,-1 0-1 0 0,-20-16 1 0 0,-88-54 240 0 0,78 54-78 0 0,-446-253 1986 0 0,452 261-2198 0 0,-212-97-425 0 0,205 99 263 0 0,0 3 0 0 0,-1 1-1 0 0,0 2 1 0 0,-54-5 0 0 0,92 14 110 0 0,-1 1 0 0 0,0 0 1 0 0,0 0-1 0 0,0 0 0 0 0,0 0 0 0 0,0 1 1 0 0,0 0-1 0 0,-9 3 1011 0 0,-15-3-874 0 0,17 0-2548 0 0,-21 7-3777 0 0,0 9 3386 0 0,3 0 1414 0 0,18-12 1148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44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65 624 0 0,'-8'-7'104'0'0,"0"-1"-40"0"0,-4 1-52 0 0,4 0-60 0 0,-4-1-60 0 0,4 1-28 0 0,-4 0-4 0 0,0-1 0 0 0,-1 3 16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48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12 0 0,'0'0'-8'0'0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48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0 300 0 0,'4'0'-12'0'0,"4"2"-36"0"0,0 0-24 0 0,0 2-8 0 0,0-2 8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19:49.6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11853,'1497'22'0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19:59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2824 4096 0 0,'-6'-14'1124'0'0,"0"-1"0"0"0,1 0 0 0 0,0 0 0 0 0,1-1 0 0 0,-3-27-1 0 0,4 17 12 0 0,2 1 0 0 0,5-51 0 0 0,6 5-514 0 0,32-110 0 0 0,-28 130-659 0 0,69-246 255 0 0,124-290 1 0 0,-162 467-471 0 0,35-153 0 0 0,-71 243 152 0 0,3-17 90 0 0,-9 18-1725 0 0,1 27 4338 0 0,-4 1-2612 0 0,1 1 1 0 0,-1-1 0 0 0,0 0-1 0 0,1 0 1 0 0,-1 0-1 0 0,0 0 1 0 0,1 0 0 0 0,-1 0-1 0 0,1 0 1 0 0,-1 1-1 0 0,1-1 1 0 0,0 0 0 0 0,-1 0-1 0 0,1 1 1 0 0,0-1-1 0 0,0 0 1 0 0,-1 1 0 0 0,1-1-1 0 0,0 1 1 0 0,0-1-1 0 0,0 1 1 0 0,0-1 0 0 0,0 1-1 0 0,0 0 1 0 0,-1-1-1 0 0,1 1 1 0 0,0 0 0 0 0,2 0-1 0 0,35-5 56 0 0,-21 3 352 0 0,-15 0-340 0 0,1 0 1 0 0,-1-1-1 0 0,1 1 0 0 0,-1-1 0 0 0,0 1 0 0 0,0-1 1 0 0,0 0-1 0 0,0 0 0 0 0,-1 0 0 0 0,1 0 0 0 0,-1 0 1 0 0,0 0-1 0 0,1 0 0 0 0,-1 0 0 0 0,-1-1 0 0 0,1 1 1 0 0,0-4-1 0 0,6-16 83 0 0,9-30-153 0 0,-14 43-49 0 0,0 0 1 0 0,1-1-1 0 0,0 1 0 0 0,8-14 1 0 0,45-84-66 0 0,-41 81 212 0 0,1 0 0 0 0,21-24 1 0 0,8-13 148 0 0,-38 54-266 0 0,1 0-1 0 0,0 1 0 0 0,0 0 0 0 0,1 0 1 0 0,0 1-1 0 0,1 0 0 0 0,18-12 1 0 0,83-40-79 0 0,-79 44 97 0 0,87-36-236 0 0,157-48 1 0 0,-199 74 143 0 0,-31 9 154 0 0,-24 8-111 0 0,0 2 1 0 0,1 0-1 0 0,-1 1 1 0 0,28-3 0 0 0,-43 8 36 0 0,1 1 0 0 0,0 0 0 0 0,-1 0 0 0 0,1 1 1 0 0,0 0-1 0 0,-1 1 0 0 0,1-1 0 0 0,-1 1 0 0 0,0 1 1 0 0,1-1-1 0 0,-1 1 0 0 0,0 1 0 0 0,0-1 1 0 0,-1 1-1 0 0,1 1 0 0 0,9 7 0 0 0,3 5 13 0 0,-1 1 0 0 0,-1 1 0 0 0,-1 0 0 0 0,-1 1 0 0 0,-1 1 0 0 0,16 28 1 0 0,61 144-93 0 0,-69-141 96 0 0,41 75 137 0 0,5-2-1 0 0,5-4 1 0 0,94 119 0 0 0,200 299-102 0 0,-254-320 3 0 0,-86-157 10 0 0,3-2 0 0 0,2-2 0 0 0,44 60 0 0 0,-68-108 2 0 0,0 0 1 0 0,1 0-1 0 0,0-1 1 0 0,0 0-1 0 0,1 0 1 0 0,0-1-1 0 0,1 0 1 0 0,15 8-1 0 0,-18-12-6 0 0,0-1 0 0 0,0-1 0 0 0,0 1 0 0 0,0-1 0 0 0,1 0 0 0 0,-1-1-1 0 0,1 0 1 0 0,-1 0 0 0 0,1-1 0 0 0,-1 0 0 0 0,1-1 0 0 0,-1 1 0 0 0,15-5 0 0 0,10-3 13 0 0,0-3 0 0 0,-1 0 0 0 0,0-2 1 0 0,-1-1-1 0 0,-1-2 0 0 0,0-1 0 0 0,38-29 1 0 0,-4-3 35 0 0,115-115 0 0 0,-97 76-50 0 0,126-179-1 0 0,40-118-11 0 0,-32 46-229 0 0,-53 124-104 0 0,-131 178 210 0 0,3 2 0 0 0,1 1 0 0 0,57-42 0 0 0,-87 72 63 0 0,0 0 0 0 0,1 0 0 0 0,0 0 0 0 0,-1 1 0 0 0,2 0 0 0 0,-1 0 0 0 0,0 0 0 0 0,0 1 0 0 0,1 0 0 0 0,-1 1 0 0 0,1 0 0 0 0,0 0 0 0 0,-1 0 0 0 0,16 2 0 0 0,-12 1 16 0 0,-1 0 0 0 0,0 0 0 0 0,1 1 0 0 0,-1 1 0 0 0,0 0 0 0 0,-1 0 0 0 0,1 1 0 0 0,-1 0 0 0 0,15 10 0 0 0,7 11 136 0 0,-1 1-1 0 0,-2 1 1 0 0,0 1 0 0 0,35 50-1 0 0,-37-40-32 0 0,-1 0-1 0 0,25 56 0 0 0,-11-21-53 0 0,-13-23 29 0 0,26 41 67 0 0,-15-37-8 0 0,3-1 1 0 0,92 96-1 0 0,146 117 435 0 0,-251-240-503 0 0,2-2 0 0 0,1-2 0 0 0,0 0 0 0 0,2-2 0 0 0,0-2-1 0 0,1 0 1 0 0,52 19 0 0 0,-63-30-29 0 0,-1-2 0 0 0,1 0 0 0 0,0-1 0 0 0,1-2 1 0 0,-1 0-1 0 0,1-1 0 0 0,0-1 0 0 0,-1-2 0 0 0,1 0 0 0 0,-1-1 0 0 0,1-1 0 0 0,-1-1 0 0 0,40-13 0 0 0,-30 5-104 0 0,-1-2-1 0 0,0 0 0 0 0,-1-3 1 0 0,0 0-1 0 0,-2-2 1 0 0,0-1-1 0 0,-1-1 1 0 0,31-31-1 0 0,11-22-305 0 0,87-119-1 0 0,-95 114 403 0 0,63-67-173 0 0,272-245 1 0 0,-368 367 156 0 0,0 2 0 0 0,2 1 0 0 0,0 1 0 0 0,1 2 0 0 0,1 1 0 0 0,40-14 0 0 0,-67 29 47 0 0,0 0-1 0 0,-1 0 1 0 0,1 1 0 0 0,1-1-1 0 0,-1 1 1 0 0,0 1 0 0 0,0-1-1 0 0,0 1 1 0 0,9 0 0 0 0,-12 1-29 0 0,1 0 0 0 0,-1-1-1 0 0,0 1 1 0 0,1 0 0 0 0,-1 1 0 0 0,0-1 0 0 0,0 0 0 0 0,0 1 0 0 0,0-1-1 0 0,0 1 1 0 0,0 0 0 0 0,-1-1 0 0 0,1 1 0 0 0,0 0 0 0 0,-1 0 0 0 0,1 0-1 0 0,-1 0 1 0 0,0 1 0 0 0,0-1 0 0 0,0 0 0 0 0,0 0 0 0 0,1 4 0 0 0,6 10 61 0 0,0-1 1 0 0,1 0 0 0 0,12 16-1 0 0,22 39 242 0 0,-24-29-100 0 0,14 34 203 0 0,3-2-1 0 0,3-2 0 0 0,56 76 0 0 0,-86-136-234 0 0,1 0 1 0 0,0 0-1 0 0,1-1 0 0 0,1 0 0 0 0,-1-1 1 0 0,2 0-1 0 0,-1-1 0 0 0,1 0 0 0 0,18 7 1 0 0,-10-7 13 0 0,0 0 0 0 0,1-1 0 0 0,0-2 0 0 0,0 0 0 0 0,35 3 0 0 0,-8-6-63 0 0,-1-2 1 0 0,1-2 0 0 0,0-2 0 0 0,-1-3 0 0 0,49-12 0 0 0,-39 2-128 0 0,-1-2 0 0 0,0-3 0 0 0,58-33 0 0 0,17-6-91 0 0,279-108 73 0 0,-197 66 540 0 0,-157 75-242 0 0,-54 6-19459 0 0,-27-6 16490 0 0,16 20 1149 0 0,-3-3 742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05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2731 918 1788 0 0,'13'-93'4511'0'0,"-7"53"-4723"0"0,-2 0 1 0 0,-1 0-1 0 0,-3-1 1 0 0,-1 1-1 0 0,-12-76 1 0 0,9 103 250 0 0,-1-1 1 0 0,0 1-1 0 0,-1 0 1 0 0,-1 0-1 0 0,0 1 0 0 0,0 0 1 0 0,-2 0-1 0 0,1 1 1 0 0,-1 0-1 0 0,-1 0 1 0 0,0 1-1 0 0,0 0 0 0 0,-1 1 1 0 0,-1 0-1 0 0,1 1 1 0 0,-1 0-1 0 0,-16-7 1 0 0,-24-11 324 0 0,-2 2 1 0 0,-102-31 0 0 0,134 48-270 0 0,-534-134 1233 0 0,430 120-1029 0 0,-1 6 0 0 0,-189 1 0 0 0,252 16-215 0 0,0 2-1 0 0,0 4 1 0 0,1 2-1 0 0,0 3 1 0 0,1 2-1 0 0,1 4 1 0 0,-104 45-1 0 0,131-48-111 0 0,0 2 0 0 0,2 1 0 0 0,0 2-1 0 0,2 0 1 0 0,0 3 0 0 0,2 0 0 0 0,0 2 0 0 0,2 0 0 0 0,1 2-1 0 0,1 1 1 0 0,1 1 0 0 0,2 1 0 0 0,1 1 0 0 0,-24 53 0 0 0,19-26 71 0 0,3 1 0 0 0,3 2 1 0 0,2 0-1 0 0,3 0 1 0 0,3 2-1 0 0,2-1 1 0 0,4 1-1 0 0,2 1 1 0 0,3-1-1 0 0,16 126 1 0 0,-9-156-35 0 0,1 0 0 0 0,1-1 0 0 0,2 0 0 0 0,1-1 1 0 0,1 0-1 0 0,2-1 0 0 0,32 50 0 0 0,-20-43 34 0 0,2-1-1 0 0,1-1 1 0 0,2-1 0 0 0,1-2-1 0 0,41 31 1 0 0,2-9 137 0 0,2-2 0 0 0,2-5 0 0 0,2-2-1 0 0,2-5 1 0 0,104 36 0 0 0,-45-27 140 0 0,3-6 1 0 0,1-7-1 0 0,238 29 0 0 0,-190-48 61 0 0,0-8-1 0 0,260-21 1 0 0,-360 4-172 0 0,0-5 1 0 0,0-3-1 0 0,-2-5 0 0 0,0-4 0 0 0,-1-4 0 0 0,136-61 0 0 0,-176 62-87 0 0,-1-1 0 0 0,-1-3-1 0 0,-2-1 1 0 0,84-75 0 0 0,-98 74-45 0 0,-1-2 0 0 0,-2-1 1 0 0,-2-1-1 0 0,-1-1 0 0 0,-1-2 1 0 0,33-70-1 0 0,-43 73-20 0 0,-3-1 1 0 0,-1 0-1 0 0,-1 0 0 0 0,-3-1 1 0 0,-1-1-1 0 0,-1 0 1 0 0,-3 0-1 0 0,-1 0 0 0 0,-2 0 1 0 0,-2 0-1 0 0,-1 0 1 0 0,-2 0-1 0 0,-2 0 0 0 0,-16-54 1 0 0,8 46-67 0 0,-3 1 1 0 0,-1 1-1 0 0,-2 1 0 0 0,-3 1 1 0 0,-1 0-1 0 0,-2 2 1 0 0,-2 1-1 0 0,-2 1 1 0 0,-1 2-1 0 0,-2 1 0 0 0,-49-42 1 0 0,22 30-72 0 0,-3 3 0 0 0,-2 3 0 0 0,-1 2 0 0 0,-3 3 0 0 0,0 4 0 0 0,-3 2 0 0 0,0 4 0 0 0,-2 3 0 0 0,-86-18 0 0 0,16 14-238 0 0,-2 5 0 0 0,0 8 1 0 0,-280 4-1 0 0,323 14-873 0 0,-1 6 0 0 0,2 4 1 0 0,-1 4-1 0 0,-154 46 0 0 0,206-45 415 0 0,1 1 0 0 0,1 3 0 0 0,0 2-1 0 0,2 2 1 0 0,1 2 0 0 0,1 2 0 0 0,2 2 0 0 0,0 2 0 0 0,3 2 0 0 0,-60 64 0 0 0,56-48 305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20:27.2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9976,'1811'110'0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28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64 0 0,'0'0'-24'0'0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20:30.1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15658,'2126'40'0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10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99 231 1968 0 0,'0'-33'4213'0'0,"-4"-1"-1115"0"0,3 30-2882 0 0,1 0 1 0 0,-1 0-1 0 0,0 0 1 0 0,1 0-1 0 0,0 0 1 0 0,0-1-1 0 0,0 1 0 0 0,1 0 1 0 0,-1 0-1 0 0,1 0 1 0 0,0 0-1 0 0,2-6 0 0 0,-23 58-1484 0 0,1 0 1349 0 0,2 0 1 0 0,3 1-1 0 0,-11 62 1 0 0,24-109-77 0 0,1 0-1 0 0,-1 1 1 0 0,1-1 0 0 0,0 1 0 0 0,-1-1 0 0 0,1 1 0 0 0,0-1 0 0 0,1 0 0 0 0,-1 1-1 0 0,0-1 1 0 0,1 1 0 0 0,-1-1 0 0 0,1 1 0 0 0,0-1 0 0 0,0 0 0 0 0,0 0 0 0 0,0 1 0 0 0,0-1-1 0 0,0 0 1 0 0,1 0 0 0 0,-1 0 0 0 0,1 0 0 0 0,-1 0 0 0 0,1-1 0 0 0,0 1 0 0 0,-1 0-1 0 0,1-1 1 0 0,0 1 0 0 0,0-1 0 0 0,1 0 0 0 0,-1 1 0 0 0,0-1 0 0 0,0 0 0 0 0,0 0 0 0 0,1-1-1 0 0,-1 1 1 0 0,3 0 0 0 0,0 0-42 0 0,0-1 0 0 0,1 0 0 0 0,-1 0 0 0 0,0 0 0 0 0,0-1 1 0 0,0 0-1 0 0,0 0 0 0 0,1 0 0 0 0,-1 0 0 0 0,-1-1 0 0 0,1 0 0 0 0,0 0 0 0 0,0 0 0 0 0,-1-1 0 0 0,1 0 0 0 0,-1 0 0 0 0,4-3 0 0 0,4-3-10 0 0,-1-1 0 0 0,-1-1 0 0 0,0 1 1 0 0,0-2-1 0 0,-1 1 0 0 0,-1-1 0 0 0,0-1 0 0 0,0 1 0 0 0,-1-2 0 0 0,-1 1 0 0 0,0 0 0 0 0,-1-1 0 0 0,-1 0 0 0 0,0-1 0 0 0,0 1 0 0 0,-2 0 0 0 0,0-1 0 0 0,0 0 0 0 0,-2 1 0 0 0,0-1 0 0 0,0 0 0 0 0,-1 0 1 0 0,-1 1-1 0 0,-1-1 0 0 0,0 1 0 0 0,0 0 0 0 0,-2-1 0 0 0,-9-20 0 0 0,13 32 69 0 0,0 1 0 0 0,0-1 0 0 0,0 1 0 0 0,0-1 0 0 0,-1 1 0 0 0,1-1 0 0 0,-1 1 0 0 0,0 0 0 0 0,0 0 0 0 0,1-1 0 0 0,-1 1 0 0 0,-1 1 0 0 0,1-1 0 0 0,0 0 0 0 0,0 0 0 0 0,-1 1 0 0 0,1 0 0 0 0,-1-1 0 0 0,1 1 0 0 0,-1 0 0 0 0,0 0 0 0 0,1 0 0 0 0,-1 1 0 0 0,0-1 0 0 0,0 0 0 0 0,0 1 0 0 0,1 0 0 0 0,-1 0 0 0 0,0 0 0 0 0,0 0 0 0 0,0 0 0 0 0,0 1 0 0 0,-3 0 0 0 0,0 1-126 0 0,1 1 0 0 0,-1-1 0 0 0,1 2 0 0 0,-1-1 0 0 0,1 0 1 0 0,0 1-1 0 0,0 0 0 0 0,1 0 0 0 0,-1 0 0 0 0,1 1 0 0 0,0 0 0 0 0,0-1 1 0 0,0 1-1 0 0,-3 7 0 0 0,-2 4-608 0 0,0 1 0 0 0,1 0-1 0 0,1 0 1 0 0,0 1 0 0 0,1-1 0 0 0,1 2 0 0 0,1-1 0 0 0,1 0 0 0 0,0 1 0 0 0,0 28-1 0 0,3-25 288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26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121 219 1464 0 0,'-8'-13'621'0'0,"0"-1"1"0"0,0-1-1 0 0,2 1 0 0 0,0-1 0 0 0,0-1 1 0 0,1 1-1 0 0,1-1 0 0 0,1 1 1 0 0,0-1-1 0 0,0-19 0 0 0,1 24-680 0 0,-1-11-265 0 0,3 22 296 0 0,0 0 0 0 0,0 1 0 0 0,0-1 0 0 0,1 0-1 0 0,-1 0 1 0 0,0 0 0 0 0,0 0 0 0 0,0 0 0 0 0,0 1-1 0 0,0-1 1 0 0,0 0 0 0 0,1 0 0 0 0,-1 0 0 0 0,0 0-1 0 0,0 0 1 0 0,0 0 0 0 0,0 0 0 0 0,1 0-1 0 0,-1 0 1 0 0,0 0 0 0 0,6-4 7150 0 0,-16 11-17744 0 0,-29-1 7775 0 0,23-6 2283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41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13 595 1656 0 0,'1'-3'284'0'0,"1"0"-1"0"0,-1 0 0 0 0,0 0 1 0 0,0 0-1 0 0,0 0 0 0 0,0 0 1 0 0,-1 0-1 0 0,0-1 1 0 0,1 1-1 0 0,-1 0 0 0 0,0 0 1 0 0,0-1-1 0 0,-1 1 1 0 0,1 0-1 0 0,-1 0 0 0 0,0 0 1 0 0,-1-6-1 0 0,-2-18 1849 0 0,-8-29 1824 0 0,13 53-3889 0 0,0 0 1 0 0,0 1 0 0 0,0-1-1 0 0,0 1 1 0 0,1-1 0 0 0,-1 1-1 0 0,1-1 1 0 0,-1 1 0 0 0,1 0-1 0 0,0 0 1 0 0,0 0 0 0 0,4-3-1 0 0,12-19 214 0 0,-14 18-277 0 0,1-1 0 0 0,0 1-1 0 0,0 0 1 0 0,1 0-1 0 0,-1 1 1 0 0,1-1 0 0 0,1 1-1 0 0,10-6 1 0 0,6-4-73 0 0,1 1-1 0 0,0 2 1 0 0,1 0-1 0 0,1 2 1 0 0,50-14-1 0 0,69-32 502 0 0,319-31-644 0 0,-371 73 187 0 0,-38 9 64 0 0,1 2-1 0 0,58 6 1 0 0,-16-1 22 0 0,49-1-22 0 0,141-2 16 0 0,-175-3-46 0 0,499-39 175 0 0,-415 25 12 0 0,218 9-1 0 0,-75 4-23 0 0,491 11-198 0 0,-729-1 81 0 0,46 3 2 0 0,187-14 0 0 0,412-15 223 0 0,-594 22-245 0 0,-98 2-31 0 0,1 2-1 0 0,0 2 0 0 0,99 28 0 0 0,-127-25 45 0 0,-22-7-441 0 0,0-1 1 0 0,0 1 0 0 0,0-1-1 0 0,0-1 1 0 0,13 3 0 0 0,-53 21-5711 0 0,15-16 5059 0 0,-1-2 1 0 0,-1 0-1 0 0,1-1 1 0 0,-1-1-1 0 0,-30 3 1 0 0,19-6 587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09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4496 0 0,'2'-2'440'0'0,"0"0"0"0"0,-1 0 0 0 0,1 0-1 0 0,-1 0 1 0 0,1 0 0 0 0,-1-1 0 0 0,0 1-1 0 0,0 0 1 0 0,0-1 0 0 0,0 1 0 0 0,-1-1-1 0 0,1 1 1 0 0,-1-1 0 0 0,1 1 0 0 0,-1-1-1 0 0,0 0 1 0 0,0 1 0 0 0,0-1 0 0 0,-1-4-1 0 0,1 1 1693 0 0,20 20-2144 0 0,-4 17 15 0 0,-6-11-145 0 0,0 0-1 0 0,8 25 1 0 0,-11-22-142 0 0,1 0-1197 0 0,-1 1 0 0 0,4 31 0 0 0,-10-46 976 0 0,0-1 1 0 0,-1 1 0 0 0,0-1-1 0 0,0 1 1 0 0,-1 0 0 0 0,0-1 0 0 0,-1 1-1 0 0,0-1 1 0 0,0 0 0 0 0,-5 12-1 0 0,2-9-18 0 0,0 0 0 0 0,-1 0 0 0 0,0 0-1 0 0,0-1 1 0 0,-1 0 0 0 0,-15 17-1 0 0,1-7-89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09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46 3660 0 0,'0'0'114'0'0,"0"0"1"0"0,0 0-1 0 0,0 0 0 0 0,-1 1 0 0 0,1-1 0 0 0,0 0 0 0 0,0 0 0 0 0,0 0 1 0 0,0 0-1 0 0,0 0 0 0 0,0 1 0 0 0,0-1 0 0 0,0 0 0 0 0,0 0 0 0 0,0 0 0 0 0,0 0 1 0 0,0 1-1 0 0,0-1 0 0 0,0 0 0 0 0,0 0 0 0 0,0 0 0 0 0,0 0 0 0 0,0 1 0 0 0,0-1 1 0 0,0 0-1 0 0,0 0 0 0 0,0 0 0 0 0,0 0 0 0 0,0 1 0 0 0,0-1 0 0 0,0 0 1 0 0,1 0-1 0 0,-1 0 0 0 0,0 0 0 0 0,0 0 0 0 0,0 0 0 0 0,0 1 0 0 0,0-1 0 0 0,0 0 1 0 0,1 0-1 0 0,-1 0 0 0 0,0 0 0 0 0,0 0 0 0 0,0 0 0 0 0,0 0 0 0 0,0 0 1 0 0,1 0-1 0 0,-1 0 0 0 0,0 0 0 0 0,0 0 0 0 0,0 1 0 0 0,0-1 0 0 0,1 0 0 0 0,-1 0 1 0 0,0 0-1 0 0,0 0 0 0 0,0-1 0 0 0,0 1 0 0 0,1 0 0 0 0,21 0 2272 0 0,36-11-3192 0 0,-41 8 1220 0 0,7-1-540 0 0,43-9-1094 0 0,1 4 0 0 0,0 2 1 0 0,100 2-1 0 0,-165 5 1277 0 0,1 0 1 0 0,-1 1 0 0 0,0-1-1 0 0,1 1 1 0 0,-1-1-1 0 0,0 1 1 0 0,0 0 0 0 0,1 0-1 0 0,-1 0 1 0 0,0 1 0 0 0,0-1-1 0 0,0 1 1 0 0,4 3-1 0 0,-6-3 17 0 0,1-1 0 0 0,-1 1 0 0 0,0 0 0 0 0,-1 0 0 0 0,1 0 0 0 0,0 0 0 0 0,-1 0 0 0 0,1 0 0 0 0,-1 0 0 0 0,1 0 0 0 0,-1 0 0 0 0,0 0 0 0 0,0 0 0 0 0,0 1 0 0 0,0-1 0 0 0,0 0 0 0 0,-1 0 0 0 0,1 0-1 0 0,-1 0 1 0 0,1 0 0 0 0,-1 0 0 0 0,0 0 0 0 0,0 2 0 0 0,-72 185 2050 0 0,44-119-1961 0 0,-31 111-1 0 0,59-177-215 0 0,-7 44-231 0 0,7-46 160 0 0,1 0 1 0 0,0 1 0 0 0,0-1 0 0 0,0 0 0 0 0,0 0 0 0 0,1 0 0 0 0,-1 1 0 0 0,1-1-1 0 0,-1 0 1 0 0,1 0 0 0 0,0 0 0 0 0,0 0 0 0 0,0 0 0 0 0,0 0 0 0 0,0 0 0 0 0,0 0-1 0 0,0-1 1 0 0,3 3 0 0 0,-1-4-188 0 0,0-1-1 0 0,0 1 0 0 0,0-1 1 0 0,0 0-1 0 0,0 0 0 0 0,0 0 1 0 0,0-1-1 0 0,-1 1 0 0 0,1-1 1 0 0,3-2-1 0 0,-5 4 132 0 0,24-17-912 0 0,0-1 0 0 0,-1-1 0 0 0,0-1 0 0 0,20-25 0 0 0,-16 18 606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09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97 117 4024 0 0,'14'-18'1144'0'0,"-8"12"3925"0"0,-5 22-2291 0 0,-1-9-3082 0 0,-1-4 328 0 0,1-1 1 0 0,0 1-1 0 0,1 0 1 0 0,-1-1-1 0 0,0 1 1 0 0,1-1-1 0 0,0 1 1 0 0,-1-1-1 0 0,1 1 1 0 0,0-1-1 0 0,0 0 1 0 0,0 1-1 0 0,1-1 1 0 0,-1 0-1 0 0,1 0 1 0 0,-1 0-1 0 0,1 0 1 0 0,0 0-1 0 0,-1 0 1 0 0,1 0-1 0 0,3 2 1 0 0,-1-2 2 0 0,1 0 1 0 0,-1 0-1 0 0,0 0 1 0 0,1 0-1 0 0,-1-1 1 0 0,1 0 0 0 0,0 0-1 0 0,-1 0 1 0 0,1 0-1 0 0,9-1 1 0 0,11-1-18 0 0,-1-1 1 0 0,0-2-1 0 0,40-10 0 0 0,-53 11-43 0 0,42-13-153 0 0,-2-2 0 0 0,94-48 0 0 0,-57 24-58 0 0,-81 39 169 0 0,0 0 0 0 0,0 0 0 0 0,0 1 0 0 0,0 0 0 0 0,11-2 0 0 0,-16 4 82 0 0,-1 0 0 0 0,1 0-1 0 0,-1 0 1 0 0,0 0 0 0 0,1 0 0 0 0,-1 0 0 0 0,0 0 0 0 0,1 1 0 0 0,-1-1 0 0 0,0 0 0 0 0,1 1 0 0 0,-1-1 0 0 0,0 1 0 0 0,0-1 0 0 0,0 1 0 0 0,1 0 0 0 0,-1 0 0 0 0,0-1 0 0 0,0 1 0 0 0,0 0-1 0 0,0 0 1 0 0,0 0 0 0 0,0 0 0 0 0,-1 0 0 0 0,1 0 0 0 0,0 0 0 0 0,0 1 0 0 0,-1-1 0 0 0,1 0 0 0 0,-1 0 0 0 0,1 0 0 0 0,-1 1 0 0 0,1-1 0 0 0,-1 0 0 0 0,0 1 0 0 0,0-1 0 0 0,1 2-1 0 0,5 50 517 0 0,-1 1 0 0 0,-3-1-1 0 0,-2 1 1 0 0,-9 72-1 0 0,-49 215-132 0 0,30-198-198 0 0,-158 604 126 0 0,186-747-318 0 0,-42 145 45 0 0,-95 222 0 0 0,122-333-24 0 0,-21 44 157 0 0,33-73-176 0 0,1-1-1 0 0,-1 0 1 0 0,0 0 0 0 0,0 0-1 0 0,0 0 1 0 0,0-1 0 0 0,-1 1-1 0 0,1-1 1 0 0,-1 0 0 0 0,0 0-1 0 0,0 0 1 0 0,0-1 0 0 0,-9 5 0 0 0,12-7-31 0 0,-1 0 0 0 0,0 0 0 0 0,0 0 0 0 0,0 0 1 0 0,0 0-1 0 0,1 0 0 0 0,-1 0 0 0 0,0-1 1 0 0,0 1-1 0 0,1 0 0 0 0,-1-1 0 0 0,0 0 0 0 0,0 1 1 0 0,1-1-1 0 0,-1 0 0 0 0,1 0 0 0 0,-1 0 0 0 0,1 0 1 0 0,-1 0-1 0 0,1 0 0 0 0,-1-1 0 0 0,1 1 1 0 0,0 0-1 0 0,0-1 0 0 0,0 1 0 0 0,0-1 0 0 0,0 1 1 0 0,0-1-1 0 0,-1-2 0 0 0,-25-55-1299 0 0,24 52 1087 0 0,-24-78-2971 0 0,4-2 0 0 0,-18-136 0 0 0,11 58 874 0 0,18 94 1579 0 0,0-1 115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0.1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444 0 2680 0 0,'0'0'1424'0'0,"1"10"2376"0"0,-1 18-2382 0 0,-85 530 3317 0 0,53-413-4406 0 0,-90 253 0 0 0,32-192-2511 0 0,14-78-3553 0 0,55-105 2912 0 0,21-23 2762 0 0,-1 0 1 0 0,1 0 0 0 0,-1 1-1 0 0,1-1 1 0 0,-1 0 0 0 0,1 0-1 0 0,-1 0 1 0 0,1 0 0 0 0,-1 1-1 0 0,1-1 1 0 0,-1 0-1 0 0,1 0 1 0 0,-1 0 0 0 0,1 0-1 0 0,-1 0 1 0 0,1 0 0 0 0,-1 0-1 0 0,1 0 1 0 0,-1-1 0 0 0,1 1-1 0 0,-1 0 1 0 0,1 0 0 0 0,-1 0-1 0 0,1-1 1 0 0,-1 1-1 0 0,1 0 1 0 0,0 0 0 0 0,-1-1-1 0 0,1 1 1 0 0,-1 0 0 0 0,1-1-1 0 0,0 1 1 0 0,-1 0 0 0 0,1-1-1 0 0,0 1 1 0 0,-1-1 0 0 0,1 1-1 0 0,0 0 1 0 0,0-1-1 0 0,-1 1 1 0 0,1-1 0 0 0,0 1-1 0 0,0-1 1 0 0,0 1 0 0 0,0-1-1 0 0,0 1 1 0 0,0-1 0 0 0,-1 1-1 0 0,1-1 1 0 0,0 1 0 0 0,0-1-1 0 0,1 1 1 0 0,-1-1-1 0 0,0 1 1 0 0,0-2 0 0 0,-1-12-371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0.2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0 350 2924 0 0,'15'-5'2059'0'0,"0"0"0"0"0,25-12 0 0 0,32-11 178 0 0,8 10-2286 0 0,79-22-228 0 0,-137 33-525 0 0,0-1 0 0 0,0-1 1 0 0,-1-1-1 0 0,34-21 0 0 0,-49 26 482 0 0,0 0 0 0 0,-1-1 0 0 0,0 1 0 0 0,0-1 0 0 0,-1 0 0 0 0,1-1 0 0 0,-1 1 0 0 0,-1-1-1 0 0,1 0 1 0 0,-1 0 0 0 0,0 0 0 0 0,-1 0 0 0 0,0-1 0 0 0,0 1 0 0 0,0-1 0 0 0,-1 1 0 0 0,0-1 0 0 0,-1 1 0 0 0,0-1-1 0 0,-1-11 1 0 0,1 0 55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0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436 10 2180 0 0,'-7'-2'556'0'0,"-1"0"0"0"0,1 0 0 0 0,-1 1 0 0 0,0 0 0 0 0,1 0 0 0 0,-1 1 0 0 0,0 0 0 0 0,-11 1 0 0 0,17-1-488 0 0,1 1 1 0 0,-1-1-1 0 0,0 1 0 0 0,0-1 0 0 0,0 1 1 0 0,1 0-1 0 0,-1 0 0 0 0,0 0 0 0 0,1 0 1 0 0,-1 0-1 0 0,1 0 0 0 0,-1 1 0 0 0,1-1 0 0 0,0 0 1 0 0,-1 1-1 0 0,1-1 0 0 0,0 1 0 0 0,0-1 1 0 0,0 1-1 0 0,0 0 0 0 0,0-1 0 0 0,0 1 1 0 0,1 0-1 0 0,-1 0 0 0 0,0-1 0 0 0,1 1 1 0 0,0 0-1 0 0,-1 0 0 0 0,1 0 0 0 0,0 0 0 0 0,0 0 1 0 0,0 0-1 0 0,0 0 0 0 0,0 0 0 0 0,0-1 1 0 0,1 1-1 0 0,-1 0 0 0 0,1 0 0 0 0,1 3 1 0 0,0 6 118 0 0,5 22 286 0 0,-1 2 0 0 0,1 35 0 0 0,-7-58-434 0 0,-1 0 0 0 0,1 0 0 0 0,-2 0 0 0 0,0-1 0 0 0,0 1 0 0 0,-1-1 0 0 0,0 1 0 0 0,-1-1 0 0 0,-10 21 0 0 0,-114 172 828 0 0,86-143-547 0 0,2 2-1 0 0,-36 80 1 0 0,70-131-294 0 0,1 1 0 0 0,1 0 0 0 0,0 0 0 0 0,1 0 0 0 0,0 0 0 0 0,1 1 0 0 0,1-1 0 0 0,0 1 0 0 0,2 27 0 0 0,-1-37-12 0 0,1 0 1 0 0,0 0 0 0 0,0 0 0 0 0,0 1-1 0 0,0-1 1 0 0,1 0 0 0 0,-1 0-1 0 0,1-1 1 0 0,0 1 0 0 0,0 0 0 0 0,1-1-1 0 0,-1 1 1 0 0,1-1 0 0 0,0 1-1 0 0,-1-1 1 0 0,2 0 0 0 0,-1 0 0 0 0,0-1-1 0 0,0 1 1 0 0,1-1 0 0 0,0 1-1 0 0,-1-1 1 0 0,1 0 0 0 0,0-1 0 0 0,0 1-1 0 0,0 0 1 0 0,0-1 0 0 0,0 0-1 0 0,0 0 1 0 0,1-1 0 0 0,-1 1 0 0 0,0-1-1 0 0,0 0 1 0 0,8 0 0 0 0,-2 0-34 0 0,-1-1-1 0 0,1 0 1 0 0,-1 0 0 0 0,1-1 0 0 0,-1 0 0 0 0,0 0 0 0 0,0-1 0 0 0,0-1 0 0 0,0 1 0 0 0,0-1 0 0 0,-1-1 0 0 0,15-9 0 0 0,-18 10-14 0 0,0-1 1 0 0,0 1 0 0 0,-1-1-1 0 0,1 1 1 0 0,-1-1 0 0 0,0 0-1 0 0,-1-1 1 0 0,1 1 0 0 0,-1-1-1 0 0,0 0 1 0 0,-1 1 0 0 0,1-1-1 0 0,-1 0 1 0 0,0-1 0 0 0,0 1-1 0 0,-1 0 1 0 0,0-1 0 0 0,0 1-1 0 0,0-11 1 0 0,-1 11-6 0 0,-1-1 0 0 0,1 0 1 0 0,-1 1-1 0 0,0-1 0 0 0,0 1 0 0 0,-1-1 0 0 0,0 1 0 0 0,0 0 1 0 0,-1 0-1 0 0,1 0 0 0 0,-1 0 0 0 0,-1 0 0 0 0,1 0 1 0 0,-1 1-1 0 0,0 0 0 0 0,0 0 0 0 0,-1 0 0 0 0,1 0 1 0 0,-1 0-1 0 0,-10-6 0 0 0,9 7-175 0 0,-1 0-1 0 0,0 1 1 0 0,1 0-1 0 0,-1 0 1 0 0,-1 0-1 0 0,1 1 1 0 0,0 1-1 0 0,0-1 1 0 0,-1 1-1 0 0,1 0 1 0 0,-1 1-1 0 0,1-1 0 0 0,-1 2 1 0 0,1-1-1 0 0,-1 1 1 0 0,1 0-1 0 0,0 0 1 0 0,-11 4-1 0 0,-13 4-2686 0 0,30-9 1937 0 0,22 22-2301 0 0,11-13 2156 0 0,-13-5 714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1.5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90 4096 0 0,'5'-18'1223'0'0,"-3"15"-887"0"0,0-1 1 0 0,-1 1 0 0 0,0-1-1 0 0,1 0 1 0 0,-2 0 0 0 0,1 0-1 0 0,0 1 1 0 0,-1-1 0 0 0,1 0-1 0 0,-1 0 1 0 0,0 0-1 0 0,-1 0 1 0 0,1 0 0 0 0,-1 0-1 0 0,0 0 1 0 0,-1-4 0 0 0,1 8-331 0 0,1-1 0 0 0,-1 1 1 0 0,0 0-1 0 0,0 0 1 0 0,0-1-1 0 0,0 1 0 0 0,0 0 1 0 0,0 0-1 0 0,0 0 0 0 0,1 0 1 0 0,-1 0-1 0 0,0 0 1 0 0,0 0-1 0 0,0 0 0 0 0,0 1 1 0 0,0-1-1 0 0,0 0 1 0 0,0 0-1 0 0,1 1 0 0 0,-1-1 1 0 0,0 1-1 0 0,0-1 0 0 0,0 0 1 0 0,1 1-1 0 0,-1 0 1 0 0,0-1-1 0 0,1 1 0 0 0,-1-1 1 0 0,0 1-1 0 0,1 0 0 0 0,-2 1 1 0 0,-23 21-119 0 0,4-1 258 0 0,1 1 1 0 0,1 1-1 0 0,-29 49 1 0 0,42-64-107 0 0,1 0 0 0 0,0 1 0 0 0,1 0 1 0 0,0 0-1 0 0,1 1 0 0 0,0-1 0 0 0,0 1 1 0 0,1-1-1 0 0,1 1 0 0 0,0 0 0 0 0,0 0 0 0 0,1-1 1 0 0,0 1-1 0 0,3 15 0 0 0,-2-22-20 0 0,1 1 0 0 0,-1-1 0 0 0,1 0 0 0 0,1 0 0 0 0,-1-1 0 0 0,0 1 0 0 0,1 0 0 0 0,0-1 0 0 0,0 1 0 0 0,0-1 0 0 0,0 0 0 0 0,0 0 0 0 0,1 0 0 0 0,-1-1 1 0 0,1 1-1 0 0,0-1 0 0 0,0 0 0 0 0,0 0 0 0 0,0 0 0 0 0,0 0 0 0 0,0-1 0 0 0,0 0 0 0 0,1 0 0 0 0,7 1 0 0 0,8 2 2 0 0,0-2 0 0 0,0 0 0 0 0,0-1 0 0 0,22-3 1 0 0,3-3-56 0 0,0-2 1 0 0,-1-2 0 0 0,1-2-1 0 0,-2-2 1 0 0,0-2 0 0 0,0-2-1 0 0,-2-1 1 0 0,65-40 0 0 0,-78 46 438 0 0,-27 16-5 0 0,-14 10-261 0 0,-59 47-281 0 0,-154 101 0 0 0,-96 24-2982 0 0,249-145 2342 0 0,62-36 677 0 0,0 1 1 0 0,0 1-1 0 0,1 0 0 0 0,0 1 0 0 0,-17 15 1 0 0,27-23 108 0 0,0 1 0 0 0,0-1 0 0 0,-1 0 0 0 0,1 0 0 0 0,0 1 0 0 0,0-1 0 0 0,-1 0 0 0 0,1 0 0 0 0,0 1 0 0 0,0-1 0 0 0,0 0 0 0 0,0 1 0 0 0,-1-1 0 0 0,1 0 0 0 0,0 1 0 0 0,0-1 0 0 0,0 0 0 0 0,0 1 0 0 0,0-1 0 0 0,0 0 0 0 0,0 1 0 0 0,0-1 0 0 0,0 0 0 0 0,0 1 0 0 0,0-1 0 0 0,0 0 1 0 0,0 1-1 0 0,0-1 0 0 0,0 0 0 0 0,0 1 0 0 0,0-1 0 0 0,1 0 0 0 0,-1 1 0 0 0,0-1 0 0 0,0 0 0 0 0,0 1 0 0 0,1-1 0 0 0,14 5 142 0 0,18-6 46 0 0,11-6 19 0 0,0-3 0 0 0,0-2 0 0 0,-2-1 0 0 0,1-3 0 0 0,-2-1 0 0 0,75-43 0 0 0,-103 53-94 0 0,-6 3-17 0 0,0 1-1 0 0,-1-2 0 0 0,1 1 1 0 0,-1-1-1 0 0,9-8 0 0 0,-15 12-32 0 0,-37 7 13 0 0,0 6-107 0 0,0 1-1 0 0,1 2 1 0 0,1 2 0 0 0,0 1-1 0 0,2 1 1 0 0,0 2 0 0 0,-47 39-1 0 0,75-55-20 0 0,-1 0-1 0 0,0 0 0 0 0,1 1 0 0 0,0 0 0 0 0,0 0 1 0 0,1 0-1 0 0,0 0 0 0 0,0 1 0 0 0,-6 12 1 0 0,9-17 30 0 0,1 0 1 0 0,-1 0-1 0 0,1 1 1 0 0,-1-1 0 0 0,1 0-1 0 0,0 0 1 0 0,0 1-1 0 0,0-1 1 0 0,0 0-1 0 0,0 1 1 0 0,0-1 0 0 0,1 0-1 0 0,-1 1 1 0 0,1-1-1 0 0,-1 0 1 0 0,1 0 0 0 0,0 0-1 0 0,0 0 1 0 0,0 0-1 0 0,0 0 1 0 0,0 0 0 0 0,1 0-1 0 0,-1 0 1 0 0,1 0-1 0 0,-1 0 1 0 0,1-1 0 0 0,-1 1-1 0 0,1-1 1 0 0,0 1-1 0 0,0-1 1 0 0,0 0 0 0 0,0 0-1 0 0,0 0 1 0 0,0 0-1 0 0,0 0 1 0 0,4 1 0 0 0,15 5 104 0 0,1 0 0 0 0,0-2 1 0 0,0-1-1 0 0,0 0 0 0 0,0-2 1 0 0,1 0-1 0 0,41-3 0 0 0,-35 0 430 0 0,-28 1 327 0 0,-30 13 9 0 0,18-7-736 0 0,-50 24 60 0 0,56-27-210 0 0,0 0 0 0 0,0 0 1 0 0,1 0-1 0 0,-1 0 0 0 0,1 1 0 0 0,0 0 1 0 0,0 0-1 0 0,1 0 0 0 0,-6 8 0 0 0,9-11 21 0 0,-1-1 1 0 0,1 1-1 0 0,0 0 0 0 0,-1 0 0 0 0,1 0 0 0 0,0-1 0 0 0,0 1 1 0 0,-1 0-1 0 0,1 0 0 0 0,0 0 0 0 0,0 0 0 0 0,0 0 1 0 0,0 0-1 0 0,0-1 0 0 0,0 1 0 0 0,1 0 0 0 0,-1 0 1 0 0,0 0-1 0 0,0 0 0 0 0,1 0 0 0 0,-1-1 0 0 0,0 1 0 0 0,1 0 1 0 0,-1 0-1 0 0,1 1 0 0 0,23 16-123 0 0,38 5 44 0 0,-53-20 57 0 0,13 3-12 0 0,-14-4 56 0 0,1 1 0 0 0,-1-1 0 0 0,0 2 0 0 0,15 7-1 0 0,-21-10 30 0 0,-1 0-1 0 0,1 0 0 0 0,-1 0 0 0 0,1 0 1 0 0,-1 0-1 0 0,0 1 0 0 0,1-1 0 0 0,-1 1 1 0 0,0-1-1 0 0,0 1 0 0 0,0-1 0 0 0,0 1 1 0 0,0 0-1 0 0,-1-1 0 0 0,1 1 0 0 0,0 0 1 0 0,-1 0-1 0 0,1-1 0 0 0,-1 1 0 0 0,0 0 1 0 0,1 0-1 0 0,-1 0 0 0 0,0 0 0 0 0,0 0 1 0 0,0-1-1 0 0,-1 1 0 0 0,0 4 0 0 0,-16 61 1078 0 0,12-52-1044 0 0,1-1 0 0 0,0 1-1 0 0,1 0 1 0 0,1 0 0 0 0,0 1 0 0 0,1-1-1 0 0,2 30 1 0 0,1-36-74 0 0,1 0-1 0 0,0 0 1 0 0,1 0-1 0 0,0 0 1 0 0,0 0-1 0 0,1-1 1 0 0,0 0-1 0 0,1 0 1 0 0,0 0-1 0 0,12 12 1 0 0,6 11 47 0 0,-22-29-25 0 0,-1 0-1 0 0,0 1 0 0 0,1-1 1 0 0,-1 0-1 0 0,-1 1 1 0 0,1-1-1 0 0,0 1 1 0 0,-1-1-1 0 0,1 1 1 0 0,-1 0-1 0 0,1-1 0 0 0,-1 1 1 0 0,0-1-1 0 0,0 1 1 0 0,-1 0-1 0 0,1-1 1 0 0,0 1-1 0 0,-1-1 1 0 0,0 1-1 0 0,0-1 0 0 0,1 1 1 0 0,-1-1-1 0 0,0 1 1 0 0,-1-1-1 0 0,1 0 1 0 0,0 0-1 0 0,-1 1 1 0 0,1-1-1 0 0,-1 0 0 0 0,0 0 1 0 0,0-1-1 0 0,0 1 1 0 0,-3 2-1 0 0,-8 8 91 0 0,-1-1 0 0 0,0 0 0 0 0,-27 14 0 0 0,33-20-87 0 0,-187 105-1899 0 0,61-45-6308 0 0,120-61 7079 0 0,9-3-3238 0 0,11-9 3639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2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405 300 4052 0 0,'33'-31'2921'0'0,"50"-59"-1"0"0,-59 61-1620 0 0,1 1 0 0 0,1 2-1 0 0,41-33 1 0 0,-59 54-1323 0 0,0 0-1 0 0,1 1 1 0 0,0 0-1 0 0,0 0 1 0 0,0 1-1 0 0,0 0 1 0 0,1 1-1 0 0,-1 0 1 0 0,1 0-1 0 0,-1 1 1 0 0,19 0-1 0 0,-25 0-25 0 0,1 1 0 0 0,-1 0 0 0 0,0 0-1 0 0,0 1 1 0 0,1-1 0 0 0,-1 1 0 0 0,0-1 0 0 0,0 1-1 0 0,0 0 1 0 0,0 0 0 0 0,0 1 0 0 0,0-1 0 0 0,0 1-1 0 0,0-1 1 0 0,0 1 0 0 0,-1 0 0 0 0,1 0 0 0 0,0 0-1 0 0,-1 0 1 0 0,0 1 0 0 0,0-1 0 0 0,1 1 0 0 0,-2-1-1 0 0,1 1 1 0 0,0 0 0 0 0,0 0 0 0 0,-1 0 0 0 0,1 0-1 0 0,-1 0 1 0 0,0 0 0 0 0,0 0 0 0 0,0 0 0 0 0,-1 0-1 0 0,1 1 1 0 0,-1-1 0 0 0,1 0 0 0 0,-1 5 0 0 0,-2 7-242 0 0,0 0 0 0 0,0-1 0 0 0,-2 1 0 0 0,1-1 0 0 0,-2 0 0 0 0,0 0 0 0 0,-1 0 1 0 0,0-1-1 0 0,-1 1 0 0 0,0-2 0 0 0,-1 1 0 0 0,-1-1 0 0 0,0 0 0 0 0,-13 12 1 0 0,-14 14-529 0 0,-1-1 1 0 0,-71 51 0 0 0,7-18 599 0 0,-213 108 0 0 0,269-155 408 0 0,38-19-155 0 0,-46 28 267 0 0,51-31-284 0 0,0 0 1 0 0,1 0 0 0 0,-1 0 0 0 0,0 1 0 0 0,1-1 0 0 0,-1 0 0 0 0,1 1 0 0 0,0-1-1 0 0,0 1 1 0 0,-1 0 0 0 0,1-1 0 0 0,0 1 0 0 0,0 0 0 0 0,0-1 0 0 0,1 1 0 0 0,-1 0-1 0 0,0 0 1 0 0,1 0 0 0 0,-1 0 0 0 0,1 0 0 0 0,-1 0 0 0 0,1 0 0 0 0,0 0 0 0 0,0 0-1 0 0,0 3 1 0 0,1-3-3 0 0,0-1 0 0 0,0 0 0 0 0,0 1-1 0 0,0-1 1 0 0,1 0 0 0 0,-1 1 0 0 0,0-1 0 0 0,1 0-1 0 0,-1 0 1 0 0,0 0 0 0 0,1 0 0 0 0,-1 0 0 0 0,1 0-1 0 0,0 0 1 0 0,-1-1 0 0 0,1 1 0 0 0,0-1-1 0 0,-1 1 1 0 0,1-1 0 0 0,0 0 0 0 0,0 1 0 0 0,-1-1-1 0 0,4 0 1 0 0,45 0 790 0 0,-42-1-591 0 0,58-9 1243 0 0,-55 7-1085 0 0,0 0 1 0 0,0 1-1 0 0,0 1 1 0 0,1 0-1 0 0,-1 1 1 0 0,21 1-1 0 0,-31-1-339 0 0,0 0 0 0 0,0 0 1 0 0,0 1-1 0 0,-1-1 0 0 0,1 0 0 0 0,0 0 0 0 0,0 1 0 0 0,0-1 1 0 0,0 0-1 0 0,-1 1 0 0 0,1-1 0 0 0,0 1 0 0 0,-1-1 0 0 0,1 1 0 0 0,0 0 1 0 0,-1-1-1 0 0,1 1 0 0 0,-1 0 0 0 0,1-1 0 0 0,-1 1 0 0 0,1 0 1 0 0,-1 0-1 0 0,1-1 0 0 0,-1 1 0 0 0,0 0 0 0 0,1 0 0 0 0,-1 0 0 0 0,0-1 1 0 0,0 2-1 0 0,-5 30 406 0 0,0-22-357 0 0,1-1-1 0 0,-2 1 1 0 0,1-1 0 0 0,-9 10 0 0 0,-113 115 487 0 0,87-96-1090 0 0,-64 79 0 0 0,102-114 445 0 0,0-1 1 0 0,0 0-1 0 0,1 0 0 0 0,-1 1 0 0 0,1-1 1 0 0,-1 1-1 0 0,1-1 0 0 0,0 1 0 0 0,0 0 1 0 0,0-1-1 0 0,0 1 0 0 0,1 0 0 0 0,-1 0 1 0 0,1 0-1 0 0,-1 0 0 0 0,1-1 0 0 0,0 1 1 0 0,0 0-1 0 0,1 0 0 0 0,0 3 0 0 0,0-4 15 0 0,0 0 0 0 0,0 0-1 0 0,1 0 1 0 0,-1-1-1 0 0,1 1 1 0 0,-1-1-1 0 0,1 1 1 0 0,0-1-1 0 0,0 0 1 0 0,0 1 0 0 0,-1-1-1 0 0,1 0 1 0 0,0 0-1 0 0,0 0 1 0 0,1-1-1 0 0,-1 1 1 0 0,0 0-1 0 0,0-1 1 0 0,0 1 0 0 0,0-1-1 0 0,1 0 1 0 0,-1 0-1 0 0,0 0 1 0 0,0 0-1 0 0,4-1 1 0 0,99-8-187 0 0,-84 6 537 0 0,0 0 1 0 0,0 1 0 0 0,0 1 0 0 0,1 1 0 0 0,-1 1-1 0 0,32 6 1 0 0,-50-7-213 0 0,0 1 1 0 0,-1 0-1 0 0,0-1 1 0 0,1 1-1 0 0,-1 0 0 0 0,1 0 1 0 0,-1 1-1 0 0,0-1 1 0 0,0 0-1 0 0,0 1 0 0 0,1-1 1 0 0,-1 1-1 0 0,-1 0 0 0 0,1 0 1 0 0,0-1-1 0 0,0 1 1 0 0,-1 1-1 0 0,1-1 0 0 0,-1 0 1 0 0,0 0-1 0 0,1 0 0 0 0,-1 1 1 0 0,1 2-1 0 0,-2-1-5 0 0,1 1 0 0 0,0-1 1 0 0,-1 1-1 0 0,0-1 0 0 0,0 1 0 0 0,-1 0 0 0 0,1-1 0 0 0,-1 1 0 0 0,0-1 1 0 0,0 0-1 0 0,0 1 0 0 0,-3 4 0 0 0,-3 8 20 0 0,-1-1 0 0 0,-1 0 0 0 0,0-1 0 0 0,-1 0 0 0 0,-19 22-1 0 0,14-21-280 0 0,-2 0 0 0 0,1 0 1 0 0,-2-2-1 0 0,0 0 0 0 0,0-1 0 0 0,-40 20 0 0 0,57-33-478 0 0,29-44-5776 0 0,-5 12 4487 0 0,1 1 1 0 0,45-44-1 0 0,-40 45 1343 0 0,-1-1 206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2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1000 0 0,'2'-3'578'0'0,"1"1"0"0"0,0-1 0 0 0,0 1 0 0 0,0-1 0 0 0,0 1 1 0 0,0 0-1 0 0,1 0 0 0 0,-1 0 0 0 0,1 0 0 0 0,0 1 0 0 0,-1-1 0 0 0,5 0 0 0 0,-6 2-217 0 0,0 0 0 0 0,0 0-1 0 0,0 0 1 0 0,0 1 0 0 0,0-1-1 0 0,0 0 1 0 0,0 1 0 0 0,0 0-1 0 0,0-1 1 0 0,0 1 0 0 0,0 0 0 0 0,2 1-1 0 0,19 14-933 0 0,26 34 1197 0 0,-43-44-1182 0 0,-1 1-1 0 0,-1 0 1 0 0,1 1 0 0 0,-1-1 0 0 0,6 16 0 0 0,-9-19 258 0 0,0 0 0 0 0,0 0 0 0 0,0 0 0 0 0,0 0 0 0 0,0 1 0 0 0,-1-1 0 0 0,0 0 0 0 0,0 0 0 0 0,0 1 0 0 0,-1-1 0 0 0,1 0 1 0 0,-1 0-1 0 0,0 1 0 0 0,0-1 0 0 0,0 0 0 0 0,-1 0 0 0 0,0 0 0 0 0,1 0 0 0 0,-1-1 0 0 0,-1 1 0 0 0,1 0 0 0 0,0-1 0 0 0,-1 1 1 0 0,0-1-1 0 0,0 0 0 0 0,0 0 0 0 0,0 0 0 0 0,0 0 0 0 0,-5 2 0 0 0,-4 6-220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3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16 560 3516 0 0,'-1'1'120'0'0,"-1"0"0"0"0,1 0 0 0 0,0 1 0 0 0,0-1-1 0 0,0 0 1 0 0,0 1 0 0 0,0-1 0 0 0,0 1 0 0 0,0-1 0 0 0,0 1-1 0 0,0-1 1 0 0,1 1 0 0 0,-1 0 0 0 0,1-1 0 0 0,-1 1-1 0 0,1 0 1 0 0,0 0 0 0 0,-1-1 0 0 0,1 1 0 0 0,0 0 0 0 0,0 0-1 0 0,0-1 1 0 0,1 4 0 0 0,0-3-10 0 0,0 0 1 0 0,0 0-1 0 0,1-1 0 0 0,-1 1 0 0 0,0 0 1 0 0,1 0-1 0 0,-1-1 0 0 0,1 1 1 0 0,0-1-1 0 0,-1 1 0 0 0,1-1 0 0 0,0 0 1 0 0,0 0-1 0 0,0 1 0 0 0,4 0 0 0 0,9 4 37 0 0,0-1 1 0 0,1-1-1 0 0,31 5 0 0 0,-40-8-292 0 0,59 4-31 0 0,21 2-226 0 0,-81-6 347 0 0,0 0 0 0 0,-1 0 0 0 0,1 1-1 0 0,-1 0 1 0 0,1 0 0 0 0,-1 0 0 0 0,0 1 0 0 0,0 0 0 0 0,0 0-1 0 0,0 0 1 0 0,7 6 0 0 0,-9-5 20 0 0,0-1-1 0 0,-1 1 1 0 0,0 0-1 0 0,0-1 1 0 0,0 1 0 0 0,0 0-1 0 0,0 0 1 0 0,-1 1-1 0 0,0-1 1 0 0,0 0-1 0 0,0 0 1 0 0,0 0 0 0 0,-1 1-1 0 0,0-1 1 0 0,0 0-1 0 0,0 1 1 0 0,0-1 0 0 0,0 0-1 0 0,-1 1 1 0 0,0-1-1 0 0,0 0 1 0 0,0 0-1 0 0,-1 1 1 0 0,1-1 0 0 0,-1 0-1 0 0,-3 5 1 0 0,-6 13-120 0 0,-1-2 1 0 0,0 1-1 0 0,-22 25 1 0 0,-11 8 520 0 0,-2-1 0 0 0,-57 48 1 0 0,104-101-319 0 0,0 0 0 0 0,-1 1-1 0 0,1-1 1 0 0,0 0 0 0 0,-1 0 0 0 0,1 0 0 0 0,0 0 0 0 0,0 0 0 0 0,-1 0 0 0 0,1 0 0 0 0,0 1 0 0 0,0-1 0 0 0,-1 0 0 0 0,1 0 0 0 0,0 0 0 0 0,0 0 0 0 0,0 1 0 0 0,-1-1 0 0 0,1 0 0 0 0,0 0-1 0 0,0 1 1 0 0,0-1 0 0 0,0 0 0 0 0,-1 0 0 0 0,1 1 0 0 0,0-1 0 0 0,0 0 0 0 0,0 1 0 0 0,0-1 0 0 0,0 0 0 0 0,0 0 0 0 0,0 1 0 0 0,0-1 0 0 0,0 0 0 0 0,0 1 0 0 0,0-1 0 0 0,0 0 0 0 0,0 0-1 0 0,0 1 1 0 0,0-1 0 0 0,0 0 0 0 0,0 1 0 0 0,1-1 0 0 0,-1 0 0 0 0,0 1 0 0 0,17-4 904 0 0,24-12-168 0 0,28-23-269 0 0,-2-2 0 0 0,76-60 0 0 0,114-110-326 0 0,-243 197-155 0 0,88-74 189 0 0,-4-5-1 0 0,-4-4 0 0 0,132-174 0 0 0,-216 256-161 0 0,-1 0 0 0 0,12-26-1 0 0,-19 34-41 0 0,1 1-1 0 0,-1-1 0 0 0,-1 0 1 0 0,1 1-1 0 0,-1-1 0 0 0,0 0 1 0 0,0 0-1 0 0,-1 0 1 0 0,1 0-1 0 0,-2-11 0 0 0,0 15-11 0 0,0 0 0 0 0,0 0 0 0 0,0 0 0 0 0,0 0 0 0 0,0 1-1 0 0,0-1 1 0 0,-1 0 0 0 0,1 1 0 0 0,-1-1 0 0 0,1 1 0 0 0,-1 0-1 0 0,1-1 1 0 0,-1 1 0 0 0,0 0 0 0 0,0 0 0 0 0,1 0 0 0 0,-1 0 0 0 0,0 0-1 0 0,0 0 1 0 0,0 1 0 0 0,0-1 0 0 0,0 1 0 0 0,0-1 0 0 0,0 1-1 0 0,-1 0 1 0 0,1 0 0 0 0,0 0 0 0 0,-4 0 0 0 0,-65 5 126 0 0,66-5-117 0 0,-12 3 42 0 0,1 0-1 0 0,0 2 0 0 0,0-1 1 0 0,1 2-1 0 0,-1 0 0 0 0,1 1 1 0 0,0 0-1 0 0,1 1 0 0 0,0 1 0 0 0,0 0 1 0 0,1 1-1 0 0,0 1 0 0 0,1 0 1 0 0,0 0-1 0 0,1 1 0 0 0,0 1 1 0 0,1 0-1 0 0,-14 22 0 0 0,17-24-33 0 0,1 1-1 0 0,0 0 0 0 0,1 0 0 0 0,0 1 0 0 0,1 0 1 0 0,0 0-1 0 0,1 0 0 0 0,0 0 0 0 0,1 0 0 0 0,1 1 1 0 0,0-1-1 0 0,1 1 0 0 0,0-1 0 0 0,1 0 1 0 0,1 1-1 0 0,0-1 0 0 0,1 0 0 0 0,0 0 0 0 0,1 0 1 0 0,0 0-1 0 0,1-1 0 0 0,1 1 0 0 0,6 11 0 0 0,-2-9-14 0 0,0 0 1 0 0,1-1-1 0 0,1 0 0 0 0,0-1 0 0 0,0 0 0 0 0,23 17 0 0 0,89 53-189 0 0,-16-14-338 0 0,-104-66 491 0 0,0 1 0 0 0,0-1-1 0 0,0 1 1 0 0,-1 0 0 0 0,1 0 0 0 0,-1 0 0 0 0,0 0 0 0 0,0 1 0 0 0,0-1 0 0 0,0 1 0 0 0,-1 0-1 0 0,0-1 1 0 0,0 1 0 0 0,0 0 0 0 0,-1 1 0 0 0,0-1 0 0 0,0 0 0 0 0,0 0 0 0 0,0 10 0 0 0,-2 4 5 0 0,0 0-1 0 0,-2 0 1 0 0,0-1 0 0 0,-7 25 0 0 0,-7 39 4 0 0,15-64 17 0 0,1 1 0 0 0,0-1-1 0 0,1 1 1 0 0,1-1 0 0 0,1 1 0 0 0,1-1 0 0 0,0 1 0 0 0,1-1-1 0 0,1 0 1 0 0,1-1 0 0 0,1 1 0 0 0,15 29 0 0 0,-5-18 76 0 0,-7-15 4 0 0,-2 1 0 0 0,0 0 1 0 0,0 0-1 0 0,8 26 0 0 0,-15-37-61 0 0,0 1 0 0 0,0-1 0 0 0,0 1 0 0 0,-1 0 0 0 0,1-1 0 0 0,-1 1 0 0 0,0 0-1 0 0,-1-1 1 0 0,1 1 0 0 0,-1-1 0 0 0,0 1 0 0 0,0-1 0 0 0,0 1 0 0 0,-1-1 0 0 0,0 1 0 0 0,0-1 0 0 0,0 0-1 0 0,0 0 1 0 0,0 0 0 0 0,-1 0 0 0 0,-5 5 0 0 0,-14 16-530 0 0,0-2 0 0 0,-45 36 0 0 0,44-43-495 0 0,1 0 0 0 0,-2-2 0 0 0,0 0 0 0 0,0-2 0 0 0,-1 0 0 0 0,-1-2 0 0 0,0-1 1 0 0,0-1-1 0 0,-1-1 0 0 0,0-1 0 0 0,-31 2 0 0 0,26-6 204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58.8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184 277 1248 0 0,'-24'-14'1801'0'0,"0"0"0"0"0,-37-29 0 0 0,38 26-783 0 0,18 14-827 0 0,1-1 0 0 0,0 1 0 0 0,0-1 0 0 0,0 0-1 0 0,0 0 1 0 0,1 0 0 0 0,0 0 0 0 0,0-1 0 0 0,0 1 0 0 0,0-1 0 0 0,0 0 0 0 0,1 0 0 0 0,-3-10 0 0 0,4 13-198 0 0,1 0 1 0 0,0-1-1 0 0,0 1 1 0 0,0 0-1 0 0,0 0 0 0 0,0 0 1 0 0,0-1-1 0 0,0 1 0 0 0,1 0 1 0 0,-1 0-1 0 0,1 0 1 0 0,0 0-1 0 0,0 0 0 0 0,0 0 1 0 0,0 0-1 0 0,0 0 0 0 0,0 0 1 0 0,0 0-1 0 0,0 0 1 0 0,1 0-1 0 0,-1 1 0 0 0,1-1 1 0 0,-1 1-1 0 0,1-1 0 0 0,0 1 1 0 0,0 0-1 0 0,0-1 1 0 0,-1 1-1 0 0,1 0 0 0 0,0 0 1 0 0,0 0-1 0 0,0 1 0 0 0,1-1 1 0 0,-1 0-1 0 0,2 0 1 0 0,19-5-175 0 0,-1 0 0 0 0,1 2 0 0 0,0 0 0 0 0,37-1 0 0 0,98 8-47 0 0,-48 1 222 0 0,-66-4 35 0 0,425-16 247 0 0,-270-1-354 0 0,255 10 0 0 0,-270 22 93 0 0,55 1-128 0 0,-136-16-135 0 0,185 25-1 0 0,-147-8-75 0 0,247-4-1 0 0,-338-16 364 0 0,1-3 0 0 0,-1-1 0 0 0,61-18 0 0 0,-62 13-98 0 0,1 2 1 0 0,0 2-1 0 0,64-2 0 0 0,438 8-187 0 0,-312 1 1006 0 0,-146 1-2145 0 0,-17-1-4837 0 0,-84 1 5876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05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597 196 1152 0 0,'10'-21'1062'0'0,"-1"0"0"0"0,-2-1 0 0 0,0 0 0 0 0,-1 0 1 0 0,-1-1-1 0 0,4-41 0 0 0,-9 63-958 0 0,-12 27-1100 0 0,4 10 950 0 0,-3 0-1 0 0,0-1 1 0 0,-23 45-1 0 0,-60 100 282 0 0,26-51-239 0 0,-195 461-795 0 0,227-490-480 0 0,4 3-1 0 0,-36 200 0 0 0,59-278-1551 0 0,5-31 2608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05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145 580 2000 0 0,'-18'-65'1894'0'0,"18"63"-1751"0"0,-1-1 1 0 0,0 0-1 0 0,0 1 0 0 0,0-1 0 0 0,-1 1 0 0 0,1-1 1 0 0,-1 1-1 0 0,1 0 0 0 0,-1 0 0 0 0,0-1 0 0 0,0 1 1 0 0,0 0-1 0 0,0 0 0 0 0,0 1 0 0 0,0-1 0 0 0,0 0 1 0 0,-1 1-1 0 0,1-1 0 0 0,-1 1 0 0 0,1 0 0 0 0,-4-1 1 0 0,4 2-70 0 0,0 1 0 0 0,0-1 0 0 0,0 1 0 0 0,0 0 0 0 0,0-1 0 0 0,1 1 0 0 0,-1 0 0 0 0,0 0 0 0 0,1 1 0 0 0,-1-1 0 0 0,1 0 0 0 0,-1 0 0 0 0,1 1-1 0 0,-1-1 1 0 0,1 1 0 0 0,0-1 0 0 0,0 1 0 0 0,0-1 0 0 0,0 1 0 0 0,0 0 0 0 0,0 0 0 0 0,0 0 0 0 0,0 2 0 0 0,-20 50 648 0 0,20-49-634 0 0,-7 23 248 0 0,2 1 0 0 0,0 0 1 0 0,2 0-1 0 0,2 0 0 0 0,0 41 0 0 0,5-13 263 0 0,19 102 0 0 0,-20-148-528 0 0,0 0 0 0 0,1 0 0 0 0,0-1 1 0 0,1 0-1 0 0,0 1 0 0 0,1-1 0 0 0,0-1 1 0 0,0 1-1 0 0,1-1 0 0 0,0 0 0 0 0,1 0 1 0 0,14 14-1 0 0,-17-20-46 0 0,0 1 0 0 0,1-1 0 0 0,0 0 0 0 0,0 0 1 0 0,0 0-1 0 0,0-1 0 0 0,0 0 0 0 0,0 0 0 0 0,1 0 0 0 0,-1-1 1 0 0,1 1-1 0 0,-1-1 0 0 0,1-1 0 0 0,0 1 0 0 0,-1-1 0 0 0,1 0 0 0 0,0 0 1 0 0,-1-1-1 0 0,1 1 0 0 0,0-1 0 0 0,-1-1 0 0 0,1 1 0 0 0,-1-1 1 0 0,0 0-1 0 0,1 0 0 0 0,4-3 0 0 0,18-9-47 0 0,-1-1 1 0 0,-1-1-1 0 0,49-40 0 0 0,63-71-810 0 0,-105 96 524 0 0,84-88-2162 0 0,-5-4 0 0 0,-5-5 0 0 0,-6-5 0 0 0,107-185 0 0 0,-168 249 1925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06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29 1060 0 0,'6'-29'1890'0'0,"-6"29"-1900"0"0,-5 2-248 0 0,1 0 1 0 0,0 0-1 0 0,-1 1 0 0 0,1-1 0 0 0,0 1 0 0 0,0 0 1 0 0,0 0-1 0 0,-5 6 0 0 0,5-5-26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2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864 77 788 0 0,'-12'6'-485'0'0,"-10"2"4063"0"0,36-33 1222 0 0,-9 19-4431 0 0,1 0 0 0 0,0 1-1 0 0,0-1 1 0 0,0 1-1 0 0,1 1 1 0 0,8-6-1 0 0,18-14-615 0 0,-69 34-1275 0 0,4-1 1384 0 0,-141 45-315 0 0,-141 50 1114 0 0,236-73-99 0 0,-142 76 0 0 0,215-104-531 0 0,-47 32 159 0 0,51-34-177 0 0,-1 0-1 0 0,1 0 1 0 0,0 0 0 0 0,0 0 0 0 0,0 0 0 0 0,0 0 0 0 0,0 1 0 0 0,0-1 0 0 0,0 0 0 0 0,0 0-1 0 0,0 1 1 0 0,1-1 0 0 0,-1 1 0 0 0,0-1 0 0 0,1 0 0 0 0,-1 1 0 0 0,1-1 0 0 0,0 1 0 0 0,-1 0 0 0 0,1-1-1 0 0,0 1 1 0 0,0-1 0 0 0,0 1 0 0 0,0-1 0 0 0,0 1 0 0 0,0-1 0 0 0,0 1 0 0 0,1-1 0 0 0,-1 1-1 0 0,1-1 1 0 0,-1 1 0 0 0,1-1 0 0 0,1 3 0 0 0,0-2 13 0 0,0 0-1 0 0,0 0 1 0 0,1 0 0 0 0,-1-1 0 0 0,1 1-1 0 0,-1-1 1 0 0,1 0 0 0 0,-1 1-1 0 0,1-1 1 0 0,0 0 0 0 0,0-1 0 0 0,-1 1-1 0 0,1 0 1 0 0,5-1 0 0 0,47 4 273 0 0,-40-3-209 0 0,42 0-4 0 0,0-3 0 0 0,109-17 0 0 0,109-43-945 0 0,-195 41 250 0 0,-2-4 0 0 0,111-50 0 0 0,-187 75 585 0 0,0-1 1 0 0,0 0-1 0 0,0 0 1 0 0,0 0 0 0 0,0 0-1 0 0,-1 0 1 0 0,1 0-1 0 0,0 0 1 0 0,-1-1 0 0 0,1 1-1 0 0,-1 0 1 0 0,1-1-1 0 0,-1 0 1 0 0,1 1 0 0 0,-1-1-1 0 0,0 0 1 0 0,0 0-1 0 0,0 0 1 0 0,1-3 0 0 0,-2 5 13 0 0,0-1-1 0 0,0 1 1 0 0,0-1 0 0 0,0 0 0 0 0,-1 1 0 0 0,1-1 0 0 0,0 1 0 0 0,0-1 0 0 0,-1 0-1 0 0,1 1 1 0 0,0-1 0 0 0,-1 1 0 0 0,1-1 0 0 0,0 1 0 0 0,-1 0 0 0 0,1-1 0 0 0,-1 1 0 0 0,1-1-1 0 0,-1 1 1 0 0,1 0 0 0 0,-1-1 0 0 0,1 1 0 0 0,-2-1 0 0 0,-25-6-31 0 0,-14 3 47 0 0,-1 3 1 0 0,1 1-1 0 0,-1 2 0 0 0,-56 10 1 0 0,-162 47 623 0 0,240-53-542 0 0,-178 54 599 0 0,171-50-478 0 0,-1 2 1 0 0,1 1-1 0 0,1 0 1 0 0,-46 33-1 0 0,70-45-187 0 0,1 1 0 0 0,-1-1 0 0 0,0 0 0 0 0,1 0-1 0 0,-1 1 1 0 0,1-1 0 0 0,0 1 0 0 0,-1 0-1 0 0,1-1 1 0 0,0 1 0 0 0,0 0 0 0 0,0 0 0 0 0,0-1-1 0 0,0 1 1 0 0,0 0 0 0 0,1 0 0 0 0,-1 0-1 0 0,0 0 1 0 0,1 3 0 0 0,0-3-2 0 0,0-1 0 0 0,1 1-1 0 0,-1-1 1 0 0,0 1 0 0 0,1-1 0 0 0,0 1 0 0 0,-1-1-1 0 0,1 1 1 0 0,0-1 0 0 0,0 1 0 0 0,0-1 0 0 0,0 0-1 0 0,0 1 1 0 0,0-1 0 0 0,0 0 0 0 0,0 0 0 0 0,1 0-1 0 0,1 2 1 0 0,6 2 34 0 0,0 0 1 0 0,0-1-1 0 0,1 1 0 0 0,-1-2 0 0 0,1 1 0 0 0,12 1 0 0 0,26 5-55 0 0,0-3 1 0 0,0-2-1 0 0,1-2 0 0 0,93-6 0 0 0,191-46-600 0 0,-273 38 219 0 0,-2-3-1 0 0,0-2 0 0 0,57-25 0 0 0,-89 24-318 0 0,-29 10 88 0 0,-17 6 245 0 0,-68 9 203 0 0,-1 5-1 0 0,2 3 0 0 0,0 5 0 0 0,2 3 0 0 0,-113 47 0 0 0,184-66 221 0 0,6-3-13 0 0,1 1 0 0 0,0 0 0 0 0,0 0-1 0 0,0 0 1 0 0,0 1 0 0 0,1 0 0 0 0,-1 0 0 0 0,1 0 0 0 0,0 1 0 0 0,-5 5-1 0 0,11-9-33 0 0,0-1-1 0 0,0 1 0 0 0,0-1 0 0 0,0 1 0 0 0,0-1 1 0 0,0 1-1 0 0,0-1 0 0 0,1 1 0 0 0,-1-1 0 0 0,0 1 1 0 0,0-1-1 0 0,1 1 0 0 0,-1-1 0 0 0,0 1 0 0 0,1-1 1 0 0,-1 0-1 0 0,0 1 0 0 0,1-1 0 0 0,-1 0 0 0 0,0 1 1 0 0,1-1-1 0 0,-1 0 0 0 0,1 1 0 0 0,-1-1 0 0 0,1 0 1 0 0,-1 0-1 0 0,0 0 0 0 0,1 1 0 0 0,-1-1 0 0 0,1 0 1 0 0,-1 0-1 0 0,1 0 0 0 0,0 0 0 0 0,-1 0 0 0 0,1 0 1 0 0,0 0-1 0 0,23 5 93 0 0,19-3-126 0 0,1-2-1 0 0,0-2 0 0 0,57-10 1 0 0,131-35-323 0 0,-206 41 311 0 0,223-62-153 0 0,-428 130 567 0 0,16-8-198 0 0,-191 93 1 0 0,343-141-200 0 0,4-3 2 0 0,0 0-1 0 0,1 0 1 0 0,-1 0 0 0 0,1 1-1 0 0,0 0 1 0 0,0 0 0 0 0,0 1-1 0 0,1 0 1 0 0,-1 0 0 0 0,1 0-1 0 0,1 0 1 0 0,-6 8 0 0 0,10-12 6 0 0,-1 0 0 0 0,1 0-1 0 0,0 0 1 0 0,0 0 0 0 0,0 0 0 0 0,0 0 0 0 0,1 0 0 0 0,-1 0 0 0 0,0 0 0 0 0,0 0-1 0 0,1-1 1 0 0,-1 1 0 0 0,0 0 0 0 0,1 0 0 0 0,-1 0 0 0 0,1 0 0 0 0,-1 0-1 0 0,1 0 1 0 0,-1-1 0 0 0,1 1 0 0 0,0 0 0 0 0,-1 0 0 0 0,1-1 0 0 0,0 1 0 0 0,0-1-1 0 0,-1 1 1 0 0,1-1 0 0 0,0 1 0 0 0,0-1 0 0 0,0 1 0 0 0,0-1 0 0 0,0 1 0 0 0,0-1-1 0 0,0 0 1 0 0,0 0 0 0 0,-1 0 0 0 0,1 1 0 0 0,2-1 0 0 0,39 8-310 0 0,7-6 164 0 0,-1-1 0 0 0,1-3 0 0 0,0-2 0 0 0,61-12 0 0 0,187-57 1175 0 0,-249 57 387 0 0,-45 14-684 0 0,-5 3-71 0 0,-26 8-5 0 0,-112 45-446 0 0,118-45-981 0 0,0 2 0 0 0,1 1 0 0 0,0 1 0 0 0,-21 17 0 0 0,41-29 657 0 0,0-1 0 0 0,0 1-1 0 0,0 0 1 0 0,-1 0 0 0 0,1 0 0 0 0,0 0-1 0 0,1 0 1 0 0,-1 0 0 0 0,0 0-1 0 0,0 1 1 0 0,0-1 0 0 0,1 0 0 0 0,-1 0-1 0 0,0 1 1 0 0,1-1 0 0 0,-1 0-1 0 0,1 1 1 0 0,0-1 0 0 0,-1 0 0 0 0,1 3-1 0 0,0-3 22 0 0,1 0-1 0 0,-1 0 1 0 0,0 0-1 0 0,1 0 1 0 0,-1 0-1 0 0,1 0 1 0 0,0 0 0 0 0,-1-1-1 0 0,1 1 1 0 0,0 0-1 0 0,-1 0 1 0 0,1 0-1 0 0,0-1 1 0 0,0 1-1 0 0,0-1 1 0 0,0 1-1 0 0,-1 0 1 0 0,1-1-1 0 0,0 1 1 0 0,2 0-1 0 0,4 1-163 0 0,-1 0 0 0 0,1 0-1 0 0,-1-1 1 0 0,1 0 0 0 0,0 0-1 0 0,0 0 1 0 0,7-1-1 0 0,13-2-82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4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7 272 2224 0 0,'-1'1'134'0'0,"1"-1"0"0"0,-1 1-1 0 0,1-1 1 0 0,-1 0 0 0 0,1 1-1 0 0,0-1 1 0 0,-1 1 0 0 0,1-1-1 0 0,0 1 1 0 0,-1-1 0 0 0,1 1-1 0 0,0-1 1 0 0,0 1 0 0 0,-1-1-1 0 0,1 1 1 0 0,0 0 0 0 0,0-1-1 0 0,0 1 1 0 0,0-1 0 0 0,0 1-1 0 0,0 0 1 0 0,0-1 0 0 0,0 1-1 0 0,0-1 1 0 0,0 1 0 0 0,0-1-1 0 0,0 1 1 0 0,0 0 0 0 0,0-1-1 0 0,1 1 1 0 0,-1-1 0 0 0,0 1-1 0 0,0-1 1 0 0,1 1 0 0 0,0 0-1 0 0,26-4 2801 0 0,740-137 2556 0 0,10 57-3513 0 0,787 33-970 0 0,82 97-899 0 0,3 0-464 0 0,-1469-48 936 0 0,258-33 0 0 0,-415 31-260 0 0,-1-1 0 0 0,0-1-1 0 0,0-1 1 0 0,22-9 0 0 0,-37 14-4115 0 0,-17-10-7760 0 0,-26-13 7464 0 0,28 18 3345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5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13 615 4404 0 0,'0'0'198'0'0,"-1"0"-1"0"0,1 0 0 0 0,-1 0 0 0 0,1 0 0 0 0,-1 0 1 0 0,1 0-1 0 0,-1-1 0 0 0,1 1 0 0 0,-1 0 0 0 0,1 0 1 0 0,-1 0-1 0 0,1-1 0 0 0,-1 1 0 0 0,1 0 0 0 0,-1-1 1 0 0,1 1-1 0 0,0 0 0 0 0,-1-1 0 0 0,1 1 0 0 0,-1 0 1 0 0,1-1-1 0 0,0 1 0 0 0,0-1 0 0 0,-1 1 0 0 0,1-1 1 0 0,0 1-1 0 0,0-1 0 0 0,-1 1 0 0 0,1-1 0 0 0,0 1 1 0 0,0-2-1 0 0,1-23 2617 0 0,15-22-1544 0 0,23-10-1171 0 0,3 2-1 0 0,2 1 1 0 0,2 3-1 0 0,3 1 1 0 0,2 3-1 0 0,60-44 1 0 0,-88 73-129 0 0,1 0-1 0 0,1 2 1 0 0,0 0 0 0 0,1 2 0 0 0,1 1 0 0 0,33-12-1 0 0,-55 24 13 0 0,1-1-1 0 0,-1 1 1 0 0,1 0-1 0 0,0 0 1 0 0,-1 1-1 0 0,1-1 0 0 0,0 1 1 0 0,-1 0-1 0 0,1 1 1 0 0,0 0-1 0 0,-1 0 1 0 0,1 0-1 0 0,0 0 0 0 0,-1 1 1 0 0,0 0-1 0 0,11 5 1 0 0,-9-3 16 0 0,0 1-1 0 0,0 0 1 0 0,-1 1 0 0 0,1 0 0 0 0,-1 0-1 0 0,0 0 1 0 0,-1 1 0 0 0,0-1 0 0 0,0 1-1 0 0,5 10 1 0 0,2 7 70 0 0,-1 0 1 0 0,-1 1-1 0 0,-1 0 0 0 0,-1 1 0 0 0,-2 0 1 0 0,4 30-1 0 0,-6-24 133 0 0,-1 1 0 0 0,-3-1 1 0 0,0 1-1 0 0,-2-1 1 0 0,-1 1-1 0 0,-2-1 0 0 0,-1 0 1 0 0,-18 53-1 0 0,-4-3 134 0 0,17-53-355 0 0,0 1 1 0 0,3-1-1 0 0,0 1 0 0 0,2 1 0 0 0,1-1 0 0 0,-2 39 1 0 0,14-41-810 0 0,-3-16-1390 0 0,-3-1-4092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5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39 4228 0 0,'-4'25'1016'0'0,"0"-6"-127"0"0,0-5-177 0 0,4-3 216 0 0,4-16-1968 0 0,4-3 60 0 0,0-4-97 0 0,0-3-7 0 0,-4-3 32 0 0,0-6 108 0 0,4-2 136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6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94 2320 0 0,'0'0'1414'0'0,"-4"-43"8253"0"0,3 39-9449 0 0,-1-1 0 0 0,1 1-1 0 0,-1-1 1 0 0,0 1 0 0 0,0 0-1 0 0,0 0 1 0 0,-1 0 0 0 0,0 0-1 0 0,-3-4 1 0 0,6 8-247 0 0,0-1 0 0 0,-1 1 0 0 0,1 0 0 0 0,0 0 0 0 0,0-1 0 0 0,-1 1 0 0 0,1 0 0 0 0,-1-1 0 0 0,1 1 0 0 0,0 0 0 0 0,-1 0 0 0 0,1 0 0 0 0,-1 0 0 0 0,1-1 0 0 0,0 1 0 0 0,-1 0 1 0 0,1 0-1 0 0,-1 0 0 0 0,1 0 0 0 0,-1 0 0 0 0,1 0 0 0 0,0 0 0 0 0,-1 0 0 0 0,1 0 0 0 0,-1 0 0 0 0,1 0 0 0 0,-1 0 0 0 0,1 0 0 0 0,0 1 0 0 0,-1-1 0 0 0,1 0 0 0 0,-1 0 0 0 0,1 0 0 0 0,0 1 0 0 0,-1-1 0 0 0,1 0 0 0 0,0 0 0 0 0,-1 1 0 0 0,1-1 0 0 0,0 0 0 0 0,-1 1 0 0 0,1-1 0 0 0,0 0 0 0 0,0 1 0 0 0,-1 0 0 0 0,-9 29 64 0 0,4 39 637 0 0,-2 327 242 0 0,4-308-246 0 0,5-88-744 0 0,0 1 0 0 0,-1-1 0 0 0,1 0 0 0 0,0 1 0 0 0,-1-1 0 0 0,1 0 0 0 0,0 0 0 0 0,0 1 0 0 0,-1-1 0 0 0,1 0 0 0 0,0 0 0 0 0,0 0 0 0 0,0 0 0 0 0,-1 0 0 0 0,1 0 0 0 0,0 0 0 0 0,0 0 0 0 0,-1 0 0 0 0,1 0 0 0 0,0-1 0 0 0,0 1 0 0 0,0 0 0 0 0,-1 0 0 0 0,1-1 0 0 0,0 1 0 0 0,0-1 0 0 0,22-7-2740 0 0,21-27-5811 0 0,-43 34 7679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17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28 173 3268 0 0,'-1'0'133'0'0,"0"0"-1"0"0,1 1 1 0 0,-1-1-1 0 0,0 0 1 0 0,1 1-1 0 0,-1-1 1 0 0,0 0-1 0 0,1 0 1 0 0,-1 1-1 0 0,0-1 1 0 0,0 0-1 0 0,1 0 1 0 0,-1 0-1 0 0,0 0 1 0 0,1 0-1 0 0,-1 0 1 0 0,0 0-1 0 0,0 0 1 0 0,1 0-1 0 0,-1-1 1 0 0,0 1-1 0 0,0 0 1 0 0,1 0-1 0 0,-1-1 1 0 0,0 1-1 0 0,1 0 1 0 0,-1-1-1 0 0,1 1 1 0 0,-1-1-1 0 0,0 1 1 0 0,1-1-1 0 0,-1 1 1 0 0,1-1-1 0 0,-1 1 1 0 0,1-1-1 0 0,-1 1 1 0 0,1-1-1 0 0,0 0 1 0 0,-1 1-1 0 0,1-1 0 0 0,0 0 1 0 0,-1 1-1 0 0,1-1 1 0 0,0 0-1 0 0,0 0 1 0 0,0 1-1 0 0,0-1 1 0 0,0 0-1 0 0,0 1 1 0 0,0-1-1 0 0,0 0 1 0 0,0 0-1 0 0,0 1 1 0 0,0-1-1 0 0,0 0 1 0 0,0 0-1 0 0,0 1 1 0 0,1-2-1 0 0,-1-2-261 0 0,1 0-1 0 0,-1 0 0 0 0,1 0 1 0 0,0 0-1 0 0,1 0 0 0 0,-1 0 1 0 0,0 0-1 0 0,1 0 1 0 0,3-5-1 0 0,-1 4-121 0 0,-1-1 1 0 0,1 1-1 0 0,-1-1 0 0 0,-1 0 1 0 0,1 0-1 0 0,-1 0 1 0 0,0 0-1 0 0,0 0 0 0 0,1-11 1 0 0,-3 16 139 0 0,-12 3 666 0 0,10 0-509 0 0,1-1 0 0 0,-1 1 0 0 0,1 0 0 0 0,-1-1 0 0 0,1 1 0 0 0,0 0-1 0 0,0 0 1 0 0,0-1 0 0 0,0 1 0 0 0,0 0 0 0 0,0 0 0 0 0,1 0 0 0 0,-1 0 0 0 0,1 1-1 0 0,-1-1 1 0 0,1 0 0 0 0,0 0 0 0 0,0 0 0 0 0,0 0 0 0 0,0 0 0 0 0,0 0 0 0 0,0 1-1 0 0,1-1 1 0 0,-1 0 0 0 0,1 0 0 0 0,-1 0 0 0 0,1 0 0 0 0,0 0 0 0 0,0 0 0 0 0,0 0-1 0 0,0-1 1 0 0,0 1 0 0 0,0 0 0 0 0,0 0 0 0 0,1-1 0 0 0,1 3 0 0 0,-1-2-67 0 0,1 0 0 0 0,-1-1 0 0 0,1 1 0 0 0,-1 0 0 0 0,1-1 0 0 0,0 0 0 0 0,0 1 0 0 0,0-1 1 0 0,0 0-1 0 0,0-1 0 0 0,0 1 0 0 0,0 0 0 0 0,0-1 0 0 0,0 1 0 0 0,0-1 0 0 0,0 0 0 0 0,0 0 0 0 0,0-1 1 0 0,0 1-1 0 0,0-1 0 0 0,0 1 0 0 0,0-1 0 0 0,0 0 0 0 0,6-2 0 0 0,-6 1-20 0 0,1 0 0 0 0,0 0 1 0 0,0-1-1 0 0,-1 1 0 0 0,0-1 0 0 0,1 0 0 0 0,-1 1 0 0 0,0-2 0 0 0,0 1 1 0 0,-1 0-1 0 0,1-1 0 0 0,-1 1 0 0 0,1-1 0 0 0,-1 0 0 0 0,0 1 0 0 0,1-6 1 0 0,-2 7 68 0 0,0 0 0 0 0,-1 0 1 0 0,1 0-1 0 0,-1 0 0 0 0,0 0 1 0 0,0 0-1 0 0,0 0 0 0 0,0 0 1 0 0,0 0-1 0 0,0 0 1 0 0,0 0-1 0 0,-1 0 0 0 0,1 0 1 0 0,-1 0-1 0 0,0 0 0 0 0,1 0 1 0 0,-1 0-1 0 0,0 0 0 0 0,0 0 1 0 0,0 1-1 0 0,0-1 1 0 0,0 0-1 0 0,-1 1 0 0 0,1-1 1 0 0,-1 1-1 0 0,1-1 0 0 0,-1 1 1 0 0,1 0-1 0 0,-1-1 0 0 0,0 1 1 0 0,1 0-1 0 0,-1 0 0 0 0,0 0 1 0 0,-3-1-1 0 0,3 1-118 0 0,-1 0 0 0 0,1 0 0 0 0,0 1 0 0 0,-1-1-1 0 0,1 1 1 0 0,0-1 0 0 0,-1 1 0 0 0,1 0 0 0 0,-1 0 0 0 0,1 0 0 0 0,0 0-1 0 0,-1 0 1 0 0,1 0 0 0 0,-1 1 0 0 0,1-1 0 0 0,0 1 0 0 0,-1 0 0 0 0,1-1 0 0 0,0 1-1 0 0,0 0 1 0 0,-1 1 0 0 0,1-1 0 0 0,0 0 0 0 0,0 1 0 0 0,0-1 0 0 0,1 1-1 0 0,-1-1 1 0 0,0 1 0 0 0,0 0 0 0 0,-1 3 0 0 0,0-2-164 0 0,2 0 0 0 0,-1 0 0 0 0,0 0 0 0 0,0 0 0 0 0,1 0 0 0 0,0 0 0 0 0,0 1 0 0 0,0-1 1 0 0,0 0-1 0 0,0 1 0 0 0,1-1 0 0 0,-1 1 0 0 0,1-1 0 0 0,0 1 0 0 0,0-1 0 0 0,0 1 0 0 0,1-1 0 0 0,-1 1 0 0 0,1-1 0 0 0,2 7 0 0 0,1-1-311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12.0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1384 944 0 0,'0'-60'2623'0'0,"45"58"-1679"0"0,-36 1-700 0 0,1 0-1 0 0,-1-1 1 0 0,0 0-1 0 0,0 0 0 0 0,0-1 1 0 0,-1 0-1 0 0,1-1 1 0 0,-1 0-1 0 0,0 0 1 0 0,12-8-1 0 0,-20 11-153 0 0,19-3 3711 0 0,-17 3-3735 0 0,-1 1-1 0 0,0-1 0 0 0,0 0 0 0 0,1 1 0 0 0,-1 0 0 0 0,0-1 1 0 0,1 1-1 0 0,-1 0 0 0 0,0 0 0 0 0,1 0 0 0 0,-1 0 0 0 0,0 0 1 0 0,1 0-1 0 0,-1 0 0 0 0,1 0 0 0 0,-1 0 0 0 0,0 1 0 0 0,1-1 1 0 0,1 2-1 0 0,62 13 297 0 0,-59-14-305 0 0,-1 1-1 0 0,0-1 1 0 0,1 0 0 0 0,-1 0-1 0 0,1 0 1 0 0,-1-1 0 0 0,1 0-1 0 0,0 0 1 0 0,-1 0 0 0 0,1-1-1 0 0,10-2 1 0 0,62-21 422 0 0,-59 17-199 0 0,23-9 38 0 0,0-3 1 0 0,40-24-1 0 0,-23 11-134 0 0,299-138-196 0 0,140-77 25 0 0,-142 13 641 0 0,-304 193-497 0 0,-1-2 0 0 0,-2-3 1 0 0,-3-1-1 0 0,57-75 1 0 0,-97 114-100 0 0,0 0 1 0 0,-1 0 0 0 0,1 0-1 0 0,-2-1 1 0 0,1 0 0 0 0,-1 0 0 0 0,0 0-1 0 0,-1 0 1 0 0,0-1 0 0 0,-1 1 0 0 0,3-17-1 0 0,-5 25-6 0 0,-12-29 2166 0 0,-32-21-2969 0 0,43 51 609 0 0,1 0 1 0 0,0 0-1 0 0,-1 0 1 0 0,1 0-1 0 0,-1 0 1 0 0,1 0-1 0 0,-1 1 0 0 0,1-1 1 0 0,-1 0-1 0 0,1 0 1 0 0,0 1-1 0 0,-1-1 0 0 0,1 0 1 0 0,0 0-1 0 0,-1 1 1 0 0,1-1-1 0 0,0 0 1 0 0,-1 1-1 0 0,1-1 0 0 0,0 1 1 0 0,0-1-1 0 0,-1 0 1 0 0,1 1-1 0 0,0-1 0 0 0,0 1 1 0 0,0-1-1 0 0,0 1 1 0 0,-1-1-1 0 0,1 1 1 0 0,0-1-1 0 0,0 0 0 0 0,0 1 1 0 0,0-1-1 0 0,0 1 1 0 0,0-1-1 0 0,0 1 0 0 0,0-1 1 0 0,1 1-1 0 0,-1 0 1 0 0,-8 42-3997 0 0,-3 16-312 0 0,-35 43 9 0 0,39-85 4148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12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1 863 1716 0 0,'7'-42'10275'0'0,"-3"30"-9985"0"0,0 1 0 0 0,1 0 1 0 0,1 1-1 0 0,0-1 0 0 0,0 1 0 0 0,1 0 0 0 0,12-13 0 0 0,52-49 294 0 0,2 3-1 0 0,108-78 1 0 0,-143 118-373 0 0,-23 17-125 0 0,108-91 708 0 0,-107 88-522 0 0,0-1-1 0 0,-1-1 0 0 0,-1-1 1 0 0,0 0-1 0 0,11-21 0 0 0,-19 28 111 0 0,0 0-1 0 0,-1 0 0 0 0,0-1 0 0 0,-1 0 0 0 0,0 0 0 0 0,-1 0 0 0 0,0-1 1 0 0,2-22-1 0 0,-5 35-226 0 0,-3-31 694 0 0,0 24-8157 0 0,-3 11 6173 0 0,-1 1 0 0 0,1 0-1 0 0,0 1 1 0 0,0 0 0 0 0,1 0-1 0 0,-1 0 1 0 0,-5 10-1 0 0,-19 19-1098 0 0,10-18 1319 0 0,0 0-1 0 0,-2-1 0 0 0,-25 14 0 0 0,15-12 339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1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1241 1560 0 0,'-10'-36'1301'0'0,"-1"1"-1"0"0,-17-36 1 0 0,14 39-638 0 0,1-1-1 0 0,-12-52 0 0 0,23 74-584 0 0,-6-22 235 0 0,2 0 0 0 0,2 0 1 0 0,0-1-1 0 0,3-65 0 0 0,4 67-75 0 0,-2 17-313 0 0,1-1 1 0 0,0 1 0 0 0,7-26 0 0 0,-7 36 57 0 0,0 0 1 0 0,1 0-1 0 0,-1 0 0 0 0,1 0 0 0 0,0 1 0 0 0,0-1 0 0 0,0 1 0 0 0,0 0 0 0 0,1 0 0 0 0,0 0 0 0 0,0 0 1 0 0,0 1-1 0 0,0 0 0 0 0,8-5 0 0 0,-7 4 185 0 0,0 1-1 0 0,0-1 1 0 0,-1 0 0 0 0,1-1 0 0 0,-1 1 0 0 0,0-1-1 0 0,0 0 1 0 0,-1 0 0 0 0,1 0 0 0 0,-1 0-1 0 0,0-1 1 0 0,4-10 0 0 0,1-8 253 0 0,-1 0 1 0 0,4-25-1 0 0,-7 28-64 0 0,1-1 1 0 0,9-23 0 0 0,-5 24-207 0 0,1 0 0 0 0,0 1 1 0 0,2 0-1 0 0,0 1 1 0 0,16-19-1 0 0,-19 28-167 0 0,0 0 0 0 0,1 1 0 0 0,1 0 0 0 0,-1 0 0 0 0,2 1 0 0 0,-1 0 0 0 0,1 1 0 0 0,0 1 0 0 0,22-9 0 0 0,-11 7-81 0 0,1 1 0 0 0,0 2 0 0 0,0 0 0 0 0,1 1 0 0 0,-1 2 0 0 0,26 0 1 0 0,151 14-258 0 0,-141-6 161 0 0,90 22 1 0 0,-126-22 175 0 0,-1 2 0 0 0,0 0 0 0 0,-1 1 0 0 0,0 2 1 0 0,-1 0-1 0 0,36 25 0 0 0,-12-1 209 0 0,-1 2 0 0 0,-2 2 1 0 0,-2 2-1 0 0,-1 1 0 0 0,-3 3 1 0 0,-1 0-1 0 0,-3 2 0 0 0,-1 2 1 0 0,-3 0-1 0 0,28 69 0 0 0,17 48 500 0 0,6-3-1 0 0,8-4 0 0 0,130 181 0 0 0,52 16 644 0 0,-250-328-1366 0 0,-12-17 33 0 0,0-1 1 0 0,0 0 0 0 0,15 15-1 0 0,-26-51 1994 0 0,4 25-2051 0 0,-1-1 374 0 0,-2-3-6228 0 0,-34 31 651 0 0,-27 17-931 0 0,51-36 5471 0 0,0 0 1 0 0,-1 0-1 0 0,-19 5 0 0 0,13-6 323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19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50 1212 0 0,'-19'-25'2198'0'0,"17"23"-1929"0"0,1-1 0 0 0,0 1 0 0 0,-1 0 0 0 0,1 0 0 0 0,-1 0 0 0 0,0 0 0 0 0,1 0 0 0 0,-1 0 0 0 0,0 0 0 0 0,-3-1 0 0 0,5 3 491 0 0,2 2-1038 0 0,1 0 262 0 0,-1 1-1 0 0,1-1 1 0 0,-1 1-1 0 0,0 0 1 0 0,0 0-1 0 0,0 0 1 0 0,-1 0-1 0 0,1 0 1 0 0,-1 1-1 0 0,1-1 0 0 0,0 5 1 0 0,4 4 332 0 0,24 47 1047 0 0,-21-39-1065 0 0,1 0 1 0 0,0-1-1 0 0,2 0 0 0 0,0-1 0 0 0,1 0 0 0 0,1-1 0 0 0,0 0 0 0 0,19 16 0 0 0,-6-13-23 0 0,0-2 1 0 0,2-1-1 0 0,0-1 1 0 0,39 16-1 0 0,130 38 938 0 0,-2-2-483 0 0,-115-34-581 0 0,2-4-1 0 0,1-3 1 0 0,1-4-1 0 0,1-4 1 0 0,0-4-1 0 0,2-3 1 0 0,104 0-1 0 0,223-44 258 0 0,-95 2-378 0 0,-292 29-37 0 0,438-6 70 0 0,-353 9-145 0 0,-116-16-7885 0 0,-14-3 5770 0 0,-51-30-2095 0 0,45 32 3515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0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264 127 2348 0 0,'-39'8'1553'0'0,"27"-7"-1245"0"0,0 1 0 0 0,0 1 0 0 0,1 0 0 0 0,-1 1 0 0 0,1 0 0 0 0,-1 0 0 0 0,1 1 0 0 0,1 1 0 0 0,-1 0 0 0 0,1 0 0 0 0,-17 14 0 0 0,20-14-137 0 0,0 1 0 0 0,1 0 0 0 0,-1 0 0 0 0,1 1 0 0 0,1-1 0 0 0,-1 1 0 0 0,1 1 0 0 0,1-1 0 0 0,0 1 0 0 0,0 0 0 0 0,0 0 0 0 0,-3 16 0 0 0,6-20-74 0 0,1 1 0 0 0,-1 0-1 0 0,1-1 1 0 0,0 1-1 0 0,0 0 1 0 0,1-1-1 0 0,0 1 1 0 0,0-1-1 0 0,0 1 1 0 0,1-1 0 0 0,0 1-1 0 0,0-1 1 0 0,0 0-1 0 0,0 0 1 0 0,1 0-1 0 0,0 0 1 0 0,0 0-1 0 0,1-1 1 0 0,-1 1 0 0 0,1-1-1 0 0,0 0 1 0 0,0 0-1 0 0,5 4 1 0 0,9 6 75 0 0,1-1 0 0 0,1-1 0 0 0,0 0 0 0 0,1-2 0 0 0,0 0 0 0 0,1-1 0 0 0,0-1 0 0 0,0-2 0 0 0,35 7 0 0 0,-15-5-87 0 0,1-3 0 0 0,-1-2 0 0 0,0-1 1 0 0,59-6-1 0 0,-71 1-47 0 0,-1-1 0 0 0,1-2 0 0 0,-1 0 1 0 0,53-21-1 0 0,-71 23-76 0 0,-1 0 1 0 0,0-1 0 0 0,1-1-1 0 0,-2 1 1 0 0,1-2-1 0 0,-1 1 1 0 0,0-1 0 0 0,0-1-1 0 0,-1 0 1 0 0,0 0 0 0 0,0 0-1 0 0,-1-1 1 0 0,0 0-1 0 0,0-1 1 0 0,8-17 0 0 0,-12 20-25 0 0,-1 0 0 0 0,-1 0 0 0 0,1 0 0 0 0,-1 0 0 0 0,0 0 0 0 0,-1 0 1 0 0,0-1-1 0 0,0 1 0 0 0,-1 0 0 0 0,1 0 0 0 0,-1-1 0 0 0,-1 1 0 0 0,0 0 0 0 0,0 0 1 0 0,0 0-1 0 0,-1 1 0 0 0,0-1 0 0 0,0 0 0 0 0,0 1 0 0 0,-1 0 0 0 0,0 0 0 0 0,-1 0 1 0 0,-4-5-1 0 0,-7-7-84 0 0,0 0 0 0 0,-1 2 0 0 0,0 0 1 0 0,-2 1-1 0 0,-34-23 0 0 0,28 23 205 0 0,-1 2 0 0 0,0 0 1 0 0,-1 2-1 0 0,0 1 0 0 0,0 1 0 0 0,-52-9 0 0 0,60 14 68 0 0,0 2 0 0 0,0 0 0 0 0,0 1 0 0 0,0 1 0 0 0,0 1-1 0 0,0 1 1 0 0,1 0 0 0 0,-1 1 0 0 0,0 2 0 0 0,1-1-1 0 0,-24 11 1 0 0,36-13-87 0 0,1 1 0 0 0,0-1 0 0 0,0 1 0 0 0,0 0 0 0 0,1 1 0 0 0,-1-1 0 0 0,1 1 0 0 0,0 0 0 0 0,0 0 0 0 0,0 0 0 0 0,0 1 0 0 0,1-1 0 0 0,-1 1 0 0 0,1 0 0 0 0,0 0 0 0 0,1 0 0 0 0,-1 0 0 0 0,1 0 0 0 0,0 1 0 0 0,1-1 0 0 0,-1 1 0 0 0,1-1 0 0 0,0 1 0 0 0,0 0 0 0 0,1 6 1 0 0,0-4-8 0 0,1-1 1 0 0,0 0 0 0 0,0 0 0 0 0,0 1-1 0 0,1-1 1 0 0,1 0 0 0 0,-1-1 0 0 0,1 1 0 0 0,0 0-1 0 0,0-1 1 0 0,1 1 0 0 0,0-1 0 0 0,0 0 0 0 0,1-1-1 0 0,-1 1 1 0 0,1-1 0 0 0,0 1 0 0 0,1-2 0 0 0,7 7-1 0 0,12 5 8 0 0,-1-1-1 0 0,2-2 0 0 0,0 0 1 0 0,0-2-1 0 0,1 0 1 0 0,1-2-1 0 0,0-2 0 0 0,32 6 1 0 0,-19-7-48 0 0,-1-1 0 0 0,1-2 1 0 0,0-2-1 0 0,0-1 0 0 0,49-8 1 0 0,-80 7-5 0 0,-1-1 1 0 0,0 0-1 0 0,0-1 0 0 0,0 0 1 0 0,0 0-1 0 0,0-1 0 0 0,12-6 1 0 0,-20 9 5 0 0,1 0 0 0 0,0 0 1 0 0,-1-1-1 0 0,1 1 0 0 0,-1 0 1 0 0,1 0-1 0 0,-1-1 0 0 0,0 1 0 0 0,0-1 1 0 0,0 1-1 0 0,1-1 0 0 0,-1 0 1 0 0,-1 1-1 0 0,1-1 0 0 0,0 0 1 0 0,0 0-1 0 0,-1 1 0 0 0,1-1 0 0 0,-1 0 1 0 0,1 0-1 0 0,-1 0 0 0 0,0 0 1 0 0,0 0-1 0 0,0 0 0 0 0,0 0 0 0 0,0 0 1 0 0,0 1-1 0 0,0-1 0 0 0,-1 0 1 0 0,1 0-1 0 0,-1 0 0 0 0,1 0 0 0 0,-1 0 1 0 0,0 1-1 0 0,0-1 0 0 0,0 0 1 0 0,0 1-1 0 0,0-1 0 0 0,0 0 1 0 0,0 1-1 0 0,0 0 0 0 0,-3-3 0 0 0,-7-8-1 0 0,0 1 1 0 0,-1 0-1 0 0,0 0 0 0 0,-1 1 0 0 0,0 1 0 0 0,0 0 0 0 0,-1 1 0 0 0,0 1 0 0 0,-1 0 0 0 0,-24-8 0 0 0,6 4 58 0 0,-1 1 0 0 0,0 3-1 0 0,-65-8 1 0 0,89 14-26 0 0,1 1-1 0 0,-1 0 1 0 0,0 0 0 0 0,0 1 0 0 0,0 0 0 0 0,1 1 0 0 0,-1 0 0 0 0,-16 6-1 0 0,24-7-26 0 0,0 0-1 0 0,0 0 0 0 0,0 0 1 0 0,0 0-1 0 0,0 0 1 0 0,0 1-1 0 0,0-1 0 0 0,1 1 1 0 0,-1-1-1 0 0,0 1 0 0 0,1 0 1 0 0,0 0-1 0 0,-1 0 0 0 0,1-1 1 0 0,0 1-1 0 0,0 1 1 0 0,-1 2-1 0 0,1-2-20 0 0,1 0 1 0 0,-1 0 0 0 0,1 0-1 0 0,0 0 1 0 0,0 0-1 0 0,0 1 1 0 0,1-1-1 0 0,-1 0 1 0 0,1 0-1 0 0,-1 0 1 0 0,1 0-1 0 0,0 0 1 0 0,1 0-1 0 0,-1 0 1 0 0,0 0-1 0 0,3 3 1 0 0,7 14-558 0 0,2-2 0 0 0,0 1 0 0 0,1-1 0 0 0,0-1 0 0 0,21 18 0 0 0,91 73-5748 0 0,-95-82 4664 0 0,-23-20 1214 0 0,0 1 0 0 0,0-1 1 0 0,0-1-1 0 0,1 1 0 0 0,0-1 0 0 0,14 5 0 0 0,-7-7-14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0.5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1123 97 3344 0 0,'4'-5'461'0'0,"-1"1"-1"0"0,0-1 0 0 0,-1 0 0 0 0,1 0 1 0 0,-1 0-1 0 0,0 0 0 0 0,0 0 0 0 0,1-6 0 0 0,-2 10-366 0 0,-1-1 0 0 0,0 1 0 0 0,0-1 0 0 0,0 1 0 0 0,0-1 0 0 0,0 1 0 0 0,0-1-1 0 0,0 1 1 0 0,-1-1 0 0 0,1 1 0 0 0,0-1 0 0 0,-1 1 0 0 0,1-1 0 0 0,-1 1-1 0 0,0 0 1 0 0,1-1 0 0 0,-1 1 0 0 0,0 0 0 0 0,0 0 0 0 0,0-1 0 0 0,0 1 0 0 0,0 0-1 0 0,0 0 1 0 0,0 0 0 0 0,0 0 0 0 0,0 0 0 0 0,0 1 0 0 0,-1-1 0 0 0,1 0-1 0 0,0 0 1 0 0,-1 1 0 0 0,1-1 0 0 0,-1 1 0 0 0,1-1 0 0 0,-3 0 0 0 0,-3 0 6 0 0,-1-1-1 0 0,0 1 1 0 0,0 1 0 0 0,0-1 0 0 0,0 2 0 0 0,0-1 0 0 0,0 1 0 0 0,-12 2-1 0 0,-67 20-2 0 0,55-14-17 0 0,-605 225 1202 0 0,616-226-1423 0 0,-115 54-1057 0 0,121-54 583 0 0,0 1 0 0 0,0 0-1 0 0,1 1 1 0 0,1 0 0 0 0,0 2 0 0 0,-17 17-1 0 0,30-29 549 0 0,-1 0 0 0 0,0 1-1 0 0,1-1 1 0 0,-1 1-1 0 0,1-1 1 0 0,-1 1-1 0 0,1 0 1 0 0,0-1 0 0 0,-1 1-1 0 0,1-1 1 0 0,0 1-1 0 0,-1 0 1 0 0,1-1-1 0 0,0 1 1 0 0,0 0 0 0 0,-1 0-1 0 0,1-1 1 0 0,0 1-1 0 0,0 0 1 0 0,0-1-1 0 0,0 1 1 0 0,0 0 0 0 0,0 0-1 0 0,0-1 1 0 0,0 1-1 0 0,0 0 1 0 0,0-1-1 0 0,1 1 1 0 0,-1 0 0 0 0,0 0-1 0 0,0-1 1 0 0,1 1-1 0 0,-1-1 1 0 0,0 1-1 0 0,1 0 1 0 0,-1-1 0 0 0,1 1-1 0 0,-1-1 1 0 0,1 1-1 0 0,-1-1 1 0 0,1 1-1 0 0,-1-1 1 0 0,1 1 0 0 0,-1-1-1 0 0,1 1 1 0 0,0-1-1 0 0,-1 0 1 0 0,1 1-1 0 0,0-1 1 0 0,-1 0 0 0 0,1 0-1 0 0,0 1 1 0 0,0-1-1 0 0,-1 0 1 0 0,1 0-1 0 0,0 0 1 0 0,0 0 0 0 0,45 4-1681 0 0,58-15 206 0 0,-60 4 1225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0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982 0 3572 0 0,'-1'2'270'0'0,"0"0"1"0"0,0 1-1 0 0,0-1 0 0 0,-1 0 0 0 0,1-1 0 0 0,0 1 0 0 0,-1 0 0 0 0,0 0 0 0 0,1-1 0 0 0,-1 1 0 0 0,0-1 0 0 0,0 1 1 0 0,0-1-1 0 0,0 0 0 0 0,0 0 0 0 0,0 1 0 0 0,0-1 0 0 0,0-1 0 0 0,-4 2 0 0 0,-49 18 1705 0 0,53-19-1767 0 0,-230 73 1803 0 0,-301 88-4491 0 0,517-158 2139 0 0,0 0-413 0 0,1 0 1 0 0,-1 1 0 0 0,1 1-1 0 0,0 0 1 0 0,-15 9 0 0 0,31-11-1557 0 0,8-2 1470 0 0,12-1 187 0 0,35-5-588 0 0,-20-3 802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0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717 0 4344 0 0,'-1'1'139'0'0,"1"1"0"0"0,-1-1-1 0 0,1 1 1 0 0,-1-1-1 0 0,0 0 1 0 0,1 0 0 0 0,-1 1-1 0 0,0-1 1 0 0,0 0 0 0 0,0 0-1 0 0,0 0 1 0 0,0 0-1 0 0,0 0 1 0 0,0 0 0 0 0,0 0-1 0 0,-1 0 1 0 0,1 0-1 0 0,0-1 1 0 0,-1 1 0 0 0,1-1-1 0 0,0 1 1 0 0,-1-1-1 0 0,1 1 1 0 0,-1-1 0 0 0,1 0-1 0 0,-2 1 1 0 0,-50 9 1643 0 0,38-8-1236 0 0,-274 63 1470 0 0,3 18-5061 0 0,242-64 403 0 0,64-10-279 0 0,-3-8 2297 0 0,0-1 0 0 0,0 0 1 0 0,18-4-1 0 0,-3 1 146 0 0,14-1 44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0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589 0 3000 0 0,'1'1'131'0'0,"0"0"0"0"0,0 0-1 0 0,0 1 1 0 0,0-1-1 0 0,0 0 1 0 0,0 0 0 0 0,0 1-1 0 0,-1-1 1 0 0,1 0 0 0 0,0 1-1 0 0,-1-1 1 0 0,1 1 0 0 0,-1-1-1 0 0,0 1 1 0 0,1-1 0 0 0,-1 1-1 0 0,0-1 1 0 0,0 1-1 0 0,0-1 1 0 0,0 1 0 0 0,0-1-1 0 0,0 1 1 0 0,-1-1 0 0 0,1 1-1 0 0,0-1 1 0 0,-1 1 0 0 0,1-1-1 0 0,-1 1 1 0 0,0-1-1 0 0,1 0 1 0 0,-1 1 0 0 0,0-1-1 0 0,0 0 1 0 0,0 0 0 0 0,0 0-1 0 0,0 1 1 0 0,0-1 0 0 0,0 0-1 0 0,0 0 1 0 0,0 0-1 0 0,-1-1 1 0 0,1 1 0 0 0,0 0-1 0 0,-2 0 1 0 0,-9 7 317 0 0,-1-2 0 0 0,0 0-1 0 0,0 0 1 0 0,-14 3 0 0 0,5-1-625 0 0,-187 68-2189 0 0,-20 8-3766 0 0,197-72 4728 0 0,22-9 845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1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2320 0 0,'-4'7'436'0'0,"0"-1"-100"0"0,0-1-124 0 0,-8 0-76 0 0,0 1-72 0 0,-4 1-88 0 0,-5 1-100 0 0,5 1-172 0 0,-4 2-216 0 0,0 0-64 0 0,0 0-4 0 0,0-2 56 0 0,-1-2 68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7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0 179 824 0 0,'0'0'707'0'0,"28"-9"-701"0"0,-4 3 564 0 0,-1 1-1 0 0,0 0 1 0 0,1 2-1 0 0,0 1 1 0 0,0 1-1 0 0,-1 1 1 0 0,35 4-1 0 0,110 20 1065 0 0,252 3 0 0 0,-197-27-1133 0 0,316-42 1 0 0,-494 38-356 0 0,-31 3-104 0 0,-1 0 0 0 0,1-1 0 0 0,-1 0 0 0 0,0-1 0 0 0,20-7 0 0 0,-32 9-106 0 0,-311 24-3396 0 0,236-15 2581 0 0,-27 0 232 0 0,0-5 0 0 0,0-4 0 0 0,-105-15 0 0 0,92 0 1378 0 0,2-5-1 0 0,-160-50 0 0 0,245 57-281 0 0,27 14-436 0 0,0 0 0 0 0,0 0 0 0 0,-1-1-1 0 0,1 1 1 0 0,0 0 0 0 0,0 0 0 0 0,0 0 0 0 0,0-1 0 0 0,0 1 0 0 0,0 0 0 0 0,0-1 0 0 0,0 1 0 0 0,0 0 0 0 0,0 0 0 0 0,0-1 0 0 0,0 1 0 0 0,0 0 0 0 0,0 0 0 0 0,0-1 0 0 0,0 1 0 0 0,0 0 0 0 0,0 0 0 0 0,0-1 0 0 0,0 1 0 0 0,0 0 0 0 0,0 0 0 0 0,0-1 0 0 0,1 1 0 0 0,-1 0 0 0 0,0 0 0 0 0,0-1 0 0 0,0 1 0 0 0,0 0 0 0 0,1 0 0 0 0,-1 0 0 0 0,0 0 0 0 0,0-1 0 0 0,0 1 0 0 0,1 0 0 0 0,-1 0 0 0 0,0 0 0 0 0,0 0 0 0 0,1 0 0 0 0,-1 0 0 0 0,1-1 0 0 0,49-11 812 0 0,60 1 352 0 0,0 4-1 0 0,186 14 1 0 0,217 51-621 0 0,10 2-703 0 0,-507-59 96 0 0,-1 1 12 0 0,1-1 1 0 0,-1 0-1 0 0,1-1 1 0 0,-1-1-1 0 0,1 0 1 0 0,-1-2-1 0 0,0 1 1 0 0,19-7-1 0 0,-32 9-68 0 0,-31-13-992 0 0,-37 0 161 0 0,0 3 1 0 0,-119-1 0 0 0,95 7 800 0 0,-31-5 111 0 0,50 2 169 0 0,0 3 1 0 0,-136 10-1 0 0,204-6-127 0 0,0 1 0 0 0,0-1 1 0 0,0 0-1 0 0,0 1 0 0 0,0 0 1 0 0,0 0-1 0 0,0 0 0 0 0,1 0 1 0 0,-1 0-1 0 0,0 0 0 0 0,1 1 1 0 0,-4 2-1 0 0,6-4-8 0 0,-1 0 1 0 0,1 1-1 0 0,0-1 0 0 0,0 0 1 0 0,0 1-1 0 0,0-1 0 0 0,0 1 1 0 0,-1-1-1 0 0,1 0 0 0 0,0 1 1 0 0,0-1-1 0 0,0 0 0 0 0,0 1 1 0 0,0-1-1 0 0,0 1 0 0 0,0-1 1 0 0,0 0-1 0 0,0 1 0 0 0,1-1 1 0 0,-1 0-1 0 0,0 1 0 0 0,0-1 1 0 0,0 1-1 0 0,0-1 0 0 0,0 0 1 0 0,1 1-1 0 0,-1-1 1 0 0,0 0-1 0 0,0 1 0 0 0,0-1 1 0 0,1 0-1 0 0,21 16 216 0 0,-1-6 29 0 0,1-2-1 0 0,1 0 1 0 0,-1-1-1 0 0,1-1 1 0 0,39 5-1 0 0,124 3 794 0 0,-150-12-844 0 0,14 1 181 0 0,0-2 0 0 0,1-2 0 0 0,-1-3 0 0 0,55-10 0 0 0,-105 14-380 0 0,1 0 0 0 0,-1 0 0 0 0,1 0-1 0 0,-1 0 1 0 0,1 0 0 0 0,-1 0 0 0 0,0 0 0 0 0,1 0 0 0 0,-1 0 0 0 0,1 0 0 0 0,-1 0 0 0 0,1 0 0 0 0,-1-1 0 0 0,0 1-1 0 0,1 0 1 0 0,-1 0 0 0 0,1 0 0 0 0,-1-1 0 0 0,0 1 0 0 0,1 0 0 0 0,-1-1 0 0 0,0 1 0 0 0,1 0 0 0 0,-1-1 0 0 0,0 1-1 0 0,1 0 1 0 0,-1-1 0 0 0,0 1 0 0 0,0 0 0 0 0,0-1 0 0 0,1 1 0 0 0,-1-1 0 0 0,0 1 0 0 0,0-1 0 0 0,-13-9-193 0 0,-27-3-560 0 0,6 7-178 0 0,1 2 0 0 0,-1 1 1 0 0,0 1-1 0 0,0 2 0 0 0,0 2 0 0 0,0 0 1 0 0,-59 14-1 0 0,92-16 821 0 0,-1 1 0 0 0,1-1 1 0 0,-1 1-1 0 0,1-1 0 0 0,-1 1 1 0 0,1 0-1 0 0,-1-1 0 0 0,1 1 1 0 0,-1 0-1 0 0,1 0 0 0 0,0 0 0 0 0,-1 0 1 0 0,-1 2-1 0 0,3-2 76 0 0,0-1-1 0 0,0 0 1 0 0,-1 1-1 0 0,1-1 1 0 0,0 1-1 0 0,0-1 0 0 0,0 0 1 0 0,0 1-1 0 0,0-1 1 0 0,0 1-1 0 0,0-1 1 0 0,0 0-1 0 0,0 1 1 0 0,0-1-1 0 0,0 1 1 0 0,0-1-1 0 0,0 0 1 0 0,0 1-1 0 0,0-1 1 0 0,0 0-1 0 0,0 1 1 0 0,1-1-1 0 0,-1 1 1 0 0,0-1-1 0 0,0 0 1 0 0,0 1-1 0 0,1-1 0 0 0,-1 0 1 0 0,0 1-1 0 0,0-1 1 0 0,1 0-1 0 0,-1 0 1 0 0,1 1-1 0 0,0 0 67 0 0,1 0 0 0 0,0 0-1 0 0,-1 0 1 0 0,1-1-1 0 0,0 1 1 0 0,0-1 0 0 0,0 1-1 0 0,-1-1 1 0 0,1 1 0 0 0,0-1-1 0 0,0 0 1 0 0,0 0 0 0 0,0 0-1 0 0,0 0 1 0 0,0 0-1 0 0,0 0 1 0 0,-1-1 0 0 0,1 1-1 0 0,0-1 1 0 0,0 1 0 0 0,0-1-1 0 0,2 0 1 0 0,35-23 3150 0 0,-63 13-3062 0 0,-17 10-264 0 0,-1 1 1 0 0,1 1-1 0 0,-64 12 1 0 0,-5 0 68 0 0,-25-2 68 0 0,133-11 113 0 0,35 3 206 0 0,100-1 1078 0 0,201-23 1 0 0,-190 9-594 0 0,-67 7-333 0 0,-36 4-174 0 0,0-1 0 0 0,0-3 0 0 0,-1-1 0 0 0,48-15 0 0 0,-87 21-297 0 0,-1 0-1 0 0,0 0 1 0 0,0 0-1 0 0,1 0 1 0 0,-1 0-1 0 0,0 0 1 0 0,0 0-1 0 0,1 0 1 0 0,-1 0-1 0 0,0 0 0 0 0,0 0 1 0 0,0 0-1 0 0,1 0 1 0 0,-1 0-1 0 0,0 0 1 0 0,0 0-1 0 0,1 0 1 0 0,-1-1-1 0 0,0 1 1 0 0,0 0-1 0 0,0 0 1 0 0,1 0-1 0 0,-1 0 0 0 0,0-1 1 0 0,0 1-1 0 0,0 0 1 0 0,0 0-1 0 0,1 0 1 0 0,-1-1-1 0 0,0 1 1 0 0,0 0-1 0 0,0 0 1 0 0,0 0-1 0 0,0-1 0 0 0,0 1 1 0 0,0 0-1 0 0,0 0 1 0 0,0-1-1 0 0,0 1 1 0 0,0 0-1 0 0,0 0 1 0 0,0-1-1 0 0,0 1 1 0 0,0 0-1 0 0,0 0 1 0 0,0-1-1 0 0,0 1 0 0 0,0 0 1 0 0,0 0-1 0 0,0-1 1 0 0,-16-8-337 0 0,-24-1-347 0 0,-74 0-781 0 0,-1 6-1 0 0,-150 12 0 0 0,201-6 1317 0 0,41-2 159 0 0,0 0 0 0 0,0 2 1 0 0,1 0-1 0 0,-1 2 1 0 0,-29 8-1 0 0,51-12 6 0 0,1 0 1 0 0,0 0-1 0 0,0 0 0 0 0,-1 0 1 0 0,1 0-1 0 0,0 0 1 0 0,0 0-1 0 0,0 0 0 0 0,-1 0 1 0 0,1 0-1 0 0,0 0 1 0 0,0 0-1 0 0,0 1 0 0 0,0-1 1 0 0,-1 0-1 0 0,1 0 1 0 0,0 0-1 0 0,0 0 0 0 0,0 0 1 0 0,0 0-1 0 0,-1 1 1 0 0,1-1-1 0 0,0 0 0 0 0,0 0 1 0 0,0 0-1 0 0,0 0 1 0 0,0 1-1 0 0,0-1 0 0 0,0 0 1 0 0,-1 0-1 0 0,1 0 1 0 0,0 1-1 0 0,0-1 0 0 0,0 0 1 0 0,0 0-1 0 0,0 0 1 0 0,0 1-1 0 0,0-1 0 0 0,0 0 1 0 0,0 0-1 0 0,0 0 1 0 0,0 1-1 0 0,0-1 0 0 0,0 0 1 0 0,0 0-1 0 0,1 0 1 0 0,-1 1-1 0 0,0-1 0 0 0,0 0 1 0 0,0 0-1 0 0,0 0 1 0 0,0 1-1 0 0,0-1 0 0 0,0 0 1 0 0,0 0-1 0 0,1 0 1 0 0,16 10 294 0 0,21 3 47 0 0,40 0 309 0 0,0-4 1 0 0,1-3-1 0 0,-1-3 1 0 0,134-14-1 0 0,-166 8-15 0 0,0-2-1 0 0,1-2 1 0 0,80-23-1 0 0,-127 30-649 0 0,0 0-1 0 0,0 0 1 0 0,1 0 0 0 0,-1 0-1 0 0,0 0 1 0 0,0 0-1 0 0,0 0 1 0 0,1 0 0 0 0,-1 0-1 0 0,0 0 1 0 0,0 0-1 0 0,0 0 1 0 0,1 0 0 0 0,-1 0-1 0 0,0 0 1 0 0,0 0-1 0 0,0 0 1 0 0,1 0 0 0 0,-1-1-1 0 0,0 1 1 0 0,0 0-1 0 0,0 0 1 0 0,0 0 0 0 0,1 0-1 0 0,-1 0 1 0 0,0 0-1 0 0,0-1 1 0 0,0 1 0 0 0,0 0-1 0 0,0 0 1 0 0,0 0-1 0 0,0 0 1 0 0,1-1 0 0 0,-1 1-1 0 0,0 0 1 0 0,0 0-1 0 0,0 0 1 0 0,0-1 0 0 0,0 1-1 0 0,0 0 1 0 0,0 0-1 0 0,0 0 1 0 0,0-1 0 0 0,0 1-1 0 0,0 0 1 0 0,0 0-1 0 0,0 0 1 0 0,0-1 0 0 0,0 1-1 0 0,0 0 1 0 0,0 0-1 0 0,0 0 1 0 0,0-1 0 0 0,-1 1-1 0 0,1 0 1 0 0,-15-7-366 0 0,-24 0-525 0 0,28 7 622 0 0,-1 0 0 0 0,1 0 1 0 0,0 1-1 0 0,0 1 0 0 0,0 0 1 0 0,0 0-1 0 0,0 1 0 0 0,0 0 1 0 0,0 1-1 0 0,1 0 0 0 0,0 1 0 0 0,0 0 1 0 0,0 1-1 0 0,1 0 0 0 0,-13 10 1 0 0,7 0-660 0 0,13-14 832 0 0,1-1 1 0 0,0 1 0 0 0,-1-1 0 0 0,1 1 0 0 0,-1-1 0 0 0,1 1 0 0 0,-1-1 0 0 0,1 0 0 0 0,-1 0 0 0 0,0 0 0 0 0,0 0 0 0 0,0 0-1 0 0,0 0 1 0 0,0 0 0 0 0,1-1 0 0 0,-1 1 0 0 0,0-1 0 0 0,-1 1 0 0 0,1-1 0 0 0,0 0 0 0 0,0 0 0 0 0,0 0 0 0 0,0 0 0 0 0,0 0-1 0 0,-2-1 1 0 0,-242-20-3510 0 0,210 19 3412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38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375 170 2652 0 0,'0'-9'449'0'0,"0"0"0"0"0,-1 0-1 0 0,0 0 1 0 0,0 0 0 0 0,-1 1-1 0 0,0-1 1 0 0,-1 1 0 0 0,0-1-1 0 0,0 1 1 0 0,-1 0 0 0 0,0 0-1 0 0,-5-7 1 0 0,6 11-465 0 0,0 1 1 0 0,0-1 0 0 0,0 1-1 0 0,0 0 1 0 0,-1 0-1 0 0,1 0 1 0 0,-1 0-1 0 0,0 1 1 0 0,1-1-1 0 0,-1 1 1 0 0,-1 0 0 0 0,1 1-1 0 0,0-1 1 0 0,0 0-1 0 0,-1 1 1 0 0,1 0-1 0 0,0 0 1 0 0,-1 1-1 0 0,1-1 1 0 0,-1 1 0 0 0,1 0-1 0 0,-1 0 1 0 0,1 0-1 0 0,-1 1 1 0 0,-4 0-1 0 0,-1 2 50 0 0,1 0 0 0 0,-1 0 1 0 0,1 1-1 0 0,0 0 0 0 0,0 1 0 0 0,0 0 0 0 0,0 0 0 0 0,1 1 0 0 0,0 0 0 0 0,0 0 0 0 0,0 1 0 0 0,1 0 0 0 0,0 1 0 0 0,1-1 0 0 0,-1 1 0 0 0,2 0 0 0 0,-1 1 0 0 0,1 0 0 0 0,0 0 0 0 0,-4 12 0 0 0,-5 10 192 0 0,3 1-1 0 0,0 0 1 0 0,2 1 0 0 0,-8 58-1 0 0,13-64-145 0 0,2 1 1 0 0,0-1-1 0 0,2 1 0 0 0,1-1 0 0 0,1 0 0 0 0,2 1 0 0 0,0-1 1 0 0,2-1-1 0 0,14 43 0 0 0,-14-54-13 0 0,1 1 0 0 0,0-2 0 0 0,1 1 0 0 0,0-1 0 0 0,1 0 1 0 0,1-1-1 0 0,0 0 0 0 0,1-1 0 0 0,1 0 0 0 0,-1 0 0 0 0,2-1 0 0 0,0-1 0 0 0,0 0 0 0 0,1-1 0 0 0,0 0 1 0 0,0-1-1 0 0,19 7 0 0 0,-4-5 42 0 0,1-1 0 0 0,0-2 0 0 0,1 0 0 0 0,-1-2 0 0 0,1-2 0 0 0,0-1 0 0 0,0-1 1 0 0,0-1-1 0 0,0-2 0 0 0,0-1 0 0 0,47-12 0 0 0,-42 7-18 0 0,0-2-1 0 0,-1-2 1 0 0,0-1 0 0 0,-1-1 0 0 0,-1-2 0 0 0,0-2-1 0 0,-1 0 1 0 0,-1-3 0 0 0,39-32 0 0 0,-56 39-82 0 0,0-1 0 0 0,-1 0 1 0 0,-1-1-1 0 0,0 0 1 0 0,-1-1-1 0 0,0-1 0 0 0,-2 1 1 0 0,0-2-1 0 0,-1 1 1 0 0,-1-1-1 0 0,-1 0 0 0 0,0-1 1 0 0,-2 1-1 0 0,0-1 1 0 0,-1 0-1 0 0,-1 0 0 0 0,-1 0 1 0 0,-1-1-1 0 0,0 1 1 0 0,-6-35-1 0 0,3 39-33 0 0,0 0 1 0 0,0 1-1 0 0,-2-1 0 0 0,0 0 1 0 0,0 1-1 0 0,-2 0 0 0 0,0 1 1 0 0,-1-1-1 0 0,0 1 0 0 0,-1 1 1 0 0,0-1-1 0 0,-1 2 0 0 0,-1-1 1 0 0,0 1-1 0 0,0 1 1 0 0,-2 0-1 0 0,1 1 0 0 0,-1 0 1 0 0,-1 1-1 0 0,1 0 0 0 0,-1 1 1 0 0,-1 1-1 0 0,0 0 0 0 0,0 1 1 0 0,0 1-1 0 0,-17-4 0 0 0,3 4-142 0 0,-1 1 0 0 0,0 2 0 0 0,-1 1 0 0 0,1 1 0 0 0,0 1 0 0 0,0 2 0 0 0,0 1-1 0 0,0 2 1 0 0,1 0 0 0 0,0 2 0 0 0,0 2 0 0 0,-47 21 0 0 0,46-16-517 0 0,0 0 0 0 0,0 2 0 0 0,2 2 0 0 0,0 0 0 0 0,1 2 0 0 0,1 1 1 0 0,1 1-1 0 0,1 1 0 0 0,1 1 0 0 0,1 1 0 0 0,-20 33 0 0 0,31-42 101 0 0,2 1 0 0 0,0 0-1 0 0,-10 29 1 0 0,10-16 18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22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29 128 2712 0 0,'-1'-9'1155'0'0,"0"1"0"0"0,0-1 0 0 0,-1 0-1 0 0,0 0 1 0 0,-5-11 0 0 0,4 12-312 0 0,0-1 1 0 0,1 1-1 0 0,0-1 0 0 0,0 1 0 0 0,0-13 1 0 0,6 66-589 0 0,2-1 0 0 0,14 57 1 0 0,2 8-112 0 0,54 582-318 0 0,-71-496-3793 0 0,-5-194 3138 0 0,-2-3-1490 0 0,0 0 2051 0 0,0 0 1 0 0,1 0 0 0 0,-1 0 0 0 0,1 0 0 0 0,0 0 0 0 0,-1-1 0 0 0,1 1-1 0 0,0 0 1 0 0,0-1 0 0 0,0 1 0 0 0,1-1 0 0 0,-1 0 0 0 0,1 1 0 0 0,-1-1-1 0 0,1-4 1 0 0,-2-1-233 0 0,-30-113-2310 0 0,24 82 2317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22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47 280 2404 0 0,'-9'-43'1006'0'0,"-26"-140"6451"0"0,35 181-7361 0 0,-1 0 0 0 0,1 1 0 0 0,-1-1 1 0 0,1 0-1 0 0,0 1 0 0 0,0-1 0 0 0,-1 0 0 0 0,1 1 0 0 0,0-1 0 0 0,1 0 0 0 0,-1 0 1 0 0,0 1-1 0 0,0-1 0 0 0,1 0 0 0 0,-1 1 0 0 0,1-1 0 0 0,-1 0 0 0 0,1 1 1 0 0,0-1-1 0 0,0 1 0 0 0,-1-1 0 0 0,1 1 0 0 0,0-1 0 0 0,1 1 0 0 0,-1 0 0 0 0,0 0 1 0 0,0-1-1 0 0,0 1 0 0 0,1 0 0 0 0,-1 0 0 0 0,1 0 0 0 0,1-1 0 0 0,3 1-55 0 0,0 0 0 0 0,1 1-1 0 0,-1-1 1 0 0,0 1-1 0 0,0 0 1 0 0,1 1-1 0 0,10 2 1 0 0,15 2 44 0 0,-1 0 1 0 0,0 3-1 0 0,-1 0 0 0 0,0 2 1 0 0,0 2-1 0 0,44 23 0 0 0,-57-26-75 0 0,-1 2 0 0 0,0 0 0 0 0,0 1 0 0 0,-1 0 0 0 0,-1 1-1 0 0,0 1 1 0 0,0 0 0 0 0,-2 1 0 0 0,0 0 0 0 0,-1 1 0 0 0,18 33-1 0 0,-29-48 13 0 0,1 0 0 0 0,-1 0 0 0 0,0 1 0 0 0,0-1 0 0 0,0 0 0 0 0,0 1 0 0 0,0-1 0 0 0,0 0 0 0 0,0 0-1 0 0,0 1 1 0 0,-1-1 0 0 0,1 0 0 0 0,0 0 0 0 0,-1 1 0 0 0,1-1 0 0 0,-1 0 0 0 0,1 0 0 0 0,-1 0 0 0 0,0 0 0 0 0,0 0 0 0 0,1 1-1 0 0,-1-2 1 0 0,0 1 0 0 0,0 0 0 0 0,0 0 0 0 0,0 0 0 0 0,0 0 0 0 0,0 0 0 0 0,0-1 0 0 0,0 1 0 0 0,0 0 0 0 0,-1-1-1 0 0,1 1 1 0 0,0-1 0 0 0,0 0 0 0 0,-2 1 0 0 0,-55 18 274 0 0,50-17-287 0 0,-31 9 13 0 0,-54 5 0 0 0,77-14-548 0 0,1 0 0 0 0,-1-2 0 0 0,0 0 0 0 0,1-1 0 0 0,-1 0 0 0 0,-22-5-1 0 0,37 6 338 0 0,1 0-1 0 0,-1 0 1 0 0,0 0-1 0 0,1-1 1 0 0,-1 1-1 0 0,0 0 0 0 0,1 0 1 0 0,-1 0-1 0 0,0-1 1 0 0,0 1-1 0 0,1 0 0 0 0,-1 0 1 0 0,1-1-1 0 0,-1 1 1 0 0,0-1-1 0 0,1 1 0 0 0,-1-1 1 0 0,1 1-1 0 0,-1-1 1 0 0,1 1-1 0 0,-1-1 1 0 0,1 1-1 0 0,-1-1 0 0 0,1 1 1 0 0,0-1-1 0 0,-1 0 1 0 0,1 1-1 0 0,0-1 0 0 0,0 0 1 0 0,-1 1-1 0 0,1-2 1 0 0,0 0-34 0 0,1 1 0 0 0,0 0 0 0 0,-1-1 1 0 0,1 1-1 0 0,0 0 0 0 0,0 0 0 0 0,0 0 0 0 0,0 0 1 0 0,0 0-1 0 0,0 0 0 0 0,0 0 0 0 0,0 0 1 0 0,0 0-1 0 0,2-1 0 0 0,45-21-2317 0 0,-31 17 2052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22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 4716 0 0,'3'0'417'0'0,"-1"1"0"0"0,1 0 0 0 0,0 0-1 0 0,0 0 1 0 0,-1 0 0 0 0,1 1 0 0 0,-1-1-1 0 0,1 1 1 0 0,-1-1 0 0 0,0 1 0 0 0,1 0-1 0 0,-1 0 1 0 0,0 0 0 0 0,3 4-1 0 0,-4-4-223 0 0,-1 0-1 0 0,1 0 1 0 0,0-1-1 0 0,-1 1 0 0 0,0 0 1 0 0,0 0-1 0 0,1 0 1 0 0,-1 0-1 0 0,0-1 0 0 0,0 1 1 0 0,-1 0-1 0 0,1 0 1 0 0,0 0-1 0 0,-1 0 0 0 0,1-1 1 0 0,-1 1-1 0 0,1 0 1 0 0,-1 0-1 0 0,0-1 0 0 0,0 1 1 0 0,1-1-1 0 0,-1 1 1 0 0,-1 0-1 0 0,0 1 0 0 0,-11 20-122 0 0,1 1-1 0 0,1 0 1 0 0,1 0-1 0 0,-12 47 0 0 0,-12 31-3000 0 0,16-39-1558 0 0,16-53 3315 0 0,0 1 0 0 0,-1 0 0 0 0,-1-1 0 0 0,0 0 0 0 0,0 0 1 0 0,-10 18-1 0 0,13-27 691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23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 0 4032 0 0,'-17'18'4831'0'0,"15"-17"-4832"0"0,1 1 1 0 0,-1-1-1 0 0,0 1 0 0 0,1-1 0 0 0,0 1 0 0 0,-1 0 0 0 0,1 0 1 0 0,0-1-1 0 0,0 1 0 0 0,0 0 0 0 0,0 0 0 0 0,0 0 0 0 0,0 0 1 0 0,1 1-1 0 0,-1-1 0 0 0,1 0 0 0 0,-1 0 0 0 0,1 0 0 0 0,0 0 1 0 0,0 1-1 0 0,0-1 0 0 0,0 2 0 0 0,3 42 1846 0 0,12 75 1 0 0,-7-75-844 0 0,3 77 0 0 0,-10-64-670 0 0,1-32-180 0 0,-2 1 1 0 0,-1-1-1 0 0,-5 30 1 0 0,5-13 199 0 0,1-34-3473 0 0,1 0-3560 0 0,-17-27 1928 0 0,15 10 4119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38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1 3200 0 0,'0'0'3465'0'0,"-9"33"125"0"0,-131 347-913 0 0,129-352-2794 0 0,2 1 1 0 0,-11 48 0 0 0,17-55-1250 0 0,0 0 1 0 0,0 26 0 0 0,3-46 1213 0 0,0-1 0 0 0,0 0 0 0 0,0 1 0 0 0,0-1 1 0 0,0 0-1 0 0,0 1 0 0 0,1-1 0 0 0,-1 0 0 0 0,0 1 0 0 0,1-1 1 0 0,-1 0-1 0 0,1 0 0 0 0,-1 1 0 0 0,1-1 0 0 0,0 0 0 0 0,-1 0 1 0 0,1 0-1 0 0,0 0 0 0 0,0 0 0 0 0,0 0 0 0 0,0 0 0 0 0,0 0 1 0 0,0 0-1 0 0,0 0 0 0 0,0 0 0 0 0,0-1 0 0 0,0 1 0 0 0,1 0 1 0 0,-1-1-1 0 0,0 1 0 0 0,0-1 0 0 0,2 1 0 0 0,0-1-39 0 0,0 1 0 0 0,0-1 0 0 0,-1 0 0 0 0,1-1 0 0 0,0 1-1 0 0,0 0 1 0 0,0-1 0 0 0,-1 1 0 0 0,1-1 0 0 0,0 0 0 0 0,0 0 0 0 0,-1 0 0 0 0,1 0 0 0 0,2-2-1 0 0,8-6-221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39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0 294 3372 0 0,'8'0'562'0'0,"1"0"889"0"0,0 0 0 0 0,0 0-1 0 0,0 1 1 0 0,16 4 0 0 0,15 15-489 0 0,-34-17-852 0 0,-1 0-1 0 0,1 0 1 0 0,0 0 0 0 0,0-1 0 0 0,0 1 0 0 0,7 0-1 0 0,-11-2-117 0 0,-1-1 0 0 0,1 1 0 0 0,-1-1 0 0 0,1 0 0 0 0,-1 1 0 0 0,1-1 0 0 0,-1 0 0 0 0,1 0 0 0 0,-1 0 0 0 0,1 0 0 0 0,0 0 0 0 0,-1-1 0 0 0,1 1 0 0 0,-1 0 0 0 0,1-1 0 0 0,-1 1 0 0 0,0-1 0 0 0,1 0 0 0 0,-1 1 0 0 0,1-1 0 0 0,-1 0 0 0 0,0 0 0 0 0,0 0 0 0 0,1 0 0 0 0,-1 0 0 0 0,0 0 0 0 0,0 0 0 0 0,0 0 0 0 0,0 0 1 0 0,0 0-1 0 0,0-2 0 0 0,0 0-119 0 0,-1 0 1 0 0,0 0-1 0 0,0 0 1 0 0,0 0 0 0 0,0 0-1 0 0,-1 0 1 0 0,1 1 0 0 0,-1-1-1 0 0,0 0 1 0 0,0 0 0 0 0,0 0-1 0 0,0 1 1 0 0,0-1 0 0 0,-1 0-1 0 0,-2-4 1 0 0,-27-38-1303 0 0,12 21 984 0 0,-27-38-114 0 0,46 62 559 0 0,0-1 1 0 0,-1 1-1 0 0,1-1 0 0 0,0 1 0 0 0,0-1 1 0 0,-1 1-1 0 0,1-1 0 0 0,0 1 1 0 0,0-1-1 0 0,0 1 0 0 0,0-1 0 0 0,0 1 1 0 0,0-1-1 0 0,0 1 0 0 0,0-1 0 0 0,0 1 1 0 0,0-1-1 0 0,0 1 0 0 0,0-1 0 0 0,0 1 1 0 0,1-1-1 0 0,-1 1 0 0 0,0-1 1 0 0,0 1-1 0 0,1-1 0 0 0,-1 1 0 0 0,0-1 1 0 0,0 1-1 0 0,1 0 0 0 0,-1-1 0 0 0,0 1 1 0 0,1-1-1 0 0,20-8 4 0 0,27 3-123 0 0,-46 6 96 0 0,10-1-14 0 0,21-1-41 0 0,1 1 0 0 0,36 4 1 0 0,-61-2 173 0 0,0 0 1 0 0,-1 1-1 0 0,0 0 0 0 0,1 0 1 0 0,-1 1-1 0 0,0 0 0 0 0,0 0 1 0 0,0 1-1 0 0,0 0 1 0 0,-1 0-1 0 0,0 1 0 0 0,0 0 1 0 0,10 9-1 0 0,12 29 1481 0 0,-28-40-1480 0 0,0 0 1 0 0,0 0 0 0 0,0 0-1 0 0,1 0 1 0 0,-1 0 0 0 0,1-1-1 0 0,0 1 1 0 0,0 0 0 0 0,0-1-1 0 0,0 0 1 0 0,0 1 0 0 0,1-1-1 0 0,-1 0 1 0 0,1 0-1 0 0,-1 0 1 0 0,1 0 0 0 0,0-1-1 0 0,-1 1 1 0 0,1-1 0 0 0,0 0-1 0 0,0 0 1 0 0,0 0 0 0 0,0 0-1 0 0,1 0 1 0 0,-1 0 0 0 0,0-1-1 0 0,0 0 1 0 0,0 1 0 0 0,0-1-1 0 0,7-1 1 0 0,-6 1-84 0 0,1-1 0 0 0,0 1 0 0 0,-1-1 0 0 0,1 0 1 0 0,0 0-1 0 0,-1-1 0 0 0,1 1 0 0 0,-1-1 0 0 0,0 0 0 0 0,1-1 0 0 0,-1 1 0 0 0,0 0 1 0 0,0-1-1 0 0,-1 0 0 0 0,1 0 0 0 0,0 0 0 0 0,-1-1 0 0 0,0 1 0 0 0,0-1 1 0 0,0 0-1 0 0,0 0 0 0 0,0 0 0 0 0,-1 0 0 0 0,0 0 0 0 0,0 0 0 0 0,0-1 0 0 0,2-6 1 0 0,-3 6-22 0 0,-1-1 1 0 0,1 0 0 0 0,-1 1 0 0 0,0-1 0 0 0,0 0 0 0 0,0 1-1 0 0,-1-1 1 0 0,0 0 0 0 0,0 1 0 0 0,0-1 0 0 0,-1 1 0 0 0,0-1 0 0 0,0 1-1 0 0,0 0 1 0 0,-1 0 0 0 0,0 0 0 0 0,0 0 0 0 0,0 0 0 0 0,0 0-1 0 0,-1 1 1 0 0,0 0 0 0 0,-7-7 0 0 0,3 5-86 0 0,1 0 1 0 0,-1 1-1 0 0,0-1 0 0 0,0 2 1 0 0,-1-1-1 0 0,1 1 1 0 0,-1 1-1 0 0,-13-4 0 0 0,16 5-189 0 0,1 1-1 0 0,0 0 1 0 0,-1 0-1 0 0,1 0 1 0 0,-1 1-1 0 0,1 0 1 0 0,-1 0-1 0 0,1 0 1 0 0,-1 0-1 0 0,1 1 1 0 0,0 0-1 0 0,-1 1 1 0 0,1-1-1 0 0,0 1 0 0 0,0 0 1 0 0,-7 3-1 0 0,12-5 168 0 0,-1 1 0 0 0,1-1-1 0 0,-1 0 1 0 0,1 1-1 0 0,-1-1 1 0 0,1 0-1 0 0,-1 1 1 0 0,1-1-1 0 0,-1 1 1 0 0,1-1 0 0 0,-1 1-1 0 0,1-1 1 0 0,-1 1-1 0 0,1-1 1 0 0,0 1-1 0 0,0 0 1 0 0,-1-1-1 0 0,1 1 1 0 0,0-1 0 0 0,0 1-1 0 0,-1 0 1 0 0,1-1-1 0 0,0 1 1 0 0,0 0-1 0 0,0-1 1 0 0,0 1-1 0 0,0 0 1 0 0,0-1 0 0 0,0 1-1 0 0,0 0 1 0 0,0-1-1 0 0,1 1 1 0 0,-1 0-1 0 0,0-1 1 0 0,0 1-1 0 0,0-1 1 0 0,1 1-1 0 0,-1 0 1 0 0,0-1 0 0 0,1 1-1 0 0,-1-1 1 0 0,1 1-1 0 0,-1-1 1 0 0,0 1-1 0 0,1-1 1 0 0,-1 1-1 0 0,1-1 1 0 0,0 0 0 0 0,0 1-1 0 0,29 19-1901 0 0,-19-16 1561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0.8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3220 0 0,'8'6'480'0'0,"10"10"1371"0"0,-1 1 1 0 0,20 24 0 0 0,-31-33-1695 0 0,-1 0 0 0 0,0 0 0 0 0,-1 0 0 0 0,1 1-1 0 0,-2-1 1 0 0,1 1 0 0 0,-1 0 0 0 0,-1 0 0 0 0,2 10 0 0 0,-1-2-70 0 0,-2 1-1 0 0,0-1 1 0 0,-1 1-1 0 0,-1-1 1 0 0,0 0-1 0 0,-2 0 1 0 0,0 1-1 0 0,0-1 1 0 0,-2-1-1 0 0,0 1 0 0 0,-1-1 1 0 0,-15 30-1 0 0,2-11 306 0 0,19-35-388 0 0,0 0 0 0 0,0 0 0 0 0,0 0 0 0 0,0 1 0 0 0,-1-1 0 0 0,1 0 0 0 0,0 0 0 0 0,0 0 0 0 0,0 0 0 0 0,0 0 0 0 0,0 0 0 0 0,0 1 0 0 0,0-1 0 0 0,0 0 0 0 0,0 0 0 0 0,0 0 0 0 0,0 0 0 0 0,0 0 1 0 0,-1 0-1 0 0,1 0 0 0 0,0 0 0 0 0,0 0 0 0 0,0 1 0 0 0,0-1 0 0 0,0 0 0 0 0,0 0 0 0 0,0 0 0 0 0,-1 0 0 0 0,1 0 0 0 0,0 0 0 0 0,0 0 0 0 0,0 0 0 0 0,0 0 0 0 0,0 0 0 0 0,0 0 0 0 0,-1 0 0 0 0,1 0 1 0 0,0 0-1 0 0,0 0 0 0 0,0 0 0 0 0,0 0 0 0 0,0 0 0 0 0,-1 0 0 0 0,1 0 0 0 0,0 0 0 0 0,0 0 0 0 0,0-1 0 0 0,0 1 0 0 0,0 0 0 0 0,0 0 0 0 0,0 0 0 0 0,-1 0 0 0 0,1 0 0 0 0,0 0 0 0 0,0 0 0 0 0,0 0 1 0 0,0 0-1 0 0,0-1 0 0 0,0 1 0 0 0,0 0 0 0 0,1-22 37 0 0,4 0-86 0 0,1 0 0 0 0,1 0 1 0 0,19-40-1 0 0,-11 26-34 0 0,0 1 32 0 0,2 1 0 0 0,40-63-1 0 0,-48 84 41 0 0,0 1-1 0 0,1-1 1 0 0,1 2 0 0 0,0-1-1 0 0,0 2 1 0 0,1-1 0 0 0,0 2-1 0 0,1-1 1 0 0,26-13-1 0 0,-33 20-5 0 0,0 1-1 0 0,0 1 0 0 0,0-1 1 0 0,0 1-1 0 0,0 0 0 0 0,0 0 0 0 0,0 1 1 0 0,1-1-1 0 0,-1 1 0 0 0,0 1 0 0 0,0-1 1 0 0,0 1-1 0 0,1 0 0 0 0,-1 1 1 0 0,0 0-1 0 0,-1 0 0 0 0,1 0 0 0 0,0 0 1 0 0,0 1-1 0 0,-1 0 0 0 0,0 0 0 0 0,1 0 1 0 0,-1 1-1 0 0,-1 0 0 0 0,1 0 1 0 0,0 0-1 0 0,-1 1 0 0 0,0-1 0 0 0,0 1 1 0 0,0 0-1 0 0,-1 0 0 0 0,1 1 0 0 0,3 8 1 0 0,-4-6 13 0 0,0-4 42 0 0,-1 0-1 0 0,0 1 1 0 0,-1-1-1 0 0,1 0 1 0 0,-1 1 0 0 0,0-1-1 0 0,0 1 1 0 0,0 0-1 0 0,0-1 1 0 0,-1 1-1 0 0,0 0 1 0 0,0-1-1 0 0,0 1 1 0 0,-1 0 0 0 0,-1 6-1 0 0,-2 1 814 0 0,4-12-832 0 0,0 0 1 0 0,0 0 0 0 0,0 0 0 0 0,0 0 0 0 0,0 0 0 0 0,0 0-1 0 0,1-1 1 0 0,-1 1 0 0 0,0 0 0 0 0,0 0 0 0 0,0 0 0 0 0,0 0-1 0 0,0 0 1 0 0,0 0 0 0 0,0 0 0 0 0,0 0 0 0 0,1 0-1 0 0,-1 0 1 0 0,0 0 0 0 0,0 0 0 0 0,0 0 0 0 0,0 0 0 0 0,0 0-1 0 0,0 0 1 0 0,0 0 0 0 0,1 0 0 0 0,-1 0 0 0 0,0 0 0 0 0,0 0-1 0 0,0 0 1 0 0,0 1 0 0 0,0-1 0 0 0,0 0 0 0 0,0 0-1 0 0,0 0 1 0 0,1 0 0 0 0,-1 0 0 0 0,0 0 0 0 0,0 0 0 0 0,0 0-1 0 0,0 0 1 0 0,0 0 0 0 0,0 0 0 0 0,0 1 0 0 0,0-1 0 0 0,0 0-1 0 0,0 0 1 0 0,0 0 0 0 0,0 0 0 0 0,0 0 0 0 0,1 0-45 0 0,0-2 30 0 0,0 0-1 0 0,-1-1 1 0 0,1 1 0 0 0,-1 0-1 0 0,1 0 1 0 0,-1 0 0 0 0,0-1 0 0 0,0 1-1 0 0,0 0 1 0 0,0 0 0 0 0,0-1-1 0 0,-1-1 1 0 0,3-21-217 0 0,8-13-60 0 0,-5 30-20 0 0,-4 9-716 0 0,-2 13 1226 0 0,9 281 1664 0 0,-7-328-2351 0 0,2 0 0 0 0,1 1 0 0 0,11-44 1 0 0,-12 59 297 0 0,2 1 1 0 0,0 0-1 0 0,1 0 1 0 0,1 1-1 0 0,0-1 0 0 0,1 2 1 0 0,0-1-1 0 0,2 1 1 0 0,12-16-1 0 0,-19 27 111 0 0,-2 1-12 0 0,1 0-1 0 0,-1 1 1 0 0,1-1-1 0 0,0 0 1 0 0,-1 0 0 0 0,1 1-1 0 0,0 0 1 0 0,0-1 0 0 0,0 1-1 0 0,0 0 1 0 0,1 0-1 0 0,-1 0 1 0 0,0 0 0 0 0,0 0-1 0 0,1 0 1 0 0,3 0 0 0 0,-5 1 252 0 0,-1-13 4111 0 0,-4 3-4049 0 0,4 9-293 0 0,0 1-1 0 0,-1-1 1 0 0,1 1-1 0 0,-1 0 1 0 0,0-1-1 0 0,1 1 1 0 0,-1 0-1 0 0,1-1 1 0 0,-1 1-1 0 0,1 0 1 0 0,-1 0-1 0 0,0-1 1 0 0,1 1-1 0 0,-1 0 1 0 0,0 0-1 0 0,1 0 1 0 0,-1 0 0 0 0,1 0-1 0 0,-1 0 1 0 0,0 0-1 0 0,1 0 1 0 0,-1 0-1 0 0,0 0 1 0 0,1 0-1 0 0,-1 1 1 0 0,1-1-1 0 0,-1 0 1 0 0,0 0-1 0 0,1 1 1 0 0,-1-1-1 0 0,1 0 1 0 0,-1 1-1 0 0,1-1 1 0 0,-1 0-1 0 0,1 1 1 0 0,-1-1-1 0 0,1 1 1 0 0,-1-1-1 0 0,1 1 1 0 0,-2 1 6 0 0,0-1 0 0 0,1 1 0 0 0,-1 0 0 0 0,1-1 0 0 0,-1 1 0 0 0,1 0 0 0 0,0 0 1 0 0,0 0-1 0 0,0 0 0 0 0,0 0 0 0 0,0 0 0 0 0,1 0 0 0 0,-1 0 0 0 0,0 0 0 0 0,1 1 0 0 0,-1 1 0 0 0,-2 43 446 0 0,2-21-143 0 0,-3 50 485 0 0,3 0 0 0 0,10 77 0 0 0,-3-66-522 0 0,5 438-1521 0 0,-11-524 905 0 0,-1-6-950 0 0,1 0 978 0 0,-1 0 1 0 0,1 0-1 0 0,0 1 0 0 0,0-1 1 0 0,0 0-1 0 0,1-5 1 0 0,0-1-108 0 0,-11-226-2771 0 0,0 0 3628 0 0,8 142 384 0 0,2-81 1535 0 0,2 148-1619 0 0,1-1 0 0 0,1 1 0 0 0,2 0 0 0 0,9-28 0 0 0,-14 50-637 0 0,2 0 0 0 0,-1 1 0 0 0,1-1 0 0 0,-1 1 0 0 0,1-1 0 0 0,1 1 0 0 0,-1 0 0 0 0,1 0 0 0 0,0 0 0 0 0,0 0 0 0 0,1 1 0 0 0,7-7 0 0 0,-9 10-71 0 0,-1-1 0 0 0,1 1 0 0 0,0 0 0 0 0,0-1 0 0 0,-1 1 0 0 0,1 0 0 0 0,0 1 1 0 0,0-1-1 0 0,0 0 0 0 0,0 1 0 0 0,0 0 0 0 0,0 0 0 0 0,0 0 0 0 0,0 0 0 0 0,0 0 0 0 0,1 0 0 0 0,-1 1 0 0 0,-1 0 0 0 0,1-1 0 0 0,0 1 0 0 0,0 0 0 0 0,0 0 0 0 0,0 1 0 0 0,0-1 0 0 0,-1 1 0 0 0,1-1 0 0 0,2 3 1 0 0,7 6 89 0 0,0-1 1 0 0,-1 1 0 0 0,0 1 0 0 0,-1 0 0 0 0,0 1-1 0 0,-1 0 1 0 0,0 0 0 0 0,-1 1 0 0 0,0 0 0 0 0,9 23-1 0 0,-13-26-12 0 0,0 0 0 0 0,0 0 0 0 0,-1 1 0 0 0,0-1 0 0 0,-1 1 0 0 0,0 0 0 0 0,-1-1 0 0 0,0 1 1 0 0,-1 0-1 0 0,0 0 0 0 0,-1 0 0 0 0,0 0 0 0 0,0 0 0 0 0,-1 0 0 0 0,-5 14 0 0 0,3-18-16 0 0,1-1 1 0 0,-1 0-1 0 0,-1 0 0 0 0,1 0 1 0 0,-1 0-1 0 0,0-1 1 0 0,0 0-1 0 0,0 0 1 0 0,-1 0-1 0 0,0-1 0 0 0,0 0 1 0 0,0 0-1 0 0,0 0 1 0 0,-1-1-1 0 0,0 0 1 0 0,1 0-1 0 0,-1-1 0 0 0,-11 3 1 0 0,6-2-255 0 0,1 0 0 0 0,-1-1 0 0 0,0 0 0 0 0,0-1 0 0 0,1 0 0 0 0,-1-1 0 0 0,0 0 0 0 0,0-1 0 0 0,0-1 0 0 0,-20-4 0 0 0,28 4-82 0 0,0 0 1 0 0,1 0 0 0 0,-1 0 0 0 0,1-1-1 0 0,-1 1 1 0 0,1-1 0 0 0,0 0 0 0 0,0 0 0 0 0,0 0-1 0 0,0 0 1 0 0,1-1 0 0 0,-1 1 0 0 0,1-1 0 0 0,0 1-1 0 0,0-1 1 0 0,0 0 0 0 0,1 0 0 0 0,-1 0-1 0 0,1 0 1 0 0,0 0 0 0 0,0 0 0 0 0,0 0 0 0 0,1 0-1 0 0,0-1 1 0 0,-1-4 0 0 0,1-5-339 0 0,-1 0 0 0 0,2 0 0 0 0,0 0 0 0 0,1 1 0 0 0,0-1 0 0 0,6-19-1 0 0,0 7-5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1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1560 0 0,'7'13'788'0'0,"0"1"-1"0"0,0 0 0 0 0,-1 0 1 0 0,-1 0-1 0 0,0 1 1 0 0,-1 0-1 0 0,-1 0 0 0 0,3 24 1 0 0,-5-15-99 0 0,0 0 0 0 0,-1 0 0 0 0,-2 0 0 0 0,-7 41 0 0 0,7-41-954 0 0,12-42-636 0 0,14-41-413 0 0,-16 37 1379 0 0,0-1 0 0 0,2 2 0 0 0,1-1 1 0 0,20-30-1 0 0,-30 51 2 0 0,0-1 0 0 0,-1 1 1 0 0,1 0-1 0 0,0 0 0 0 0,0-1 1 0 0,0 1-1 0 0,0 0 0 0 0,0 0 1 0 0,0 0-1 0 0,0 0 1 0 0,0 1-1 0 0,0-1 0 0 0,1 0 1 0 0,-1 0-1 0 0,0 1 0 0 0,1-1 1 0 0,-1 0-1 0 0,0 1 0 0 0,1-1 1 0 0,-1 1-1 0 0,0 0 0 0 0,1 0 1 0 0,-1-1-1 0 0,1 1 1 0 0,-1 0-1 0 0,3 0 0 0 0,-2 1 27 0 0,0 0 0 0 0,0 1 0 0 0,0-1 0 0 0,0 0 1 0 0,-1 0-1 0 0,1 1 0 0 0,0-1 0 0 0,-1 1 0 0 0,0-1 0 0 0,1 1 0 0 0,-1 0 0 0 0,0 0 0 0 0,0 0 0 0 0,0-1 0 0 0,2 5 0 0 0,2 6 217 0 0,0 0 0 0 0,-1 1 0 0 0,-1 0 0 0 0,4 20-1 0 0,-3 68 268 0 0,-4-100-588 0 0,29-12-485 0 0,-8-5 193 0 0,-2-1 1 0 0,0-1-1 0 0,-2 0 1 0 0,1-1-1 0 0,21-34 0 0 0,-7 12 57 0 0,-8 18 289 0 0,-23 23-34 0 0,-1 0-1 0 0,1-1 1 0 0,0 1-1 0 0,-1 0 0 0 0,1 0 1 0 0,-1 0-1 0 0,1 0 1 0 0,0 0-1 0 0,-1 0 1 0 0,1 0-1 0 0,0 0 0 0 0,-1 0 1 0 0,1 0-1 0 0,0 0 1 0 0,-1 0-1 0 0,1 0 1 0 0,-1 0-1 0 0,1 0 0 0 0,0 1 1 0 0,-1-1-1 0 0,1 0 1 0 0,-1 1-1 0 0,1-1 0 0 0,-1 0 1 0 0,1 1-1 0 0,-1-1 1 0 0,1 0-1 0 0,-1 1 1 0 0,1-1-1 0 0,-1 1 0 0 0,0-1 1 0 0,1 1-1 0 0,-1-1 1 0 0,1 1-1 0 0,-1-1 1 0 0,0 1-1 0 0,0 0 0 0 0,1-1 1 0 0,-1 1-1 0 0,0-1 1 0 0,0 1-1 0 0,0 0 1 0 0,0-1-1 0 0,0 1 0 0 0,0 0 1 0 0,0-1-1 0 0,0 1 1 0 0,0-1-1 0 0,0 2 1 0 0,3 14-277 0 0,0 0 0 0 0,-1 0 0 0 0,-1 1 0 0 0,-2 30 1 0 0,0-34-619 0 0,-1-1 0 0 0,0 1 1 0 0,-1-1-1 0 0,0 0 1 0 0,-1 0-1 0 0,-1 0 0 0 0,0 0 1 0 0,0-1-1 0 0,-1 0 1 0 0,0 0-1 0 0,-13 16 0 0 0,11-16 182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35.7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53 1252 0 0,'-16'-18'3720'0'0,"7"8"1576"0"0,6 8-5182 0 0,5-4 5007 0 0,-2 2-3596 0 0,-15-8-16595 0 0,12 11 13955 0 0,2 1 676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37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115 129 1204 0 0,'0'0'10324'0'0,"-9"-31"-7809"0"0,6 32-2573 0 0,1-1 0 0 0,-1 1 0 0 0,0 0 1 0 0,0 0-1 0 0,1 0 0 0 0,-1 0 1 0 0,1 1-1 0 0,-1-1 0 0 0,1 1 0 0 0,0 0 1 0 0,-1-1-1 0 0,1 1 0 0 0,0 0 0 0 0,0 0 1 0 0,0 0-1 0 0,0 1 0 0 0,1-1 1 0 0,-1 0-1 0 0,1 1 0 0 0,-1-1 0 0 0,1 1 1 0 0,0-1-1 0 0,0 1 0 0 0,-1 4 1 0 0,-5 12 133 0 0,0 1 0 0 0,-4 25 1 0 0,8-31-148 0 0,-5 27 162 0 0,2 1 0 0 0,1 0 0 0 0,2 52 0 0 0,14 127 41 0 0,-10-206-135 0 0,2 0 1 0 0,-1 0-1 0 0,2 0 0 0 0,0 0 1 0 0,1-1-1 0 0,10 20 1 0 0,-13-28 21 0 0,1-1 0 0 0,-1 1 0 0 0,1-1 0 0 0,1 0 1 0 0,-1 0-1 0 0,1 0 0 0 0,0-1 0 0 0,0 0 1 0 0,0 1-1 0 0,1-1 0 0 0,-1-1 0 0 0,1 1 0 0 0,0-1 1 0 0,0 1-1 0 0,0-1 0 0 0,1-1 0 0 0,-1 1 0 0 0,11 3 1 0 0,-7-6-37 0 0,0 0 0 0 0,0 0 0 0 0,0 0 0 0 0,0-1 0 0 0,0 0 0 0 0,-1-1 0 0 0,1 0 0 0 0,0 0 0 0 0,-1-1 0 0 0,0 0 0 0 0,1-1 0 0 0,-1 0 0 0 0,-1 0 0 0 0,1 0 1 0 0,-1-1-1 0 0,9-7 0 0 0,10-8-249 0 0,-1-1 1 0 0,-1-1 0 0 0,21-26-1 0 0,-20 20 32 0 0,-1-1-1 0 0,-1-1 1 0 0,-2-2-1 0 0,-1 0 1 0 0,-1 0-1 0 0,16-42 0 0 0,-30 63 324 0 0,0-1-1 0 0,-1 0 0 0 0,-1 0 0 0 0,0 0 0 0 0,-1 0 0 0 0,0 0 0 0 0,-1-1 1 0 0,0 1-1 0 0,-1 0 0 0 0,0-1 0 0 0,-1 1 0 0 0,0-1 0 0 0,-1 1 0 0 0,-1 0 0 0 0,0 0 1 0 0,0 0-1 0 0,-1 0 0 0 0,-1 1 0 0 0,0-1 0 0 0,-1 1 0 0 0,0 1 0 0 0,-10-15 0 0 0,3 8 207 0 0,-1 1 0 0 0,-1 1 0 0 0,-1 0 0 0 0,0 1-1 0 0,0 0 1 0 0,-2 2 0 0 0,1 0 0 0 0,-2 1 0 0 0,1 0-1 0 0,-29-10 1 0 0,31 15-222 0 0,-1 0 0 0 0,0 2 0 0 0,0-1 0 0 0,0 2 0 0 0,-1 0 0 0 0,0 2-1 0 0,1 0 1 0 0,-1 0 0 0 0,1 2 0 0 0,-1 0 0 0 0,0 1 0 0 0,-32 8 0 0 0,45-9-115 0 0,0 1 1 0 0,0-1-1 0 0,1 1 1 0 0,-1 0-1 0 0,0 0 0 0 0,1 1 1 0 0,0-1-1 0 0,-1 1 1 0 0,1 0-1 0 0,0 0 1 0 0,0 1-1 0 0,1-1 0 0 0,-7 7 1 0 0,8-7 23 0 0,1 1 1 0 0,-1-1-1 0 0,1 0 0 0 0,-1 1 1 0 0,1-1-1 0 0,0 0 0 0 0,0 1 1 0 0,1 0-1 0 0,-1-1 0 0 0,1 1 1 0 0,0-1-1 0 0,0 1 0 0 0,0 0 1 0 0,0-1-1 0 0,0 1 0 0 0,1-1 1 0 0,0 1-1 0 0,1 5 0 0 0,7 33 128 0 0,-9-42-42 0 0,12 7-4725 0 0,-5-7 3560 0 0,3-1-151 0 0,1 0 0 0 0,-1-1 0 0 0,0 0 0 0 0,0 0 0 0 0,0-1 0 0 0,15-7 0 0 0,-13 4 495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2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2303 4108 0 0,'-1'0'219'0'0,"0"0"0"0"0,0 1 0 0 0,1-1 0 0 0,-1 0 0 0 0,0 0 0 0 0,0 0 0 0 0,0 1 0 0 0,0-1 0 0 0,0 0 0 0 0,0 0 0 0 0,0-1 0 0 0,0 1 0 0 0,0 0 0 0 0,0 0 0 0 0,0 0 0 0 0,0-1 0 0 0,0 1 0 0 0,0 0 0 0 0,0-1 0 0 0,0 0 0 0 0,0 1-60 0 0,1-1-1 0 0,0 1 1 0 0,0-1-1 0 0,-1 1 1 0 0,1-1-1 0 0,0 0 1 0 0,0 1-1 0 0,0-1 1 0 0,0 1-1 0 0,0-1 1 0 0,0 1-1 0 0,-1-1 1 0 0,1 0-1 0 0,1 1 1 0 0,-1-1-1 0 0,0 1 1 0 0,0-1-1 0 0,0 0 1 0 0,0 1-1 0 0,0-1 1 0 0,0 1-1 0 0,1-1 1 0 0,-1 0-1 0 0,2-3-15 0 0,0 0 0 0 0,1 0 0 0 0,-1 1-1 0 0,1-1 1 0 0,-1 0 0 0 0,1 1 0 0 0,7-6-1 0 0,49-34-560 0 0,3 3-1 0 0,2 2 1 0 0,125-54-1 0 0,-80 41-146 0 0,692-307-878 0 0,-262 123 2627 0 0,1031-444 2940 0 0,-117 82-3808 0 0,-1274 531-554 0 0,-196 39-13048 0 0,5 13 12088 0 0,4 3 677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8.6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5168 0 0,'3'-2'633'0'0,"1"0"0"0"0,-1-1 0 0 0,0 0-1 0 0,0 0 1 0 0,0 0 0 0 0,0 0 0 0 0,0 0-1 0 0,-1 0 1 0 0,0-1 0 0 0,1 0 0 0 0,2-5-1 0 0,-3 4-288 0 0,1 0-1 0 0,0 0 1 0 0,1 0-1 0 0,-1 1 1 0 0,1-1-1 0 0,0 1 0 0 0,5-5 1 0 0,4 1-312 0 0,0 0 0 0 0,1 1 0 0 0,0 1 0 0 0,0 0 0 0 0,1 1 0 0 0,0 0 0 0 0,28-4 0 0 0,112-8-224 0 0,-134 15 168 0 0,169-4-1156 0 0,-159 7-31 0 0,0 1 1 0 0,0 2-1 0 0,-1 1 0 0 0,33 9 0 0 0,-62-14 1001 0 0,0 0 1 0 0,0 1-1 0 0,0-1 1 0 0,0 0-1 0 0,0 0 1 0 0,-1 1-1 0 0,1-1 1 0 0,0 0-1 0 0,0 1 1 0 0,0-1-1 0 0,0 1 1 0 0,-1-1-1 0 0,1 1 1 0 0,0-1-1 0 0,0 1 1 0 0,-1 0-1 0 0,1-1 1 0 0,0 1-1 0 0,-1 0 0 0 0,1 0 1 0 0,-1-1-1 0 0,1 1 1 0 0,-1 0-1 0 0,1 1 1 0 0,-1-1 86 0 0,-1 0 1 0 0,1 0-1 0 0,0 0 1 0 0,0-1-1 0 0,-1 1 1 0 0,1 0-1 0 0,-1 0 1 0 0,1 0-1 0 0,-1 0 1 0 0,1-1-1 0 0,-1 1 1 0 0,0 0-1 0 0,1-1 1 0 0,-1 1-1 0 0,0 0 1 0 0,0-1-1 0 0,1 1 1 0 0,-1-1-1 0 0,-1 2 1 0 0,-63 28-109 0 0,38-18 606 0 0,23-11-115 0 0,0 1 0 0 0,0 0-1 0 0,0 0 1 0 0,1 0 0 0 0,-1 0-1 0 0,1 1 1 0 0,0-1 0 0 0,-1 1 0 0 0,1 0-1 0 0,0 0 1 0 0,1 0 0 0 0,-1 0-1 0 0,0 1 1 0 0,1-1 0 0 0,0 1-1 0 0,0 0 1 0 0,0-1 0 0 0,0 1-1 0 0,1 0 1 0 0,-1 0 0 0 0,1 0-1 0 0,0 0 1 0 0,0 0 0 0 0,1 0-1 0 0,-1 1 1 0 0,1 6 0 0 0,0 48 672 0 0,2 0 0 0 0,3 0 0 0 0,24 111 0 0 0,-4-37-641 0 0,-15-69-216 0 0,-8-53-63 0 0,-1 0 1 0 0,-1 0-1 0 0,0 0 0 0 0,0 0 1 0 0,-1 0-1 0 0,0 0 0 0 0,-1 0 1 0 0,-1 0-1 0 0,-5 16 0 0 0,8-25-27 0 0,-1 1 0 0 0,0-1-1 0 0,0 1 1 0 0,0-1 0 0 0,0 1-1 0 0,0-1 1 0 0,-1 0 0 0 0,1 0-1 0 0,-1 0 1 0 0,0 0 0 0 0,1 0-1 0 0,-1 0 1 0 0,0 0-1 0 0,0 0 1 0 0,0-1 0 0 0,0 1-1 0 0,-1-1 1 0 0,1 1 0 0 0,0-1-1 0 0,-1 0 1 0 0,1 0 0 0 0,0 0-1 0 0,-1 0 1 0 0,0-1 0 0 0,1 1-1 0 0,-1-1 1 0 0,1 1 0 0 0,-1-1-1 0 0,0 0 1 0 0,1 0 0 0 0,-1 0-1 0 0,1 0 1 0 0,-1 0-1 0 0,0-1 1 0 0,1 1 0 0 0,-1-1-1 0 0,1 0 1 0 0,-1 0 0 0 0,1 0-1 0 0,-1 0 1 0 0,1 0 0 0 0,0 0-1 0 0,-4-3 1 0 0,1 1 147 0 0,0 0-1 0 0,1-1 1 0 0,-1 0 0 0 0,1 1-1 0 0,0-1 1 0 0,0-1 0 0 0,0 1-1 0 0,0 0 1 0 0,-5-10 0 0 0,1 2 338 0 0,7 12-467 0 0,1-1 1 0 0,0 1 0 0 0,0-1-1 0 0,-1 1 1 0 0,1-1-1 0 0,0 1 1 0 0,0-1-1 0 0,0 1 1 0 0,0-1-1 0 0,0 0 1 0 0,0 1 0 0 0,0-1-1 0 0,0 1 1 0 0,0-1-1 0 0,0 0 1 0 0,0 1-1 0 0,0-1 1 0 0,0 1-1 0 0,0-1 1 0 0,1 1 0 0 0,-1-1-1 0 0,0 1 1 0 0,0-1-1 0 0,1 1 1 0 0,-1-1-1 0 0,0 1 1 0 0,0-1-1 0 0,1 1 1 0 0,-1-1 0 0 0,1 1-1 0 0,-1-1 1 0 0,1 1-1 0 0,-1 0 1 0 0,0-1-1 0 0,1 1 1 0 0,-1 0-1 0 0,1 0 1 0 0,-1-1 0 0 0,1 1-1 0 0,0 0 1 0 0,-1 0-1 0 0,1 0 1 0 0,-1-1-1 0 0,1 1 1 0 0,-1 0-1 0 0,1 0 1 0 0,0 0 0 0 0,-1 0-1 0 0,1 0 1 0 0,0 0-1 0 0,30-5-998 0 0,202-3-10478 0 0,-221 8 10936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6.2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20 2320 0 0,'-7'-11'1687'0'0,"0"3"2670"0"0,5 25-3804 0 0,28 341 1260 0 0,-16-261-2011 0 0,7 171-796 0 0,-14-88-6644 0 0,-16-196 6407 0 0,6 5 930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6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43 433 1660 0 0,'-7'-25'517'0'0,"-4"-16"1351"0"0,-12-83 0 0 0,22 112-1595 0 0,0 0-1 0 0,1 1 1 0 0,0-1-1 0 0,1 0 1 0 0,0 0-1 0 0,1 1 1 0 0,1-1 0 0 0,-1 1-1 0 0,2 0 1 0 0,-1 0-1 0 0,2 0 1 0 0,5-12-1 0 0,-5 17-188 0 0,0 0-1 0 0,0 0 0 0 0,0 1 1 0 0,1-1-1 0 0,-1 1 1 0 0,1 0-1 0 0,1 1 0 0 0,-1-1 1 0 0,1 1-1 0 0,-1 0 1 0 0,1 1-1 0 0,0 0 0 0 0,1 0 1 0 0,-1 0-1 0 0,0 1 1 0 0,1 0-1 0 0,11-1 0 0 0,0 0-27 0 0,-1 1 0 0 0,1 1 0 0 0,0 0 0 0 0,0 2 0 0 0,0 0 0 0 0,19 4-1 0 0,-21-2-5 0 0,0 2 0 0 0,0-1 0 0 0,-1 2 0 0 0,0 0 0 0 0,0 1-1 0 0,0 1 1 0 0,-1 0 0 0 0,0 1 0 0 0,-1 1 0 0 0,17 14 0 0 0,-21-16 40 0 0,-1 1 1 0 0,0 0 0 0 0,-1 1 0 0 0,0 0 0 0 0,-1 0-1 0 0,0 1 1 0 0,0 0 0 0 0,-1 0 0 0 0,0 1 0 0 0,-1-1-1 0 0,-1 1 1 0 0,0 0 0 0 0,0 1 0 0 0,3 19 0 0 0,-7-28-9 0 0,0 0 1 0 0,1 0 0 0 0,-1 0 0 0 0,0 0 0 0 0,-1 0 0 0 0,1 0-1 0 0,-1 0 1 0 0,0 0 0 0 0,0-1 0 0 0,0 1 0 0 0,-1 0 0 0 0,1 0 0 0 0,-1-1-1 0 0,0 1 1 0 0,0 0 0 0 0,-3 3 0 0 0,1-1 5 0 0,-1-1 0 0 0,-1 1 0 0 0,1-1 0 0 0,-1 0 0 0 0,0-1 0 0 0,0 0 0 0 0,0 0-1 0 0,-9 5 1 0 0,-12 2-11 0 0,0 0-1 0 0,0-2 1 0 0,-45 10-1 0 0,53-15-125 0 0,-45 15-260 0 0,44-12-577 0 0,-1 0 1 0 0,1-2 0 0 0,-25 3-1 0 0,45-8 742 0 0,0 0-1 0 0,-1 1 0 0 0,1-1 0 0 0,-1 0 0 0 0,1 0 0 0 0,-1 0 0 0 0,1 1 0 0 0,-1-1 0 0 0,1 0 0 0 0,0 0 0 0 0,-1 0 1 0 0,1 0-1 0 0,-1 0 0 0 0,1 0 0 0 0,-1 0 0 0 0,1 0 0 0 0,-1 0 0 0 0,1 0 0 0 0,-1 0 0 0 0,1 0 0 0 0,-1-1 1 0 0,1 1-1 0 0,-1 0 0 0 0,1 0 0 0 0,-1 0 0 0 0,1-1 0 0 0,0 1 0 0 0,-1 0 0 0 0,1 0 0 0 0,-1-1 0 0 0,1 1 1 0 0,0 0-1 0 0,-1-1 0 0 0,1 1 0 0 0,0-1 0 0 0,-1 1 0 0 0,1 0 0 0 0,0-1 0 0 0,0 1 0 0 0,-1-1 0 0 0,1 1 1 0 0,0-1-1 0 0,0 1 0 0 0,0-1 0 0 0,0 1 0 0 0,0 0 0 0 0,0-2 0 0 0,0 1-131 0 0,1-1 1 0 0,0 1-1 0 0,0 0 0 0 0,0-1 0 0 0,0 1 1 0 0,0 0-1 0 0,0 0 0 0 0,0-1 0 0 0,0 1 1 0 0,0 0-1 0 0,0 0 0 0 0,1 0 1 0 0,2-1-1 0 0,4-2-337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4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59 3640 0 0,'-4'11'3107'0'0,"11"-13"1475"0"0,4-6-858 0 0,-13 4-4430 0 0,2 4 594 0 0,0 0-1 0 0,0 0 1 0 0,-1-1 0 0 0,1 1 0 0 0,0 0 0 0 0,0 0 0 0 0,-1 0-1 0 0,1 0 1 0 0,0 0 0 0 0,0 0 0 0 0,0-1 0 0 0,-1 1 0 0 0,1 0-1 0 0,0 0 1 0 0,0 0 0 0 0,0 0 0 0 0,0-1 0 0 0,0 1 0 0 0,-1 0 0 0 0,1 0-1 0 0,0-1 1 0 0,0 1 0 0 0,0 0 0 0 0,0 0 0 0 0,0 0 0 0 0,0-1-1 0 0,0 1 1 0 0,0 0 0 0 0,0 0 0 0 0,0-1 0 0 0,0 1 0 0 0,0 0 0 0 0,0 0-1 0 0,0-1 1 0 0,0 1 0 0 0,0 0 0 0 0,0 0 0 0 0,0-1 0 0 0,0 1-1 0 0,0 0 1 0 0,0 0 0 0 0,0 0 0 0 0,1-1 0 0 0,-1 1 0 0 0,0 0 0 0 0,0 0-1 0 0,0 0 1 0 0,0-1 0 0 0,1 1 0 0 0,6-14-3185 0 0,1 9 2368 0 0,0 1 1 0 0,0 0 0 0 0,0 0-1 0 0,16-5 1 0 0,-8 4 384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3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233 142 2116 0 0,'0'1'123'0'0,"-1"-1"0"0"0,0 1 0 0 0,0-1 0 0 0,1 1-1 0 0,-1-1 1 0 0,0 1 0 0 0,1-1 0 0 0,-1 1 0 0 0,1 0 0 0 0,-1-1 0 0 0,1 1-1 0 0,-1 0 1 0 0,1-1 0 0 0,-1 1 0 0 0,1 0 0 0 0,-1 0 0 0 0,1 0-1 0 0,0-1 1 0 0,0 1 0 0 0,-1 0 0 0 0,1 0 0 0 0,0 0 0 0 0,0 0 0 0 0,0 0-1 0 0,0-1 1 0 0,0 1 0 0 0,0 0 0 0 0,0 0 0 0 0,0 0 0 0 0,0 0 0 0 0,1 0-1 0 0,-1 0 1 0 0,1 1 0 0 0,0-1-55 0 0,1 1-1 0 0,0-1 1 0 0,0 0-1 0 0,0 1 1 0 0,-1-1 0 0 0,1 0-1 0 0,0 0 1 0 0,0 0-1 0 0,1 0 1 0 0,-1-1-1 0 0,0 1 1 0 0,4 0 0 0 0,12 2 190 0 0,-1-1 0 0 0,27 0 0 0 0,-22-3 11 0 0,1 0 0 0 0,0-1 0 0 0,41-10-1 0 0,-54 9-230 0 0,0 0 0 0 0,0 0-1 0 0,0-1 1 0 0,0-1-1 0 0,-1 1 1 0 0,1-2 0 0 0,-1 1-1 0 0,0-1 1 0 0,-1 0-1 0 0,13-12 1 0 0,-20 17-39 0 0,0 0 0 0 0,-1 0 0 0 0,1 0 0 0 0,0 0 0 0 0,0 0 0 0 0,0 0 0 0 0,-1 0 1 0 0,1 0-1 0 0,-1-1 0 0 0,1 1 0 0 0,-1 0 0 0 0,1 0 0 0 0,-1-1 0 0 0,0 1 0 0 0,1 0 0 0 0,-1-1 0 0 0,0 1 0 0 0,0 0 0 0 0,0 0 1 0 0,0-1-1 0 0,0 1 0 0 0,0 0 0 0 0,-1-1 0 0 0,1 1 0 0 0,-1-3 0 0 0,0 2 7 0 0,-1-1 0 0 0,0 0 1 0 0,1 1-1 0 0,-1-1 0 0 0,0 1 0 0 0,0-1 0 0 0,-1 1 1 0 0,1 0-1 0 0,0 0 0 0 0,-5-3 0 0 0,-3-2 93 0 0,-1 0 1 0 0,-1 1-1 0 0,1 1 0 0 0,-15-6 0 0 0,12 8 81 0 0,0 0 0 0 0,1 1 0 0 0,-1 0 0 0 0,0 1 0 0 0,0 1 0 0 0,0 0 0 0 0,0 1 0 0 0,0 0 0 0 0,1 1 0 0 0,-1 0 1 0 0,0 2-1 0 0,-17 6 0 0 0,10-3 50 0 0,1 0 0 0 0,1 2 1 0 0,-1 1-1 0 0,1 0 1 0 0,1 2-1 0 0,0 0 0 0 0,-21 18 1 0 0,27-18-179 0 0,1 1 0 0 0,0-1 0 0 0,1 1 0 0 0,0 1 0 0 0,1 0 0 0 0,0 1 0 0 0,2-1 1 0 0,-1 2-1 0 0,2-1 0 0 0,0 1 0 0 0,1 0 0 0 0,0 0 0 0 0,2 0 0 0 0,0 1 0 0 0,0-1 0 0 0,1 32 1 0 0,2-37-38 0 0,0 0 0 0 0,1 0 0 0 0,0 0 0 0 0,1 0-1 0 0,1 0 1 0 0,-1 0 0 0 0,2 0 0 0 0,-1 0 0 0 0,2-1 0 0 0,-1 0 0 0 0,1 0 0 0 0,1 0 0 0 0,0 0 0 0 0,0-1 0 0 0,1 0 0 0 0,0-1 0 0 0,1 1 0 0 0,0-1 0 0 0,0-1 0 0 0,0 1 0 0 0,1-1 0 0 0,0-1 0 0 0,1 0 0 0 0,-1 0 0 0 0,21 8 0 0 0,-9-6-215 0 0,0-1 0 0 0,1-1 0 0 0,0-1 0 0 0,0-1 0 0 0,1-1 0 0 0,27 1 0 0 0,-34-4-797 0 0,1 0 0 0 0,-1-1 0 0 0,0-1 0 0 0,0 0 0 0 0,0-1 0 0 0,0-1-1 0 0,0-1 1 0 0,-1 0 0 0 0,22-10 0 0 0,-6-10-1733 0 0,-26 17 2061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4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0 3116 0 0,'-41'28'5855'0'0,"34"-24"-5471"0"0,-1 1-1 0 0,1 0 0 0 0,0 0 0 0 0,-11 11 1 0 0,7-4-236 0 0,2 1 0 0 0,0 0 0 0 0,0 1-1 0 0,1 0 1 0 0,1 0 0 0 0,0 1 0 0 0,1 0 0 0 0,1 0 0 0 0,0 0 0 0 0,2 1 0 0 0,-4 17 0 0 0,3-3 3 0 0,1 0 1 0 0,1 0-1 0 0,2 1 0 0 0,6 59 0 0 0,-3-75-239 0 0,1 1 0 0 0,0-1-1 0 0,2 0 1 0 0,-1 0 0 0 0,2 0-1 0 0,0-1 1 0 0,1 0 0 0 0,0 0 0 0 0,1-1-1 0 0,1 0 1 0 0,0-1 0 0 0,0 0-1 0 0,1 0 1 0 0,1-1 0 0 0,0-1-1 0 0,19 14 1 0 0,-21-17-360 0 0,-1-1 0 0 0,1 0 0 0 0,1 0 0 0 0,-1-1-1 0 0,1 0 1 0 0,0-1 0 0 0,0 0 0 0 0,0-1 0 0 0,1 0-1 0 0,-1-1 1 0 0,1 0 0 0 0,-1-1 0 0 0,1 0 0 0 0,0-1 0 0 0,-1 0-1 0 0,1-1 1 0 0,0 0 0 0 0,-1-1 0 0 0,1 0 0 0 0,-1-1 0 0 0,0 0-1 0 0,1-1 1 0 0,9-5 0 0 0,-7 0-97 0 0,-2-2 104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4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1 2996 0 0,'-1'7'624'0'0,"-1"-1"-1"0"0,0 1 1 0 0,0 0-1 0 0,-1-1 0 0 0,1 1 1 0 0,-1-1-1 0 0,-1 0 1 0 0,-6 9-1 0 0,-5 12 1015 0 0,3 2-1729 0 0,1 0 0 0 0,1 1-1 0 0,2 0 1 0 0,1 0 0 0 0,2 1 0 0 0,0 0 0 0 0,2 0 0 0 0,2 0-1 0 0,1 0 1 0 0,5 43 0 0 0,-5-70-138 0 0,0 0 0 0 0,1 0 0 0 0,0 0 0 0 0,0 0-1 0 0,0 0 1 0 0,0 0 0 0 0,1-1 0 0 0,-1 1 0 0 0,1 0 0 0 0,0-1 0 0 0,0 1-1 0 0,0-1 1 0 0,1 0 0 0 0,-1 0 0 0 0,1 1 0 0 0,0-2 0 0 0,0 1 0 0 0,0 0-1 0 0,4 2 1 0 0,-3-3-23 0 0,0 1 1 0 0,1-2-1 0 0,-1 1 0 0 0,1 0 0 0 0,0-1 0 0 0,-1 0 0 0 0,1 0 1 0 0,0 0-1 0 0,0-1 0 0 0,0 0 0 0 0,-1 0 0 0 0,1 0 1 0 0,0 0-1 0 0,0-1 0 0 0,7-1 0 0 0,8-2-158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4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7 2320 0 0,'-41'-4'1865'0'0,"-1"2"0"0"0,-43 2 0 0 0,65 2-1384 0 0,0 0 1 0 0,0 1-1 0 0,0 1 0 0 0,0 1 1 0 0,1 1-1 0 0,-23 9 0 0 0,40-14-455 0 0,1-1-1 0 0,-1 1 1 0 0,1-1-1 0 0,-1 1 0 0 0,1 0 1 0 0,0 0-1 0 0,-1 0 1 0 0,1 0-1 0 0,0 0 1 0 0,0 0-1 0 0,0 0 0 0 0,0 0 1 0 0,0 0-1 0 0,0 0 1 0 0,0 1-1 0 0,0-1 1 0 0,0 0-1 0 0,0 1 0 0 0,1-1 1 0 0,-1 1-1 0 0,0-1 1 0 0,1 1-1 0 0,-1 2 1 0 0,1-2-2 0 0,0 1 0 0 0,1-1 0 0 0,-1 0 0 0 0,1 0 0 0 0,-1 1 0 0 0,1-1 0 0 0,0 0 1 0 0,0 0-1 0 0,0 0 0 0 0,0 0 0 0 0,0 0 0 0 0,0 0 0 0 0,1 0 0 0 0,1 2 0 0 0,8 8 103 0 0,1-1-1 0 0,-1-1 1 0 0,25 17-1 0 0,-27-20-3 0 0,15 7-226 0 0,1-1-1 0 0,0-1 0 0 0,1-1 1 0 0,0-2-1 0 0,1 0 0 0 0,43 8 1 0 0,-44-11-522 0 0,33 5-1663 0 0,-21-12-2783 0 0,-38-2 4782 0 0,1 1 0 0 0,-1-1 0 0 0,0 1 0 0 0,0-1-1 0 0,0 1 1 0 0,0-1 0 0 0,0 1 0 0 0,0 0 0 0 0,-1-1-1 0 0,1 1 1 0 0,-1-1 0 0 0,-1-3 0 0 0,-2-6-32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4.8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537 44 2140 0 0,'48'-43'5973'0'0,"-47"43"-5877"0"0,-1 0-1 0 0,1-1 1 0 0,0 1-1 0 0,0 0 1 0 0,0 1-1 0 0,0-1 0 0 0,0 0 1 0 0,-1 0-1 0 0,1 0 1 0 0,0 0-1 0 0,0 1 0 0 0,0-1 1 0 0,-1 0-1 0 0,1 1 1 0 0,0-1-1 0 0,0 1 1 0 0,-1-1-1 0 0,1 1 0 0 0,0-1 1 0 0,-1 1-1 0 0,1-1 1 0 0,0 1-1 0 0,-1 0 1 0 0,1-1-1 0 0,-1 1 0 0 0,1 1 1 0 0,16 17 811 0 0,-13-11-723 0 0,1 0 0 0 0,-1 0 0 0 0,-1 0 0 0 0,1 0 0 0 0,-1 1 0 0 0,-1-1 0 0 0,0 1 0 0 0,0 0-1 0 0,0 0 1 0 0,-1 0 0 0 0,-1 14 0 0 0,0 11 283 0 0,-8 55-1 0 0,3-64-604 0 0,0 0 0 0 0,-2-1-1 0 0,0 1 1 0 0,-2-1-1 0 0,-1-1 1 0 0,-1 1-1 0 0,-1-2 1 0 0,0 0 0 0 0,-2 0-1 0 0,-25 30 1 0 0,14-23-1034 0 0,-1-1 1 0 0,0-2-1 0 0,-2 0 1 0 0,-1-2-1 0 0,-2-1 1 0 0,-48 28-1 0 0,52-37 414 0 0,0-1-1 0 0,0-1 1 0 0,-1-2-1 0 0,-1 0 1 0 0,-56 10-1 0 0,38-13 308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6.2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202 49 2484 0 0,'-37'-14'6054'0'0,"10"0"-4592"0"0,-2 1-4387 0 0,26 11 2748 0 0,0 1 1 0 0,0 0-1 0 0,0 0 1 0 0,0 0-1 0 0,0 0 1 0 0,0 1-1 0 0,-1 0 1 0 0,1-1 0 0 0,-6 1-1 0 0,5 1 338 0 0,0 0 0 0 0,0 0 0 0 0,0 0 0 0 0,1 0 0 0 0,-1 1 0 0 0,0 0 0 0 0,1-1 0 0 0,-1 1 0 0 0,1 1 0 0 0,0-1 0 0 0,-1 0 0 0 0,1 1 0 0 0,1-1 0 0 0,-1 1 0 0 0,0 0-1 0 0,0 0 1 0 0,-3 3 5942 0 0,5-8-6315 0 0,-6-13 777 0 0,8 22-2164 0 0,0-5 1228 0 0,-1 0 0 0 0,1 0 1 0 0,0 0-1 0 0,0 0 0 0 0,0 0 0 0 0,0 0 0 0 0,1 0 0 0 0,-1 0 0 0 0,0-1 0 0 0,1 1 1 0 0,0 0-1 0 0,-1-1 0 0 0,1 1 0 0 0,0-1 0 0 0,1 2 0 0 0,0-2 9 0 0,-1-1-1 0 0,0 1 0 0 0,1-1 0 0 0,-1 0 1 0 0,0 1-1 0 0,1-1 0 0 0,-1 0 1 0 0,0 0-1 0 0,1 0 0 0 0,-1-1 1 0 0,0 1-1 0 0,0-1 0 0 0,1 1 0 0 0,3-2 1 0 0,5-1-454 0 0,-3 1 379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7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1234 2804 0 0,'-20'6'5409'0'0,"17"-6"-5137"0"0,0 1 1 0 0,0-1-1 0 0,0 1 1 0 0,0 0-1 0 0,0 0 1 0 0,0 0-1 0 0,0 0 1 0 0,0 0-1 0 0,-3 3 1 0 0,2 2-187 0 0,1 1 0 0 0,-1 1 0 0 0,1-1 0 0 0,1 0 1 0 0,-1 1-1 0 0,1 0 0 0 0,1-1 0 0 0,-1 1 0 0 0,1 0 1 0 0,1 0-1 0 0,-1 0 0 0 0,2 0 0 0 0,-1-1 0 0 0,3 15 1 0 0,3 15 71 0 0,18 64 1 0 0,-18-81-105 0 0,3 8-57 0 0,2 0 0 0 0,1 0 0 0 0,1-1-1 0 0,1-1 1 0 0,2 0 0 0 0,26 34 0 0 0,9 3-63 0 0,66 63 0 0 0,-84-95 116 0 0,2-2 0 0 0,1-1 1 0 0,2-2-1 0 0,0-1 0 0 0,1-3 1 0 0,2-1-1 0 0,0-1 0 0 0,72 22 1 0 0,-10-12 82 0 0,1-4 1 0 0,163 19 0 0 0,-154-33-54 0 0,0-6-1 0 0,1-4 1 0 0,0-5 0 0 0,-1-5-1 0 0,0-5 1 0 0,0-5 0 0 0,-2-5-1 0 0,-1-5 1 0 0,194-75 0 0 0,-255 82-44 0 0,-1-2 0 0 0,-1-1 1 0 0,45-33-1 0 0,-75 46 29 0 0,0-2 0 0 0,-2 0 0 0 0,1 0 0 0 0,-2-2-1 0 0,0 0 1 0 0,0 0 0 0 0,-2-1 0 0 0,0-1 0 0 0,-1 0 0 0 0,18-37-1 0 0,-24 40-27 0 0,-1 1-1 0 0,-1-1 1 0 0,0-1 0 0 0,-1 1-1 0 0,0 0 1 0 0,-1-1-1 0 0,-1 1 1 0 0,-1 0-1 0 0,0-1 1 0 0,0 1-1 0 0,-2 0 1 0 0,1 0-1 0 0,-6-14 1 0 0,-8-23 6 0 0,-3 2 0 0 0,-28-54 0 0 0,45 97-40 0 0,-62-113 45 0 0,-118-167 0 0 0,93 162-51 0 0,-7 3-1 0 0,-4 5 0 0 0,-119-106 0 0 0,172 181-33 0 0,-3 2-1 0 0,-1 2 1 0 0,-1 2 0 0 0,-2 3-1 0 0,-2 2 1 0 0,0 2 0 0 0,-2 3-1 0 0,-1 3 1 0 0,-122-30 0 0 0,106 37 30 0 0,0 3 0 0 0,-1 4 0 0 0,1 2 0 0 0,-1 4 1 0 0,0 4-1 0 0,0 3 0 0 0,-146 28 0 0 0,183-24 33 0 0,1 2 0 0 0,0 1 0 0 0,1 2 0 0 0,0 1 0 0 0,1 3 0 0 0,1 0 0 0 0,0 3 0 0 0,2 0 0 0 0,-50 43 0 0 0,56-39 18 0 0,2 0 0 0 0,1 2 0 0 0,0 0 0 0 0,3 2 0 0 0,0 0 0 0 0,2 2-1 0 0,1 0 1 0 0,1 1 0 0 0,2 0 0 0 0,-20 64 0 0 0,16-29 18 0 0,3 0 0 0 0,4 1 1 0 0,2 0-1 0 0,-2 136 0 0 0,13-156-58 0 0,2 1-1 0 0,3-1 1 0 0,1 0 0 0 0,2 0-1 0 0,3-1 1 0 0,1 0-1 0 0,37 83 1 0 0,-44-119 13 0 0,0 0-1 0 0,1 0 1 0 0,1-1 0 0 0,0 0-1 0 0,0-1 1 0 0,1 0 0 0 0,0 0-1 0 0,0 0 1 0 0,1-2 0 0 0,0 1 0 0 0,1-1-1 0 0,-1 0 1 0 0,1-1 0 0 0,16 6-1 0 0,-6-3-532 0 0,0-2 0 0 0,37 9 0 0 0,43-1-5087 0 0,-89-14 4226 0 0,0 0 0 0 0,-1 0 0 0 0,1 1 0 0 0,-1 1 0 0 0,15 4-1 0 0,-21-3 773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9.1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90 2672 0 0,'0'-7'470'0'0,"1"1"224"0"0,-1 0-1 0 0,0 0 1 0 0,0 0 0 0 0,-1 0-1 0 0,0 0 1 0 0,0 0 0 0 0,0 0 0 0 0,-1 0-1 0 0,-3-8 1 0 0,3 10-435 0 0,-5-7 1056 0 0,8 16-686 0 0,1 29-587 0 0,-14 221 1116 0 0,4-50-556 0 0,-52 277-1763 0 0,16-163-7300 0 0,43-318 8271 0 0,1 1-1 0 0,0 0 1 0 0,0-1 0 0 0,0 1 0 0 0,0 0 0 0 0,0 0 0 0 0,0-1 0 0 0,0 1 0 0 0,0 0-1 0 0,1 0 1 0 0,-1-1 0 0 0,0 1 0 0 0,1 0 0 0 0,0-1 0 0 0,-1 1 0 0 0,3 2-1 0 0,3-6-370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0:59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41 2588 0 0,'-15'-7'671'0'0,"-1"0"-1"0"0,1 2 0 0 0,-1 0 0 0 0,0 0 1 0 0,0 1-1 0 0,0 1 0 0 0,-1 1 0 0 0,1 0 1 0 0,-21 1-1 0 0,13 2-439 0 0,0 0 0 0 0,0 1 0 0 0,0 1 0 0 0,0 2 0 0 0,-39 12 0 0 0,53-14-305 0 0,-1 1 0 0 0,1 1 0 0 0,0-1 0 0 0,0 2-1 0 0,1-1 1 0 0,-14 12 0 0 0,20-15 38 0 0,1 0 0 0 0,-1 1 0 0 0,1-1-1 0 0,0 1 1 0 0,0-1 0 0 0,0 1 0 0 0,0 0 0 0 0,0 0-1 0 0,1 0 1 0 0,-1 0 0 0 0,1 0 0 0 0,0 0 0 0 0,0 0-1 0 0,0 1 1 0 0,0-1 0 0 0,0 0 0 0 0,1 1 0 0 0,0-1-1 0 0,-1 0 1 0 0,1 1 0 0 0,1-1 0 0 0,-1 0-1 0 0,0 1 1 0 0,1-1 0 0 0,1 5 0 0 0,33 118 366 0 0,-13-66 325 0 0,19 51 942 0 0,-6-38-5172 0 0,-30-66 2392 0 0,0 1 0 0 0,0-1-1 0 0,1 0 1 0 0,10 9 0 0 0,-5-4-43 0 0,-7-5 644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03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65 920 0 0,'0'0'2199'0'0,"-4"-39"1625"0"0,3 28-2620 0 0,1 10-1178 0 0,0 1 0 0 0,0 0 0 0 0,0-1 0 0 0,0 1 0 0 0,0-1 0 0 0,0 1 0 0 0,-1-1 0 0 0,1 1 1 0 0,0 0-1 0 0,1-1 0 0 0,-1 1 0 0 0,0-1 0 0 0,0 1 0 0 0,0-1 0 0 0,0 1 0 0 0,0 0 0 0 0,0-1 0 0 0,0 1 0 0 0,1-1 0 0 0,-1 1 0 0 0,0 0 0 0 0,0-1 0 0 0,1 1 0 0 0,-1 0 1 0 0,0-1-1 0 0,0 1 0 0 0,1 0 0 0 0,-1-1 0 0 0,0 1 0 0 0,1 0 0 0 0,-1 0 0 0 0,0-1 0 0 0,1 1 0 0 0,-1 0 0 0 0,1 0 0 0 0,-1 0 0 0 0,0 0 0 0 0,1-1 0 0 0,-1 1 1 0 0,1 0-1 0 0,-1 0 0 0 0,0 0 0 0 0,1 0 0 0 0,-1 0 0 0 0,1 0 0 0 0,-1 0 0 0 0,1 0 0 0 0,-1 0 0 0 0,1 1 0 0 0,1-2-139 0 0,8 1-2400 0 0,3 0 574 0 0,-13 0 1857 0 0,0 0 1 0 0,0 0 0 0 0,0 0-1 0 0,0 0 1 0 0,0 0-1 0 0,0 0 1 0 0,0 0-1 0 0,0 0 1 0 0,0 1-1 0 0,-1-1 1 0 0,1 0 0 0 0,0 0-1 0 0,0 0 1 0 0,0 0-1 0 0,0 0 1 0 0,0 0-1 0 0,0 0 1 0 0,0 0-1 0 0,0 0 1 0 0,0 0 0 0 0,0 1-1 0 0,0-1 1 0 0,0 0-1 0 0,0 0 1 0 0,0 0-1 0 0,0 0 1 0 0,0 0-1 0 0,0 0 1 0 0,0 0 0 0 0,0 0-1 0 0,0 1 1 0 0,0-1-1 0 0,0 0 1 0 0,0 0-1 0 0,0 0 1 0 0,0 0-1 0 0,0 0 1 0 0,0 0 0 0 0,0 0-1 0 0,0 0 1 0 0,0 0-1 0 0,0 0 1 0 0,1 1-1 0 0,-1-1 1 0 0,0 0-1 0 0,0 0 1 0 0,0 0 0 0 0,0 0-1 0 0,0 0 1 0 0,0 0-1 0 0,0 0 1 0 0,0 0-1 0 0,0 0 1 0 0,0 0-1 0 0,1 0 1 0 0,-5 4-151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05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41 192 2680 0 0,'-1'-2'337'0'0,"0"0"-1"0"0,0 1 0 0 0,0-1 1 0 0,0 1-1 0 0,0-1 1 0 0,0 1-1 0 0,0-1 0 0 0,-1 1 1 0 0,1 0-1 0 0,0 0 0 0 0,-1-1 1 0 0,1 1-1 0 0,-1 0 1 0 0,1 0-1 0 0,-1 0 0 0 0,0 1 1 0 0,-3-2-1 0 0,-8-7 1334 0 0,12 9-1099 0 0,58 24-1599 0 0,-47-23 1265 0 0,1-1 0 0 0,-1 0 1 0 0,1-1-1 0 0,-1 0 1 0 0,1 0-1 0 0,-1-1 0 0 0,0-1 1 0 0,0 0-1 0 0,0 0 0 0 0,11-5 1 0 0,45-12 334 0 0,29 0 578 0 0,-45 8-672 0 0,74-7 1 0 0,126-12-148 0 0,-221 27-307 0 0,0 2 0 0 0,1 1 0 0 0,-1 2 1 0 0,0 0-1 0 0,0 2 0 0 0,0 1 0 0 0,0 2 0 0 0,0 0 1 0 0,32 13-1 0 0,-54-16 19 0 0,1-1 0 0 0,0 0-1 0 0,0 0 1 0 0,1-1 0 0 0,-1 0 0 0 0,0 0 0 0 0,0-1 0 0 0,1 0 0 0 0,11-2-1 0 0,0-2 128 0 0,-1-1-1 0 0,29-10 0 0 0,-3 0-116 0 0,-15 9-105 0 0,0 1 0 0 0,0 2 1 0 0,0 1-1 0 0,0 1 1 0 0,50 5-1 0 0,10-1 110 0 0,434-13 878 0 0,-208 13-1120 0 0,-112 3 282 0 0,15-17 533 0 0,3 0-834 0 0,205-2 14 0 0,-389 13 153 0 0,291-7 293 0 0,-165 4-388 0 0,26-2 18 0 0,-139 3-29 0 0,82 6 1 0 0,-14 2 259 0 0,180 3-73 0 0,-26 7 675 0 0,-112-18 353 0 0,-68 1-980 0 0,-89 1-3 0 0,1 0 0 0 0,-1 0 0 0 0,1 0 0 0 0,0-1 0 0 0,-1 1 1 0 0,1-1-1 0 0,-1 0 0 0 0,1 0 0 0 0,7-4 0 0 0,-12 4-139 0 0,45 5-3470 0 0,-13 19-3342 0 0,-31-23 6638 0 0,0 1 0 0 0,-1 0 0 0 0,1-1 0 0 0,0 1 0 0 0,-1 0-1 0 0,1-1 1 0 0,0 1 0 0 0,-1 0 0 0 0,1 0 0 0 0,-1-1 0 0 0,1 1 0 0 0,-1 0 0 0 0,0 0 0 0 0,1 0 0 0 0,-1 0 0 0 0,0 0 0 0 0,1 0 0 0 0,-1 0 0 0 0,0-1-1 0 0,0 1 1 0 0,0 0 0 0 0,0 0 0 0 0,0 0 0 0 0,0 0 0 0 0,0 0 0 0 0,0 0 0 0 0,-1 0 0 0 0,1 0 0 0 0,0 0 0 0 0,0 0 0 0 0,-1 0 0 0 0,1 0 0 0 0,-1-1-1 0 0,1 1 1 0 0,-1 0 0 0 0,1 0 0 0 0,-1 0 0 0 0,0 0 0 0 0,-3 2-409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29.5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307 123 880 0 0,'-8'-5'276'0'0,"0"0"-1"0"0,0 0 0 0 0,0-1 1 0 0,1-1-1 0 0,-8-6 1 0 0,5 4-444 0 0,10 8 383 0 0,-24-19 1508 0 0,-30 18-1657 0 0,46 3-4 0 0,0-1 0 0 0,0 0-1 0 0,0 0 1 0 0,-1-1-1 0 0,1 0 1 0 0,0 0 0 0 0,0-1-1 0 0,0 0 1 0 0,1 0 0 0 0,-13-6-1 0 0,-9-4 2435 0 0,25 11-1831 0 0,0-1 1 0 0,1 1-1 0 0,-1-1 1 0 0,0 1-1 0 0,1-1 1 0 0,-1 0-1 0 0,-5-7 8005 0 0,16 8-10125 0 0,0 1 1431 0 0,0-1 0 0 0,0 1 1 0 0,0 1-1 0 0,0-1 0 0 0,0 1 0 0 0,0 0 1 0 0,-1 1-1 0 0,1-1 0 0 0,0 1 0 0 0,0 1 1 0 0,-1-1-1 0 0,1 1 0 0 0,-1 0 0 0 0,8 6 1 0 0,15 10 427 0 0,51 42 0 0 0,-43-31-263 0 0,31 27 157 0 0,-2 2-1 0 0,87 101 1 0 0,97 153-333 0 0,-94-114 237 0 0,74 117 40 0 0,-218-298-208 0 0,214 310 630 0 0,-36-58-572 0 0,-174-246 115 0 0,1-2-1 0 0,38 41 0 0 0,-54-62-115 0 0,0-1-21 0 0,0 0 0 0 0,0 0 0 0 0,0 0 0 0 0,0 0 0 0 0,1 0 0 0 0,-1 0 0 0 0,0 0 0 0 0,0 0 0 0 0,0-1 0 0 0,0 1 1 0 0,0 0-1 0 0,0-1 0 0 0,0 1 0 0 0,0-1 0 0 0,0 1 0 0 0,0-1 0 0 0,0 0 0 0 0,0 1 0 0 0,0-1 0 0 0,1-1 0 0 0,-1 1-102 0 0,55-10-230 0 0,0-6 260 0 0,-55 17-13 0 0,36-4 362 0 0,-33 1-392 0 0,1-1 1 0 0,0 1 0 0 0,-1 0 0 0 0,1 0 0 0 0,1 1-1 0 0,-1-1 1 0 0,0 1 0 0 0,0 1 0 0 0,9-3 0 0 0,-12 4-30 0 0,-2-1-166 0 0,1 1 0 0 0,0-1 0 0 0,-1 1 0 0 0,1-1 0 0 0,0 1 0 0 0,0 0 0 0 0,-1 0 0 0 0,1-1 0 0 0,0 1 0 0 0,0 0 0 0 0,-1 0 0 0 0,1 0 0 0 0,0 0 0 0 0,0 0 0 0 0,-1 0 0 0 0,1 0 0 0 0,0 0 0 0 0,0 0 0 0 0,0 0 0 0 0,-1 0 0 0 0,1 0 0 0 0,0 1 0 0 0,0-1 1 0 0,-1 0-1 0 0,1 1 0 0 0,0-1 0 0 0,-1 0 0 0 0,1 1 0 0 0,0-1 0 0 0,-1 1 0 0 0,1-1 0 0 0,0 1 0 0 0,-1-1 0 0 0,1 1 0 0 0,-1 0 0 0 0,1-1 0 0 0,-1 1 0 0 0,1 0 0 0 0,-1-1 0 0 0,0 1 0 0 0,1 0 0 0 0,-1-1 0 0 0,0 1 0 0 0,0 0 0 0 0,1 0 0 0 0,-1-1 0 0 0,0 1 1 0 0,0 0-1 0 0,0 1 0 0 0,0-1-131 0 0,1 0 0 0 0,-1 0 0 0 0,0 0 0 0 0,1 0 0 0 0,-1 0 0 0 0,0 0 0 0 0,0 0 0 0 0,0 0 0 0 0,0 0 0 0 0,0 0 0 0 0,0 0 0 0 0,0 0 1 0 0,0 0-1 0 0,-1 0 0 0 0,1 0 0 0 0,0 0 0 0 0,-1 0 0 0 0,1 0 0 0 0,0-1 0 0 0,-1 1 0 0 0,0 1 0 0 0,0-1 272 0 0,1-1 0 0 0,-1 1-1 0 0,1-1 1 0 0,-1 0 0 0 0,0 1-1 0 0,1-1 1 0 0,-1 0 0 0 0,0 1-1 0 0,1-1 1 0 0,-1 0 0 0 0,0 0-1 0 0,1 0 1 0 0,-1 0 0 0 0,0 0-1 0 0,0 0 1 0 0,1 0 0 0 0,-1 0-1 0 0,0 0 1 0 0,1 0 0 0 0,-1 0-1 0 0,0 0 1 0 0,-1-1 0 0 0,-4 0-660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3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37 244 1568 0 0,'-28'-10'4595'0'0,"27"9"-4410"0"0,0 0 1 0 0,1 0 0 0 0,-1 0 0 0 0,0 0 0 0 0,0 0 0 0 0,1 0 0 0 0,-1 0-1 0 0,1-1 1 0 0,-1 1 0 0 0,1 0 0 0 0,0 0 0 0 0,-1-1 0 0 0,1 1 0 0 0,0 0-1 0 0,0 0 1 0 0,0-1 0 0 0,0 1 0 0 0,0 0 0 0 0,0-1 0 0 0,0 1-1 0 0,1 0 1 0 0,-1-1 0 0 0,0 1 0 0 0,1 0 0 0 0,-1 0 0 0 0,2-3 0 0 0,-2 2-78 0 0,1 0 0 0 0,0 0 0 0 0,0-1 0 0 0,0 1 0 0 0,0 0 0 0 0,1 0 0 0 0,-1 0 0 0 0,0 0 0 0 0,1 0 0 0 0,0 0 0 0 0,-1 1 0 0 0,1-1 0 0 0,3-2 0 0 0,36-12 176 0 0,-1 2-1 0 0,2 2 1 0 0,-1 1 0 0 0,2 2-1 0 0,-1 3 1 0 0,51-3 0 0 0,266 11-74 0 0,-311 0-220 0 0,59 2 3 0 0,249 1 259 0 0,-305-8-201 0 0,1-2-1 0 0,-1-2 0 0 0,0-3 1 0 0,91-29-1 0 0,-110 23-341 0 0,10-4-1219 0 0,-18 16-4876 0 0,-24 10 2549 0 0,-1 18 1802 0 0,-2-18 1434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34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199 997 1096 0 0,'1'0'208'0'0,"1"-1"1"0"0,-1 0-1 0 0,1 0 0 0 0,-1 0 1 0 0,1 0-1 0 0,-1 0 0 0 0,0 0 1 0 0,1-1-1 0 0,-1 1 0 0 0,0 0 1 0 0,0-1-1 0 0,0 1 0 0 0,0-1 1 0 0,0 1-1 0 0,0-1 0 0 0,-1 1 1 0 0,1-1-1 0 0,0 0 0 0 0,-1 1 1 0 0,1-1-1 0 0,-1 0 0 0 0,0 0 1 0 0,0 1-1 0 0,1-1 0 0 0,-1 0 1 0 0,0 0-1 0 0,0 1 0 0 0,-1-3 0 0 0,2-6 415 0 0,-1 1 0 0 0,0-1 0 0 0,-1 0 0 0 0,-2-15 0 0 0,3 22-638 0 0,0 0 0 0 0,0 1 0 0 0,0-1 0 0 0,0 0 0 0 0,1 1 0 0 0,-1-1 0 0 0,1 0 0 0 0,0 1 0 0 0,0-1 0 0 0,0 1 0 0 0,0-1 0 0 0,0 1 0 0 0,0-1 0 0 0,1 1 0 0 0,-1 0 0 0 0,4-4 0 0 0,-3 4 156 0 0,0-1 0 0 0,-1 0 0 0 0,1 0 0 0 0,0 0 0 0 0,-1 0 0 0 0,0 0 0 0 0,1 0 0 0 0,-1-1 0 0 0,0 1 0 0 0,0-6 0 0 0,15-110 2652 0 0,-15 105-2737 0 0,1 0 0 0 0,0 0 0 0 0,1 0 0 0 0,0 0 0 0 0,1 0-1 0 0,0 1 1 0 0,9-17 0 0 0,51-93-493 0 0,-30 62 554 0 0,-15 23-98 0 0,-2-1 0 0 0,15-52 0 0 0,-29 81-37 0 0,1-3-27 0 0,0 0 1 0 0,-1-1-1 0 0,0 1 1 0 0,0-18-1 0 0,5-10 260 0 0,-4-28 76 0 0,-4 68-384 0 0,-5 2-2052 0 0,0-1 2087 0 0,0 1-1 0 0,0 1 0 0 0,1-1 0 0 0,-1 1 0 0 0,0 0 1 0 0,1 0-1 0 0,-1 0 0 0 0,1 1 0 0 0,-6 3 1 0 0,-49 39 54 0 0,30-22 40 0 0,-62 43 267 0 0,-144 114-3782 0 0,214-147 972 0 0,17-15 484 0 0,4-18 1949 0 0,0 1-1 0 0,0-1 0 0 0,0 1 0 0 0,1-1 0 0 0,-1 1 1 0 0,0-1-1 0 0,0 0 0 0 0,1 1 0 0 0,-1-1 1 0 0,0 0-1 0 0,1 1 0 0 0,-1-1 0 0 0,0 0 1 0 0,1 1-1 0 0,-1-1 0 0 0,0 0 0 0 0,1 1 1 0 0,-1-1-1 0 0,0 0 0 0 0,1 0 0 0 0,-1 0 1 0 0,1 1-1 0 0,-1-1 0 0 0,1 0 0 0 0,-1 0 1 0 0,1 0-1 0 0,-1 0 0 0 0,0 0 0 0 0,1 0 1 0 0,-1 0-1 0 0,1 0 0 0 0,-1 0 0 0 0,1 0 0 0 0,2 0-45 0 0,-1-1-1 0 0,0 1 1 0 0,1-1-1 0 0,-1 0 0 0 0,0 1 1 0 0,0-1-1 0 0,0 0 0 0 0,1-1 1 0 0,-1 1-1 0 0,0 0 0 0 0,3-3 1 0 0,-2 2 15 0 0,5-3-80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34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0 231 1352 0 0,'15'-14'709'0'0,"-1"0"1"0"0,-1-1-1 0 0,0-1 0 0 0,-1 0 0 0 0,-1 0 0 0 0,-1-1 1 0 0,0-1-1 0 0,-1 0 0 0 0,-1 0 0 0 0,6-20 1 0 0,-13 36-702 0 0,-1 1 1 0 0,0-1 0 0 0,1 0 0 0 0,-1 1-1 0 0,1-1 1 0 0,0 1 0 0 0,-1-1 0 0 0,1 1-1 0 0,0 0 1 0 0,0-1 0 0 0,0 1 0 0 0,0 0-1 0 0,0 0 1 0 0,0-1 0 0 0,0 1 0 0 0,1 0-1 0 0,-1 0 1 0 0,0 0 0 0 0,1 0 0 0 0,-1 1-1 0 0,0-1 1 0 0,1 0 0 0 0,-1 0 0 0 0,3 0 0 0 0,-3 2-31 0 0,1-1 1 0 0,0 0-1 0 0,0 1 1 0 0,-1-1 0 0 0,1 1-1 0 0,-1 0 1 0 0,1-1-1 0 0,0 1 1 0 0,-1 0 0 0 0,1 0-1 0 0,-1 0 1 0 0,0 0-1 0 0,1 0 1 0 0,-1 0 0 0 0,0 1-1 0 0,0-1 1 0 0,1 0-1 0 0,0 3 1 0 0,8 11-110 0 0,0 0-1 0 0,-1 1 1 0 0,10 22-1 0 0,-14-28 337 0 0,-2-2-175 0 0,194 373-2836 0 0,-159-319 1508 0 0,2-1-1 0 0,2-1 0 0 0,94 98 1 0 0,-96-121 823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37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2266 960 0 0,'152'-192'3658'0'0,"-145"183"-3641"0"0,1 0 146 0 0,0-1-1 0 0,0-1 1 0 0,-1 1-1 0 0,0-1 0 0 0,7-17 1 0 0,-7 14 284 0 0,1 0 0 0 0,1 1 1 0 0,0 0-1 0 0,1 0 0 0 0,0 1 1 0 0,1 0-1 0 0,18-14 0 0 0,31-38 143 0 0,130-141 298 0 0,-13 17-829 0 0,-102 105 514 0 0,151-127-1 0 0,-93 91-37 0 0,-104 93-456 0 0,682-673 1539 0 0,-696 681-1522 0 0,1 1 1 0 0,-2-2-1 0 0,-1 0 1 0 0,0 0 0 0 0,-1-1-1 0 0,-1-1 1 0 0,14-38-1 0 0,-24 57-70 0 0,-1 0 1 0 0,1 1-1 0 0,-1-1 1 0 0,1 0-1 0 0,-1 0 1 0 0,0 0-1 0 0,0 1 1 0 0,0-1-1 0 0,0 0 0 0 0,0 0 1 0 0,0 0-1 0 0,-1 0 1 0 0,1 1-1 0 0,-1-1 1 0 0,1 0-1 0 0,-1 0 0 0 0,0 1 1 0 0,1-1-1 0 0,-1 1 1 0 0,0-1-1 0 0,0 0 1 0 0,-1-1-1 0 0,-24-25 502 0 0,19 15-6690 0 0,-30 40-1297 0 0,22-12 6125 0 0,10-7 827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37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0 244 3184 0 0,'3'2'263'0'0,"0"1"-1"0"0,0-1 1 0 0,0 0-1 0 0,0 0 1 0 0,0 0-1 0 0,0 0 1 0 0,1 0-1 0 0,-1-1 1 0 0,0 0-1 0 0,1 0 1 0 0,-1 0-1 0 0,1 0 1 0 0,0 0-1 0 0,-1 0 1 0 0,1-1-1 0 0,4 0 0 0 0,68-5 1908 0 0,-46 2-1202 0 0,529-54 2525 0 0,276-63-3919 0 0,-569 83-5107 0 0,403-4 0 0 0,-595 40 4589 0 0,-2-2 119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47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0 504 0 0,'37'29'1532'0'0,"-27"-24"-1651"0"0,-1 1 0 0 0,1 0 0 0 0,-1 0 1 0 0,0 1-1 0 0,-1 0 0 0 0,1 0 0 0 0,-1 1 1 0 0,-1 0-1 0 0,0 1 0 0 0,7 10 0 0 0,5-1-268 0 0,-10-10 201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49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2995 1524 836 0 0,'179'121'3737'0'0,"-119"-86"-3535"0"0,2-3 1 0 0,1-3-1 0 0,1-3 0 0 0,1-2 0 0 0,87 18 1 0 0,182 23-110 0 0,55 13 308 0 0,-319-61-256 0 0,654 191 398 0 0,-633-174 36 0 0,2-3-1 0 0,0-5 1 0 0,2-4 0 0 0,171 18-1 0 0,128-36-259 0 0,-79-4-310 0 0,452 34 240 0 0,-580-35-39 0 0,280-36 0 0 0,-101 2-248 0 0,-363 35 37 0 0,647-31-517 0 0,-517 25 423 0 0,228-42 0 0 0,126-60 261 0 0,-121 24-188 0 0,821-225 494 0 0,-884 201-132 0 0,-247 82-229 0 0,0-2 0 0 0,-2-2 0 0 0,61-45 0 0 0,-47 25-19 0 0,-3-4-1 0 0,-2-2 0 0 0,108-124 0 0 0,-154 158 32 0 0,0 0-1 0 0,-2-1 1 0 0,-1-1-1 0 0,0 0 1 0 0,11-31 0 0 0,-20 41-55 0 0,0-1-1 0 0,-1 0 1 0 0,-1 0 0 0 0,0-1 0 0 0,-1 1 0 0 0,0-1 0 0 0,-2 1 0 0 0,0-1-1 0 0,0 1 1 0 0,-5-27 0 0 0,-1 16-84 0 0,-1 0 0 0 0,-2 1 1 0 0,0 0-1 0 0,-1 0 0 0 0,-2 1 0 0 0,0 0 0 0 0,-2 1 0 0 0,0 1 0 0 0,-2 0 0 0 0,-24-26 0 0 0,-1 4-18 0 0,-3 3 0 0 0,-1 1-1 0 0,-75-51 1 0 0,78 64-12 0 0,-1 2-1 0 0,-1 2 0 0 0,-2 2 0 0 0,0 2 1 0 0,-1 2-1 0 0,-91-20 0 0 0,-303-28-134 0 0,387 60 125 0 0,-202-11-103 0 0,-281 18-1 0 0,461 1 99 0 0,-199 9-10 0 0,-66 47 15 0 0,69-9-199 0 0,-166 28 842 0 0,113-18-1107 0 0,10-2-309 0 0,-225 30 609 0 0,-186 3-1003 0 0,684-85 1186 0 0,-1-1 0 0 0,1-2-1 0 0,-1-3 1 0 0,0-1 0 0 0,0-1 0 0 0,1-3-1 0 0,-51-12 1 0 0,-78-13-978 0 0,-296-13 1 0 0,451 42 880 0 0,-370 0-1558 0 0,172 5 998 0 0,181-4 608 0 0,-934 29-917 0 0,909-27 1256 0 0,0-2 1 0 0,0-2-1 0 0,1-4 1 0 0,-1-1-1 0 0,-109-31 0 0 0,100 26-291 0 0,-2 2 0 0 0,1 3 0 0 0,-1 3 0 0 0,1 3 0 0 0,-1 3 0 0 0,-85 14 0 0 0,-29 13-95 0 0,-91 9 300 0 0,197-31 120 0 0,-222 5 673 0 0,252-13-617 0 0,0-1 1 0 0,0-3-1 0 0,1-1 0 0 0,0-3 1 0 0,0-2-1 0 0,-53-19 0 0 0,65 16-321 0 0,-16-8-34 0 0,0 2-1 0 0,-2 2 1 0 0,0 3-1 0 0,0 1 1 0 0,-61-6-1 0 0,24 17-238 0 0,0 3-1 0 0,-113 16 0 0 0,127-9 290 0 0,29-5 20 0 0,0 3-1 0 0,1 1 1 0 0,0 3 0 0 0,0 1-1 0 0,-53 20 1 0 0,20 4 7 0 0,1 3-1 0 0,2 3 1 0 0,2 4-1 0 0,-86 66 1 0 0,29-18-151 0 0,86-63 13 0 0,1 2 1 0 0,2 1 0 0 0,-62 62-1 0 0,73-57-77 0 0,0 1-1 0 0,3 1 0 0 0,1 1 0 0 0,2 1 0 0 0,2 2 1 0 0,2 0-1 0 0,2 1 0 0 0,1 1 0 0 0,-18 82 0 0 0,29-100 0 0 0,2-1 0 0 0,0 0 0 0 0,2 1 0 0 0,0 0-1 0 0,2 0 1 0 0,7 47 0 0 0,-6-69 230 0 0,0 0-1 0 0,1 0 1 0 0,0-1-1 0 0,0 1 0 0 0,0 0 1 0 0,0-1-1 0 0,1 0 1 0 0,0 0-1 0 0,0 0 1 0 0,0 0-1 0 0,0 0 1 0 0,0 0-1 0 0,1-1 0 0 0,0 0 1 0 0,0 0-1 0 0,0 0 1 0 0,0 0-1 0 0,0 0 1 0 0,1-1-1 0 0,-1 0 1 0 0,1 0-1 0 0,-1 0 0 0 0,1 0 1 0 0,5 0-1 0 0,15 4 479 0 0,0-1 0 0 0,0-1-1 0 0,44 0 1 0 0,-3 1-552 0 0,15 4-2326 0 0,-1-4 0 0 0,1-3 1 0 0,125-13-1 0 0,-162 5 1992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50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822 89 928 0 0,'-99'33'814'0'0,"30"-12"70"0"0,0 3 0 0 0,2 2 0 0 0,-89 51 0 0 0,119-55-488 0 0,2 2 1 0 0,0 1-1 0 0,2 1 1 0 0,0 2-1 0 0,2 1 0 0 0,-27 34 1 0 0,47-49-336 0 0,0 0 0 0 0,1 1 0 0 0,0 1 0 0 0,1-1 0 0 0,1 2 0 0 0,1-1 0 0 0,0 1 0 0 0,1 0 0 0 0,1 0 0 0 0,1 1 0 0 0,0-1 0 0 0,1 1 0 0 0,1 0 0 0 0,0 0 0 0 0,2 0 0 0 0,2 32 0 0 0,3-20 40 0 0,0-1 0 0 0,2 0-1 0 0,1-1 1 0 0,1 0 0 0 0,1 0-1 0 0,2-1 1 0 0,1 0 0 0 0,0-1-1 0 0,35 48 1 0 0,-24-44 102 0 0,1-2-1 0 0,1 0 1 0 0,2-2 0 0 0,0 0 0 0 0,2-2 0 0 0,0-2 0 0 0,38 21-1 0 0,-12-13 5 0 0,1-2 0 0 0,1-3-1 0 0,1-3 1 0 0,1-2 0 0 0,0-3-1 0 0,2-3 1 0 0,0-2 0 0 0,0-3-1 0 0,79 1 1 0 0,-32-9-37 0 0,-1-5-1 0 0,0-4 1 0 0,0-5-1 0 0,172-44 1 0 0,-197 33-128 0 0,-1-3 0 0 0,-2-3 1 0 0,0-4-1 0 0,-3-4 0 0 0,-1-3 0 0 0,96-68 0 0 0,-153 95-36 0 0,1-1 0 0 0,-2-1 1 0 0,0 0-1 0 0,-1-2 0 0 0,-1 0 0 0 0,0-1 0 0 0,-2 0 0 0 0,24-42 0 0 0,-32 48-11 0 0,0 1-1 0 0,-2-1 1 0 0,1 0-1 0 0,-2 0 1 0 0,1 0 0 0 0,-2 0-1 0 0,0-1 1 0 0,-1 1-1 0 0,0-1 1 0 0,-1 0 0 0 0,0 1-1 0 0,-1-1 1 0 0,-1 1-1 0 0,0-1 1 0 0,-1 1 0 0 0,0 0-1 0 0,-8-20 1 0 0,-2 3-8 0 0,-2 1 1 0 0,-1 1-1 0 0,-1 0 0 0 0,-1 1 1 0 0,-1 1-1 0 0,-2 1 1 0 0,0 1-1 0 0,-2 0 0 0 0,-31-24 1 0 0,3 7-23 0 0,-2 2-1 0 0,-2 2 1 0 0,-93-45 0 0 0,66 43 98 0 0,-1 5 0 0 0,-3 2-1 0 0,0 5 1 0 0,-1 4 0 0 0,-2 3 0 0 0,0 4-1 0 0,-1 4 1 0 0,0 4 0 0 0,0 4 0 0 0,-1 4 0 0 0,-94 12-1 0 0,148-8 5 0 0,0 2 0 0 0,0 2-1 0 0,1 1 1 0 0,1 1-1 0 0,-1 3 1 0 0,2 0-1 0 0,-57 32 1 0 0,77-37-57 0 0,1 0 0 0 0,1 1-1 0 0,0 0 1 0 0,0 1 0 0 0,1 1 0 0 0,0-1 0 0 0,1 2 0 0 0,0-1-1 0 0,1 2 1 0 0,0-1 0 0 0,1 1 0 0 0,0 0 0 0 0,1 1 0 0 0,1 0-1 0 0,0 0 1 0 0,1 0 0 0 0,0 1 0 0 0,1 0 0 0 0,1 0-1 0 0,0 0 1 0 0,0 20 0 0 0,2-16-3 0 0,2 1-1 0 0,0-1 0 0 0,1 0 1 0 0,1 0-1 0 0,0 0 0 0 0,2 0 1 0 0,0 0-1 0 0,1-1 1 0 0,1 0-1 0 0,11 20 0 0 0,-5-14-248 0 0,2-1 0 0 0,1 0 0 0 0,0-1 0 0 0,2-1 0 0 0,0 0 0 0 0,32 26-1 0 0,-6-12-1191 0 0,2-1-1 0 0,1-3 1 0 0,2-2-1 0 0,1-2 0 0 0,0-2 1 0 0,77 26-1 0 0,-114-46 945 0 0,1-1 0 0 0,0 0 0 0 0,1-1 0 0 0,-1-1 0 0 0,15 2 0 0 0,-4-4-249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1:51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1154 345 1028 0 0,'-10'1'259'0'0,"-1"0"0"0"0,1 0 1 0 0,-1-2-1 0 0,1 1 0 0 0,-1-1 0 0 0,-11-3 0 0 0,-35-2-91 0 0,7 6 68 0 0,0 3 0 0 0,1 1 0 0 0,-1 3 0 0 0,1 1 0 0 0,0 3 0 0 0,1 2 0 0 0,0 3 0 0 0,1 1 0 0 0,1 2 0 0 0,-47 28 0 0 0,52-23 90 0 0,-46 38 0 0 0,56-38-120 0 0,1 2-1 0 0,1 1 1 0 0,1 1-1 0 0,2 2 1 0 0,1 0 0 0 0,1 2-1 0 0,-33 59 1 0 0,48-75-136 0 0,1 1 1 0 0,1 0 0 0 0,0 1-1 0 0,1 0 1 0 0,1 0-1 0 0,1 0 1 0 0,1 0-1 0 0,0 1 1 0 0,1-1-1 0 0,1 1 1 0 0,1 0-1 0 0,1-1 1 0 0,0 1-1 0 0,1-1 1 0 0,1 1-1 0 0,1-1 1 0 0,1 0-1 0 0,9 25 1 0 0,-4-22 42 0 0,0 0 0 0 0,1 0 0 0 0,1-1 1 0 0,1 0-1 0 0,0-1 0 0 0,2 0 0 0 0,0-1 0 0 0,1-1 0 0 0,1-1 1 0 0,20 16-1 0 0,-14-15 26 0 0,1-2 0 0 0,0 0 0 0 0,1-2 0 0 0,0-1 0 0 0,1 0 0 0 0,1-2 1 0 0,0-1-1 0 0,30 5 0 0 0,-1-4 107 0 0,1-2 0 0 0,0-2 1 0 0,0-4-1 0 0,1-1 0 0 0,108-15 0 0 0,-43-5 84 0 0,198-59 0 0 0,-165 26-228 0 0,-2-7 0 0 0,-4-6-1 0 0,-2-7 1 0 0,-3-6 0 0 0,-4-6 0 0 0,207-163-1 0 0,-295 204-32 0 0,61-60-1 0 0,-99 87-53 0 0,0 0 0 0 0,-1-1 0 0 0,-1-1 0 0 0,-1 0 0 0 0,0 0 0 0 0,-1-2 0 0 0,-1 1 0 0 0,7-22 0 0 0,-14 32-15 0 0,-1 1 0 0 0,0-1 0 0 0,0 0 0 0 0,-1 1 0 0 0,0-1 0 0 0,0 0 0 0 0,-1 0 0 0 0,0 0 0 0 0,-1 0 0 0 0,0 0 0 0 0,-1 0 0 0 0,1 1 0 0 0,-2-1 0 0 0,-3-10 1 0 0,1 6-9 0 0,-1 1 1 0 0,-1 1 0 0 0,0-1-1 0 0,0 1 1 0 0,-1 0 0 0 0,-1 1-1 0 0,0 0 1 0 0,-17-15 0 0 0,-1 3 3 0 0,-1 2 0 0 0,-1 1 1 0 0,0 1-1 0 0,-2 1 1 0 0,0 2-1 0 0,-50-17 1 0 0,5 8 57 0 0,-1 4 0 0 0,-1 3 1 0 0,0 3-1 0 0,-1 4 1 0 0,0 3-1 0 0,-124 6 0 0 0,92 8-17 0 0,1 5 0 0 0,0 4 0 0 0,2 6 0 0 0,-121 39 0 0 0,170-42-83 0 0,1 3 1 0 0,-85 45-1 0 0,121-56-132 0 0,2 2-1 0 0,-1 0 1 0 0,2 1-1 0 0,0 1 1 0 0,0 1-1 0 0,2 1 1 0 0,0 0 0 0 0,0 1-1 0 0,-19 31 1 0 0,31-41-69 0 0,0 0 1 0 0,1 0 0 0 0,0 1 0 0 0,1 0 0 0 0,-1 0 0 0 0,2 0-1 0 0,-1 0 1 0 0,1 0 0 0 0,1 1 0 0 0,0-1 0 0 0,0 0 0 0 0,1 1-1 0 0,0-1 1 0 0,2 11 0 0 0,0-7-216 0 0,1 0 0 0 0,0 0 0 0 0,1 0 0 0 0,1 0 0 0 0,0 0 0 0 0,1-1 0 0 0,0 0 0 0 0,15 22 1 0 0,-1-9-193 0 0,0-1 1 0 0,2-1 0 0 0,0 0 0 0 0,2-2 0 0 0,0 0 0 0 0,1-2 0 0 0,43 25 0 0 0,-27-21 317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29.1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70 1856 0 0,'-44'-2'388'0'0,"8"-3"-28"0"0,7-1-60 0 0,1-1-76 0 0,8-2-96 0 0,0-2-216 0 0,8 2-260 0 0,0 0-72 0 0,3 3 28 0 0,1 1 12 0 0,4 8-972 0 0,-4 3 1108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30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4427 643 1572 0 0,'-18'-25'610'0'0,"-13"-17"593"0"0,-61-66 0 0 0,61 79-1074 0 0,-1 2 0 0 0,-2 2 0 0 0,0 1 0 0 0,-2 1 0 0 0,-1 2 0 0 0,0 2 0 0 0,-1 2 0 0 0,-62-20 0 0 0,35 17-129 0 0,0 3-1 0 0,-2 4 1 0 0,0 2-1 0 0,-105-4 1 0 0,91 16-291 0 0,1 2 0 0 0,-1 5 1 0 0,-92 20-1 0 0,-237 74-298 0 0,247-58 598 0 0,-1331 428 1939 0 0,1407-437-1717 0 0,3 3 0 0 0,1 5 0 0 0,-150 102 0 0 0,193-115-193 0 0,2 1 0 0 0,1 2-1 0 0,2 1 1 0 0,1 2 0 0 0,2 2-1 0 0,2 1 1 0 0,1 1-1 0 0,2 1 1 0 0,-25 53 0 0 0,24-35 95 0 0,4 1 0 0 0,1 1 0 0 0,4 1 0 0 0,-16 89 0 0 0,27-100-15 0 0,2 0-1 0 0,3-1 0 0 0,2 1 1 0 0,2 0-1 0 0,2 0 1 0 0,12 59-1 0 0,-4-58-55 0 0,1-1 0 0 0,3-1 0 0 0,2 0 0 0 0,2-1 0 0 0,2-2 0 0 0,3 0 0 0 0,1-1 0 0 0,2-1 0 0 0,2-1 0 0 0,3-2 0 0 0,0-1 0 0 0,3-2 0 0 0,76 67 0 0 0,-15-31 92 0 0,4-4 1 0 0,2-5 0 0 0,3-4 0 0 0,3-5-1 0 0,3-4 1 0 0,216 70 0 0 0,-190-84-70 0 0,2-5-1 0 0,1-6 1 0 0,1-7-1 0 0,1-5 1 0 0,1-7 0 0 0,-1-6-1 0 0,1-7 1 0 0,166-24-1 0 0,16-25-13 0 0,-2-14-1 0 0,425-147 1 0 0,581-333 70 0 0,-643 183-197 0 0,-493 245 7 0 0,250-203-1 0 0,-376 267 123 0 0,-2-4 0 0 0,-3-3-1 0 0,-3-2 1 0 0,-2-2 0 0 0,-3-3-1 0 0,-4-3 1 0 0,48-88 0 0 0,-83 130 52 0 0,-1 0 0 0 0,-1-1 0 0 0,-2-1 0 0 0,-1 0 0 0 0,-2-1 1 0 0,-1 0-1 0 0,-1 0 0 0 0,2-54 0 0 0,-8 59-30 0 0,-1 1 1 0 0,-2-1-1 0 0,-1 1 1 0 0,-1 0-1 0 0,-1 0 1 0 0,-1 0-1 0 0,-1 1 1 0 0,-2 0-1 0 0,0 1 1 0 0,-27-45-1 0 0,16 36-47 0 0,-1 2-1 0 0,-2 1 1 0 0,-1 1 0 0 0,-1 1 0 0 0,-2 1-1 0 0,-61-47 1 0 0,41 41-50 0 0,0 3 0 0 0,-2 2 0 0 0,-2 3 0 0 0,-60-23 1 0 0,15 14-68 0 0,-151-34 0 0 0,-95 4 19 0 0,-22 19 165 0 0,0 15 1 0 0,-681 30-1 0 0,431 69 386 0 0,512-48-551 0 0,1 5 0 0 0,1 4 0 0 0,-181 79 1 0 0,254-95-285 0 0,1 1 1 0 0,0 1 0 0 0,1 2 0 0 0,1 0 0 0 0,0 2-1 0 0,-34 34 1 0 0,50-44-80 0 0,1 0-1 0 0,1 0 1 0 0,-1 1-1 0 0,2 0 1 0 0,-1 1 0 0 0,1-1-1 0 0,1 1 1 0 0,0 1-1 0 0,1-1 1 0 0,0 1-1 0 0,0-1 1 0 0,1 1 0 0 0,1 0-1 0 0,0 0 1 0 0,1 0-1 0 0,0 1 1 0 0,1-1 0 0 0,0 0-1 0 0,2 14 1 0 0,1-13-62 0 0,0 0 0 0 0,0 1-1 0 0,1-2 1 0 0,1 1 0 0 0,0 0 0 0 0,9 15 0 0 0,-2-6-103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36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722 265 968 0 0,'2'2'-3'0'0,"1"-1"1"0"0,-1 1-1 0 0,1-1 1 0 0,-1 1-1 0 0,0 0 1 0 0,0 0-1 0 0,0 0 0 0 0,0 0 1 0 0,0 0-1 0 0,0 0 1 0 0,-1 1-1 0 0,1-1 0 0 0,1 5 1 0 0,-2-6 25 0 0,-1-1 0 0 0,0 1 0 0 0,1 0 0 0 0,-1 0 0 0 0,0 0 0 0 0,0 0 0 0 0,1 0 0 0 0,-1-1 0 0 0,0 1 0 0 0,0 0 0 0 0,0 0 0 0 0,0 0 0 0 0,0 0 0 0 0,0 0 0 0 0,0 0 0 0 0,-1-1 0 0 0,1 1 0 0 0,0 0 0 0 0,0 0 0 0 0,-1 0 0 0 0,1 0 0 0 0,0-1 0 0 0,-1 1 0 0 0,1 0 0 0 0,-1 0 0 0 0,1-1 0 0 0,-1 1 0 0 0,0 0 0 0 0,1-1 0 0 0,-1 1 0 0 0,1-1 0 0 0,-1 1 0 0 0,0 0 0 0 0,0-1 0 0 0,1 0 0 0 0,-1 1 0 0 0,0-1 0 0 0,0 1 0 0 0,0-1 0 0 0,1 0 0 0 0,-1 0 0 0 0,0 1 0 0 0,0-1 0 0 0,0 0 0 0 0,-1 0 0 0 0,1 0 149 0 0,0 0-1 0 0,0 0 0 0 0,0 0 1 0 0,0-1-1 0 0,0 1 0 0 0,0 0 1 0 0,0-1-1 0 0,0 1 0 0 0,0 0 1 0 0,0-1-1 0 0,0 1 0 0 0,0-1 1 0 0,0 0-1 0 0,1 1 0 0 0,-1-1 1 0 0,0 0-1 0 0,0 1 0 0 0,1-1 1 0 0,-1 0-1 0 0,0 0 0 0 0,0-1 1 0 0,-17-24 2286 0 0,11 15-1118 0 0,1 3-1197 0 0,0 2 0 0 0,0-1 0 0 0,0 0 0 0 0,-1 1 0 0 0,0 0 0 0 0,0 1 0 0 0,-1 0 0 0 0,1 0-1 0 0,-1 0 1 0 0,0 1 0 0 0,-1 0 0 0 0,1 1 0 0 0,-1-1 0 0 0,1 2 0 0 0,-1-1 0 0 0,-13-1 0 0 0,-8 1-126 0 0,1 0 1 0 0,-1 2-1 0 0,0 1 1 0 0,0 2-1 0 0,0 0 1 0 0,1 3 0 0 0,-41 9-1 0 0,53-9-66 0 0,-1 0-1 0 0,1 2 1 0 0,0-1-1 0 0,1 2 1 0 0,0 0-1 0 0,0 1 1 0 0,0 1-1 0 0,1 1 1 0 0,1 0-1 0 0,0 0 1 0 0,0 1-1 0 0,1 1 1 0 0,-13 18-1 0 0,21-25 40 0 0,0 1 0 0 0,1-1-1 0 0,-1 2 1 0 0,2-1 0 0 0,-1 0 0 0 0,1 0-1 0 0,0 1 1 0 0,1 0 0 0 0,0 0 0 0 0,0 0-1 0 0,1 0 1 0 0,-1 0 0 0 0,2 0 0 0 0,-1 0-1 0 0,2 16 1 0 0,1-14 79 0 0,0 0 0 0 0,1 0-1 0 0,0-1 1 0 0,1 1 0 0 0,0-1 0 0 0,0 1-1 0 0,1-1 1 0 0,1 0 0 0 0,-1-1 0 0 0,1 1-1 0 0,8 7 1 0 0,7 6 138 0 0,0-1 1 0 0,2-2-1 0 0,0 0 0 0 0,2-2 0 0 0,-1 0 0 0 0,2-2 1 0 0,42 20-1 0 0,-21-16-98 0 0,1-2 0 0 0,0-2-1 0 0,1-2 1 0 0,1-2 0 0 0,0-2 0 0 0,67 2 0 0 0,-57-8-14 0 0,1-4 1 0 0,-1-2-1 0 0,0-2 1 0 0,115-27-1 0 0,-135 21-28 0 0,-1-1-1 0 0,0-2 1 0 0,-1-2-1 0 0,51-30 0 0 0,-64 31 23 0 0,-1-1-1 0 0,0-1 0 0 0,-2-1 0 0 0,0-1 0 0 0,0-2 0 0 0,35-44 0 0 0,-48 54-53 0 0,0-1-1 0 0,-2 0 1 0 0,1-1 0 0 0,-1 0-1 0 0,-1 0 1 0 0,-1 0 0 0 0,1-1-1 0 0,-2 0 1 0 0,0 0-1 0 0,-1 0 1 0 0,0-1 0 0 0,-1 1-1 0 0,-1-1 1 0 0,0 1 0 0 0,-1-1-1 0 0,-1 0 1 0 0,0 1 0 0 0,-1-1-1 0 0,0 1 1 0 0,-1 0-1 0 0,-1 0 1 0 0,0 0 0 0 0,-1 0-1 0 0,-1 0 1 0 0,0 1 0 0 0,-1 0-1 0 0,0 0 1 0 0,-1 1 0 0 0,0 0-1 0 0,-1 0 1 0 0,0 1-1 0 0,-1 0 1 0 0,0 1 0 0 0,-1 0-1 0 0,0 1 1 0 0,-1 0 0 0 0,-19-12-1 0 0,8 10-94 0 0,-1 1 1 0 0,0 1-1 0 0,-1 0 0 0 0,0 2 0 0 0,0 2 0 0 0,0 0 1 0 0,-1 1-1 0 0,0 1 0 0 0,-49 2 0 0 0,7 5-88 0 0,-1 2 0 0 0,-100 23-1 0 0,90-11 25 0 0,-155 57-1 0 0,191-56 90 0 0,0 1 0 0 0,1 1 0 0 0,1 3 0 0 0,-71 55 0 0 0,103-72-55 0 0,-1 1 0 0 0,2 1 0 0 0,-1 0 0 0 0,1 0 0 0 0,1 0 1 0 0,0 1-1 0 0,0 0 0 0 0,0 0 0 0 0,2 1 0 0 0,-1 0 0 0 0,1 0 0 0 0,1 0 1 0 0,0 1-1 0 0,-3 15 0 0 0,6-19-233 0 0,0 0 1 0 0,1 0-1 0 0,0 0 1 0 0,0 1-1 0 0,1-1 1 0 0,0 0-1 0 0,0 0 1 0 0,1 0-1 0 0,0 0 1 0 0,1 0-1 0 0,-1 0 1 0 0,2 0-1 0 0,-1-1 1 0 0,1 0-1 0 0,0 1 0 0 0,0-1 1 0 0,1-1-1 0 0,0 1 1 0 0,0-1-1 0 0,1 0 1 0 0,11 11-1 0 0,-6-8-139 0 0,0 0 1 0 0,1-1-1 0 0,0 0 0 0 0,0-1 0 0 0,0 0 0 0 0,1 0 0 0 0,0-2 0 0 0,0 0 0 0 0,1 0 0 0 0,0-1 1 0 0,-1-1-1 0 0,23 3 0 0 0,4-4-193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39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449 161 1972 0 0,'-6'-13'811'0'0,"1"1"0"0"0,-2 0 0 0 0,1 0 0 0 0,-2 0 0 0 0,0 1 0 0 0,-9-11 0 0 0,11 16-805 0 0,1 0 0 0 0,-1 0 0 0 0,0 0 0 0 0,0 1 1 0 0,0 0-1 0 0,-1 0 0 0 0,0 1 0 0 0,0 0 0 0 0,0 0 0 0 0,-1 1 1 0 0,-9-4-1 0 0,9 5-212 0 0,-1 1 0 0 0,1-1 0 0 0,-1 2-1 0 0,0-1 1 0 0,1 1 0 0 0,-1 0 0 0 0,1 1 0 0 0,-1 0 0 0 0,0 1 0 0 0,1-1 0 0 0,0 2 0 0 0,-1-1 0 0 0,1 1 0 0 0,0 0 0 0 0,0 1 0 0 0,1 0 0 0 0,-1 0 0 0 0,1 1 0 0 0,0 0 0 0 0,0 0 0 0 0,0 0 0 0 0,-9 11 0 0 0,4-3-38 0 0,1 0 0 0 0,0 1 0 0 0,1 0 1 0 0,1 0-1 0 0,0 1 0 0 0,1 1 1 0 0,1-1-1 0 0,0 1 0 0 0,1 0 0 0 0,-5 22 1 0 0,3-4 8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40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0 927 1872 0 0,'59'7'630'0'0,"1"-4"0"0"0,-1-1 0 0 0,0-4-1 0 0,0-2 1 0 0,0-3 0 0 0,0-2 0 0 0,89-26 0 0 0,-75 12-174 0 0,0-4 1 0 0,-2-2-1 0 0,-2-4 1 0 0,0-2-1 0 0,87-62 1 0 0,-128 77-150 0 0,0-1 1 0 0,-2-1 0 0 0,0-1 0 0 0,-2-2 0 0 0,0 0-1 0 0,-2-2 1 0 0,-1 0 0 0 0,21-36 0 0 0,-38 55-242 0 0,0 1 1 0 0,0-1 0 0 0,-1 1-1 0 0,0-1 1 0 0,-1 0 0 0 0,0 0-1 0 0,0 0 1 0 0,0 0 0 0 0,-1-1-1 0 0,-1 1 1 0 0,1 0 0 0 0,-1-1-1 0 0,-1 1 1 0 0,1 0 0 0 0,-1-1-1 0 0,-1 1 1 0 0,0 0 0 0 0,0 0-1 0 0,0 0 1 0 0,-1 0 0 0 0,0 0-1 0 0,-1 1 1 0 0,0-1 0 0 0,0 1-1 0 0,0 0 1 0 0,-1 0 0 0 0,0 1-1 0 0,0-1 1 0 0,-12-9 0 0 0,2 2-95 0 0,0 0 0 0 0,-1 1 0 0 0,-1 1 0 0 0,0 1 0 0 0,-1 1 0 0 0,0 0 1 0 0,-1 1-1 0 0,0 1 0 0 0,0 0 0 0 0,0 2 0 0 0,-22-5 0 0 0,0 4-40 0 0,0 2 0 0 0,-1 2-1 0 0,1 1 1 0 0,-1 2 0 0 0,1 2 0 0 0,-1 2-1 0 0,1 2 1 0 0,0 1 0 0 0,1 3-1 0 0,0 1 1 0 0,-72 30 0 0 0,47-6 4664 0 0,62-36-4553 0 0,0 1 0 0 0,-1-1 1 0 0,1 0-1 0 0,0 0 1 0 0,0 0-1 0 0,0 0 0 0 0,1-1 1 0 0,-1 1-1 0 0,0-1 0 0 0,0 0 1 0 0,1 0-1 0 0,-4-2 1 0 0,4 2-124 0 0,0 0 0 0 0,-1 0 0 0 0,1 0 0 0 0,-1 1 1 0 0,0-1-1 0 0,0 1 0 0 0,1 0 0 0 0,-1 0 0 0 0,0 0 1 0 0,0 0-1 0 0,0 0 0 0 0,-3 0 0 0 0,3 0 383 0 0,1 0 1 0 0,-1 0-1 0 0,1 0 0 0 0,0 0 0 0 0,-1-1 0 0 0,1 1 0 0 0,0-1 1 0 0,0 1-1 0 0,0-1 0 0 0,0 0 0 0 0,-2-2 0 0 0,-1-4-1298 0 0,4 6-138 0 0,-5 17-14970 0 0,5-10 18190 0 0,1 3-2700 0 0,-1-1 1 0 0,0 1-1 0 0,0-1 1 0 0,0 0-1 0 0,-3 9 1 0 0,0-1-3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42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1952 1188 0 0,'0'0'6967'0'0,"-8"-45"-2554"0"0,10 22-4614 0 0,2 1-1 0 0,1-1 1 0 0,0 1 0 0 0,2 0-1 0 0,0 1 1 0 0,1 0-1 0 0,17-31 1 0 0,6-17 34 0 0,10-46 393 0 0,-4-1 1 0 0,-6-2 0 0 0,-5-1-1 0 0,19-215 1 0 0,-18 97 1150 0 0,3-56 484 0 0,-23 83-1029 0 0,-6 121-3554 0 0,-34 102-4996 0 0,30-11 7412 0 0,0-1 0 0 0,0 1 0 0 0,-1-1 0 0 0,1 0 0 0 0,0 0 0 0 0,0 0 0 0 0,-1 0 0 0 0,1 0 0 0 0,0-1 0 0 0,-1 0 1 0 0,1 0-1 0 0,-1 0 0 0 0,1 0 0 0 0,-1 0 0 0 0,-5-2 0 0 0,0-3-212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44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328 1722 2864 0 0,'11'-37'8037'0'0,"32"-48"-6640"0"0,-13 25-476 0 0,9-20-533 0 0,-5-2 1 0 0,-3-2-1 0 0,-3-1 0 0 0,-5 0 0 0 0,21-138 0 0 0,-13-501-25 0 0,-31 723-365 0 0,1-18-3 0 0,-1 0 1 0 0,-1 0 0 0 0,0 0 0 0 0,-2 0-1 0 0,0 0 1 0 0,-11-32 0 0 0,14 50-2 0 0,-1 0 0 0 0,0 0 0 0 0,0 0 0 0 0,0 0-1 0 0,1 1 1 0 0,-1-1 0 0 0,0 1 0 0 0,0-1 0 0 0,0 0 0 0 0,0 1 0 0 0,0-1 0 0 0,0 1 0 0 0,0 0 0 0 0,-1-1 0 0 0,1 1 0 0 0,0 0 0 0 0,0 0 0 0 0,0 0 0 0 0,0 0 0 0 0,0 0 0 0 0,0 0-1 0 0,-1 0 1 0 0,1 0 0 0 0,0 0 0 0 0,0 0 0 0 0,0 1 0 0 0,0-1 0 0 0,0 0 0 0 0,0 1 0 0 0,0-1 0 0 0,0 1 0 0 0,-1 0 0 0 0,-38 18-138 0 0,39-18 136 0 0,-33 21 5 0 0,1 2 0 0 0,1 1 0 0 0,-40 41 0 0 0,-7 5 80 0 0,-72 46-905 0 0,116-94-1045 0 0,-38 19 0 0 0,71-41 1514 0 0,0 1 0 0 0,0-1 0 0 0,0 0 0 0 0,0-1 0 0 0,0 1 0 0 0,-1 0 0 0 0,1-1 0 0 0,0 1 0 0 0,-1-1 0 0 0,1 0 0 0 0,0 1 0 0 0,-3-1 0 0 0,-1-8-2887 0 0,12-11 2263 0 0,18-19-356 0 0,-9 17 860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44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2988 0 0,'9'-3'625'0'0,"-1"-1"1"0"0,1 2-1 0 0,0-1 0 0 0,-1 1 0 0 0,1 0 0 0 0,0 1 0 0 0,0 0 1 0 0,0 1-1 0 0,1-1 0 0 0,-1 2 0 0 0,14 1 0 0 0,-8 1-266 0 0,-1 1 1 0 0,0 0-1 0 0,0 1 0 0 0,-1 0 0 0 0,1 1 0 0 0,19 12 1 0 0,7 10-446 0 0,0 1 1 0 0,-2 2 0 0 0,44 47 0 0 0,-57-53 335 0 0,32 30-2257 0 0,82 102 0 0 0,-119-129 922 0 0,0 1 0 0 0,-2 0 0 0 0,-1 1 0 0 0,-2 1 0 0 0,0 1 0 0 0,12 42 0 0 0,-20-48 469 0 0,-6-2 119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46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70 1560 0 0,'0'0'945'0'0,"4"-38"5244"0"0,-5 36-6068 0 0,1 1-1 0 0,0-1 0 0 0,0 1 1 0 0,0-1-1 0 0,0 1 1 0 0,0 0-1 0 0,0-1 0 0 0,0 1 1 0 0,0-1-1 0 0,1 1 1 0 0,-1 0-1 0 0,0-1 0 0 0,1 1 1 0 0,-1 0-1 0 0,1-1 1 0 0,0 1-1 0 0,-1 0 0 0 0,1 0 1 0 0,0 0-1 0 0,0-1 1 0 0,1-1-1 0 0,-1 3-122 0 0,0 1 0 0 0,0-1-1 0 0,0 0 1 0 0,0 0 0 0 0,0 0-1 0 0,0 0 1 0 0,0 1 0 0 0,0-1 0 0 0,0 0-1 0 0,0 1 1 0 0,0-1 0 0 0,0 1-1 0 0,-1-1 1 0 0,1 1 0 0 0,0-1-1 0 0,0 1 1 0 0,-1 0 0 0 0,1-1 0 0 0,0 1-1 0 0,-1 0 1 0 0,1-1 0 0 0,0 3-1 0 0,5 4-23 0 0,-1 0-1 0 0,0 0 1 0 0,0 1-1 0 0,-1 0 1 0 0,6 15-1 0 0,15 71 730 0 0,-4 0-1 0 0,-4 1 1 0 0,-5 1 0 0 0,1 119-1 0 0,-15-26-374 0 0,-31 223-1 0 0,20-309-1240 0 0,-42 160 0 0 0,52-251 364 0 0,-1 0 0 0 0,-1-1 0 0 0,0 1 0 0 0,0-1 0 0 0,-1 0 0 0 0,0 0 0 0 0,-10 11 0 0 0,15-20 367 0 0,-1 0 0 0 0,1 0 0 0 0,-1 0 0 0 0,0 0 0 0 0,0-1-1 0 0,0 1 1 0 0,0 0 0 0 0,0-1 0 0 0,0 1 0 0 0,-1-1 0 0 0,1 0-1 0 0,0 0 1 0 0,-1 0 0 0 0,1 0 0 0 0,0 0 0 0 0,-1-1 0 0 0,0 1-1 0 0,1-1 1 0 0,-1 1 0 0 0,1-1 0 0 0,-1 0 0 0 0,1 0 0 0 0,-1 0 0 0 0,0 0-1 0 0,1-1 1 0 0,-1 1 0 0 0,1-1 0 0 0,-1 1 0 0 0,1-1 0 0 0,-1 0-1 0 0,1 0 1 0 0,0 0 0 0 0,-1 0 0 0 0,1-1 0 0 0,0 1 0 0 0,0-1-1 0 0,0 1 1 0 0,0-1 0 0 0,0 0 0 0 0,-3-3 0 0 0,-7-7-412 0 0,0-2 91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2:46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3704 0 0,'3'-17'1244'0'0,"-3"13"-793"0"0,0 1 0 0 0,1 0 0 0 0,-1 0 0 0 0,1-1-1 0 0,0 1 1 0 0,0 0 0 0 0,0 0 0 0 0,1 0 0 0 0,-1 0 0 0 0,4-4 1135 0 0,7 33 382 0 0,173 559 851 0 0,-176-558-2756 0 0,-5-16-1 0 0,0 1 0 0 0,0-1 1 0 0,1 0-1 0 0,1 0 0 0 0,-1 0 0 0 0,2-1 1 0 0,14 19-1 0 0,-20-29-64 0 0,1 1 0 0 0,-1-1 0 0 0,0 1 0 0 0,1-1 1 0 0,-1 0-1 0 0,1 1 0 0 0,-1-1 0 0 0,1 0 0 0 0,-1 0 0 0 0,1 0 1 0 0,-1 0-1 0 0,1 0 0 0 0,-1-1 0 0 0,1 1 0 0 0,-1 0 0 0 0,1-1 0 0 0,-1 1 1 0 0,0-1-1 0 0,1 1 0 0 0,-1-1 0 0 0,0 0 0 0 0,1 1 0 0 0,0-2 0 0 0,34-21-351 0 0,-35 22 309 0 0,450-368-11142 0 0,-168 104 6974 0 0,-222 204 3729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22:55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8365,'4070'0'0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22:59.4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15845,'1984'-59'0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23:05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1157 579 11603,'0'22'0,"-2"1"0,0-1 0,-1 1 0,-1-1 0,-1 1 0,-1-1 0,0-1 0,-2 1 0,0-1 0,-1 0 0,-1-1 0,-1 0 0,0 0 0,-1-1 0,-1 0 0,-1-1 0,-1-1 0,0 0 0,0 0 0,-2-2 0,0 0 0,0 0 0,-1-1 0,-1-1 0,0-1 0,-1-1 0,0 0 0,0-1 0,-1-1 0,0-1 0,-1 0 0,1-2 0,-1 0 0,-1-1 0,1-1 0,-1-1 0,1-1 0,-1 0 0,1-2 0,-1 0 0,0-2 0,1 0 0,-1-1 0,1-1 0,-1-1 0,1-1 0,1 0 0,-1-2 0,1 0 0,0-1 0,1-1 0,0-1 0,0 0 0,1-1 0,0-1 0,1-1 0,1-1 0,0 0 0,0 0 0,2-2 0,0 0 0,0 0 0,1-1 0,1-1 0,1 0 0,1-1 0,0 0 0,1 0 0,1-1 0,1 0 0,0-1 0,2 1 0,0-1 0,1-1 0,1 1 0,1-1 0,1 1 0,0-1 0,2 1 0,0-1 0,2 0 0,0 1 0,1-1 0,1 1 0,1-1 0,1 1 0,0 1 0,2-1 0,0 1 0,1 0 0,1 1 0,1 0 0,0 0 0,1 1 0,1 0 0,1 1 0,1 1 0,0 0 0,0 0 0,2 2 0,0 0 0,0 0 0,1 1 0,1 1 0,0 1 0,1 1 0,0 0 0,0 1 0,1 1 0,0 1 0,1 0 0,-1 2 0,1 0 0,1 1 0,-1 1 0,1 1 0,-1 1 0,1 0 0,0 2 0,-1 0 0,1 2 0,-1 0 0,1 1 0,-1 1 0,1 1 0,-1 1 0,-1 0 0,1 2 0,-1 0 0,0 1 0,-1 1 0,0 1 0,0 0 0,-1 1 0,0 1 0,-1 1 0,-1 1 0,0 0 0,0 0 0,-2 2 0,0 0 0,0 0 0,-1 1 0,-1 1 0,-1 0 0,-1 1 0,0 0 0,-1 0 0,-1 1 0,-1 0 0,0 1 0,-2-1 0,0 1 0,-1 1 0,-1-1 0,-1 1 0,-1-1 0,0 1 0,-2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0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714 73 1336 0 0,'-50'-25'1042'0'0,"38"18"-960"0"0,1 1 1 0 0,-1 0 0 0 0,-1 1 0 0 0,1 0 0 0 0,-1 0 0 0 0,1 2 0 0 0,-1-1 0 0 0,0 2 0 0 0,-1 0 0 0 0,1 0 0 0 0,-24 1 0 0 0,1 4 242 0 0,-1 1-1 0 0,1 3 1 0 0,0 0 0 0 0,-52 19 0 0 0,75-22-114 0 0,1 2-1 0 0,-1-1 1 0 0,2 1 0 0 0,-1 1 0 0 0,0 0 0 0 0,1 1-1 0 0,1 0 1 0 0,-1 1 0 0 0,1 0 0 0 0,1 1-1 0 0,0 0 1 0 0,0 0 0 0 0,1 0 0 0 0,0 2 0 0 0,-9 16-1 0 0,3 3 3 0 0,1 0 1 0 0,1 1-1 0 0,2 1 0 0 0,1-1 0 0 0,1 2 0 0 0,2-1 0 0 0,2 1 0 0 0,-1 55 0 0 0,5-68-159 0 0,1-1-1 0 0,1 0 1 0 0,1 1-1 0 0,1-1 1 0 0,0 0-1 0 0,2-1 1 0 0,0 1 0 0 0,1-1-1 0 0,1 0 1 0 0,1-1-1 0 0,1 0 1 0 0,0 0 0 0 0,1-1-1 0 0,1 0 1 0 0,22 23-1 0 0,-3-11 75 0 0,1-2-1 0 0,2-1 1 0 0,1-1 0 0 0,0-2-1 0 0,2-2 1 0 0,0-1-1 0 0,78 28 1 0 0,-23-17-6 0 0,1-4 0 0 0,131 20 1 0 0,-130-34-39 0 0,1-3 0 0 0,1-5 0 0 0,-1-4 0 0 0,0-4-1 0 0,151-24 1 0 0,-162 12 78 0 0,-1-4 0 0 0,-1-3-1 0 0,-1-4 1 0 0,-1-4 0 0 0,-2-3 0 0 0,112-65-1 0 0,-165 83-79 0 0,0-1 0 0 0,-2-1-1 0 0,0-1 1 0 0,-1-1-1 0 0,0-1 1 0 0,-2-1 0 0 0,21-27-1 0 0,-34 39-43 0 0,-1 0 1 0 0,0-1-1 0 0,0 0 0 0 0,-1 0 0 0 0,0 0 0 0 0,-1 0 0 0 0,0-1 0 0 0,-1 0 0 0 0,0 0 0 0 0,-1 0 0 0 0,0 0 0 0 0,0 0 0 0 0,-1-1 0 0 0,-1 1 1 0 0,0 0-1 0 0,0 0 0 0 0,-1-1 0 0 0,-1 1 0 0 0,0 0 0 0 0,0 0 0 0 0,-6-15 0 0 0,-1 5 14 0 0,0-1-1 0 0,-2 1 1 0 0,0 0-1 0 0,-2 1 1 0 0,0 0-1 0 0,-1 1 1 0 0,-1 1-1 0 0,-1 0 1 0 0,-20-18-1 0 0,10 15-19 0 0,-1 0 0 0 0,0 2 0 0 0,-2 1-1 0 0,0 1 1 0 0,-57-24 0 0 0,23 18-59 0 0,-1 3 1 0 0,-1 3 0 0 0,0 3-1 0 0,-1 3 1 0 0,-130-6-1 0 0,124 17 36 0 0,0 3 0 0 0,0 3-1 0 0,-95 20 1 0 0,118-11 2047 0 0,48-16-2159 0 0,1 1 27 0 0,0 0-1 0 0,0 0 1 0 0,0-1 0 0 0,-1 1-1 0 0,1 0 1 0 0,0 0 0 0 0,0 0-1 0 0,-1 0 1 0 0,1 0-1 0 0,0-1 1 0 0,-1 1 0 0 0,1 0-1 0 0,0 0 1 0 0,0 0-1 0 0,-1 0 1 0 0,1 0 0 0 0,0 0-1 0 0,-1 0 1 0 0,1 0-1 0 0,0 0 1 0 0,-1 0 0 0 0,1 0-1 0 0,0 0 1 0 0,0 0-1 0 0,-1 0 1 0 0,1 0 0 0 0,0 0-1 0 0,-1 1 1 0 0,1-1-1 0 0,0 0 1 0 0,0 0 0 0 0,-1 0-1 0 0,1 0 1 0 0,0 0-1 0 0,0 1 1 0 0,-1-1 0 0 0,1 0-1 0 0,0 0 1 0 0,0 1-1 0 0,0-1 1 0 0,-1 0 0 0 0,1 0-1 0 0,0 1 1 0 0,0-1-1 0 0,0 0 1 0 0,-1 1 0 0 0,-11 11-1455 0 0,7 1 74 0 0,-12 52-5168 0 0,17-61 6322 0 0,-1 0 0 0 0,1 0 0 0 0,0 0 0 0 0,0 0 0 0 0,0 0-1 0 0,0-1 1 0 0,1 1 0 0 0,0 0 0 0 0,-1 0 0 0 0,1 0 0 0 0,1 0 0 0 0,-1-1 0 0 0,0 1-1 0 0,4 5 1 0 0,2 0-56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09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105 548 1676 0 0,'-5'-3'592'0'0,"-1"-1"-1"0"0,1 1 1 0 0,0-1 0 0 0,0 0-1 0 0,1-1 1 0 0,-9-9 0 0 0,9 10-193 0 0,0-1 0 0 0,0 1 1 0 0,-1 0-1 0 0,1 0 0 0 0,-1 0 1 0 0,-10-5-1 0 0,15 9-406 0 0,-7 5-410 0 0,6-5 451 0 0,0 1 1 0 0,0 0-1 0 0,0-1 1 0 0,1 1-1 0 0,-1 0 1 0 0,0 0 0 0 0,0 0-1 0 0,0-1 1 0 0,1 1-1 0 0,-1 0 1 0 0,0 0 0 0 0,1 0-1 0 0,-1 0 1 0 0,1 0-1 0 0,-1 0 1 0 0,1 0 0 0 0,0 0-1 0 0,-1 1 1 0 0,1-1-1 0 0,0 0 1 0 0,0 0 0 0 0,-1 2-1 0 0,1-2-84 0 0,1 2-153 0 0,-1-1 216 0 0,1 1 0 0 0,-1 0 0 0 0,1-1 0 0 0,0 1 0 0 0,0-1 0 0 0,0 1 0 0 0,0-1 0 0 0,0 1 0 0 0,1-1 0 0 0,1 3 0 0 0,0-3 143 0 0,-1 1-1 0 0,1 0 0 0 0,0-1 1 0 0,0 0-1 0 0,0 0 0 0 0,0 0 1 0 0,0 0-1 0 0,0 0 0 0 0,1-1 1 0 0,-1 1-1 0 0,0-1 0 0 0,1 0 1 0 0,-1 0-1 0 0,8 1 1 0 0,-6-1-190 0 0,0 0 0 0 0,0 0 0 0 0,0 1 0 0 0,-1 0 0 0 0,1 0 0 0 0,0 1 1 0 0,7 4-1 0 0,-3-1 60 0 0,1 0 0 0 0,-1 0 0 0 0,1-1 0 0 0,0-1 0 0 0,0 0 0 0 0,17 5 0 0 0,-2-1 74 0 0,14 2 83 0 0,0-1-1 0 0,1-2 0 0 0,0-2 0 0 0,0-1 0 0 0,72-4 0 0 0,13 3-62 0 0,282 10-212 0 0,-173-8 489 0 0,134-2 347 0 0,-291-7-947 0 0,370-27 498 0 0,-242 7-373 0 0,-110 13 144 0 0,157-38 0 0 0,-240 46-13 0 0,322-77 72 0 0,-299 72-95 0 0,-1-2 0 0 0,0-1 0 0 0,-1-2-1 0 0,59-31 1 0 0,-26 5 52 0 0,73-55 0 0 0,-123 82 51 0 0,-1-2 1 0 0,1 1 0 0 0,-2-2-1 0 0,0 0 1 0 0,-1-1 0 0 0,-1 0-1 0 0,0-1 1 0 0,-1 0 0 0 0,15-33-1 0 0,-16 32 3 0 0,4-12 27 0 0,-14 29 408 0 0,-1-31-1118 0 0,0 31 541 0 0,-1 1 1 0 0,1-1-1 0 0,-1 0 0 0 0,1 1 0 0 0,-1-1 0 0 0,1 1 1 0 0,-1 0-1 0 0,0-1 0 0 0,1 1 0 0 0,-1 0 0 0 0,0 0 1 0 0,1 0-1 0 0,-1 0 0 0 0,0 0 0 0 0,1 1 0 0 0,-1-1 1 0 0,0 0-1 0 0,1 1 0 0 0,-3 0 0 0 0,-38 15-49 0 0,26-9 7 0 0,-4 1-361 0 0,0 0-1 0 0,-22 15 0 0 0,24-13-1142 0 0,1 2-1 0 0,1 0 1 0 0,0 0-1 0 0,1 2 1 0 0,1 0-1 0 0,0 0 1 0 0,0 2-1 0 0,-18 27 0 0 0,28-37 1232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0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2204 0 0,'2'-1'80'0'0,"0"0"-1"0"0,1 0 1 0 0,-1 0-1 0 0,1 0 1 0 0,-1 1 0 0 0,1-1-1 0 0,-1 1 1 0 0,1 0-1 0 0,-1 0 1 0 0,1 0-1 0 0,-1 0 1 0 0,1 0-1 0 0,-1 0 1 0 0,1 1 0 0 0,-1-1-1 0 0,0 1 1 0 0,1 0-1 0 0,-1 0 1 0 0,1 0-1 0 0,-1 0 1 0 0,0 0-1 0 0,0 0 1 0 0,0 0 0 0 0,1 1-1 0 0,-1-1 1 0 0,-1 1-1 0 0,1 0 1 0 0,0 0-1 0 0,0-1 1 0 0,-1 1 0 0 0,1 0-1 0 0,-1 0 1 0 0,1 0-1 0 0,-1 1 1 0 0,0-1-1 0 0,0 0 1 0 0,2 4-1 0 0,3 10-87 0 0,0 0-1 0 0,0 0 0 0 0,-2 0 0 0 0,4 22 0 0 0,-6-30-24 0 0,3 25-1111 0 0,1 44 0 0 0,3 22-815 0 0,-5-76 1548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4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70 1308 0 0,'0'0'335'0'0,"-25"-24"3039"0"0,11 8-1978 0 0,12 15-1243 0 0,1 0 1 0 0,-1-1-1 0 0,1 1 1 0 0,-1 0-1 0 0,1-1 1 0 0,0 1-1 0 0,0-1 1 0 0,0 1-1 0 0,0-1 1 0 0,0 0-1 0 0,0 0 1 0 0,0 1-1 0 0,1-1 1 0 0,-2-2-1 0 0,2 3 74 0 0,156-2 1208 0 0,200 3-1074 0 0,-343 1-369 0 0,18 1-52 0 0,0 1-1 0 0,0 1 1 0 0,-1 1-1 0 0,0 2 0 0 0,42 15 1 0 0,-61-18 256 0 0,0 0 0 0 0,0 0 0 0 0,0-1 1 0 0,0-1-1 0 0,1 0 0 0 0,-1 0 0 0 0,1-1 0 0 0,-1 0 0 0 0,1-1 0 0 0,0-1 1 0 0,-1 0-1 0 0,1 0 0 0 0,-1-1 0 0 0,1-1 0 0 0,20-7 0 0 0,-20 5 1302 0 0,-7 3-3265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5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81 145 1184 0 0,'-4'-143'9661'0'0,"4"142"-9332"0"0,-3 3-1166 0 0,1 7 794 0 0,0 1 0 0 0,2 0 0 0 0,-1 0-1 0 0,2 17 1 0 0,-2 24 489 0 0,-35 246 1563 0 0,3 243-996 0 0,53-116-1445 0 0,-19-400 66 0 0,3 31-203 0 0,-4-52 335 0 0,1 1 0 0 0,0-1 0 0 0,-1 0 0 0 0,1 0 0 0 0,0 0 0 0 0,1 0 0 0 0,-1 0 0 0 0,0 0 0 0 0,1 0 0 0 0,0 0 0 0 0,-1-1 0 0 0,5 5 0 0 0,-5-6 87 0 0,0-1 0 0 0,0 0 0 0 0,0 1 0 0 0,0-1 0 0 0,0 0 0 0 0,0 0-1 0 0,0 1 1 0 0,-1-1 0 0 0,1 0 0 0 0,0 0 0 0 0,0 0 0 0 0,0 0 0 0 0,0-1 0 0 0,0 1 0 0 0,0 0-1 0 0,0 0 1 0 0,0 0 0 0 0,0-1 0 0 0,0 1 0 0 0,0-1 0 0 0,0 1 0 0 0,0 0 0 0 0,-1-1 0 0 0,1 1-1 0 0,0-1 1 0 0,0 0 0 0 0,0 1 0 0 0,0-2 0 0 0,26-23-1503 0 0,-23 21 1176 0 0,41-51-1507 0 0,-26 32 1488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5.3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 85 2468 0 0,'2'-7'763'0'0,"-1"0"0"0"0,0 0 0 0 0,0-1 0 0 0,-1 1 0 0 0,1 0 0 0 0,-2-13 0 0 0,0-1 893 0 0,1 21-1477 0 0,-9 22-424 0 0,-14 122 1585 0 0,-6 172 1 0 0,22 9-382 0 0,21-109-3851 0 0,-10-177 1738 0 0,13 82-2876 0 0,-14-107 3420 0 0,0 1 0 0 0,1-1 0 0 0,1-1 0 0 0,1 1-1 0 0,0-1 1 0 0,8 14 0 0 0,-6-15 146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6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13 2412 0 0,'0'0'68'0'0,"1"-1"0"0"0,-1 1 0 0 0,0 0 0 0 0,0-1 0 0 0,0 1 0 0 0,0-1 0 0 0,0 1 0 0 0,0 0 0 0 0,0-1 0 0 0,0 1 0 0 0,0 0 0 0 0,0-1 0 0 0,0 1 0 0 0,0-1 0 0 0,0 1 0 0 0,0 0 0 0 0,0-1 0 0 0,0 1 0 0 0,0 0 0 0 0,-1-1 0 0 0,1 1 0 0 0,0 0 0 0 0,0-1 0 0 0,0 1 0 0 0,-1 0 0 0 0,1-1 0 0 0,0 1 0 0 0,0 0 0 0 0,-1 0 0 0 0,1-1 0 0 0,0 1 1 0 0,0 0-1 0 0,-1 0 0 0 0,1 0 0 0 0,0-1 0 0 0,-1 1 0 0 0,1 0 0 0 0,0 0 0 0 0,-1 0 0 0 0,1 0 0 0 0,-1 0 0 0 0,1-1 0 0 0,0 1 0 0 0,-1 0 0 0 0,1 0 0 0 0,0 0 0 0 0,-1 0 0 0 0,1 0 0 0 0,0 0 0 0 0,-1 0 0 0 0,1 1 0 0 0,-1-1 0 0 0,1 0 0 0 0,0 0 0 0 0,-1 0 0 0 0,1 0 0 0 0,-1 1 0 0 0,0-1 18 0 0,0 1 1 0 0,-1 0 0 0 0,1 1-1 0 0,0-1 1 0 0,0 0 0 0 0,-1 0-1 0 0,1 0 1 0 0,0 1 0 0 0,0-1-1 0 0,1 1 1 0 0,-1-1 0 0 0,0 0-1 0 0,0 1 1 0 0,0 2 0 0 0,-13 53-73 0 0,3 1 1 0 0,3 1-1 0 0,-3 99 0 0 0,7-82 119 0 0,2-46-116 0 0,-1 3-564 0 0,1 0 1 0 0,2 1-1 0 0,1-1 1 0 0,9 57-1 0 0,-10-90 480 0 0,0 1 1 0 0,0-1-1 0 0,0 0 0 0 0,0 1 0 0 0,0-1 0 0 0,0 1 1 0 0,1-1-1 0 0,-1 1 0 0 0,0-1 0 0 0,0 0 0 0 0,0 1 1 0 0,0-1-1 0 0,1 1 0 0 0,-1-1 0 0 0,0 0 0 0 0,0 1 0 0 0,1-1 1 0 0,-1 0-1 0 0,0 1 0 0 0,1-1 0 0 0,-1 0 0 0 0,0 1 1 0 0,1-1-1 0 0,-1 0 0 0 0,0 0 0 0 0,1 1 0 0 0,-1-1 1 0 0,1 0-1 0 0,-1 0 0 0 0,0 0 0 0 0,1 0 0 0 0,-1 1 1 0 0,1-1-1 0 0,-1 0 0 0 0,1 0 0 0 0,-1 0 0 0 0,1 0 1 0 0,-1 0-1 0 0,0 0 0 0 0,1 0 0 0 0,-1 0 0 0 0,1 0 1 0 0,-1-1-1 0 0,1 1 0 0 0,-1 0 0 0 0,0 0 0 0 0,1 0 1 0 0,-1 0-1 0 0,1-1 0 0 0,-1 1 0 0 0,0 0 0 0 0,1 0 1 0 0,-1-1-1 0 0,0 1 0 0 0,1 0 0 0 0,-1-1 0 0 0,0 1 1 0 0,1 0-1 0 0,-1-1 0 0 0,0 1 0 0 0,0 0 0 0 0,1-1 1 0 0,-1 1-1 0 0,0-1 0 0 0,0 1 0 0 0,0-1 0 0 0,8-8-268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6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71 2616 0 0,'8'-13'393'0'0,"-3"5"266"0"0,0 1 0 0 0,1 0 0 0 0,0-1 0 0 0,13-11 0 0 0,-19 19-643 0 0,1-1 0 0 0,0 0 0 0 0,1 0 0 0 0,-1 0 0 0 0,0 1 0 0 0,0-1 0 0 0,0 0 0 0 0,0 1 0 0 0,1-1 0 0 0,-1 1 0 0 0,0 0 0 0 0,0-1 0 0 0,1 1 0 0 0,-1 0 0 0 0,0 0 0 0 0,1 0 0 0 0,-1-1 0 0 0,0 1 0 0 0,1 1 0 0 0,-1-1 0 0 0,0 0 0 0 0,0 0 0 0 0,1 0 0 0 0,-1 1 0 0 0,0-1 0 0 0,1 1 0 0 0,-1-1 0 0 0,0 1 0 0 0,0-1 0 0 0,0 1 0 0 0,0 0 0 0 0,0 0 0 0 0,0-1 0 0 0,0 1 0 0 0,0 0 0 0 0,0 0 0 0 0,0 0 0 0 0,0 0 0 0 0,0 0 0 0 0,0 0 0 0 0,0 2 0 0 0,4 5 23 0 0,0 1 0 0 0,-1 0 0 0 0,0 0 0 0 0,0 1 0 0 0,-1-1 0 0 0,0 1 0 0 0,-1-1 0 0 0,0 1 0 0 0,0 0 0 0 0,-1 0 0 0 0,-1 0 0 0 0,1 0 0 0 0,-2 0 0 0 0,1 0 0 0 0,-1 0 0 0 0,-1 0 0 0 0,0-1 0 0 0,0 1 0 0 0,-1 0 0 0 0,-6 12 0 0 0,1-1-69 0 0,0-1 0 0 0,-2 0 0 0 0,0-1 1 0 0,-2 0-1 0 0,0-1 0 0 0,-1 0 0 0 0,0-1 0 0 0,-23 22 0 0 0,8-12-1021 0 0,-40 28 0 0 0,57-47 496 0 0,-1 0 0 0 0,0-1-1 0 0,0 0 1 0 0,0-1 0 0 0,-1-1 0 0 0,0 0-1 0 0,-15 3 1 0 0,19-8-112 0 0,6-3 420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7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1 2768 0 0,'5'18'3289'0'0,"-4"-17"-3186"0"0,-1 0-1 0 0,1 0 0 0 0,-1 0 0 0 0,1 0 0 0 0,-1 1 0 0 0,1-1 1 0 0,-1 0-1 0 0,0 0 0 0 0,0 0 0 0 0,1 0 0 0 0,-1 1 0 0 0,0-1 1 0 0,0 0-1 0 0,0 0 0 0 0,0 1 0 0 0,-1-1 0 0 0,1 0 0 0 0,0 0 0 0 0,0 0 1 0 0,-1 2-1 0 0,-14 70-217 0 0,10-39 112 0 0,-16 51 132 0 0,14-59-238 0 0,0-1 0 0 0,2 1 0 0 0,-4 50 1 0 0,9-75 57 0 0,0 0 1 0 0,0 1-1 0 0,0-1 0 0 0,0 0 1 0 0,0 0-1 0 0,0 0 1 0 0,0 0-1 0 0,0 0 1 0 0,1 0-1 0 0,-1 0 0 0 0,0 1 1 0 0,1-1-1 0 0,-1 0 1 0 0,1 0-1 0 0,-1 0 1 0 0,1 0-1 0 0,0 0 1 0 0,-1-1-1 0 0,1 1 0 0 0,0 0 1 0 0,-1 0-1 0 0,1 0 1 0 0,0 0-1 0 0,0-1 1 0 0,0 1-1 0 0,0 0 0 0 0,0-1 1 0 0,0 1-1 0 0,0-1 1 0 0,1 1-1 0 0,1 0-88 0 0,0-1 1 0 0,0 0-1 0 0,1 0 0 0 0,-1 0 0 0 0,0 0 0 0 0,0 0 1 0 0,0-1-1 0 0,0 1 0 0 0,0-1 0 0 0,0 0 0 0 0,3-1 1 0 0,10-5-378 0 0,-1 0 0 0 0,0 0 0 0 0,15-12 0 0 0,-13 7 380 0 0,-1-2 0 0 0,1 0 1 0 0,-2-1-1 0 0,0 0 1 0 0,20-28-1 0 0,-17 18 761 0 0,-1-1-1 0 0,-1-1 1 0 0,15-33-1 0 0,-26 129 1540 0 0,-5-59-1965 0 0,0-1 0 0 0,0 1 0 0 0,1 0 0 0 0,1 0 0 0 0,0-1 0 0 0,0 1 0 0 0,1 0 0 0 0,0-1 0 0 0,8 16-1 0 0,-9-22-188 0 0,0 0 0 0 0,0 0-1 0 0,1 1 1 0 0,-1-1-1 0 0,1-1 1 0 0,0 1 0 0 0,0 0-1 0 0,0-1 1 0 0,0 1-1 0 0,1-1 1 0 0,-1 0-1 0 0,1 0 1 0 0,-1 0 0 0 0,1-1-1 0 0,0 1 1 0 0,-1-1-1 0 0,1 0 1 0 0,0 0-1 0 0,0 0 1 0 0,0-1 0 0 0,0 1-1 0 0,0-1 1 0 0,0 0-1 0 0,0 0 1 0 0,0 0 0 0 0,6-2-1 0 0,-1 1-400 0 0,0-1-1 0 0,-1 0 1 0 0,1-1 0 0 0,-1 0-1 0 0,1 0 1 0 0,-1-1 0 0 0,0 0-1 0 0,0 0 1 0 0,-1-1 0 0 0,1 0-1 0 0,-1-1 1 0 0,0 1 0 0 0,0-1-1 0 0,-1-1 1 0 0,0 1 0 0 0,0-1-1 0 0,0 0 1 0 0,-1 0 0 0 0,0-1-1 0 0,6-13 1 0 0,-3 2 55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8.4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27 675 3548 0 0,'-3'-6'1125'0'0,"1"0"-1"0"0,0-1 1 0 0,0 1 0 0 0,1 0-1 0 0,0-1 1 0 0,-1-8-1 0 0,-6-27 1050 0 0,7 34-2135 0 0,-1 0 0 0 0,1 0 0 0 0,0 0 0 0 0,1-1 0 0 0,-1 1 0 0 0,2 0 0 0 0,-1 0 0 0 0,1 0 0 0 0,1 0 0 0 0,-1 0 0 0 0,1 0 0 0 0,6-14 0 0 0,5-10-191 0 0,27-50-1 0 0,-34 70 164 0 0,20-35-215 0 0,1 1 0 0 0,3 2 0 0 0,1 0 0 0 0,66-69 0 0 0,-92 109 39 0 0,-1-1 0 0 0,1 1 0 0 0,0 1 0 0 0,0-1 1 0 0,0 1-1 0 0,0 0 0 0 0,8-4 0 0 0,-12 7-40 0 0,23 30-826 0 0,-12 49 1802 0 0,-2 1 0 0 0,-3 151 0 0 0,-7-230-766 0 0,2 51 69 0 0,-2-49-7 0 0,1 1 0 0 0,-1-1 0 0 0,1 0 1 0 0,-1 1-1 0 0,1-1 0 0 0,0 0 0 0 0,1 0 0 0 0,-1 0 0 0 0,0 0 1 0 0,1 0-1 0 0,0 0 0 0 0,3 4 0 0 0,-4-6 772 0 0,2-3-784 0 0,-1 0 0 0 0,1 0 0 0 0,0-1 0 0 0,-1 1 0 0 0,1-1 0 0 0,-1 0 1 0 0,0 0-1 0 0,0 0 0 0 0,0 0 0 0 0,2-5 0 0 0,1 1 5 0 0,98-170 110 0 0,-10 14 111 0 0,-66 120-198 0 0,-15 22-134 0 0,1 1 0 0 0,29-34 0 0 0,-41 53 33 0 0,-1 1 1 0 0,1-1-1 0 0,-1 1 1 0 0,1-1-1 0 0,-1 1 1 0 0,1-1-1 0 0,-1 1 1 0 0,1-1-1 0 0,0 1 1 0 0,-1-1-1 0 0,1 1 1 0 0,0 0-1 0 0,0 0 1 0 0,-1-1-1 0 0,1 1 1 0 0,0 0-1 0 0,0 0 0 0 0,-1 0 1 0 0,1 0-1 0 0,0-1 1 0 0,0 1-1 0 0,-1 0 1 0 0,1 1-1 0 0,0-1 1 0 0,0 0-1 0 0,0 0 1 0 0,1 0-1 0 0,15 18-513 0 0,6 38-759 0 0,-21-48 932 0 0,8 29-1627 0 0,-2 1 0 0 0,-2 0 1 0 0,-1 0-1 0 0,-2 0 1 0 0,-2 50-1 0 0,-1-73 1484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9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79 2184 0 0,'3'-6'888'0'0,"-1"0"-1"0"0,1 0 0 0 0,-1 0 1 0 0,-1 0-1 0 0,1 0 0 0 0,-1 0 1 0 0,0-1-1 0 0,0 1 0 0 0,-1 0 1 0 0,0-12-1 0 0,-24 38-771 0 0,2 8-76 0 0,2 0-1 0 0,1 2 1 0 0,-25 54 0 0 0,-4 4-2105 0 0,34-62-96 0 0,-17 47 1 0 0,21-47-352 0 0,-25 46 1 0 0,28-62 2000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19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59 380 1316 0 0,'0'0'305'0'0,"4"-6"2318"0"0,-2 10-2427 0 0,0 1 0 0 0,-1 0 1 0 0,0 0-1 0 0,0 0 0 0 0,-1 0 0 0 0,1 0 0 0 0,-1 0 0 0 0,0 0 0 0 0,-1 0 0 0 0,-1 9 0 0 0,1 2 374 0 0,-1 14 184 0 0,-1 0 0 0 0,-2 0 0 0 0,-1-1 0 0 0,-12 37 0 0 0,-11 55 401 0 0,28-118-1094 0 0,0 0 0 0 0,1 0 1 0 0,-1 0-1 0 0,1 0 0 0 0,0 0 0 0 0,0 0 1 0 0,0 0-1 0 0,0 0 0 0 0,1 0 0 0 0,-1 0 1 0 0,1 0-1 0 0,1 5 0 0 0,-1-8-18 0 0,-1 1 1 0 0,0-1-1 0 0,1 0 0 0 0,-1 1 1 0 0,1-1-1 0 0,-1 1 1 0 0,1-1-1 0 0,-1 0 0 0 0,1 1 1 0 0,-1-1-1 0 0,1 0 0 0 0,-1 0 1 0 0,1 1-1 0 0,-1-1 0 0 0,1 0 1 0 0,0 0-1 0 0,-1 0 1 0 0,1 0-1 0 0,-1 0 0 0 0,1 0 1 0 0,0 0-1 0 0,-1 0 0 0 0,2 0 1 0 0,23-9 337 0 0,-14 2-430 0 0,0 0 0 0 0,0-1-1 0 0,-1 0 1 0 0,0-1 0 0 0,0 0 0 0 0,-1-1-1 0 0,-1 0 1 0 0,9-11 0 0 0,55-98-505 0 0,-15 24 169 0 0,-42 72 237 0 0,-5 8-28 0 0,1-1 0 0 0,0 2 1 0 0,21-22-1 0 0,-31 35 25 0 0,-1 38-322 0 0,7 21 1439 0 0,-1 91 0 0 0,2 16-222 0 0,1-111-341 0 0,-8-51-330 0 0,-1-1 1 0 0,1 1-1 0 0,0 0 0 0 0,0-1 0 0 0,0 1 1 0 0,0-1-1 0 0,0 1 0 0 0,0-1 0 0 0,1 0 1 0 0,0 1-1 0 0,-1-1 0 0 0,1 0 0 0 0,0 0 1 0 0,0 0-1 0 0,0 0 0 0 0,3 2 0 0 0,-4-4-29 0 0,1 0-1 0 0,-1 0 1 0 0,1 1-1 0 0,-1-1 1 0 0,1 0-1 0 0,0 0 1 0 0,-1-1-1 0 0,1 1 1 0 0,-1 0-1 0 0,1-1 1 0 0,-1 1-1 0 0,1 0 0 0 0,-1-1 1 0 0,1 0-1 0 0,-1 1 1 0 0,1-1-1 0 0,-1 0 1 0 0,0 0-1 0 0,1 0 1 0 0,-1 0-1 0 0,2-1 1 0 0,28-28 422 0 0,-23 22-324 0 0,8-9-13 0 0,-1 0-1 0 0,-1-1 1 0 0,0-1-1 0 0,-1 0 1 0 0,10-22-1 0 0,46-107-241 0 0,-56 118 17 0 0,71-189-2703 0 0,-64 154-1697 0 0,18-96 0 0 0,-37 153 3929 0 0,0-1 1 0 0,1 1-1 0 0,0 0 1 0 0,0 0-1 0 0,1 0 1 0 0,0 0-1 0 0,1 0 1 0 0,6-11-1 0 0,2 9-15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21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61 413 1172 0 0,'-4'-3'353'0'0,"1"0"0"0"0,0 0-1 0 0,1-1 1 0 0,-1 1 0 0 0,1-1-1 0 0,-1 0 1 0 0,1 0 0 0 0,-2-4-1 0 0,-7-10 510 0 0,8 12-720 0 0,0 1 0 0 0,0-1 1 0 0,0 1-1 0 0,1-1 0 0 0,0 0 0 0 0,0 0 0 0 0,0 0 1 0 0,1 0-1 0 0,0 0 0 0 0,0 0 0 0 0,0-11 1 0 0,8-77 555 0 0,-2 24 789 0 0,-13-19 3276 0 0,8 88-4740 0 0,2-22-2028 0 0,2 28 2109 0 0,1 0-1 0 0,-1 1 0 0 0,0-1 1 0 0,-1 1-1 0 0,1 0 1 0 0,-1 0-1 0 0,0 0 1 0 0,0 1-1 0 0,-1-1 1 0 0,3 14-1 0 0,2 0 58 0 0,27 80-32 0 0,-4 2 1 0 0,29 190-1 0 0,-32-71-11133 0 0,-19-196 8878 0 0,-1-19 1716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40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1243 0 2360 0 0,'-97'59'484'0'0,"8"-4"-20"0"0,4-2-28 0 0,5-2-52 0 0,7-2-60 0 0,5-1-264 0 0,-1-2-364 0 0,9-1-144 0 0,-1 1-24 0 0,1 2-16 0 0,-5 1 0 0 0,0 4 8 0 0,1 2 24 0 0,-5 1 32 0 0,-7 3 32 0 0,-1 3 64 0 0,-8 2 100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43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88 883 1912 0 0,'-3'0'213'0'0,"1"0"-1"0"0,-1 0 1 0 0,1-1-1 0 0,0 1 1 0 0,-1-1-1 0 0,1 0 1 0 0,0 0-1 0 0,-1 0 1 0 0,1 0-1 0 0,0 0 1 0 0,0 0-1 0 0,0-1 1 0 0,0 1 0 0 0,0-1-1 0 0,0 1 1 0 0,0-1-1 0 0,0 0 1 0 0,1 1-1 0 0,-1-1 1 0 0,-1-3-1 0 0,-20-16 398 0 0,22 20-582 0 0,0 0-1 0 0,0 0 0 0 0,-1 1 0 0 0,1-1 0 0 0,0 0 1 0 0,0 0-1 0 0,0 0 0 0 0,0 0 0 0 0,0 0 1 0 0,0-1-1 0 0,0 1 0 0 0,1 0 0 0 0,-1 0 1 0 0,0-1-1 0 0,1 1 0 0 0,-1 0 0 0 0,0-1 1 0 0,1 1-1 0 0,0 0 0 0 0,-1-1 0 0 0,1 1 0 0 0,0-1 1 0 0,0 1-1 0 0,0-1 0 0 0,0-1 0 0 0,1-1-58 0 0,0 1 0 0 0,0-1 0 0 0,1 1 0 0 0,-1-1 0 0 0,1 1 0 0 0,0 0 0 0 0,0 0-1 0 0,4-5 1 0 0,-4 7 56 0 0,0 0 1 0 0,0 0-1 0 0,0 0 0 0 0,0 1 0 0 0,1-1 0 0 0,-1 1 0 0 0,0-1 0 0 0,1 1 0 0 0,-1 0 0 0 0,0 0 1 0 0,1 0-1 0 0,-1 0 0 0 0,0 0 0 0 0,1 1 0 0 0,2 0 0 0 0,-1 0 363 0 0,0-1 0 0 0,0 0 0 0 0,0 0 0 0 0,0 0 0 0 0,0 0 0 0 0,0-1-1 0 0,7-1 1 0 0,3-4 318 0 0,-5 1-746 0 0,0 1 1 0 0,0 1-1 0 0,0-1 1 0 0,0 1-1 0 0,1 1 1 0 0,17-3-1 0 0,259-4 1754 0 0,-177 4-1650 0 0,-68 2-132 0 0,0 2 0 0 0,74 6 0 0 0,30 29 355 0 0,-96-20-168 0 0,56 8 1 0 0,-27-10-266 0 0,-2 4 0 0 0,0 3 0 0 0,0 4 1 0 0,110 49-1 0 0,-139-50 223 0 0,1-3-1 0 0,0-1 1 0 0,2-3 0 0 0,0-2 0 0 0,74 10 0 0 0,-51-18 32 0 0,1-2 1 0 0,-1-4 0 0 0,0-3-1 0 0,0-3 1 0 0,126-29 0 0 0,-138 19-199 0 0,75-32 0 0 0,-36 12 159 0 0,-90 34-12 0 0,1-1 0 0 0,-1 0 0 0 0,-1-1 0 0 0,1 0 1 0 0,-1-1-1 0 0,0 0 0 0 0,0 0 0 0 0,0 0 0 0 0,-1-2 1 0 0,0 1-1 0 0,0-1 0 0 0,-1 0 0 0 0,0 0 1 0 0,-1-1-1 0 0,0 0 0 0 0,0 0 0 0 0,0 0 0 0 0,-2-1 1 0 0,1 0-1 0 0,-1 0 0 0 0,0 0 0 0 0,2-15 0 0 0,1-13 12 0 0,-2 20-62 0 0,-2 1 0 0 0,0-1 0 0 0,-1 0 0 0 0,-1 0 1 0 0,0 0-1 0 0,-2 0 0 0 0,0 0 0 0 0,-1 0 0 0 0,-4-18 0 0 0,2 21-17 0 0,-1 1 0 0 0,-1 0-1 0 0,0 0 1 0 0,-1 0 0 0 0,-1 1-1 0 0,0 0 1 0 0,0 1 0 0 0,-1-1 0 0 0,-1 2-1 0 0,0-1 1 0 0,-1 2 0 0 0,0-1 0 0 0,-13-9-1 0 0,0 3 8 0 0,0 2-1 0 0,-1 1 1 0 0,0 1-1 0 0,-1 1 0 0 0,-1 1 1 0 0,-31-9-1 0 0,-140-33 28 0 0,-3 8-1 0 0,-1 10 1 0 0,-276-15 0 0 0,363 46-88 0 0,1 4 0 0 0,-1 5 0 0 0,1 5-1 0 0,-167 36 1 0 0,260-41-6 0 0,-14 2 35 0 0,0 2 0 0 0,0 1 0 0 0,-52 24 0 0 0,77-30-85 0 0,1 1-1 0 0,0 1 0 0 0,1-1 0 0 0,-1 1 0 0 0,1 1 1 0 0,0 0-1 0 0,1 0 0 0 0,-1 0 0 0 0,1 1 1 0 0,1 0-1 0 0,0 0 0 0 0,0 1 0 0 0,0 0 1 0 0,1 0-1 0 0,1 0 0 0 0,-1 0 0 0 0,-3 14 0 0 0,3-3-543 0 0,0 0-1 0 0,2 0 0 0 0,0 0 1 0 0,2 1-1 0 0,0-1 0 0 0,1 1 1 0 0,1-1-1 0 0,1 0 0 0 0,0 0 0 0 0,8 26 1 0 0,0-11-316 0 0,1 0 0 0 0,3-1 1 0 0,0 0-1 0 0,37 60 0 0 0,-32-62 713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47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1904 2452 0 0,'2'-5'5890'0'0,"8"-30"-2891"0"0,19-72-99 0 0,-23 92-2904 0 0,0-1 1 0 0,2 1-1 0 0,-1 0 1 0 0,2 1-1 0 0,0 0 1 0 0,1 0-1 0 0,19-21 1 0 0,12-4-54 0 0,1 2 1 0 0,2 2 0 0 0,1 1-1 0 0,1 3 1 0 0,2 2 0 0 0,1 2-1 0 0,1 2 1 0 0,84-29 0 0 0,39-1-69 0 0,229-43-1 0 0,-154 49 16 0 0,-70 16-524 0 0,201-65 1 0 0,-127 11 285 0 0,385-113 112 0 0,-443 154 6 0 0,478-118-631 0 0,-335 56 1423 0 0,-126 37-490 0 0,-86 31-161 0 0,243-43 0 0 0,27 43 295 0 0,-302 34-475 0 0,206-6-1458 0 0,-59 4-1062 0 0,-82-5 4234 0 0,-135 11-1032 0 0,0-2 0 0 0,-1-1 0 0 0,0-1 0 0 0,42-16 0 0 0,-51 17-420 0 0,0 0-1 0 0,1 1 1 0 0,-1 1-1 0 0,1 0 1 0 0,0 1-1 0 0,21 0 1 0 0,-34 2-13 0 0,-5-5 4591 0 0,-11-15-4529 0 0,13 19-630 0 0,1 0 0 0 0,-1 0 0 0 0,0 0 1 0 0,1 0-1 0 0,-1 0 0 0 0,0 1 0 0 0,0-1 0 0 0,1 0 0 0 0,-1 1 0 0 0,0 0 0 0 0,0-1 0 0 0,-3 1 0 0 0,-47 3-3863 0 0,20 0 2662 0 0,20-3 1425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48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2782 387 1652 0 0,'-62'-19'2374'0'0,"48"14"-2209"0"0,-1 1-1 0 0,0 0 1 0 0,0 0 0 0 0,0 1-1 0 0,-27 0 1 0 0,-203-8 910 0 0,-95 4-374 0 0,116 23-555 0 0,0 10-1 0 0,2 10 1 0 0,2 10 0 0 0,-228 78 0 0 0,121 2 848 0 0,284-106-932 0 0,0 3-1 0 0,2 2 1 0 0,0 1 0 0 0,2 2 0 0 0,-43 40-1 0 0,76-62-67 0 0,-1 0 0 0 0,1 1 0 0 0,1 0 0 0 0,0 0 0 0 0,0 0-1 0 0,0 1 1 0 0,1 0 0 0 0,0 0 0 0 0,0 0 0 0 0,1 0-1 0 0,0 1 1 0 0,-2 8 0 0 0,4-11 20 0 0,0-1 1 0 0,1 1-1 0 0,-1 0 1 0 0,1 0-1 0 0,0 0 0 0 0,1-1 1 0 0,0 1-1 0 0,0 0 1 0 0,0 0-1 0 0,0-1 1 0 0,1 1-1 0 0,0-1 0 0 0,0 1 1 0 0,0-1-1 0 0,1 0 1 0 0,0 0-1 0 0,0 0 0 0 0,7 9 1 0 0,15 13 72 0 0,1-2 0 0 0,1 0-1 0 0,1-1 1 0 0,1-2 0 0 0,1-1 0 0 0,56 29 0 0 0,206 81 146 0 0,-287-129-233 0 0,168 61 220 0 0,3-7 1 0 0,3-9 0 0 0,1-7-1 0 0,276 25 1 0 0,-90-40 318 0 0,466-29 0 0 0,-653-5-507 0 0,183-35-1 0 0,-285 30 97 0 0,0-4-1 0 0,-1-3 0 0 0,-1-3 1 0 0,133-63-1 0 0,-172 67 23 0 0,-1-1-1 0 0,0-2 1 0 0,-2-1 0 0 0,0-2-1 0 0,-2-1 1 0 0,-1-1-1 0 0,48-59 1 0 0,-62 66-67 0 0,-1-1 1 0 0,0 0-1 0 0,-2-1 1 0 0,0 0-1 0 0,-2-1 1 0 0,0-1-1 0 0,-2 0 1 0 0,-1 0-1 0 0,-1-1 1 0 0,-1 0-1 0 0,-1 0 1 0 0,-1 0-1 0 0,0-32 1 0 0,-4 32-60 0 0,-1 1 0 0 0,-1-1 1 0 0,-1 0-1 0 0,-2 0 0 0 0,0 1 0 0 0,-2 0 1 0 0,-1 0-1 0 0,0 0 0 0 0,-2 1 0 0 0,-1 1 1 0 0,-1 0-1 0 0,-22-32 0 0 0,10 24-28 0 0,-2 0 0 0 0,-1 2 1 0 0,-1 1-1 0 0,-1 1 0 0 0,-2 2 0 0 0,-1 0 0 0 0,0 3 0 0 0,-2 1 1 0 0,-45-22-1 0 0,1 7-24 0 0,-2 3 1 0 0,-1 4-1 0 0,-103-23 0 0 0,29 18-426 0 0,0 8-1 0 0,-2 6 1 0 0,-172 1-1 0 0,119 21-2505 0 0,-379 52 0 0 0,309 1-261 0 0,232-41 2432 0 0,-1 2-1 0 0,2 2 0 0 0,-70 36 0 0 0,75-28 241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56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90 1540 0 0,'-4'-8'453'0'0,"1"0"0"0"0,0 0 0 0 0,0 0-1 0 0,0 0 1 0 0,-1-12 0 0 0,-8-7 1978 0 0,12 26-2401 0 0,0 1-42 0 0,0 0 6 0 0,0 0 0 0 0,-1 0 0 0 0,1 0 0 0 0,0-1 1 0 0,0 1-1 0 0,0 0 0 0 0,0 0 0 0 0,-1 0 1 0 0,1 0-1 0 0,0 0 0 0 0,0 0 0 0 0,0-1 1 0 0,-1 1-1 0 0,1 0 0 0 0,0 0 0 0 0,0 0 1 0 0,0 0-1 0 0,-1 0 0 0 0,1 0 0 0 0,0 0 0 0 0,0 0 1 0 0,-1 0-1 0 0,1 0 0 0 0,0 0 0 0 0,0 0 1 0 0,0 0-1 0 0,-1 0 0 0 0,1 0 0 0 0,0 0 1 0 0,0 1-1 0 0,0-1 0 0 0,-1 0 0 0 0,1 0 1 0 0,0 0-1 0 0,0 0 0 0 0,0 0 0 0 0,-1 0 0 0 0,1 0 1 0 0,0 1-1 0 0,0-1 0 0 0,0 0 0 0 0,0 0 1 0 0,-1 1-1 0 0,-12 13 102 0 0,-14 26 384 0 0,23-32-444 0 0,-16 21-18 0 0,2 1 0 0 0,0 0 1 0 0,3 2-1 0 0,0 0 0 0 0,2 1 0 0 0,-12 47 0 0 0,19-55-14 0 0,1-1-1 0 0,-2 28 0 0 0,7-44-87 0 0,-1 1 0 0 0,2-1 0 0 0,-1 0 0 0 0,1 1 0 0 0,0-1 0 0 0,1 0 0 0 0,0 1 0 0 0,0-1 0 0 0,6 14 0 0 0,-4-15-172 0 0,-1 0 0 0 0,1 0 0 0 0,0 0 0 0 0,1-1 0 0 0,-1 0 0 0 0,2 1 0 0 0,-1-1 1 0 0,0-1-1 0 0,1 1 0 0 0,0-1 0 0 0,7 5 0 0 0,24 21-1661 0 0,-21-16 1026 0 0,-15-14 822 0 0,7 8-177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58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14 184 2476 0 0,'-2'-4'327'0'0,"0"1"-1"0"0,1 0 0 0 0,-1-1 0 0 0,1 1 1 0 0,-1-1-1 0 0,1 0 0 0 0,0 1 1 0 0,1-1-1 0 0,-1 0 0 0 0,1 1 0 0 0,-1-1 1 0 0,1 0-1 0 0,0 0 0 0 0,1 1 1 0 0,0-8-1 0 0,18-57 2952 0 0,-13 49-2609 0 0,-5 17-642 0 0,0 0 0 0 0,0 0-1 0 0,1 0 1 0 0,-1 0 0 0 0,0 0 0 0 0,1 0 0 0 0,-1 1 0 0 0,1-1 0 0 0,0 0 0 0 0,0 1 0 0 0,0 0-1 0 0,-1-1 1 0 0,1 1 0 0 0,1 0 0 0 0,-1 0 0 0 0,0 0 0 0 0,0 0 0 0 0,0 0 0 0 0,0 0 0 0 0,1 1 0 0 0,-1-1-1 0 0,0 1 1 0 0,1 0 0 0 0,-1 0 0 0 0,0-1 0 0 0,3 2 0 0 0,10-2-34 0 0,1 2 1 0 0,27 3-1 0 0,-26-1-7 0 0,314 41-104 0 0,5 2 316 0 0,811 8 794 0 0,-1011-54-1019 0 0,76 2-3066 0 0,-191 3 1079 0 0,-21-5 1924 0 0,0 0 1 0 0,0 1-1 0 0,0-1 1 0 0,0 0 0 0 0,0 0-1 0 0,1 1 1 0 0,-1-1 0 0 0,0 0-1 0 0,0 0 1 0 0,0 1 0 0 0,0-1-1 0 0,0 0 1 0 0,0 0-1 0 0,0 1 1 0 0,0-1 0 0 0,0 0-1 0 0,0 0 1 0 0,0 1 0 0 0,0-1-1 0 0,0 0 1 0 0,0 0 0 0 0,0 1-1 0 0,0-1 1 0 0,0 0-1 0 0,0 0 1 0 0,0 0 0 0 0,0 1-1 0 0,-1-1 1 0 0,1 0 0 0 0,0 0-1 0 0,0 1 1 0 0,0-1-1 0 0,0 0 1 0 0,0 0 0 0 0,-1 0-1 0 0,1 1 1 0 0,0-1 0 0 0,0 0-1 0 0,-1 0 1 0 0,-35 19-3437 0 0,17-13 2997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3:58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40 2884 0 0,'0'0'49'0'0,"0"0"1"0"0,0 0-1 0 0,0 0 0 0 0,0 0 0 0 0,-1 0 0 0 0,1 0 0 0 0,0 0 0 0 0,0 0 1 0 0,0 0-1 0 0,0 0 0 0 0,0 0 0 0 0,0 0 0 0 0,0 0 0 0 0,-1 0 0 0 0,1 0 0 0 0,0 0 1 0 0,0 0-1 0 0,0 0 0 0 0,0 0 0 0 0,0 0 0 0 0,0 0 0 0 0,0 0 0 0 0,-1 0 1 0 0,1 0-1 0 0,0-1 0 0 0,0 1 0 0 0,0 0 0 0 0,0 0 0 0 0,0 0 0 0 0,0 0 1 0 0,0 0-1 0 0,0 0 0 0 0,0 0 0 0 0,0 0 0 0 0,0 0 0 0 0,-1-1 0 0 0,1 1 1 0 0,0 0-1 0 0,0 0 0 0 0,0 0 0 0 0,0 0 0 0 0,0 0 0 0 0,0 0 0 0 0,0 0 0 0 0,0-1 1 0 0,0 1-1 0 0,0 0 0 0 0,0 0 0 0 0,0 0 0 0 0,0 0 0 0 0,0 0 0 0 0,0 0 1 0 0,0-1-1 0 0,0 1 0 0 0,0 0 0 0 0,1 0 0 0 0,-1 0 0 0 0,0 0 0 0 0,0 0 1 0 0,0 0-1 0 0,9-9 1336 0 0,-7 7-1305 0 0,1 0 0 0 0,-1 0-1 0 0,1 1 1 0 0,0 0 0 0 0,-1-1-1 0 0,1 1 1 0 0,0 0 0 0 0,0 0-1 0 0,4 0 1 0 0,690-11 2397 0 0,-495 12-2272 0 0,428 7-2433 0 0,208-1-5393 0 0,-767-8 7147 0 0,-5-1 107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00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61 1544 0 0,'-2'0'159'0'0,"0"0"0"0"0,0-1-1 0 0,0 1 1 0 0,0-1 0 0 0,0 0-1 0 0,0 0 1 0 0,0 0 0 0 0,0 0-1 0 0,0 0 1 0 0,1 0 0 0 0,-1 0-1 0 0,-1-2 1 0 0,-7-3 2791 0 0,19 8-2706 0 0,-1 0-1 0 0,1-1 0 0 0,0 0 1 0 0,0-1-1 0 0,-1 0 0 0 0,1-1 1 0 0,0 1-1 0 0,8-3 0 0 0,8 1 243 0 0,270-31 1807 0 0,198 24-2178 0 0,2 25-3912 0 0,-354-10 1751 0 0,230 19-2779 0 0,-318-21 4296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09:24:19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10028,'3946'0'0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21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1212 1596 0 0,'-16'-1'1205'0'0,"26"-1"-385"0"0,29-1-443 0 0,158 15-69 0 0,1 0-330 0 0,-78-12 38 0 0,0-5 0 0 0,173-30 0 0 0,-250 27 146 0 0,0-2 0 0 0,0-2 0 0 0,-1-2 0 0 0,-1-2 0 0 0,0-1 0 0 0,-1-3 0 0 0,-1-1 0 0 0,-1-1 0 0 0,-1-3 0 0 0,36-30 0 0 0,-40 26 78 0 0,-1-2 1 0 0,-1 0 0 0 0,-2-3-1 0 0,25-36 1 0 0,-43 53-183 0 0,-1 1 0 0 0,0-1-1 0 0,-1-1 1 0 0,-1 1 0 0 0,-1-1 0 0 0,-1-1 0 0 0,0 1 0 0 0,-2-1 0 0 0,0 0 0 0 0,-1-1 0 0 0,2-31 0 0 0,-6 33 19 0 0,0 0 1 0 0,0 0-1 0 0,-2 0 1 0 0,0 0-1 0 0,-1 0 0 0 0,-1 1 1 0 0,-1-1-1 0 0,0 1 0 0 0,-1 1 1 0 0,-1-1-1 0 0,-1 1 1 0 0,0 0-1 0 0,-1 1 0 0 0,0 0 1 0 0,-1 1-1 0 0,-25-24 1 0 0,14 17-48 0 0,-1 1 0 0 0,-2 0 1 0 0,0 2-1 0 0,-1 1 0 0 0,0 2 1 0 0,-1 0-1 0 0,-1 2 1 0 0,-43-16-1 0 0,27 16-65 0 0,-1 2 1 0 0,0 2-1 0 0,0 2 1 0 0,-1 2-1 0 0,-48 1 1 0 0,30 3 67 0 0,0 3 1 0 0,-1 3-1 0 0,2 2 1 0 0,-1 4-1 0 0,1 2 1 0 0,1 2-1 0 0,0 4 1 0 0,2 2-1 0 0,0 3 1 0 0,-112 63-1 0 0,157-77-9 0 0,0 0-1 0 0,0 1 0 0 0,2 1 0 0 0,-1 0 1 0 0,1 1-1 0 0,1 0 0 0 0,1 1 1 0 0,0 1-1 0 0,0 0 0 0 0,1 0 0 0 0,1 1 1 0 0,1 0-1 0 0,0 0 0 0 0,2 1 1 0 0,-1 0-1 0 0,2 0 0 0 0,0 1 1 0 0,1 0-1 0 0,1-1 0 0 0,1 1 0 0 0,0 1 1 0 0,2-1-1 0 0,0 0 0 0 0,1 0 1 0 0,0 0-1 0 0,2 0 0 0 0,0 0 0 0 0,1 0 1 0 0,1-1-1 0 0,0 0 0 0 0,11 24 1 0 0,0-8 5 0 0,2 0 0 0 0,1-2 0 0 0,1 0 0 0 0,1-1 0 0 0,2-1 0 0 0,1-1 0 0 0,1-1 0 0 0,2-2 0 0 0,0 0 0 0 0,2-2 0 0 0,45 29 0 0 0,-27-23-39 0 0,2-1 0 0 0,1-3 0 0 0,2-2 0 0 0,0-2 0 0 0,1-2 0 0 0,102 21 0 0 0,-13-20 120 0 0,-125-19 72 0 0,-1-1 1 0 0,0 0 0 0 0,0-1 0 0 0,1-1 0 0 0,-1-1-1 0 0,27-7 1 0 0,-42 10-195 0 0,-1 0 1 0 0,0 0-1 0 0,1 0 0 0 0,-1 0 0 0 0,0 0 0 0 0,1 0 1 0 0,-1 0-1 0 0,0-1 0 0 0,1 1 0 0 0,-1 0 1 0 0,0 0-1 0 0,1 0 0 0 0,-1 0 0 0 0,0 0 0 0 0,0-1 1 0 0,1 1-1 0 0,-1 0 0 0 0,0 0 0 0 0,0-1 1 0 0,1 1-1 0 0,-1 0 0 0 0,0 0 0 0 0,0-1 0 0 0,0 1 1 0 0,1 0-1 0 0,-1 0 0 0 0,0-1 0 0 0,0 1 1 0 0,0 0-1 0 0,0-1 0 0 0,0 1 0 0 0,0 0 0 0 0,0-1 1 0 0,1 1-1 0 0,-1 0 0 0 0,0-1 0 0 0,0 0 1 0 0,-12-7-1578 0 0,-21-2-1749 0 0,-75 23-3144 0 0,99-13 6167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27.5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632 323 1156 0 0,'0'0'631'0'0,"-35"-3"-985"0"0,24 2 3383 0 0,-57-4-418 0 0,48 3-2670 0 0,-1 0 1 0 0,1 1-1 0 0,-23 2 1 0 0,21 1-33 0 0,0 1 1 0 0,-1 0 0 0 0,2 2 0 0 0,-1 0 0 0 0,1 2-1 0 0,-1 0 1 0 0,2 2 0 0 0,-1 0 0 0 0,1 1 0 0 0,-29 20 0 0 0,33-18 34 0 0,0 0 0 0 0,1 2 0 0 0,1 0 0 0 0,-17 20 0 0 0,24-25 61 0 0,1 0 0 0 0,0 0 1 0 0,0 0-1 0 0,1 1 1 0 0,0 0-1 0 0,1 0 1 0 0,0 0-1 0 0,1 1 1 0 0,-4 17-1 0 0,5-12 142 0 0,0 0-1 0 0,1 1 0 0 0,0-1 1 0 0,2 1-1 0 0,0-1 0 0 0,1 0 1 0 0,0 1-1 0 0,2-1 0 0 0,-1 0 1 0 0,2 0-1 0 0,0-1 0 0 0,1 0 0 0 0,1 1 1 0 0,0-2-1 0 0,1 1 0 0 0,1-1 1 0 0,0-1-1 0 0,1 1 0 0 0,0-2 1 0 0,1 1-1 0 0,0-1 0 0 0,22 16 1 0 0,26 23 112 0 0,2-3 0 0 0,86 50 0 0 0,-85-63-207 0 0,2-4 0 0 0,2-2 0 0 0,1-3 0 0 0,0-3 0 0 0,74 14 0 0 0,-95-26-24 0 0,1-2 0 0 0,1-2 0 0 0,-1-2-1 0 0,1-2 1 0 0,0-2 0 0 0,0-3 0 0 0,-1-1-1 0 0,95-20 1 0 0,82-43-584 0 0,-145 40 105 0 0,0 3 0 0 0,155-23-1 0 0,-112 33 764 0 0,145-33 0 0 0,-224 36-12 0 0,-1-2 1 0 0,-1-2-1 0 0,0-2 0 0 0,-1-1 0 0 0,0-2 0 0 0,70-48 1 0 0,-84 49-132 0 0,-1-2-1 0 0,-1 0 1 0 0,0-1 0 0 0,-2-2 0 0 0,-1 0 0 0 0,23-32 0 0 0,-39 47-162 0 0,1 0 0 0 0,-2-1 0 0 0,1 1-1 0 0,-1-1 1 0 0,0 0 0 0 0,-1 0 0 0 0,0 0 0 0 0,-1 0 0 0 0,0-1 0 0 0,0 1 0 0 0,-1-1-1 0 0,0 1 1 0 0,0-1 0 0 0,-1 1 0 0 0,-1-1 0 0 0,1 0 0 0 0,-2 1 0 0 0,1-1 0 0 0,-1 1-1 0 0,-1 0 1 0 0,0-1 0 0 0,0 1 0 0 0,-1 0 0 0 0,-9-16 0 0 0,2 9-18 0 0,-1 0 0 0 0,0 1 0 0 0,-1 0 0 0 0,-1 1 1 0 0,-1 0-1 0 0,0 1 0 0 0,-27-18 0 0 0,-126-68 695 0 0,62 45-347 0 0,-2 4 0 0 0,-1 6 0 0 0,-3 4 0 0 0,-2 5 0 0 0,-140-24 1 0 0,164 45-1265 0 0,-1 4 1 0 0,-154 2-1 0 0,171 12-1062 0 0,0 3 0 0 0,0 3 0 0 0,-123 34 0 0 0,71 2-772 0 0,66-22 1741 0 0,27-12 593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38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94 1832 0 0,'2'-6'918'0'0,"0"0"0"0"0,-1-1 1 0 0,0 1-1 0 0,0-1 0 0 0,0 1 0 0 0,-1-1 0 0 0,0 0 0 0 0,-1 1 1 0 0,-1-9-1 0 0,1-4 1018 0 0,1 18-1902 0 0,9 35-952 0 0,4 77 2322 0 0,-2 147 0 0 0,-23 114 101 0 0,12-355-1450 0 0,-36 1048 1423 0 0,36-1061-1476 0 0,7 749 460 0 0,26-462-189 0 0,-32-286-208 0 0,-1 1 1 0 0,1-1-1 0 0,1 1 1 0 0,-1-1-1 0 0,1 1 1 0 0,-1-1-1 0 0,6 10 0 0 0,-6-15 215 0 0,22-26 454 0 0,10-35-647 0 0,-23 40-205 0 0,1 0-1 0 0,17-22 0 0 0,-23 36 69 0 0,0 0-1 0 0,1 1 0 0 0,0 0 0 0 0,0 0 1 0 0,1 0-1 0 0,-1 1 0 0 0,1 0 0 0 0,0 1 1 0 0,15-8-1 0 0,13-2-42 0 0,1 2 1 0 0,0 1-1 0 0,1 1 1 0 0,58-7-1 0 0,159-3 110 0 0,-190 17-23 0 0,820-9 50 0 0,-119 6-982 0 0,-646 2 622 0 0,-22 3-398 0 0,0-4 1 0 0,186-35-1 0 0,-278 39 344 0 0,1-1 1 0 0,-1 1-1 0 0,1-1 1 0 0,-1 0-1 0 0,0-1 1 0 0,0 1-1 0 0,0-1 1 0 0,0 0-1 0 0,0 0 1 0 0,7-7-1 0 0,-10 7 59 0 0,0 1 0 0 0,0 0 0 0 0,-1-1-1 0 0,1 1 1 0 0,-1-1 0 0 0,0 0 0 0 0,0 0 0 0 0,0 1 0 0 0,0-1-1 0 0,0 0 1 0 0,0 0 0 0 0,-1 0 0 0 0,1 0 0 0 0,-1 0 0 0 0,0 0-1 0 0,0 0 1 0 0,0 0 0 0 0,-1 0 0 0 0,1 0 0 0 0,0 1-1 0 0,-1-1 1 0 0,-1-3 0 0 0,-9-80-3163 0 0,10 59 2899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38.7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33 368 3416 0 0,'-12'-56'2257'0'0,"3"-1"0"0"0,2-1-1 0 0,3 1 1 0 0,3-71 0 0 0,1 118-2020 0 0,0 9-126 0 0,21 25-111 0 0,-5 7 117 0 0,-1 1 0 0 0,-1 0 0 0 0,-2 1 0 0 0,12 49-1 0 0,20 145 588 0 0,-32-154-547 0 0,75 558 1639 0 0,-1-5-280 0 0,-57-462-1274 0 0,67 469 169 0 0,-92-593-837 0 0,7 114-696 0 0,-19-79-1798 0 0,6-63 1627 0 0,-1-1 1 0 0,-1 0 0 0 0,0 1 0 0 0,-7 12 0 0 0,11-23 1074 0 0,-1 1 1 0 0,0 0 0 0 0,0-1-1 0 0,0 1 1 0 0,0 0-1 0 0,0-1 1 0 0,0 1-1 0 0,0-1 1 0 0,0 0 0 0 0,-1 1-1 0 0,1-1 1 0 0,0 0-1 0 0,-1 0 1 0 0,1 0 0 0 0,-1 0-1 0 0,0 0 1 0 0,1 0-1 0 0,-1 0 1 0 0,0 0-1 0 0,1-1 1 0 0,-1 1 0 0 0,0-1-1 0 0,0 1 1 0 0,0-1-1 0 0,1 0 1 0 0,-1 0-1 0 0,0 0 1 0 0,0 0 0 0 0,0 0-1 0 0,0 0 1 0 0,0 0-1 0 0,1-1 1 0 0,-1 1-1 0 0,0 0 1 0 0,0-1 0 0 0,1 0-1 0 0,-3 0 1 0 0,-4-7-490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39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33 2244 0 0,'-13'-32'4040'0'0,"25"52"2645"0"0,25 44-6068 0 0,-13-26 32 0 0,203 282 373 0 0,-188-267-953 0 0,-2 2-1 0 0,-2 1 0 0 0,51 115 0 0 0,-70-130-31 0 0,-2-1 0 0 0,-2 2 0 0 0,-2 0 0 0 0,-1 0-1 0 0,-2 1 1 0 0,-2-1 0 0 0,-1 46 0 0 0,-20 242 285 0 0,12-208-226 0 0,4-121-213 0 0,2-1-1199 0 0,1-1 951 0 0,-1 0 0 0 0,0 0 0 0 0,1 0 0 0 0,-1-1 0 0 0,0 1 0 0 0,0 0 0 0 0,0-1 0 0 0,0 0 0 0 0,0 1 1 0 0,0-1-1 0 0,0 0 0 0 0,0 0 0 0 0,-1 0 0 0 0,1 0 0 0 0,-1 0 0 0 0,1-1 0 0 0,0-1 0 0 0,24-45-2900 0 0,21-67-663 0 0,-37 81 3280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0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 2988 0 0,'27'-56'5744'0'0,"-26"55"-5182"0"0,5 20-346 0 0,0-1 1 0 0,-2 1 0 0 0,0 0 0 0 0,-1 0 0 0 0,-1 0 0 0 0,-1 1 0 0 0,0-1-1 0 0,-3 23 1 0 0,1-8 226 0 0,-15 342 2317 0 0,3-140-2111 0 0,9-164-469 0 0,4 1 1 0 0,2-1-1 0 0,4 1 1 0 0,3-1 0 0 0,24 97-1 0 0,-31-161-300 0 0,1 0 0 0 0,0 0 0 0 0,0 0 0 0 0,0 0 0 0 0,1-1 0 0 0,0 1-1 0 0,1-1 1 0 0,0 0 0 0 0,0 0 0 0 0,0 0 0 0 0,1-1 0 0 0,0 0 0 0 0,12 10 0 0 0,-39-69-13568 0 0,10 36 13149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15 169 1412 0 0,'-4'-15'791'0'0,"1"0"1"0"0,0 0-1 0 0,1-1 0 0 0,0 1 1 0 0,2 0-1 0 0,1-26 0 0 0,0 5 1579 0 0,-1 35-1923 0 0,2 4-408 0 0,-1 0 1 0 0,1 0 0 0 0,-1 0 0 0 0,1 1 0 0 0,-1-1 0 0 0,0 0 0 0 0,0 0 0 0 0,-1 1 0 0 0,1-1-1 0 0,0 0 1 0 0,-1 1 0 0 0,0 4 0 0 0,6 56 431 0 0,-4 416 3164 0 0,-7-220-2910 0 0,3-64-537 0 0,15 359 84 0 0,-8-503-292 0 0,23 192-579 0 0,-27-229 2062 0 0,-1-1-6628 0 0,-5-34-3667 0 0,9-32 6927 0 0,-4 28 1482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3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20 1784 0 0,'-12'-13'2751'0'0,"6"7"580"0"0,4 20-2199 0 0,-6 339 2712 0 0,-21 176-3242 0 0,19-421-1713 0 0,4-69-609 0 0,2 1 0 0 0,2 0-1 0 0,2 0 1 0 0,7 59 0 0 0,-7-93 1450 0 0,1 0 0 0 0,1 0 0 0 0,-1 0 0 0 0,1 0 0 0 0,0 0 1 0 0,0-1-1 0 0,1 1 0 0 0,-1-1 0 0 0,1 0 0 0 0,6 9 0 0 0,0-6-205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4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86 211 2332 0 0,'8'-86'6047'0'0,"-4"-38"-499"0"0,-20 197-6033 0 0,8-35 685 0 0,-50 306-607 0 0,43-112-4681 0 0,15-222 4578 0 0,1 0 1 0 0,0 1 0 0 0,1-1-1 0 0,0 0 1 0 0,0 0 0 0 0,1 0-1 0 0,5 11 1 0 0,-6-17 329 0 0,-1 0 0 0 0,1 0-1 0 0,0 0 1 0 0,1 0 0 0 0,-1 0 0 0 0,1-1 0 0 0,-1 1 0 0 0,1-1 0 0 0,0 0 0 0 0,1 0-1 0 0,-1 0 1 0 0,0 0 0 0 0,1 0 0 0 0,0-1 0 0 0,-1 0 0 0 0,1 0 0 0 0,0 0 0 0 0,0 0-1 0 0,7 2 1 0 0,8-2-181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4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92 2636 0 0,'-12'-90'4522'0'0,"12"89"-4405"0"0,4 38 99 0 0,1 72 592 0 0,-1-71-622 0 0,-3 0 0 0 0,-1 0 0 0 0,-6 50 0 0 0,0-55-79 0 0,1-3 239 0 0,-4 58 0 0 0,9-88-68 0 0,3-3-611 0 0,0-1 228 0 0,-1 0-1 0 0,1 0 1 0 0,-1 0-1 0 0,0 0 0 0 0,0 0 1 0 0,3-9-1 0 0,-4 9 24 0 0,3-5-7 0 0,158-331 694 0 0,-161 340-629 0 0,-1-1-1 0 0,0 1 0 0 0,0-1 1 0 0,0 1-1 0 0,0-1 0 0 0,0 1 1 0 0,0 0-1 0 0,1-1 0 0 0,-1 1 1 0 0,0-1-1 0 0,0 1 1 0 0,1 0-1 0 0,-1-1 0 0 0,0 1 1 0 0,0 0-1 0 0,1-1 0 0 0,-1 1 1 0 0,1 0-1 0 0,-1-1 0 0 0,0 1 1 0 0,1 0-1 0 0,-1 0 1 0 0,0-1-1 0 0,1 1 0 0 0,-1 0 1 0 0,1 0-1 0 0,-1 0 0 0 0,1 0 1 0 0,-1 0-1 0 0,1 0 0 0 0,-1-1 1 0 0,0 1-1 0 0,1 0 0 0 0,-1 0 1 0 0,1 0-1 0 0,-1 1 1 0 0,1-1-1 0 0,-1 0 0 0 0,1 0 1 0 0,-1 0-1 0 0,0 0 0 0 0,2 0 1 0 0,9 23-336 0 0,-1 36 427 0 0,-10 1 548 0 0,0-59-256 0 0,1 2 699 0 0,1 3 500 0 0,8-10-1527 0 0,31-30-131 0 0,43-30-774 0 0,-75 58 783 0 0,0 1 0 0 0,0 0 0 0 0,1 0 0 0 0,-1 1 0 0 0,1 0-1 0 0,0 1 1 0 0,16-4 0 0 0,-22 7 122 0 0,1 0 0 0 0,0-1 0 0 0,0 1 0 0 0,0 1 0 0 0,-1-1 0 0 0,1 1-1 0 0,0 0 1 0 0,-1 0 0 0 0,1 0 0 0 0,0 1 0 0 0,-1-1 0 0 0,0 1 0 0 0,1 0 0 0 0,-1 0 0 0 0,0 1-1 0 0,0-1 1 0 0,0 1 0 0 0,0 0 0 0 0,-1 0 0 0 0,1 1 0 0 0,-1-1 0 0 0,0 0 0 0 0,6 9 0 0 0,-4-5 81 0 0,0 1 0 0 0,-1 0 0 0 0,0 0 0 0 0,0 0 0 0 0,-1 0 0 0 0,0 1 0 0 0,0-1 0 0 0,-1 1 0 0 0,0 0 0 0 0,-1-1 0 0 0,1 19 0 0 0,-2-13 1301 0 0,5 5-6459 0 0,5-11-1588 0 0,2-10 5224 0 0,-7 0 1049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5.4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 72 2792 0 0,'1'-6'791'0'0,"1"-1"-1"0"0,1 1 1 0 0,-1 0-1 0 0,1 0 1 0 0,0 0 0 0 0,0 1-1 0 0,1-1 1 0 0,-1 1-1 0 0,1-1 1 0 0,7-6-1 0 0,-10 12-727 0 0,1 0-179 0 0,-1 1 1 0 0,1 0-1 0 0,0 0 1 0 0,-1 0-1 0 0,1 0 0 0 0,-1 0 1 0 0,1 0-1 0 0,-1 1 1 0 0,0-1-1 0 0,0 0 0 0 0,1 1 1 0 0,-1-1-1 0 0,0 1 1 0 0,0-1-1 0 0,0 1 0 0 0,0 0 1 0 0,-1-1-1 0 0,1 1 1 0 0,0 0-1 0 0,-1 0 0 0 0,1-1 1 0 0,-1 1-1 0 0,0 0 1 0 0,0 0-1 0 0,1 0 0 0 0,-1 1 1 0 0,5 55 118 0 0,-8 14 133 0 0,1-45 69 0 0,3 55 0 0 0,0-72-131 0 0,0-1 0 0 0,1 1 0 0 0,1-1 1 0 0,-1 1-1 0 0,2-1 0 0 0,-1 0 1 0 0,1 0-1 0 0,0-1 0 0 0,9 13 1 0 0,-5-9 90 0 0,1 0 1 0 0,0-1-1 0 0,0 0 1 0 0,2 0 0 0 0,-1-1-1 0 0,1-1 1 0 0,18 13-1 0 0,-28-22-192 0 0,0 0 0 0 0,-1 1 0 0 0,1-1 0 0 0,-1 1 0 0 0,1-1 0 0 0,0 0-1 0 0,-1 1 1 0 0,1-1 0 0 0,-1 1 0 0 0,0 0 0 0 0,1-1 0 0 0,-1 1 0 0 0,1-1 0 0 0,-1 1-1 0 0,0 0 1 0 0,1-1 0 0 0,-1 1 0 0 0,0 0 0 0 0,0-1 0 0 0,0 1 0 0 0,1 0 0 0 0,-1-1-1 0 0,0 1 1 0 0,0 0 0 0 0,0-1 0 0 0,0 1 0 0 0,0 0 0 0 0,0 0 0 0 0,0-1 0 0 0,-1 1-1 0 0,1 0 1 0 0,0-1 0 0 0,0 1 0 0 0,0 0 0 0 0,-1-1 0 0 0,0 2 0 0 0,-1 1-16 0 0,0 0 1 0 0,0-1-1 0 0,-1 1 1 0 0,1-1-1 0 0,-1 1 1 0 0,1-1-1 0 0,-1 0 1 0 0,-5 3-1 0 0,-71 36-1142 0 0,70-37 609 0 0,-151 54-6129 0 0,158-58 6272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5.6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84 2064 0 0,'7'-7'840'0'0,"0"-1"1"0"0,0 0-1 0 0,-1 0 0 0 0,8-15 0 0 0,5-6 1470 0 0,-18 28-2058 0 0,-4 2-257 0 0,0 1 1 0 0,1-1 0 0 0,-1 1-1 0 0,1 0 1 0 0,0 0-1 0 0,-1 0 1 0 0,1 0 0 0 0,0 0-1 0 0,0 0 1 0 0,0 1-1 0 0,0-1 1 0 0,1 1 0 0 0,-1-1-1 0 0,1 1 1 0 0,-1 0-1 0 0,1 0 1 0 0,0-1 0 0 0,-1 6-1 0 0,-6 8 21 0 0,-329 594 3069 0 0,289-516-5900 0 0,5 2 1 0 0,-55 176-1 0 0,78-172 570 0 0,19-73 1706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6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311 172 1976 0 0,'2'-1'271'0'0,"1"-1"-1"0"0,-1 1 1 0 0,1-1 0 0 0,-1 0-1 0 0,0 0 1 0 0,0 0 0 0 0,1 0-1 0 0,-1 0 1 0 0,-1-1 0 0 0,1 1-1 0 0,0 0 1 0 0,-1-1 0 0 0,1 0-1 0 0,-1 1 1 0 0,0-1 0 0 0,0 0-1 0 0,0 0 1 0 0,0 1 0 0 0,0-1-1 0 0,-1 0 1 0 0,1 0 0 0 0,-1 0-1 0 0,0 0 1 0 0,1 0 0 0 0,-2 0-1 0 0,1 0 1 0 0,0 0 0 0 0,-2-6-1 0 0,2 6-172 0 0,-1 0-1 0 0,0 0 1 0 0,0 0-1 0 0,0 0 1 0 0,-1 0-1 0 0,1 0 1 0 0,-1 0-1 0 0,1 0 1 0 0,-1 1-1 0 0,0-1 1 0 0,0 1-1 0 0,0-1 1 0 0,0 1-1 0 0,-1 0 1 0 0,1 0-1 0 0,-1 0 1 0 0,-3-3-1 0 0,-9-2-90 0 0,0 0-1 0 0,0 1 1 0 0,0 1-1 0 0,0 0 1 0 0,-1 1-1 0 0,0 0 1 0 0,0 2 0 0 0,0 0-1 0 0,0 1 1 0 0,-1 0-1 0 0,1 1 1 0 0,-17 3-1 0 0,31-3-31 0 0,0 0 0 0 0,1 0 1 0 0,-1 1-1 0 0,1-1 0 0 0,-1 1 0 0 0,1-1 0 0 0,-1 1 1 0 0,1 0-1 0 0,-1-1 0 0 0,1 1 0 0 0,0 0 1 0 0,-1 0-1 0 0,1 0 0 0 0,0 0 0 0 0,0 0 0 0 0,0 0 1 0 0,-1 0-1 0 0,1 1 0 0 0,0-1 0 0 0,1 0 0 0 0,-1 0 1 0 0,-1 3-1 0 0,1-1 18 0 0,0 0 1 0 0,0 0 0 0 0,1 0 0 0 0,-1 0-1 0 0,1 0 1 0 0,0 0 0 0 0,0 0-1 0 0,0 0 1 0 0,0 1 0 0 0,1 5-1 0 0,3 7 88 0 0,1 1-1 0 0,0-1 1 0 0,11 23-1 0 0,-9-23-95 0 0,67 140 428 0 0,-46-102 160 0 0,39 108-1 0 0,-64-152-346 0 0,-1 0-1 0 0,0 0 1 0 0,-1 0 0 0 0,-1 1-1 0 0,0 13 1 0 0,0-23-155 0 0,0 0-34 0 0,0 0 1 0 0,-1 0 0 0 0,1-1-1 0 0,-1 1 1 0 0,1 0 0 0 0,-1-1-1 0 0,1 1 1 0 0,-1-1 0 0 0,0 1-1 0 0,1-1 1 0 0,-1 1 0 0 0,0-1-1 0 0,1 1 1 0 0,-1-1 0 0 0,0 0-1 0 0,0 1 1 0 0,1-1 0 0 0,-1 0-1 0 0,0 0 1 0 0,0 1 0 0 0,1-1-1 0 0,-1 0 1 0 0,0 0 0 0 0,0 0-1 0 0,0 0 1 0 0,1 0 0 0 0,-1 0-1 0 0,0 0 1 0 0,0 0 0 0 0,0-1-1 0 0,1 1 1 0 0,-1 0 0 0 0,-1-1-1 0 0,-32-5 500 0 0,32 6-476 0 0,-13-5 35 0 0,1 0 0 0 0,-1-1 0 0 0,2-1 0 0 0,-1 0 0 0 0,1 0 1 0 0,-19-15-1 0 0,-42-22-1450 0 0,65 39 389 0 0,8 5 404 0 0,0-1-1 0 0,1 1 0 0 0,-1-1 1 0 0,0 1-1 0 0,1-1 0 0 0,-1 1 1 0 0,0-1-1 0 0,1 1 0 0 0,-1-1 0 0 0,1 0 1 0 0,-1 1-1 0 0,1-1 0 0 0,-1 0 1 0 0,1 1-1 0 0,0-1 0 0 0,-1 0 1 0 0,1 0-1 0 0,0 1 0 0 0,0-1 0 0 0,-1 0 1 0 0,1 0-1 0 0,0 0 0 0 0,0 1 1 0 0,0-2-1 0 0,3-6 483 0 0,-2 7-283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16 1172 0 0,'-8'-2'228'0'0,"4"0"-16"0"0,0-2-28 0 0,-4 2-60 0 0,4-1-60 0 0,0 1-100 0 0,-4 2-108 0 0,0 0-272 0 0,-5 0 180 0 0,9 0-8 0 0,-8 0 0 0 0,4 0 20 0 0,0 0 24 0 0,-4 0 44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48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0 123 2620 0 0,'0'0'1869'0'0,"8"-1"1512"0"0,25-3-2166 0 0,117 18 913 0 0,405 32 1093 0 0,1-35-2706 0 0,-357-13 137 0 0,-199 2-631 0 0,1 0-1 0 0,-1 0 1 0 0,1 0-1 0 0,-1 0 1 0 0,1 0-1 0 0,-1 0 1 0 0,1 0-1 0 0,0 0 1 0 0,-1 0-1 0 0,1 0 1 0 0,-1 0-1 0 0,1-1 1 0 0,-1 1-1 0 0,1 0 0 0 0,-1 0 1 0 0,1-1-1 0 0,-1 1 1 0 0,1 0-1 0 0,-1-1 1 0 0,0 1-1 0 0,1-1 1 0 0,-1 1-1 0 0,1 0 1 0 0,-1-1-1 0 0,0 1 1 0 0,1-1-1 0 0,-1 1 1 0 0,0-1-1 0 0,0 1 1 0 0,1-1-1 0 0,-1 0 0 0 0,-1-22 252 0 0,-18-18-68 0 0,-4 5 82 0 0,19 28-566 0 0,-1 0 1 0 0,-1 0-1 0 0,1 0 0 0 0,-1 1 1 0 0,-11-11-1 0 0,14 16-138 0 0,0-1-1 0 0,-1 1 0 0 0,1 0 1 0 0,0 0-1 0 0,-1 1 1 0 0,1-1-1 0 0,-1 1 0 0 0,0 0 1 0 0,0 0-1 0 0,1 0 1 0 0,-1 0-1 0 0,0 1 0 0 0,0-1 1 0 0,0 1-1 0 0,0 0 1 0 0,0 0-1 0 0,-7 2 0 0 0,-95 18-6195 0 0,86-17 5939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4T09:24:54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0 154 1148 0 0,'77'-4'1751'0'0,"0"-4"0"0"0,131-31 0 0 0,12-1-407 0 0,750-22 1259 0 0,3 102-2516 0 0,-593-6-2102 0 0,45 3-5264 0 0,-403-35 6766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34DCD-7354-F3EE-24CF-5B6424F8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411931-28AD-45FD-56F4-F1F3FE033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82FB02-214B-F45A-EBDA-03A22E98C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DA2B46-51B6-E9C7-6925-AAFC68D90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450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D9F3-D086-3C85-295A-20349D1B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A30F73-DB8A-13D5-E906-4D07D100E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669E5C-48E8-55D6-FC3F-94292926F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F8F942-0263-458A-851B-235E69720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9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D613-97DD-6716-14AF-B07E2E3C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7A785D-AAD1-FBC9-58AD-9EA6A0D77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3D4529-BDA6-7AC6-6329-2D30C4305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9DFAEC-74AA-54A0-9EEB-51CF00D2E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88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A7E4-24FE-3004-E7FB-E1383659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CA9AFD-3A6E-A1FF-9E87-4FA5E79C0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45479C-710C-3170-0EC2-094FFE703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60DFCC-8B77-7196-8AB2-DF52F42C6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02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FA488-92E3-C9FF-4F6A-50EE4C99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41DB9D-DEC2-2B80-83DE-AD589CF35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9BD83E-CB34-2C7C-7429-61B265648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751EA-6247-A175-906A-4C9AE6202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5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.png"/><Relationship Id="rId21" Type="http://schemas.openxmlformats.org/officeDocument/2006/relationships/customXml" Target="../ink/ink12.xml"/><Relationship Id="rId42" Type="http://schemas.openxmlformats.org/officeDocument/2006/relationships/image" Target="../media/image30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43.png"/><Relationship Id="rId84" Type="http://schemas.openxmlformats.org/officeDocument/2006/relationships/image" Target="../media/image51.png"/><Relationship Id="rId89" Type="http://schemas.openxmlformats.org/officeDocument/2006/relationships/customXml" Target="../ink/ink46.xml"/><Relationship Id="rId16" Type="http://schemas.openxmlformats.org/officeDocument/2006/relationships/image" Target="../media/image17.png"/><Relationship Id="rId11" Type="http://schemas.openxmlformats.org/officeDocument/2006/relationships/customXml" Target="../ink/ink7.xml"/><Relationship Id="rId32" Type="http://schemas.openxmlformats.org/officeDocument/2006/relationships/image" Target="../media/image25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38.png"/><Relationship Id="rId74" Type="http://schemas.openxmlformats.org/officeDocument/2006/relationships/image" Target="../media/image46.png"/><Relationship Id="rId79" Type="http://schemas.openxmlformats.org/officeDocument/2006/relationships/customXml" Target="../ink/ink41.xml"/><Relationship Id="rId102" Type="http://schemas.openxmlformats.org/officeDocument/2006/relationships/image" Target="../media/image60.png"/><Relationship Id="rId5" Type="http://schemas.openxmlformats.org/officeDocument/2006/relationships/image" Target="../media/image10.png"/><Relationship Id="rId90" Type="http://schemas.openxmlformats.org/officeDocument/2006/relationships/image" Target="../media/image54.png"/><Relationship Id="rId95" Type="http://schemas.openxmlformats.org/officeDocument/2006/relationships/customXml" Target="../ink/ink49.xml"/><Relationship Id="rId22" Type="http://schemas.openxmlformats.org/officeDocument/2006/relationships/image" Target="../media/image20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33.png"/><Relationship Id="rId64" Type="http://schemas.openxmlformats.org/officeDocument/2006/relationships/image" Target="../media/image41.png"/><Relationship Id="rId69" Type="http://schemas.openxmlformats.org/officeDocument/2006/relationships/customXml" Target="../ink/ink36.xml"/><Relationship Id="rId80" Type="http://schemas.openxmlformats.org/officeDocument/2006/relationships/image" Target="../media/image49.png"/><Relationship Id="rId85" Type="http://schemas.openxmlformats.org/officeDocument/2006/relationships/customXml" Target="../ink/ink44.xml"/><Relationship Id="rId12" Type="http://schemas.openxmlformats.org/officeDocument/2006/relationships/image" Target="../media/image15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28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20" Type="http://schemas.openxmlformats.org/officeDocument/2006/relationships/image" Target="../media/image19.png"/><Relationship Id="rId41" Type="http://schemas.openxmlformats.org/officeDocument/2006/relationships/customXml" Target="../ink/ink22.xml"/><Relationship Id="rId54" Type="http://schemas.openxmlformats.org/officeDocument/2006/relationships/image" Target="../media/image36.png"/><Relationship Id="rId62" Type="http://schemas.openxmlformats.org/officeDocument/2006/relationships/image" Target="../media/image40.png"/><Relationship Id="rId70" Type="http://schemas.openxmlformats.org/officeDocument/2006/relationships/image" Target="../media/image44.png"/><Relationship Id="rId75" Type="http://schemas.openxmlformats.org/officeDocument/2006/relationships/customXml" Target="../ink/ink39.xml"/><Relationship Id="rId83" Type="http://schemas.openxmlformats.org/officeDocument/2006/relationships/customXml" Target="../ink/ink43.xml"/><Relationship Id="rId88" Type="http://schemas.openxmlformats.org/officeDocument/2006/relationships/image" Target="../media/image53.png"/><Relationship Id="rId91" Type="http://schemas.openxmlformats.org/officeDocument/2006/relationships/customXml" Target="../ink/ink47.xml"/><Relationship Id="rId96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4.png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image" Target="../media/image62.png"/><Relationship Id="rId10" Type="http://schemas.openxmlformats.org/officeDocument/2006/relationships/image" Target="../media/image14.png"/><Relationship Id="rId31" Type="http://schemas.openxmlformats.org/officeDocument/2006/relationships/customXml" Target="../ink/ink17.xml"/><Relationship Id="rId44" Type="http://schemas.openxmlformats.org/officeDocument/2006/relationships/image" Target="../media/image31.png"/><Relationship Id="rId52" Type="http://schemas.openxmlformats.org/officeDocument/2006/relationships/image" Target="../media/image35.png"/><Relationship Id="rId60" Type="http://schemas.openxmlformats.org/officeDocument/2006/relationships/image" Target="../media/image39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48.png"/><Relationship Id="rId81" Type="http://schemas.openxmlformats.org/officeDocument/2006/relationships/customXml" Target="../ink/ink42.xml"/><Relationship Id="rId86" Type="http://schemas.openxmlformats.org/officeDocument/2006/relationships/image" Target="../media/image52.png"/><Relationship Id="rId94" Type="http://schemas.openxmlformats.org/officeDocument/2006/relationships/image" Target="../media/image56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image" Target="../media/image9.png"/><Relationship Id="rId9" Type="http://schemas.openxmlformats.org/officeDocument/2006/relationships/image" Target="../media/image13.png"/><Relationship Id="rId13" Type="http://schemas.openxmlformats.org/officeDocument/2006/relationships/customXml" Target="../ink/ink8.xml"/><Relationship Id="rId18" Type="http://schemas.openxmlformats.org/officeDocument/2006/relationships/image" Target="../media/image18.png"/><Relationship Id="rId39" Type="http://schemas.openxmlformats.org/officeDocument/2006/relationships/customXml" Target="../ink/ink21.xml"/><Relationship Id="rId34" Type="http://schemas.openxmlformats.org/officeDocument/2006/relationships/image" Target="../media/image26.png"/><Relationship Id="rId50" Type="http://schemas.openxmlformats.org/officeDocument/2006/relationships/image" Target="../media/image34.png"/><Relationship Id="rId55" Type="http://schemas.openxmlformats.org/officeDocument/2006/relationships/customXml" Target="../ink/ink29.xml"/><Relationship Id="rId76" Type="http://schemas.openxmlformats.org/officeDocument/2006/relationships/image" Target="../media/image47.png"/><Relationship Id="rId97" Type="http://schemas.openxmlformats.org/officeDocument/2006/relationships/customXml" Target="../ink/ink50.xml"/><Relationship Id="rId104" Type="http://schemas.openxmlformats.org/officeDocument/2006/relationships/image" Target="../media/image61.png"/><Relationship Id="rId7" Type="http://schemas.openxmlformats.org/officeDocument/2006/relationships/image" Target="../media/image11.png"/><Relationship Id="rId71" Type="http://schemas.openxmlformats.org/officeDocument/2006/relationships/customXml" Target="../ink/ink37.xml"/><Relationship Id="rId92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6.xml"/><Relationship Id="rId24" Type="http://schemas.openxmlformats.org/officeDocument/2006/relationships/image" Target="../media/image21.png"/><Relationship Id="rId40" Type="http://schemas.openxmlformats.org/officeDocument/2006/relationships/image" Target="../media/image29.png"/><Relationship Id="rId45" Type="http://schemas.openxmlformats.org/officeDocument/2006/relationships/customXml" Target="../ink/ink24.xml"/><Relationship Id="rId66" Type="http://schemas.openxmlformats.org/officeDocument/2006/relationships/image" Target="../media/image42.png"/><Relationship Id="rId87" Type="http://schemas.openxmlformats.org/officeDocument/2006/relationships/customXml" Target="../ink/ink45.xml"/><Relationship Id="rId61" Type="http://schemas.openxmlformats.org/officeDocument/2006/relationships/customXml" Target="../ink/ink32.xml"/><Relationship Id="rId82" Type="http://schemas.openxmlformats.org/officeDocument/2006/relationships/image" Target="../media/image50.png"/><Relationship Id="rId19" Type="http://schemas.openxmlformats.org/officeDocument/2006/relationships/customXml" Target="../ink/ink11.xml"/><Relationship Id="rId14" Type="http://schemas.openxmlformats.org/officeDocument/2006/relationships/image" Target="../media/image16.png"/><Relationship Id="rId30" Type="http://schemas.openxmlformats.org/officeDocument/2006/relationships/image" Target="../media/image24.png"/><Relationship Id="rId35" Type="http://schemas.openxmlformats.org/officeDocument/2006/relationships/customXml" Target="../ink/ink19.xml"/><Relationship Id="rId56" Type="http://schemas.openxmlformats.org/officeDocument/2006/relationships/image" Target="../media/image37.png"/><Relationship Id="rId77" Type="http://schemas.openxmlformats.org/officeDocument/2006/relationships/customXml" Target="../ink/ink40.xml"/><Relationship Id="rId100" Type="http://schemas.openxmlformats.org/officeDocument/2006/relationships/image" Target="../media/image59.png"/><Relationship Id="rId105" Type="http://schemas.openxmlformats.org/officeDocument/2006/relationships/customXml" Target="../ink/ink54.xml"/><Relationship Id="rId8" Type="http://schemas.openxmlformats.org/officeDocument/2006/relationships/image" Target="../media/image12.png"/><Relationship Id="rId51" Type="http://schemas.openxmlformats.org/officeDocument/2006/relationships/customXml" Target="../ink/ink27.xml"/><Relationship Id="rId72" Type="http://schemas.openxmlformats.org/officeDocument/2006/relationships/image" Target="../media/image45.png"/><Relationship Id="rId93" Type="http://schemas.openxmlformats.org/officeDocument/2006/relationships/customXml" Target="../ink/ink48.xml"/><Relationship Id="rId98" Type="http://schemas.openxmlformats.org/officeDocument/2006/relationships/image" Target="../media/image58.png"/><Relationship Id="rId3" Type="http://schemas.openxmlformats.org/officeDocument/2006/relationships/image" Target="../media/image8.png"/><Relationship Id="rId25" Type="http://schemas.openxmlformats.org/officeDocument/2006/relationships/customXml" Target="../ink/ink14.xml"/><Relationship Id="rId46" Type="http://schemas.openxmlformats.org/officeDocument/2006/relationships/image" Target="../media/image32.png"/><Relationship Id="rId67" Type="http://schemas.openxmlformats.org/officeDocument/2006/relationships/customXml" Target="../ink/ink3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9.xml"/><Relationship Id="rId21" Type="http://schemas.openxmlformats.org/officeDocument/2006/relationships/customXml" Target="../ink/ink61.xml"/><Relationship Id="rId42" Type="http://schemas.openxmlformats.org/officeDocument/2006/relationships/image" Target="../media/image80.png"/><Relationship Id="rId63" Type="http://schemas.openxmlformats.org/officeDocument/2006/relationships/customXml" Target="../ink/ink82.xml"/><Relationship Id="rId84" Type="http://schemas.openxmlformats.org/officeDocument/2006/relationships/image" Target="../media/image101.png"/><Relationship Id="rId138" Type="http://schemas.openxmlformats.org/officeDocument/2006/relationships/image" Target="../media/image128.png"/><Relationship Id="rId159" Type="http://schemas.openxmlformats.org/officeDocument/2006/relationships/customXml" Target="../ink/ink130.xml"/><Relationship Id="rId170" Type="http://schemas.openxmlformats.org/officeDocument/2006/relationships/image" Target="../media/image144.png"/><Relationship Id="rId107" Type="http://schemas.openxmlformats.org/officeDocument/2006/relationships/customXml" Target="../ink/ink104.xml"/><Relationship Id="rId11" Type="http://schemas.openxmlformats.org/officeDocument/2006/relationships/customXml" Target="../ink/ink56.xml"/><Relationship Id="rId32" Type="http://schemas.openxmlformats.org/officeDocument/2006/relationships/image" Target="../media/image75.png"/><Relationship Id="rId53" Type="http://schemas.openxmlformats.org/officeDocument/2006/relationships/customXml" Target="../ink/ink77.xml"/><Relationship Id="rId74" Type="http://schemas.openxmlformats.org/officeDocument/2006/relationships/image" Target="../media/image96.png"/><Relationship Id="rId128" Type="http://schemas.openxmlformats.org/officeDocument/2006/relationships/image" Target="../media/image123.png"/><Relationship Id="rId149" Type="http://schemas.openxmlformats.org/officeDocument/2006/relationships/customXml" Target="../ink/ink125.xml"/><Relationship Id="rId5" Type="http://schemas.openxmlformats.org/officeDocument/2006/relationships/diagramQuickStyle" Target="../diagrams/quickStyle2.xml"/><Relationship Id="rId95" Type="http://schemas.openxmlformats.org/officeDocument/2006/relationships/customXml" Target="../ink/ink98.xml"/><Relationship Id="rId160" Type="http://schemas.openxmlformats.org/officeDocument/2006/relationships/image" Target="../media/image139.png"/><Relationship Id="rId22" Type="http://schemas.openxmlformats.org/officeDocument/2006/relationships/image" Target="../media/image70.png"/><Relationship Id="rId43" Type="http://schemas.openxmlformats.org/officeDocument/2006/relationships/customXml" Target="../ink/ink72.xml"/><Relationship Id="rId64" Type="http://schemas.openxmlformats.org/officeDocument/2006/relationships/image" Target="../media/image91.png"/><Relationship Id="rId118" Type="http://schemas.openxmlformats.org/officeDocument/2006/relationships/image" Target="../media/image118.png"/><Relationship Id="rId139" Type="http://schemas.openxmlformats.org/officeDocument/2006/relationships/customXml" Target="../ink/ink120.xml"/><Relationship Id="rId85" Type="http://schemas.openxmlformats.org/officeDocument/2006/relationships/customXml" Target="../ink/ink93.xml"/><Relationship Id="rId150" Type="http://schemas.openxmlformats.org/officeDocument/2006/relationships/image" Target="../media/image134.png"/><Relationship Id="rId171" Type="http://schemas.openxmlformats.org/officeDocument/2006/relationships/customXml" Target="../ink/ink136.xml"/><Relationship Id="rId12" Type="http://schemas.openxmlformats.org/officeDocument/2006/relationships/image" Target="../media/image65.png"/><Relationship Id="rId33" Type="http://schemas.openxmlformats.org/officeDocument/2006/relationships/customXml" Target="../ink/ink67.xml"/><Relationship Id="rId108" Type="http://schemas.openxmlformats.org/officeDocument/2006/relationships/image" Target="../media/image113.png"/><Relationship Id="rId129" Type="http://schemas.openxmlformats.org/officeDocument/2006/relationships/customXml" Target="../ink/ink115.xml"/><Relationship Id="rId54" Type="http://schemas.openxmlformats.org/officeDocument/2006/relationships/image" Target="../media/image86.png"/><Relationship Id="rId75" Type="http://schemas.openxmlformats.org/officeDocument/2006/relationships/customXml" Target="../ink/ink88.xml"/><Relationship Id="rId96" Type="http://schemas.openxmlformats.org/officeDocument/2006/relationships/image" Target="../media/image107.png"/><Relationship Id="rId140" Type="http://schemas.openxmlformats.org/officeDocument/2006/relationships/image" Target="../media/image129.png"/><Relationship Id="rId161" Type="http://schemas.openxmlformats.org/officeDocument/2006/relationships/customXml" Target="../ink/ink13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23" Type="http://schemas.openxmlformats.org/officeDocument/2006/relationships/customXml" Target="../ink/ink62.xml"/><Relationship Id="rId28" Type="http://schemas.openxmlformats.org/officeDocument/2006/relationships/image" Target="../media/image73.png"/><Relationship Id="rId49" Type="http://schemas.openxmlformats.org/officeDocument/2006/relationships/customXml" Target="../ink/ink75.xml"/><Relationship Id="rId114" Type="http://schemas.openxmlformats.org/officeDocument/2006/relationships/image" Target="../media/image116.png"/><Relationship Id="rId119" Type="http://schemas.openxmlformats.org/officeDocument/2006/relationships/customXml" Target="../ink/ink110.xml"/><Relationship Id="rId44" Type="http://schemas.openxmlformats.org/officeDocument/2006/relationships/image" Target="../media/image81.png"/><Relationship Id="rId60" Type="http://schemas.openxmlformats.org/officeDocument/2006/relationships/image" Target="../media/image89.png"/><Relationship Id="rId65" Type="http://schemas.openxmlformats.org/officeDocument/2006/relationships/customXml" Target="../ink/ink83.xml"/><Relationship Id="rId81" Type="http://schemas.openxmlformats.org/officeDocument/2006/relationships/customXml" Target="../ink/ink91.xml"/><Relationship Id="rId86" Type="http://schemas.openxmlformats.org/officeDocument/2006/relationships/image" Target="../media/image102.png"/><Relationship Id="rId130" Type="http://schemas.openxmlformats.org/officeDocument/2006/relationships/image" Target="../media/image124.png"/><Relationship Id="rId135" Type="http://schemas.openxmlformats.org/officeDocument/2006/relationships/customXml" Target="../ink/ink118.xml"/><Relationship Id="rId151" Type="http://schemas.openxmlformats.org/officeDocument/2006/relationships/customXml" Target="../ink/ink126.xml"/><Relationship Id="rId156" Type="http://schemas.openxmlformats.org/officeDocument/2006/relationships/image" Target="../media/image137.png"/><Relationship Id="rId172" Type="http://schemas.openxmlformats.org/officeDocument/2006/relationships/image" Target="../media/image145.png"/><Relationship Id="rId13" Type="http://schemas.openxmlformats.org/officeDocument/2006/relationships/customXml" Target="../ink/ink57.xml"/><Relationship Id="rId18" Type="http://schemas.openxmlformats.org/officeDocument/2006/relationships/image" Target="../media/image68.png"/><Relationship Id="rId39" Type="http://schemas.openxmlformats.org/officeDocument/2006/relationships/customXml" Target="../ink/ink70.xml"/><Relationship Id="rId109" Type="http://schemas.openxmlformats.org/officeDocument/2006/relationships/customXml" Target="../ink/ink105.xml"/><Relationship Id="rId34" Type="http://schemas.openxmlformats.org/officeDocument/2006/relationships/image" Target="../media/image76.png"/><Relationship Id="rId50" Type="http://schemas.openxmlformats.org/officeDocument/2006/relationships/image" Target="../media/image84.png"/><Relationship Id="rId55" Type="http://schemas.openxmlformats.org/officeDocument/2006/relationships/customXml" Target="../ink/ink78.xml"/><Relationship Id="rId76" Type="http://schemas.openxmlformats.org/officeDocument/2006/relationships/image" Target="../media/image97.png"/><Relationship Id="rId97" Type="http://schemas.openxmlformats.org/officeDocument/2006/relationships/customXml" Target="../ink/ink99.xml"/><Relationship Id="rId104" Type="http://schemas.openxmlformats.org/officeDocument/2006/relationships/image" Target="../media/image111.png"/><Relationship Id="rId120" Type="http://schemas.openxmlformats.org/officeDocument/2006/relationships/image" Target="../media/image119.png"/><Relationship Id="rId125" Type="http://schemas.openxmlformats.org/officeDocument/2006/relationships/customXml" Target="../ink/ink113.xml"/><Relationship Id="rId141" Type="http://schemas.openxmlformats.org/officeDocument/2006/relationships/customXml" Target="../ink/ink121.xml"/><Relationship Id="rId146" Type="http://schemas.openxmlformats.org/officeDocument/2006/relationships/image" Target="../media/image132.png"/><Relationship Id="rId167" Type="http://schemas.openxmlformats.org/officeDocument/2006/relationships/customXml" Target="../ink/ink134.xml"/><Relationship Id="rId7" Type="http://schemas.microsoft.com/office/2007/relationships/diagramDrawing" Target="../diagrams/drawing2.xml"/><Relationship Id="rId71" Type="http://schemas.openxmlformats.org/officeDocument/2006/relationships/customXml" Target="../ink/ink86.xml"/><Relationship Id="rId92" Type="http://schemas.openxmlformats.org/officeDocument/2006/relationships/image" Target="../media/image105.png"/><Relationship Id="rId162" Type="http://schemas.openxmlformats.org/officeDocument/2006/relationships/image" Target="../media/image140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65.xml"/><Relationship Id="rId24" Type="http://schemas.openxmlformats.org/officeDocument/2006/relationships/image" Target="../media/image71.png"/><Relationship Id="rId40" Type="http://schemas.openxmlformats.org/officeDocument/2006/relationships/image" Target="../media/image79.png"/><Relationship Id="rId45" Type="http://schemas.openxmlformats.org/officeDocument/2006/relationships/customXml" Target="../ink/ink73.xml"/><Relationship Id="rId66" Type="http://schemas.openxmlformats.org/officeDocument/2006/relationships/image" Target="../media/image92.png"/><Relationship Id="rId87" Type="http://schemas.openxmlformats.org/officeDocument/2006/relationships/customXml" Target="../ink/ink94.xml"/><Relationship Id="rId110" Type="http://schemas.openxmlformats.org/officeDocument/2006/relationships/image" Target="../media/image114.png"/><Relationship Id="rId115" Type="http://schemas.openxmlformats.org/officeDocument/2006/relationships/customXml" Target="../ink/ink108.xml"/><Relationship Id="rId131" Type="http://schemas.openxmlformats.org/officeDocument/2006/relationships/customXml" Target="../ink/ink116.xml"/><Relationship Id="rId136" Type="http://schemas.openxmlformats.org/officeDocument/2006/relationships/image" Target="../media/image127.png"/><Relationship Id="rId157" Type="http://schemas.openxmlformats.org/officeDocument/2006/relationships/customXml" Target="../ink/ink129.xml"/><Relationship Id="rId61" Type="http://schemas.openxmlformats.org/officeDocument/2006/relationships/customXml" Target="../ink/ink81.xml"/><Relationship Id="rId82" Type="http://schemas.openxmlformats.org/officeDocument/2006/relationships/image" Target="../media/image100.png"/><Relationship Id="rId152" Type="http://schemas.openxmlformats.org/officeDocument/2006/relationships/image" Target="../media/image135.png"/><Relationship Id="rId173" Type="http://schemas.openxmlformats.org/officeDocument/2006/relationships/customXml" Target="../ink/ink137.xml"/><Relationship Id="rId19" Type="http://schemas.openxmlformats.org/officeDocument/2006/relationships/customXml" Target="../ink/ink60.xml"/><Relationship Id="rId14" Type="http://schemas.openxmlformats.org/officeDocument/2006/relationships/image" Target="../media/image66.png"/><Relationship Id="rId30" Type="http://schemas.openxmlformats.org/officeDocument/2006/relationships/image" Target="../media/image74.png"/><Relationship Id="rId35" Type="http://schemas.openxmlformats.org/officeDocument/2006/relationships/customXml" Target="../ink/ink68.xml"/><Relationship Id="rId56" Type="http://schemas.openxmlformats.org/officeDocument/2006/relationships/image" Target="../media/image87.png"/><Relationship Id="rId77" Type="http://schemas.openxmlformats.org/officeDocument/2006/relationships/customXml" Target="../ink/ink89.xml"/><Relationship Id="rId100" Type="http://schemas.openxmlformats.org/officeDocument/2006/relationships/image" Target="../media/image109.png"/><Relationship Id="rId105" Type="http://schemas.openxmlformats.org/officeDocument/2006/relationships/customXml" Target="../ink/ink103.xml"/><Relationship Id="rId126" Type="http://schemas.openxmlformats.org/officeDocument/2006/relationships/image" Target="../media/image122.png"/><Relationship Id="rId147" Type="http://schemas.openxmlformats.org/officeDocument/2006/relationships/customXml" Target="../ink/ink124.xml"/><Relationship Id="rId168" Type="http://schemas.openxmlformats.org/officeDocument/2006/relationships/image" Target="../media/image143.png"/><Relationship Id="rId8" Type="http://schemas.openxmlformats.org/officeDocument/2006/relationships/image" Target="../media/image63.png"/><Relationship Id="rId51" Type="http://schemas.openxmlformats.org/officeDocument/2006/relationships/customXml" Target="../ink/ink76.xml"/><Relationship Id="rId72" Type="http://schemas.openxmlformats.org/officeDocument/2006/relationships/image" Target="../media/image95.png"/><Relationship Id="rId93" Type="http://schemas.openxmlformats.org/officeDocument/2006/relationships/customXml" Target="../ink/ink97.xml"/><Relationship Id="rId98" Type="http://schemas.openxmlformats.org/officeDocument/2006/relationships/image" Target="../media/image108.png"/><Relationship Id="rId121" Type="http://schemas.openxmlformats.org/officeDocument/2006/relationships/customXml" Target="../ink/ink111.xml"/><Relationship Id="rId142" Type="http://schemas.openxmlformats.org/officeDocument/2006/relationships/image" Target="../media/image130.png"/><Relationship Id="rId163" Type="http://schemas.openxmlformats.org/officeDocument/2006/relationships/customXml" Target="../ink/ink132.xml"/><Relationship Id="rId3" Type="http://schemas.openxmlformats.org/officeDocument/2006/relationships/diagramData" Target="../diagrams/data2.xml"/><Relationship Id="rId25" Type="http://schemas.openxmlformats.org/officeDocument/2006/relationships/customXml" Target="../ink/ink63.xml"/><Relationship Id="rId46" Type="http://schemas.openxmlformats.org/officeDocument/2006/relationships/image" Target="../media/image82.png"/><Relationship Id="rId67" Type="http://schemas.openxmlformats.org/officeDocument/2006/relationships/customXml" Target="../ink/ink84.xml"/><Relationship Id="rId116" Type="http://schemas.openxmlformats.org/officeDocument/2006/relationships/image" Target="../media/image117.png"/><Relationship Id="rId137" Type="http://schemas.openxmlformats.org/officeDocument/2006/relationships/customXml" Target="../ink/ink119.xml"/><Relationship Id="rId158" Type="http://schemas.openxmlformats.org/officeDocument/2006/relationships/image" Target="../media/image138.png"/><Relationship Id="rId20" Type="http://schemas.openxmlformats.org/officeDocument/2006/relationships/image" Target="../media/image69.png"/><Relationship Id="rId41" Type="http://schemas.openxmlformats.org/officeDocument/2006/relationships/customXml" Target="../ink/ink71.xml"/><Relationship Id="rId62" Type="http://schemas.openxmlformats.org/officeDocument/2006/relationships/image" Target="../media/image90.png"/><Relationship Id="rId83" Type="http://schemas.openxmlformats.org/officeDocument/2006/relationships/customXml" Target="../ink/ink92.xml"/><Relationship Id="rId88" Type="http://schemas.openxmlformats.org/officeDocument/2006/relationships/image" Target="../media/image103.png"/><Relationship Id="rId111" Type="http://schemas.openxmlformats.org/officeDocument/2006/relationships/customXml" Target="../ink/ink106.xml"/><Relationship Id="rId132" Type="http://schemas.openxmlformats.org/officeDocument/2006/relationships/image" Target="../media/image125.png"/><Relationship Id="rId153" Type="http://schemas.openxmlformats.org/officeDocument/2006/relationships/customXml" Target="../ink/ink127.xml"/><Relationship Id="rId174" Type="http://schemas.openxmlformats.org/officeDocument/2006/relationships/image" Target="../media/image146.png"/><Relationship Id="rId15" Type="http://schemas.openxmlformats.org/officeDocument/2006/relationships/customXml" Target="../ink/ink58.xml"/><Relationship Id="rId36" Type="http://schemas.openxmlformats.org/officeDocument/2006/relationships/image" Target="../media/image77.png"/><Relationship Id="rId57" Type="http://schemas.openxmlformats.org/officeDocument/2006/relationships/customXml" Target="../ink/ink79.xml"/><Relationship Id="rId106" Type="http://schemas.openxmlformats.org/officeDocument/2006/relationships/image" Target="../media/image112.png"/><Relationship Id="rId127" Type="http://schemas.openxmlformats.org/officeDocument/2006/relationships/customXml" Target="../ink/ink114.xml"/><Relationship Id="rId10" Type="http://schemas.openxmlformats.org/officeDocument/2006/relationships/image" Target="../media/image64.png"/><Relationship Id="rId31" Type="http://schemas.openxmlformats.org/officeDocument/2006/relationships/customXml" Target="../ink/ink66.xml"/><Relationship Id="rId52" Type="http://schemas.openxmlformats.org/officeDocument/2006/relationships/image" Target="../media/image85.png"/><Relationship Id="rId73" Type="http://schemas.openxmlformats.org/officeDocument/2006/relationships/customXml" Target="../ink/ink87.xml"/><Relationship Id="rId78" Type="http://schemas.openxmlformats.org/officeDocument/2006/relationships/image" Target="../media/image98.png"/><Relationship Id="rId94" Type="http://schemas.openxmlformats.org/officeDocument/2006/relationships/image" Target="../media/image106.png"/><Relationship Id="rId99" Type="http://schemas.openxmlformats.org/officeDocument/2006/relationships/customXml" Target="../ink/ink100.xml"/><Relationship Id="rId101" Type="http://schemas.openxmlformats.org/officeDocument/2006/relationships/customXml" Target="../ink/ink101.xml"/><Relationship Id="rId122" Type="http://schemas.openxmlformats.org/officeDocument/2006/relationships/image" Target="../media/image120.png"/><Relationship Id="rId143" Type="http://schemas.openxmlformats.org/officeDocument/2006/relationships/customXml" Target="../ink/ink122.xml"/><Relationship Id="rId148" Type="http://schemas.openxmlformats.org/officeDocument/2006/relationships/image" Target="../media/image133.png"/><Relationship Id="rId164" Type="http://schemas.openxmlformats.org/officeDocument/2006/relationships/image" Target="../media/image141.png"/><Relationship Id="rId169" Type="http://schemas.openxmlformats.org/officeDocument/2006/relationships/customXml" Target="../ink/ink135.xml"/><Relationship Id="rId4" Type="http://schemas.openxmlformats.org/officeDocument/2006/relationships/diagramLayout" Target="../diagrams/layout2.xml"/><Relationship Id="rId9" Type="http://schemas.openxmlformats.org/officeDocument/2006/relationships/customXml" Target="../ink/ink55.xml"/><Relationship Id="rId26" Type="http://schemas.openxmlformats.org/officeDocument/2006/relationships/image" Target="../media/image72.png"/><Relationship Id="rId47" Type="http://schemas.openxmlformats.org/officeDocument/2006/relationships/customXml" Target="../ink/ink74.xml"/><Relationship Id="rId68" Type="http://schemas.openxmlformats.org/officeDocument/2006/relationships/image" Target="../media/image93.png"/><Relationship Id="rId89" Type="http://schemas.openxmlformats.org/officeDocument/2006/relationships/customXml" Target="../ink/ink95.xml"/><Relationship Id="rId112" Type="http://schemas.openxmlformats.org/officeDocument/2006/relationships/image" Target="../media/image115.png"/><Relationship Id="rId133" Type="http://schemas.openxmlformats.org/officeDocument/2006/relationships/customXml" Target="../ink/ink117.xml"/><Relationship Id="rId154" Type="http://schemas.openxmlformats.org/officeDocument/2006/relationships/image" Target="../media/image136.png"/><Relationship Id="rId175" Type="http://schemas.openxmlformats.org/officeDocument/2006/relationships/customXml" Target="../ink/ink138.xml"/><Relationship Id="rId16" Type="http://schemas.openxmlformats.org/officeDocument/2006/relationships/image" Target="../media/image67.png"/><Relationship Id="rId37" Type="http://schemas.openxmlformats.org/officeDocument/2006/relationships/customXml" Target="../ink/ink69.xml"/><Relationship Id="rId58" Type="http://schemas.openxmlformats.org/officeDocument/2006/relationships/image" Target="../media/image88.png"/><Relationship Id="rId79" Type="http://schemas.openxmlformats.org/officeDocument/2006/relationships/customXml" Target="../ink/ink90.xml"/><Relationship Id="rId102" Type="http://schemas.openxmlformats.org/officeDocument/2006/relationships/image" Target="../media/image110.png"/><Relationship Id="rId123" Type="http://schemas.openxmlformats.org/officeDocument/2006/relationships/customXml" Target="../ink/ink112.xml"/><Relationship Id="rId144" Type="http://schemas.openxmlformats.org/officeDocument/2006/relationships/image" Target="../media/image131.png"/><Relationship Id="rId90" Type="http://schemas.openxmlformats.org/officeDocument/2006/relationships/image" Target="../media/image104.png"/><Relationship Id="rId165" Type="http://schemas.openxmlformats.org/officeDocument/2006/relationships/customXml" Target="../ink/ink133.xml"/><Relationship Id="rId27" Type="http://schemas.openxmlformats.org/officeDocument/2006/relationships/customXml" Target="../ink/ink64.xml"/><Relationship Id="rId48" Type="http://schemas.openxmlformats.org/officeDocument/2006/relationships/image" Target="../media/image83.png"/><Relationship Id="rId69" Type="http://schemas.openxmlformats.org/officeDocument/2006/relationships/customXml" Target="../ink/ink85.xml"/><Relationship Id="rId113" Type="http://schemas.openxmlformats.org/officeDocument/2006/relationships/customXml" Target="../ink/ink107.xml"/><Relationship Id="rId134" Type="http://schemas.openxmlformats.org/officeDocument/2006/relationships/image" Target="../media/image126.png"/><Relationship Id="rId80" Type="http://schemas.openxmlformats.org/officeDocument/2006/relationships/image" Target="../media/image99.png"/><Relationship Id="rId155" Type="http://schemas.openxmlformats.org/officeDocument/2006/relationships/customXml" Target="../ink/ink128.xml"/><Relationship Id="rId176" Type="http://schemas.openxmlformats.org/officeDocument/2006/relationships/image" Target="../media/image147.png"/><Relationship Id="rId17" Type="http://schemas.openxmlformats.org/officeDocument/2006/relationships/customXml" Target="../ink/ink59.xml"/><Relationship Id="rId38" Type="http://schemas.openxmlformats.org/officeDocument/2006/relationships/image" Target="../media/image78.png"/><Relationship Id="rId59" Type="http://schemas.openxmlformats.org/officeDocument/2006/relationships/customXml" Target="../ink/ink80.xml"/><Relationship Id="rId103" Type="http://schemas.openxmlformats.org/officeDocument/2006/relationships/customXml" Target="../ink/ink102.xml"/><Relationship Id="rId124" Type="http://schemas.openxmlformats.org/officeDocument/2006/relationships/image" Target="../media/image121.png"/><Relationship Id="rId70" Type="http://schemas.openxmlformats.org/officeDocument/2006/relationships/image" Target="../media/image94.png"/><Relationship Id="rId91" Type="http://schemas.openxmlformats.org/officeDocument/2006/relationships/customXml" Target="../ink/ink96.xml"/><Relationship Id="rId145" Type="http://schemas.openxmlformats.org/officeDocument/2006/relationships/customXml" Target="../ink/ink123.xml"/><Relationship Id="rId166" Type="http://schemas.openxmlformats.org/officeDocument/2006/relationships/image" Target="../media/image142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6.png"/><Relationship Id="rId21" Type="http://schemas.openxmlformats.org/officeDocument/2006/relationships/image" Target="../media/image158.png"/><Relationship Id="rId42" Type="http://schemas.openxmlformats.org/officeDocument/2006/relationships/customXml" Target="../ink/ink157.xml"/><Relationship Id="rId63" Type="http://schemas.openxmlformats.org/officeDocument/2006/relationships/image" Target="../media/image179.png"/><Relationship Id="rId84" Type="http://schemas.openxmlformats.org/officeDocument/2006/relationships/customXml" Target="../ink/ink178.xml"/><Relationship Id="rId138" Type="http://schemas.openxmlformats.org/officeDocument/2006/relationships/customXml" Target="../ink/ink205.xml"/><Relationship Id="rId159" Type="http://schemas.openxmlformats.org/officeDocument/2006/relationships/image" Target="../media/image227.png"/><Relationship Id="rId107" Type="http://schemas.openxmlformats.org/officeDocument/2006/relationships/image" Target="../media/image201.png"/><Relationship Id="rId11" Type="http://schemas.openxmlformats.org/officeDocument/2006/relationships/image" Target="../media/image153.png"/><Relationship Id="rId32" Type="http://schemas.openxmlformats.org/officeDocument/2006/relationships/customXml" Target="../ink/ink152.xml"/><Relationship Id="rId53" Type="http://schemas.openxmlformats.org/officeDocument/2006/relationships/image" Target="../media/image174.png"/><Relationship Id="rId74" Type="http://schemas.openxmlformats.org/officeDocument/2006/relationships/customXml" Target="../ink/ink173.xml"/><Relationship Id="rId128" Type="http://schemas.openxmlformats.org/officeDocument/2006/relationships/customXml" Target="../ink/ink200.xml"/><Relationship Id="rId149" Type="http://schemas.openxmlformats.org/officeDocument/2006/relationships/image" Target="../media/image222.png"/><Relationship Id="rId5" Type="http://schemas.openxmlformats.org/officeDocument/2006/relationships/image" Target="../media/image150.png"/><Relationship Id="rId95" Type="http://schemas.openxmlformats.org/officeDocument/2006/relationships/image" Target="../media/image195.png"/><Relationship Id="rId160" Type="http://schemas.openxmlformats.org/officeDocument/2006/relationships/customXml" Target="../ink/ink216.xml"/><Relationship Id="rId22" Type="http://schemas.openxmlformats.org/officeDocument/2006/relationships/customXml" Target="../ink/ink147.xml"/><Relationship Id="rId43" Type="http://schemas.openxmlformats.org/officeDocument/2006/relationships/image" Target="../media/image169.png"/><Relationship Id="rId64" Type="http://schemas.openxmlformats.org/officeDocument/2006/relationships/customXml" Target="../ink/ink168.xml"/><Relationship Id="rId118" Type="http://schemas.openxmlformats.org/officeDocument/2006/relationships/customXml" Target="../ink/ink195.xml"/><Relationship Id="rId139" Type="http://schemas.openxmlformats.org/officeDocument/2006/relationships/image" Target="../media/image217.png"/><Relationship Id="rId85" Type="http://schemas.openxmlformats.org/officeDocument/2006/relationships/image" Target="../media/image190.png"/><Relationship Id="rId150" Type="http://schemas.openxmlformats.org/officeDocument/2006/relationships/customXml" Target="../ink/ink211.xml"/><Relationship Id="rId12" Type="http://schemas.openxmlformats.org/officeDocument/2006/relationships/customXml" Target="../ink/ink142.xml"/><Relationship Id="rId17" Type="http://schemas.openxmlformats.org/officeDocument/2006/relationships/image" Target="../media/image156.png"/><Relationship Id="rId33" Type="http://schemas.openxmlformats.org/officeDocument/2006/relationships/image" Target="../media/image164.png"/><Relationship Id="rId38" Type="http://schemas.openxmlformats.org/officeDocument/2006/relationships/customXml" Target="../ink/ink155.xml"/><Relationship Id="rId59" Type="http://schemas.openxmlformats.org/officeDocument/2006/relationships/image" Target="../media/image177.png"/><Relationship Id="rId103" Type="http://schemas.openxmlformats.org/officeDocument/2006/relationships/image" Target="../media/image199.png"/><Relationship Id="rId108" Type="http://schemas.openxmlformats.org/officeDocument/2006/relationships/customXml" Target="../ink/ink190.xml"/><Relationship Id="rId124" Type="http://schemas.openxmlformats.org/officeDocument/2006/relationships/customXml" Target="../ink/ink198.xml"/><Relationship Id="rId129" Type="http://schemas.openxmlformats.org/officeDocument/2006/relationships/image" Target="../media/image212.png"/><Relationship Id="rId54" Type="http://schemas.openxmlformats.org/officeDocument/2006/relationships/customXml" Target="../ink/ink163.xml"/><Relationship Id="rId70" Type="http://schemas.openxmlformats.org/officeDocument/2006/relationships/customXml" Target="../ink/ink171.xml"/><Relationship Id="rId75" Type="http://schemas.openxmlformats.org/officeDocument/2006/relationships/image" Target="../media/image185.png"/><Relationship Id="rId91" Type="http://schemas.openxmlformats.org/officeDocument/2006/relationships/image" Target="../media/image193.png"/><Relationship Id="rId96" Type="http://schemas.openxmlformats.org/officeDocument/2006/relationships/customXml" Target="../ink/ink184.xml"/><Relationship Id="rId140" Type="http://schemas.openxmlformats.org/officeDocument/2006/relationships/customXml" Target="../ink/ink206.xml"/><Relationship Id="rId145" Type="http://schemas.openxmlformats.org/officeDocument/2006/relationships/image" Target="../media/image220.png"/><Relationship Id="rId161" Type="http://schemas.openxmlformats.org/officeDocument/2006/relationships/image" Target="../media/image228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39.xml"/><Relationship Id="rId23" Type="http://schemas.openxmlformats.org/officeDocument/2006/relationships/image" Target="../media/image159.png"/><Relationship Id="rId28" Type="http://schemas.openxmlformats.org/officeDocument/2006/relationships/customXml" Target="../ink/ink150.xml"/><Relationship Id="rId49" Type="http://schemas.openxmlformats.org/officeDocument/2006/relationships/image" Target="../media/image172.png"/><Relationship Id="rId114" Type="http://schemas.openxmlformats.org/officeDocument/2006/relationships/customXml" Target="../ink/ink193.xml"/><Relationship Id="rId119" Type="http://schemas.openxmlformats.org/officeDocument/2006/relationships/image" Target="../media/image207.png"/><Relationship Id="rId44" Type="http://schemas.openxmlformats.org/officeDocument/2006/relationships/customXml" Target="../ink/ink158.xml"/><Relationship Id="rId60" Type="http://schemas.openxmlformats.org/officeDocument/2006/relationships/customXml" Target="../ink/ink166.xml"/><Relationship Id="rId65" Type="http://schemas.openxmlformats.org/officeDocument/2006/relationships/image" Target="../media/image180.png"/><Relationship Id="rId81" Type="http://schemas.openxmlformats.org/officeDocument/2006/relationships/image" Target="../media/image188.png"/><Relationship Id="rId86" Type="http://schemas.openxmlformats.org/officeDocument/2006/relationships/customXml" Target="../ink/ink179.xml"/><Relationship Id="rId130" Type="http://schemas.openxmlformats.org/officeDocument/2006/relationships/customXml" Target="../ink/ink201.xml"/><Relationship Id="rId135" Type="http://schemas.openxmlformats.org/officeDocument/2006/relationships/image" Target="../media/image215.png"/><Relationship Id="rId151" Type="http://schemas.openxmlformats.org/officeDocument/2006/relationships/image" Target="../media/image223.png"/><Relationship Id="rId156" Type="http://schemas.openxmlformats.org/officeDocument/2006/relationships/customXml" Target="../ink/ink214.xml"/><Relationship Id="rId13" Type="http://schemas.openxmlformats.org/officeDocument/2006/relationships/image" Target="../media/image154.png"/><Relationship Id="rId18" Type="http://schemas.openxmlformats.org/officeDocument/2006/relationships/customXml" Target="../ink/ink145.xml"/><Relationship Id="rId39" Type="http://schemas.openxmlformats.org/officeDocument/2006/relationships/image" Target="../media/image167.png"/><Relationship Id="rId109" Type="http://schemas.openxmlformats.org/officeDocument/2006/relationships/image" Target="../media/image202.png"/><Relationship Id="rId34" Type="http://schemas.openxmlformats.org/officeDocument/2006/relationships/customXml" Target="../ink/ink153.xml"/><Relationship Id="rId50" Type="http://schemas.openxmlformats.org/officeDocument/2006/relationships/customXml" Target="../ink/ink161.xml"/><Relationship Id="rId55" Type="http://schemas.openxmlformats.org/officeDocument/2006/relationships/image" Target="../media/image175.png"/><Relationship Id="rId76" Type="http://schemas.openxmlformats.org/officeDocument/2006/relationships/customXml" Target="../ink/ink174.xml"/><Relationship Id="rId97" Type="http://schemas.openxmlformats.org/officeDocument/2006/relationships/image" Target="../media/image196.png"/><Relationship Id="rId104" Type="http://schemas.openxmlformats.org/officeDocument/2006/relationships/customXml" Target="../ink/ink188.xml"/><Relationship Id="rId120" Type="http://schemas.openxmlformats.org/officeDocument/2006/relationships/customXml" Target="../ink/ink196.xml"/><Relationship Id="rId125" Type="http://schemas.openxmlformats.org/officeDocument/2006/relationships/image" Target="../media/image210.png"/><Relationship Id="rId141" Type="http://schemas.openxmlformats.org/officeDocument/2006/relationships/image" Target="../media/image218.png"/><Relationship Id="rId146" Type="http://schemas.openxmlformats.org/officeDocument/2006/relationships/customXml" Target="../ink/ink209.xml"/><Relationship Id="rId7" Type="http://schemas.openxmlformats.org/officeDocument/2006/relationships/image" Target="../media/image151.png"/><Relationship Id="rId71" Type="http://schemas.openxmlformats.org/officeDocument/2006/relationships/image" Target="../media/image183.png"/><Relationship Id="rId92" Type="http://schemas.openxmlformats.org/officeDocument/2006/relationships/customXml" Target="../ink/ink182.xml"/><Relationship Id="rId162" Type="http://schemas.openxmlformats.org/officeDocument/2006/relationships/customXml" Target="../ink/ink217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162.png"/><Relationship Id="rId24" Type="http://schemas.openxmlformats.org/officeDocument/2006/relationships/customXml" Target="../ink/ink148.xml"/><Relationship Id="rId40" Type="http://schemas.openxmlformats.org/officeDocument/2006/relationships/customXml" Target="../ink/ink156.xml"/><Relationship Id="rId45" Type="http://schemas.openxmlformats.org/officeDocument/2006/relationships/image" Target="../media/image170.png"/><Relationship Id="rId66" Type="http://schemas.openxmlformats.org/officeDocument/2006/relationships/customXml" Target="../ink/ink169.xml"/><Relationship Id="rId87" Type="http://schemas.openxmlformats.org/officeDocument/2006/relationships/image" Target="../media/image191.png"/><Relationship Id="rId110" Type="http://schemas.openxmlformats.org/officeDocument/2006/relationships/customXml" Target="../ink/ink191.xml"/><Relationship Id="rId115" Type="http://schemas.openxmlformats.org/officeDocument/2006/relationships/image" Target="../media/image205.png"/><Relationship Id="rId131" Type="http://schemas.openxmlformats.org/officeDocument/2006/relationships/image" Target="../media/image213.png"/><Relationship Id="rId136" Type="http://schemas.openxmlformats.org/officeDocument/2006/relationships/customXml" Target="../ink/ink204.xml"/><Relationship Id="rId157" Type="http://schemas.openxmlformats.org/officeDocument/2006/relationships/image" Target="../media/image226.png"/><Relationship Id="rId61" Type="http://schemas.openxmlformats.org/officeDocument/2006/relationships/image" Target="../media/image178.png"/><Relationship Id="rId82" Type="http://schemas.openxmlformats.org/officeDocument/2006/relationships/customXml" Target="../ink/ink177.xml"/><Relationship Id="rId152" Type="http://schemas.openxmlformats.org/officeDocument/2006/relationships/customXml" Target="../ink/ink212.xml"/><Relationship Id="rId19" Type="http://schemas.openxmlformats.org/officeDocument/2006/relationships/image" Target="../media/image157.png"/><Relationship Id="rId14" Type="http://schemas.openxmlformats.org/officeDocument/2006/relationships/customXml" Target="../ink/ink143.xml"/><Relationship Id="rId30" Type="http://schemas.openxmlformats.org/officeDocument/2006/relationships/customXml" Target="../ink/ink151.xml"/><Relationship Id="rId35" Type="http://schemas.openxmlformats.org/officeDocument/2006/relationships/image" Target="../media/image165.png"/><Relationship Id="rId56" Type="http://schemas.openxmlformats.org/officeDocument/2006/relationships/customXml" Target="../ink/ink164.xml"/><Relationship Id="rId77" Type="http://schemas.openxmlformats.org/officeDocument/2006/relationships/image" Target="../media/image186.png"/><Relationship Id="rId100" Type="http://schemas.openxmlformats.org/officeDocument/2006/relationships/customXml" Target="../ink/ink186.xml"/><Relationship Id="rId105" Type="http://schemas.openxmlformats.org/officeDocument/2006/relationships/image" Target="../media/image200.png"/><Relationship Id="rId126" Type="http://schemas.openxmlformats.org/officeDocument/2006/relationships/customXml" Target="../ink/ink199.xml"/><Relationship Id="rId147" Type="http://schemas.openxmlformats.org/officeDocument/2006/relationships/image" Target="../media/image221.png"/><Relationship Id="rId8" Type="http://schemas.openxmlformats.org/officeDocument/2006/relationships/customXml" Target="../ink/ink140.xml"/><Relationship Id="rId51" Type="http://schemas.openxmlformats.org/officeDocument/2006/relationships/image" Target="../media/image173.png"/><Relationship Id="rId72" Type="http://schemas.openxmlformats.org/officeDocument/2006/relationships/customXml" Target="../ink/ink172.xml"/><Relationship Id="rId93" Type="http://schemas.openxmlformats.org/officeDocument/2006/relationships/image" Target="../media/image194.png"/><Relationship Id="rId98" Type="http://schemas.openxmlformats.org/officeDocument/2006/relationships/customXml" Target="../ink/ink185.xml"/><Relationship Id="rId121" Type="http://schemas.openxmlformats.org/officeDocument/2006/relationships/image" Target="../media/image208.png"/><Relationship Id="rId142" Type="http://schemas.openxmlformats.org/officeDocument/2006/relationships/customXml" Target="../ink/ink207.xml"/><Relationship Id="rId163" Type="http://schemas.openxmlformats.org/officeDocument/2006/relationships/image" Target="../media/image229.png"/><Relationship Id="rId3" Type="http://schemas.openxmlformats.org/officeDocument/2006/relationships/image" Target="../media/image148.png"/><Relationship Id="rId25" Type="http://schemas.openxmlformats.org/officeDocument/2006/relationships/image" Target="../media/image160.png"/><Relationship Id="rId46" Type="http://schemas.openxmlformats.org/officeDocument/2006/relationships/customXml" Target="../ink/ink159.xml"/><Relationship Id="rId67" Type="http://schemas.openxmlformats.org/officeDocument/2006/relationships/image" Target="../media/image181.png"/><Relationship Id="rId116" Type="http://schemas.openxmlformats.org/officeDocument/2006/relationships/customXml" Target="../ink/ink194.xml"/><Relationship Id="rId137" Type="http://schemas.openxmlformats.org/officeDocument/2006/relationships/image" Target="../media/image216.png"/><Relationship Id="rId158" Type="http://schemas.openxmlformats.org/officeDocument/2006/relationships/customXml" Target="../ink/ink215.xml"/><Relationship Id="rId20" Type="http://schemas.openxmlformats.org/officeDocument/2006/relationships/customXml" Target="../ink/ink146.xml"/><Relationship Id="rId41" Type="http://schemas.openxmlformats.org/officeDocument/2006/relationships/image" Target="../media/image168.png"/><Relationship Id="rId62" Type="http://schemas.openxmlformats.org/officeDocument/2006/relationships/customXml" Target="../ink/ink167.xml"/><Relationship Id="rId83" Type="http://schemas.openxmlformats.org/officeDocument/2006/relationships/image" Target="../media/image189.png"/><Relationship Id="rId88" Type="http://schemas.openxmlformats.org/officeDocument/2006/relationships/customXml" Target="../ink/ink180.xml"/><Relationship Id="rId111" Type="http://schemas.openxmlformats.org/officeDocument/2006/relationships/image" Target="../media/image203.png"/><Relationship Id="rId132" Type="http://schemas.openxmlformats.org/officeDocument/2006/relationships/customXml" Target="../ink/ink202.xml"/><Relationship Id="rId153" Type="http://schemas.openxmlformats.org/officeDocument/2006/relationships/image" Target="../media/image224.png"/><Relationship Id="rId15" Type="http://schemas.openxmlformats.org/officeDocument/2006/relationships/image" Target="../media/image155.png"/><Relationship Id="rId36" Type="http://schemas.openxmlformats.org/officeDocument/2006/relationships/customXml" Target="../ink/ink154.xml"/><Relationship Id="rId57" Type="http://schemas.openxmlformats.org/officeDocument/2006/relationships/image" Target="../media/image176.png"/><Relationship Id="rId106" Type="http://schemas.openxmlformats.org/officeDocument/2006/relationships/customXml" Target="../ink/ink189.xml"/><Relationship Id="rId127" Type="http://schemas.openxmlformats.org/officeDocument/2006/relationships/image" Target="../media/image211.png"/><Relationship Id="rId10" Type="http://schemas.openxmlformats.org/officeDocument/2006/relationships/customXml" Target="../ink/ink141.xml"/><Relationship Id="rId31" Type="http://schemas.openxmlformats.org/officeDocument/2006/relationships/image" Target="../media/image163.png"/><Relationship Id="rId52" Type="http://schemas.openxmlformats.org/officeDocument/2006/relationships/customXml" Target="../ink/ink162.xml"/><Relationship Id="rId73" Type="http://schemas.openxmlformats.org/officeDocument/2006/relationships/image" Target="../media/image184.png"/><Relationship Id="rId78" Type="http://schemas.openxmlformats.org/officeDocument/2006/relationships/customXml" Target="../ink/ink175.xml"/><Relationship Id="rId94" Type="http://schemas.openxmlformats.org/officeDocument/2006/relationships/customXml" Target="../ink/ink183.xml"/><Relationship Id="rId99" Type="http://schemas.openxmlformats.org/officeDocument/2006/relationships/image" Target="../media/image197.png"/><Relationship Id="rId101" Type="http://schemas.openxmlformats.org/officeDocument/2006/relationships/image" Target="../media/image198.png"/><Relationship Id="rId122" Type="http://schemas.openxmlformats.org/officeDocument/2006/relationships/customXml" Target="../ink/ink197.xml"/><Relationship Id="rId143" Type="http://schemas.openxmlformats.org/officeDocument/2006/relationships/image" Target="../media/image219.png"/><Relationship Id="rId148" Type="http://schemas.openxmlformats.org/officeDocument/2006/relationships/customXml" Target="../ink/ink210.xml"/><Relationship Id="rId4" Type="http://schemas.openxmlformats.org/officeDocument/2006/relationships/image" Target="../media/image149.png"/><Relationship Id="rId9" Type="http://schemas.openxmlformats.org/officeDocument/2006/relationships/image" Target="../media/image152.png"/><Relationship Id="rId26" Type="http://schemas.openxmlformats.org/officeDocument/2006/relationships/customXml" Target="../ink/ink149.xml"/><Relationship Id="rId47" Type="http://schemas.openxmlformats.org/officeDocument/2006/relationships/image" Target="../media/image171.png"/><Relationship Id="rId68" Type="http://schemas.openxmlformats.org/officeDocument/2006/relationships/customXml" Target="../ink/ink170.xml"/><Relationship Id="rId89" Type="http://schemas.openxmlformats.org/officeDocument/2006/relationships/image" Target="../media/image192.png"/><Relationship Id="rId112" Type="http://schemas.openxmlformats.org/officeDocument/2006/relationships/customXml" Target="../ink/ink192.xml"/><Relationship Id="rId133" Type="http://schemas.openxmlformats.org/officeDocument/2006/relationships/image" Target="../media/image214.png"/><Relationship Id="rId154" Type="http://schemas.openxmlformats.org/officeDocument/2006/relationships/customXml" Target="../ink/ink213.xml"/><Relationship Id="rId16" Type="http://schemas.openxmlformats.org/officeDocument/2006/relationships/customXml" Target="../ink/ink144.xml"/><Relationship Id="rId37" Type="http://schemas.openxmlformats.org/officeDocument/2006/relationships/image" Target="../media/image166.png"/><Relationship Id="rId58" Type="http://schemas.openxmlformats.org/officeDocument/2006/relationships/customXml" Target="../ink/ink165.xml"/><Relationship Id="rId79" Type="http://schemas.openxmlformats.org/officeDocument/2006/relationships/image" Target="../media/image187.png"/><Relationship Id="rId102" Type="http://schemas.openxmlformats.org/officeDocument/2006/relationships/customXml" Target="../ink/ink187.xml"/><Relationship Id="rId123" Type="http://schemas.openxmlformats.org/officeDocument/2006/relationships/image" Target="../media/image209.png"/><Relationship Id="rId144" Type="http://schemas.openxmlformats.org/officeDocument/2006/relationships/customXml" Target="../ink/ink208.xml"/><Relationship Id="rId90" Type="http://schemas.openxmlformats.org/officeDocument/2006/relationships/customXml" Target="../ink/ink181.xml"/><Relationship Id="rId27" Type="http://schemas.openxmlformats.org/officeDocument/2006/relationships/image" Target="../media/image161.png"/><Relationship Id="rId48" Type="http://schemas.openxmlformats.org/officeDocument/2006/relationships/customXml" Target="../ink/ink160.xml"/><Relationship Id="rId69" Type="http://schemas.openxmlformats.org/officeDocument/2006/relationships/image" Target="../media/image182.png"/><Relationship Id="rId113" Type="http://schemas.openxmlformats.org/officeDocument/2006/relationships/image" Target="../media/image204.png"/><Relationship Id="rId134" Type="http://schemas.openxmlformats.org/officeDocument/2006/relationships/customXml" Target="../ink/ink203.xml"/><Relationship Id="rId80" Type="http://schemas.openxmlformats.org/officeDocument/2006/relationships/customXml" Target="../ink/ink176.xml"/><Relationship Id="rId155" Type="http://schemas.openxmlformats.org/officeDocument/2006/relationships/image" Target="../media/image2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customXml" Target="../ink/ink218.xml"/><Relationship Id="rId7" Type="http://schemas.openxmlformats.org/officeDocument/2006/relationships/customXml" Target="../ink/ink22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customXml" Target="../ink/ink219.xml"/><Relationship Id="rId10" Type="http://schemas.openxmlformats.org/officeDocument/2006/relationships/image" Target="../media/image233.png"/><Relationship Id="rId4" Type="http://schemas.openxmlformats.org/officeDocument/2006/relationships/image" Target="../media/image230.png"/><Relationship Id="rId9" Type="http://schemas.openxmlformats.org/officeDocument/2006/relationships/customXml" Target="../ink/ink221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7.png"/><Relationship Id="rId18" Type="http://schemas.openxmlformats.org/officeDocument/2006/relationships/customXml" Target="../ink/ink227.xml"/><Relationship Id="rId26" Type="http://schemas.openxmlformats.org/officeDocument/2006/relationships/customXml" Target="../ink/ink231.xml"/><Relationship Id="rId39" Type="http://schemas.openxmlformats.org/officeDocument/2006/relationships/image" Target="../media/image250.png"/><Relationship Id="rId21" Type="http://schemas.openxmlformats.org/officeDocument/2006/relationships/image" Target="../media/image241.png"/><Relationship Id="rId34" Type="http://schemas.openxmlformats.org/officeDocument/2006/relationships/customXml" Target="../ink/ink235.xml"/><Relationship Id="rId42" Type="http://schemas.openxmlformats.org/officeDocument/2006/relationships/customXml" Target="../ink/ink239.xml"/><Relationship Id="rId47" Type="http://schemas.openxmlformats.org/officeDocument/2006/relationships/image" Target="../media/image254.png"/><Relationship Id="rId50" Type="http://schemas.openxmlformats.org/officeDocument/2006/relationships/customXml" Target="../ink/ink243.xml"/><Relationship Id="rId7" Type="http://schemas.microsoft.com/office/2007/relationships/diagramDrawing" Target="../diagrams/drawing3.xml"/><Relationship Id="rId2" Type="http://schemas.openxmlformats.org/officeDocument/2006/relationships/image" Target="../media/image234.png"/><Relationship Id="rId16" Type="http://schemas.openxmlformats.org/officeDocument/2006/relationships/customXml" Target="../ink/ink226.xml"/><Relationship Id="rId29" Type="http://schemas.openxmlformats.org/officeDocument/2006/relationships/image" Target="../media/image245.png"/><Relationship Id="rId11" Type="http://schemas.openxmlformats.org/officeDocument/2006/relationships/image" Target="../media/image236.png"/><Relationship Id="rId24" Type="http://schemas.openxmlformats.org/officeDocument/2006/relationships/customXml" Target="../ink/ink230.xml"/><Relationship Id="rId32" Type="http://schemas.openxmlformats.org/officeDocument/2006/relationships/customXml" Target="../ink/ink234.xml"/><Relationship Id="rId37" Type="http://schemas.openxmlformats.org/officeDocument/2006/relationships/image" Target="../media/image249.png"/><Relationship Id="rId40" Type="http://schemas.openxmlformats.org/officeDocument/2006/relationships/customXml" Target="../ink/ink238.xml"/><Relationship Id="rId45" Type="http://schemas.openxmlformats.org/officeDocument/2006/relationships/image" Target="../media/image253.png"/><Relationship Id="rId53" Type="http://schemas.openxmlformats.org/officeDocument/2006/relationships/image" Target="../media/image257.png"/><Relationship Id="rId5" Type="http://schemas.openxmlformats.org/officeDocument/2006/relationships/diagramQuickStyle" Target="../diagrams/quickStyle3.xml"/><Relationship Id="rId10" Type="http://schemas.openxmlformats.org/officeDocument/2006/relationships/customXml" Target="../ink/ink223.xml"/><Relationship Id="rId19" Type="http://schemas.openxmlformats.org/officeDocument/2006/relationships/image" Target="../media/image240.png"/><Relationship Id="rId31" Type="http://schemas.openxmlformats.org/officeDocument/2006/relationships/image" Target="../media/image246.png"/><Relationship Id="rId44" Type="http://schemas.openxmlformats.org/officeDocument/2006/relationships/customXml" Target="../ink/ink240.xml"/><Relationship Id="rId52" Type="http://schemas.openxmlformats.org/officeDocument/2006/relationships/customXml" Target="../ink/ink244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235.png"/><Relationship Id="rId14" Type="http://schemas.openxmlformats.org/officeDocument/2006/relationships/customXml" Target="../ink/ink225.xml"/><Relationship Id="rId22" Type="http://schemas.openxmlformats.org/officeDocument/2006/relationships/customXml" Target="../ink/ink229.xml"/><Relationship Id="rId27" Type="http://schemas.openxmlformats.org/officeDocument/2006/relationships/image" Target="../media/image244.png"/><Relationship Id="rId30" Type="http://schemas.openxmlformats.org/officeDocument/2006/relationships/customXml" Target="../ink/ink233.xml"/><Relationship Id="rId35" Type="http://schemas.openxmlformats.org/officeDocument/2006/relationships/image" Target="../media/image248.png"/><Relationship Id="rId43" Type="http://schemas.openxmlformats.org/officeDocument/2006/relationships/image" Target="../media/image252.png"/><Relationship Id="rId48" Type="http://schemas.openxmlformats.org/officeDocument/2006/relationships/customXml" Target="../ink/ink242.xml"/><Relationship Id="rId8" Type="http://schemas.openxmlformats.org/officeDocument/2006/relationships/customXml" Target="../ink/ink222.xml"/><Relationship Id="rId51" Type="http://schemas.openxmlformats.org/officeDocument/2006/relationships/image" Target="../media/image256.png"/><Relationship Id="rId3" Type="http://schemas.openxmlformats.org/officeDocument/2006/relationships/diagramData" Target="../diagrams/data3.xml"/><Relationship Id="rId12" Type="http://schemas.openxmlformats.org/officeDocument/2006/relationships/customXml" Target="../ink/ink224.xml"/><Relationship Id="rId17" Type="http://schemas.openxmlformats.org/officeDocument/2006/relationships/image" Target="../media/image239.png"/><Relationship Id="rId25" Type="http://schemas.openxmlformats.org/officeDocument/2006/relationships/image" Target="../media/image243.png"/><Relationship Id="rId33" Type="http://schemas.openxmlformats.org/officeDocument/2006/relationships/image" Target="../media/image247.png"/><Relationship Id="rId38" Type="http://schemas.openxmlformats.org/officeDocument/2006/relationships/customXml" Target="../ink/ink237.xml"/><Relationship Id="rId46" Type="http://schemas.openxmlformats.org/officeDocument/2006/relationships/customXml" Target="../ink/ink241.xml"/><Relationship Id="rId20" Type="http://schemas.openxmlformats.org/officeDocument/2006/relationships/customXml" Target="../ink/ink228.xml"/><Relationship Id="rId41" Type="http://schemas.openxmlformats.org/officeDocument/2006/relationships/image" Target="../media/image251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15" Type="http://schemas.openxmlformats.org/officeDocument/2006/relationships/image" Target="../media/image238.png"/><Relationship Id="rId23" Type="http://schemas.openxmlformats.org/officeDocument/2006/relationships/image" Target="../media/image242.png"/><Relationship Id="rId28" Type="http://schemas.openxmlformats.org/officeDocument/2006/relationships/customXml" Target="../ink/ink232.xml"/><Relationship Id="rId36" Type="http://schemas.openxmlformats.org/officeDocument/2006/relationships/customXml" Target="../ink/ink236.xml"/><Relationship Id="rId49" Type="http://schemas.openxmlformats.org/officeDocument/2006/relationships/image" Target="../media/image255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7.png"/><Relationship Id="rId21" Type="http://schemas.openxmlformats.org/officeDocument/2006/relationships/customXml" Target="../ink/ink251.xml"/><Relationship Id="rId42" Type="http://schemas.openxmlformats.org/officeDocument/2006/relationships/image" Target="../media/image275.png"/><Relationship Id="rId47" Type="http://schemas.openxmlformats.org/officeDocument/2006/relationships/customXml" Target="../ink/ink264.xml"/><Relationship Id="rId63" Type="http://schemas.openxmlformats.org/officeDocument/2006/relationships/customXml" Target="../ink/ink272.xml"/><Relationship Id="rId68" Type="http://schemas.openxmlformats.org/officeDocument/2006/relationships/image" Target="../media/image288.png"/><Relationship Id="rId16" Type="http://schemas.openxmlformats.org/officeDocument/2006/relationships/image" Target="../media/image262.png"/><Relationship Id="rId11" Type="http://schemas.openxmlformats.org/officeDocument/2006/relationships/customXml" Target="../ink/ink246.xml"/><Relationship Id="rId24" Type="http://schemas.openxmlformats.org/officeDocument/2006/relationships/image" Target="../media/image266.png"/><Relationship Id="rId32" Type="http://schemas.openxmlformats.org/officeDocument/2006/relationships/image" Target="../media/image270.png"/><Relationship Id="rId37" Type="http://schemas.openxmlformats.org/officeDocument/2006/relationships/customXml" Target="../ink/ink259.xml"/><Relationship Id="rId40" Type="http://schemas.openxmlformats.org/officeDocument/2006/relationships/image" Target="../media/image274.png"/><Relationship Id="rId45" Type="http://schemas.openxmlformats.org/officeDocument/2006/relationships/customXml" Target="../ink/ink263.xml"/><Relationship Id="rId53" Type="http://schemas.openxmlformats.org/officeDocument/2006/relationships/customXml" Target="../ink/ink267.xml"/><Relationship Id="rId58" Type="http://schemas.openxmlformats.org/officeDocument/2006/relationships/image" Target="../media/image283.png"/><Relationship Id="rId66" Type="http://schemas.openxmlformats.org/officeDocument/2006/relationships/image" Target="../media/image287.png"/><Relationship Id="rId74" Type="http://schemas.openxmlformats.org/officeDocument/2006/relationships/image" Target="../media/image291.png"/><Relationship Id="rId5" Type="http://schemas.openxmlformats.org/officeDocument/2006/relationships/diagramQuickStyle" Target="../diagrams/quickStyle4.xml"/><Relationship Id="rId61" Type="http://schemas.openxmlformats.org/officeDocument/2006/relationships/customXml" Target="../ink/ink271.xml"/><Relationship Id="rId19" Type="http://schemas.openxmlformats.org/officeDocument/2006/relationships/customXml" Target="../ink/ink250.xml"/><Relationship Id="rId14" Type="http://schemas.openxmlformats.org/officeDocument/2006/relationships/image" Target="../media/image261.png"/><Relationship Id="rId22" Type="http://schemas.openxmlformats.org/officeDocument/2006/relationships/image" Target="../media/image265.png"/><Relationship Id="rId27" Type="http://schemas.openxmlformats.org/officeDocument/2006/relationships/customXml" Target="../ink/ink254.xml"/><Relationship Id="rId30" Type="http://schemas.openxmlformats.org/officeDocument/2006/relationships/image" Target="../media/image269.png"/><Relationship Id="rId35" Type="http://schemas.openxmlformats.org/officeDocument/2006/relationships/customXml" Target="../ink/ink258.xml"/><Relationship Id="rId43" Type="http://schemas.openxmlformats.org/officeDocument/2006/relationships/customXml" Target="../ink/ink262.xml"/><Relationship Id="rId48" Type="http://schemas.openxmlformats.org/officeDocument/2006/relationships/image" Target="../media/image278.png"/><Relationship Id="rId56" Type="http://schemas.openxmlformats.org/officeDocument/2006/relationships/image" Target="../media/image282.png"/><Relationship Id="rId64" Type="http://schemas.openxmlformats.org/officeDocument/2006/relationships/image" Target="../media/image286.png"/><Relationship Id="rId69" Type="http://schemas.openxmlformats.org/officeDocument/2006/relationships/customXml" Target="../ink/ink275.xml"/><Relationship Id="rId77" Type="http://schemas.openxmlformats.org/officeDocument/2006/relationships/customXml" Target="../ink/ink279.xml"/><Relationship Id="rId8" Type="http://schemas.openxmlformats.org/officeDocument/2006/relationships/image" Target="../media/image234.png"/><Relationship Id="rId51" Type="http://schemas.openxmlformats.org/officeDocument/2006/relationships/customXml" Target="../ink/ink266.xml"/><Relationship Id="rId72" Type="http://schemas.openxmlformats.org/officeDocument/2006/relationships/image" Target="../media/image290.png"/><Relationship Id="rId3" Type="http://schemas.openxmlformats.org/officeDocument/2006/relationships/diagramData" Target="../diagrams/data4.xml"/><Relationship Id="rId12" Type="http://schemas.openxmlformats.org/officeDocument/2006/relationships/image" Target="../media/image260.png"/><Relationship Id="rId17" Type="http://schemas.openxmlformats.org/officeDocument/2006/relationships/customXml" Target="../ink/ink249.xml"/><Relationship Id="rId25" Type="http://schemas.openxmlformats.org/officeDocument/2006/relationships/customXml" Target="../ink/ink253.xml"/><Relationship Id="rId33" Type="http://schemas.openxmlformats.org/officeDocument/2006/relationships/customXml" Target="../ink/ink257.xml"/><Relationship Id="rId38" Type="http://schemas.openxmlformats.org/officeDocument/2006/relationships/image" Target="../media/image273.png"/><Relationship Id="rId46" Type="http://schemas.openxmlformats.org/officeDocument/2006/relationships/image" Target="../media/image277.png"/><Relationship Id="rId59" Type="http://schemas.openxmlformats.org/officeDocument/2006/relationships/customXml" Target="../ink/ink270.xml"/><Relationship Id="rId67" Type="http://schemas.openxmlformats.org/officeDocument/2006/relationships/customXml" Target="../ink/ink274.xml"/><Relationship Id="rId20" Type="http://schemas.openxmlformats.org/officeDocument/2006/relationships/image" Target="../media/image264.png"/><Relationship Id="rId41" Type="http://schemas.openxmlformats.org/officeDocument/2006/relationships/customXml" Target="../ink/ink261.xml"/><Relationship Id="rId54" Type="http://schemas.openxmlformats.org/officeDocument/2006/relationships/image" Target="../media/image281.png"/><Relationship Id="rId62" Type="http://schemas.openxmlformats.org/officeDocument/2006/relationships/image" Target="../media/image285.png"/><Relationship Id="rId70" Type="http://schemas.openxmlformats.org/officeDocument/2006/relationships/image" Target="../media/image289.png"/><Relationship Id="rId75" Type="http://schemas.openxmlformats.org/officeDocument/2006/relationships/customXml" Target="../ink/ink27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15" Type="http://schemas.openxmlformats.org/officeDocument/2006/relationships/customXml" Target="../ink/ink248.xml"/><Relationship Id="rId23" Type="http://schemas.openxmlformats.org/officeDocument/2006/relationships/customXml" Target="../ink/ink252.xml"/><Relationship Id="rId28" Type="http://schemas.openxmlformats.org/officeDocument/2006/relationships/image" Target="../media/image268.png"/><Relationship Id="rId36" Type="http://schemas.openxmlformats.org/officeDocument/2006/relationships/image" Target="../media/image272.png"/><Relationship Id="rId49" Type="http://schemas.openxmlformats.org/officeDocument/2006/relationships/customXml" Target="../ink/ink265.xml"/><Relationship Id="rId57" Type="http://schemas.openxmlformats.org/officeDocument/2006/relationships/customXml" Target="../ink/ink269.xml"/><Relationship Id="rId10" Type="http://schemas.openxmlformats.org/officeDocument/2006/relationships/image" Target="../media/image259.png"/><Relationship Id="rId31" Type="http://schemas.openxmlformats.org/officeDocument/2006/relationships/customXml" Target="../ink/ink256.xml"/><Relationship Id="rId44" Type="http://schemas.openxmlformats.org/officeDocument/2006/relationships/image" Target="../media/image276.png"/><Relationship Id="rId52" Type="http://schemas.openxmlformats.org/officeDocument/2006/relationships/image" Target="../media/image280.png"/><Relationship Id="rId60" Type="http://schemas.openxmlformats.org/officeDocument/2006/relationships/image" Target="../media/image284.png"/><Relationship Id="rId65" Type="http://schemas.openxmlformats.org/officeDocument/2006/relationships/customXml" Target="../ink/ink273.xml"/><Relationship Id="rId73" Type="http://schemas.openxmlformats.org/officeDocument/2006/relationships/customXml" Target="../ink/ink277.xml"/><Relationship Id="rId78" Type="http://schemas.openxmlformats.org/officeDocument/2006/relationships/image" Target="../media/image293.png"/><Relationship Id="rId4" Type="http://schemas.openxmlformats.org/officeDocument/2006/relationships/diagramLayout" Target="../diagrams/layout4.xml"/><Relationship Id="rId9" Type="http://schemas.openxmlformats.org/officeDocument/2006/relationships/customXml" Target="../ink/ink245.xml"/><Relationship Id="rId13" Type="http://schemas.openxmlformats.org/officeDocument/2006/relationships/customXml" Target="../ink/ink247.xml"/><Relationship Id="rId18" Type="http://schemas.openxmlformats.org/officeDocument/2006/relationships/image" Target="../media/image263.png"/><Relationship Id="rId39" Type="http://schemas.openxmlformats.org/officeDocument/2006/relationships/customXml" Target="../ink/ink260.xml"/><Relationship Id="rId34" Type="http://schemas.openxmlformats.org/officeDocument/2006/relationships/image" Target="../media/image271.png"/><Relationship Id="rId50" Type="http://schemas.openxmlformats.org/officeDocument/2006/relationships/image" Target="../media/image279.png"/><Relationship Id="rId55" Type="http://schemas.openxmlformats.org/officeDocument/2006/relationships/customXml" Target="../ink/ink268.xml"/><Relationship Id="rId76" Type="http://schemas.openxmlformats.org/officeDocument/2006/relationships/image" Target="../media/image292.png"/><Relationship Id="rId7" Type="http://schemas.microsoft.com/office/2007/relationships/diagramDrawing" Target="../diagrams/drawing4.xml"/><Relationship Id="rId71" Type="http://schemas.openxmlformats.org/officeDocument/2006/relationships/customXml" Target="../ink/ink276.xml"/><Relationship Id="rId2" Type="http://schemas.openxmlformats.org/officeDocument/2006/relationships/image" Target="../media/image258.png"/><Relationship Id="rId29" Type="http://schemas.openxmlformats.org/officeDocument/2006/relationships/customXml" Target="../ink/ink255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9.png"/><Relationship Id="rId18" Type="http://schemas.openxmlformats.org/officeDocument/2006/relationships/customXml" Target="../ink/ink287.xml"/><Relationship Id="rId26" Type="http://schemas.openxmlformats.org/officeDocument/2006/relationships/customXml" Target="../ink/ink291.xml"/><Relationship Id="rId39" Type="http://schemas.openxmlformats.org/officeDocument/2006/relationships/image" Target="../media/image312.png"/><Relationship Id="rId21" Type="http://schemas.openxmlformats.org/officeDocument/2006/relationships/image" Target="../media/image303.png"/><Relationship Id="rId34" Type="http://schemas.openxmlformats.org/officeDocument/2006/relationships/customXml" Target="../ink/ink295.xml"/><Relationship Id="rId42" Type="http://schemas.openxmlformats.org/officeDocument/2006/relationships/customXml" Target="../ink/ink299.xml"/><Relationship Id="rId7" Type="http://schemas.openxmlformats.org/officeDocument/2006/relationships/image" Target="../media/image296.png"/><Relationship Id="rId2" Type="http://schemas.openxmlformats.org/officeDocument/2006/relationships/image" Target="../media/image294.png"/><Relationship Id="rId16" Type="http://schemas.openxmlformats.org/officeDocument/2006/relationships/customXml" Target="../ink/ink286.xml"/><Relationship Id="rId20" Type="http://schemas.openxmlformats.org/officeDocument/2006/relationships/customXml" Target="../ink/ink288.xml"/><Relationship Id="rId29" Type="http://schemas.openxmlformats.org/officeDocument/2006/relationships/image" Target="../media/image307.png"/><Relationship Id="rId41" Type="http://schemas.openxmlformats.org/officeDocument/2006/relationships/image" Target="../media/image313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81.xml"/><Relationship Id="rId11" Type="http://schemas.openxmlformats.org/officeDocument/2006/relationships/image" Target="../media/image298.png"/><Relationship Id="rId24" Type="http://schemas.openxmlformats.org/officeDocument/2006/relationships/customXml" Target="../ink/ink290.xml"/><Relationship Id="rId32" Type="http://schemas.openxmlformats.org/officeDocument/2006/relationships/customXml" Target="../ink/ink294.xml"/><Relationship Id="rId37" Type="http://schemas.openxmlformats.org/officeDocument/2006/relationships/image" Target="../media/image311.png"/><Relationship Id="rId40" Type="http://schemas.openxmlformats.org/officeDocument/2006/relationships/customXml" Target="../ink/ink298.xml"/><Relationship Id="rId5" Type="http://schemas.openxmlformats.org/officeDocument/2006/relationships/image" Target="../media/image295.png"/><Relationship Id="rId15" Type="http://schemas.openxmlformats.org/officeDocument/2006/relationships/image" Target="../media/image300.png"/><Relationship Id="rId23" Type="http://schemas.openxmlformats.org/officeDocument/2006/relationships/image" Target="../media/image304.png"/><Relationship Id="rId28" Type="http://schemas.openxmlformats.org/officeDocument/2006/relationships/customXml" Target="../ink/ink292.xml"/><Relationship Id="rId36" Type="http://schemas.openxmlformats.org/officeDocument/2006/relationships/customXml" Target="../ink/ink296.xml"/><Relationship Id="rId10" Type="http://schemas.openxmlformats.org/officeDocument/2006/relationships/customXml" Target="../ink/ink283.xml"/><Relationship Id="rId19" Type="http://schemas.openxmlformats.org/officeDocument/2006/relationships/image" Target="../media/image302.png"/><Relationship Id="rId31" Type="http://schemas.openxmlformats.org/officeDocument/2006/relationships/image" Target="../media/image308.png"/><Relationship Id="rId4" Type="http://schemas.openxmlformats.org/officeDocument/2006/relationships/customXml" Target="../ink/ink280.xml"/><Relationship Id="rId9" Type="http://schemas.openxmlformats.org/officeDocument/2006/relationships/image" Target="../media/image297.png"/><Relationship Id="rId14" Type="http://schemas.openxmlformats.org/officeDocument/2006/relationships/customXml" Target="../ink/ink285.xml"/><Relationship Id="rId22" Type="http://schemas.openxmlformats.org/officeDocument/2006/relationships/customXml" Target="../ink/ink289.xml"/><Relationship Id="rId27" Type="http://schemas.openxmlformats.org/officeDocument/2006/relationships/image" Target="../media/image306.png"/><Relationship Id="rId30" Type="http://schemas.openxmlformats.org/officeDocument/2006/relationships/customXml" Target="../ink/ink293.xml"/><Relationship Id="rId35" Type="http://schemas.openxmlformats.org/officeDocument/2006/relationships/image" Target="../media/image310.png"/><Relationship Id="rId43" Type="http://schemas.openxmlformats.org/officeDocument/2006/relationships/image" Target="../media/image314.png"/><Relationship Id="rId8" Type="http://schemas.openxmlformats.org/officeDocument/2006/relationships/customXml" Target="../ink/ink282.xml"/><Relationship Id="rId3" Type="http://schemas.openxmlformats.org/officeDocument/2006/relationships/image" Target="../media/image63.png"/><Relationship Id="rId12" Type="http://schemas.openxmlformats.org/officeDocument/2006/relationships/customXml" Target="../ink/ink284.xml"/><Relationship Id="rId17" Type="http://schemas.openxmlformats.org/officeDocument/2006/relationships/image" Target="../media/image301.png"/><Relationship Id="rId25" Type="http://schemas.openxmlformats.org/officeDocument/2006/relationships/image" Target="../media/image305.png"/><Relationship Id="rId33" Type="http://schemas.openxmlformats.org/officeDocument/2006/relationships/image" Target="../media/image309.png"/><Relationship Id="rId38" Type="http://schemas.openxmlformats.org/officeDocument/2006/relationships/customXml" Target="../ink/ink29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0.png"/><Relationship Id="rId21" Type="http://schemas.openxmlformats.org/officeDocument/2006/relationships/image" Target="../media/image322.png"/><Relationship Id="rId42" Type="http://schemas.openxmlformats.org/officeDocument/2006/relationships/customXml" Target="../ink/ink317.xml"/><Relationship Id="rId63" Type="http://schemas.openxmlformats.org/officeDocument/2006/relationships/image" Target="../media/image343.png"/><Relationship Id="rId84" Type="http://schemas.openxmlformats.org/officeDocument/2006/relationships/customXml" Target="../ink/ink338.xml"/><Relationship Id="rId138" Type="http://schemas.openxmlformats.org/officeDocument/2006/relationships/customXml" Target="../ink/ink365.xml"/><Relationship Id="rId159" Type="http://schemas.openxmlformats.org/officeDocument/2006/relationships/image" Target="../media/image391.png"/><Relationship Id="rId170" Type="http://schemas.openxmlformats.org/officeDocument/2006/relationships/customXml" Target="../ink/ink381.xml"/><Relationship Id="rId191" Type="http://schemas.openxmlformats.org/officeDocument/2006/relationships/image" Target="../media/image407.png"/><Relationship Id="rId107" Type="http://schemas.openxmlformats.org/officeDocument/2006/relationships/image" Target="../media/image365.png"/><Relationship Id="rId11" Type="http://schemas.openxmlformats.org/officeDocument/2006/relationships/image" Target="../media/image317.png"/><Relationship Id="rId32" Type="http://schemas.openxmlformats.org/officeDocument/2006/relationships/customXml" Target="../ink/ink312.xml"/><Relationship Id="rId53" Type="http://schemas.openxmlformats.org/officeDocument/2006/relationships/image" Target="../media/image338.png"/><Relationship Id="rId74" Type="http://schemas.openxmlformats.org/officeDocument/2006/relationships/customXml" Target="../ink/ink333.xml"/><Relationship Id="rId128" Type="http://schemas.openxmlformats.org/officeDocument/2006/relationships/customXml" Target="../ink/ink360.xml"/><Relationship Id="rId149" Type="http://schemas.openxmlformats.org/officeDocument/2006/relationships/image" Target="../media/image386.png"/><Relationship Id="rId5" Type="http://schemas.openxmlformats.org/officeDocument/2006/relationships/diagramColors" Target="../diagrams/colors5.xml"/><Relationship Id="rId95" Type="http://schemas.openxmlformats.org/officeDocument/2006/relationships/image" Target="../media/image359.png"/><Relationship Id="rId160" Type="http://schemas.openxmlformats.org/officeDocument/2006/relationships/customXml" Target="../ink/ink376.xml"/><Relationship Id="rId181" Type="http://schemas.openxmlformats.org/officeDocument/2006/relationships/image" Target="../media/image402.png"/><Relationship Id="rId22" Type="http://schemas.openxmlformats.org/officeDocument/2006/relationships/customXml" Target="../ink/ink307.xml"/><Relationship Id="rId43" Type="http://schemas.openxmlformats.org/officeDocument/2006/relationships/image" Target="../media/image333.png"/><Relationship Id="rId64" Type="http://schemas.openxmlformats.org/officeDocument/2006/relationships/customXml" Target="../ink/ink328.xml"/><Relationship Id="rId118" Type="http://schemas.openxmlformats.org/officeDocument/2006/relationships/customXml" Target="../ink/ink355.xml"/><Relationship Id="rId139" Type="http://schemas.openxmlformats.org/officeDocument/2006/relationships/image" Target="../media/image381.png"/><Relationship Id="rId85" Type="http://schemas.openxmlformats.org/officeDocument/2006/relationships/image" Target="../media/image354.png"/><Relationship Id="rId150" Type="http://schemas.openxmlformats.org/officeDocument/2006/relationships/customXml" Target="../ink/ink371.xml"/><Relationship Id="rId171" Type="http://schemas.openxmlformats.org/officeDocument/2006/relationships/image" Target="../media/image397.png"/><Relationship Id="rId192" Type="http://schemas.openxmlformats.org/officeDocument/2006/relationships/customXml" Target="../ink/ink392.xml"/><Relationship Id="rId12" Type="http://schemas.openxmlformats.org/officeDocument/2006/relationships/customXml" Target="../ink/ink302.xml"/><Relationship Id="rId33" Type="http://schemas.openxmlformats.org/officeDocument/2006/relationships/image" Target="../media/image328.png"/><Relationship Id="rId108" Type="http://schemas.openxmlformats.org/officeDocument/2006/relationships/customXml" Target="../ink/ink350.xml"/><Relationship Id="rId129" Type="http://schemas.openxmlformats.org/officeDocument/2006/relationships/image" Target="../media/image376.png"/><Relationship Id="rId54" Type="http://schemas.openxmlformats.org/officeDocument/2006/relationships/customXml" Target="../ink/ink323.xml"/><Relationship Id="rId75" Type="http://schemas.openxmlformats.org/officeDocument/2006/relationships/image" Target="../media/image349.png"/><Relationship Id="rId96" Type="http://schemas.openxmlformats.org/officeDocument/2006/relationships/customXml" Target="../ink/ink344.xml"/><Relationship Id="rId140" Type="http://schemas.openxmlformats.org/officeDocument/2006/relationships/customXml" Target="../ink/ink366.xml"/><Relationship Id="rId161" Type="http://schemas.openxmlformats.org/officeDocument/2006/relationships/image" Target="../media/image392.png"/><Relationship Id="rId182" Type="http://schemas.openxmlformats.org/officeDocument/2006/relationships/customXml" Target="../ink/ink387.xml"/><Relationship Id="rId6" Type="http://schemas.microsoft.com/office/2007/relationships/diagramDrawing" Target="../diagrams/drawing5.xml"/><Relationship Id="rId23" Type="http://schemas.openxmlformats.org/officeDocument/2006/relationships/image" Target="../media/image323.png"/><Relationship Id="rId119" Type="http://schemas.openxmlformats.org/officeDocument/2006/relationships/image" Target="../media/image371.png"/><Relationship Id="rId44" Type="http://schemas.openxmlformats.org/officeDocument/2006/relationships/customXml" Target="../ink/ink318.xml"/><Relationship Id="rId65" Type="http://schemas.openxmlformats.org/officeDocument/2006/relationships/image" Target="../media/image344.png"/><Relationship Id="rId86" Type="http://schemas.openxmlformats.org/officeDocument/2006/relationships/customXml" Target="../ink/ink339.xml"/><Relationship Id="rId130" Type="http://schemas.openxmlformats.org/officeDocument/2006/relationships/customXml" Target="../ink/ink361.xml"/><Relationship Id="rId151" Type="http://schemas.openxmlformats.org/officeDocument/2006/relationships/image" Target="../media/image387.png"/><Relationship Id="rId172" Type="http://schemas.openxmlformats.org/officeDocument/2006/relationships/customXml" Target="../ink/ink382.xml"/><Relationship Id="rId193" Type="http://schemas.openxmlformats.org/officeDocument/2006/relationships/image" Target="../media/image408.png"/><Relationship Id="rId13" Type="http://schemas.openxmlformats.org/officeDocument/2006/relationships/image" Target="../media/image318.png"/><Relationship Id="rId109" Type="http://schemas.openxmlformats.org/officeDocument/2006/relationships/image" Target="../media/image366.png"/><Relationship Id="rId34" Type="http://schemas.openxmlformats.org/officeDocument/2006/relationships/customXml" Target="../ink/ink313.xml"/><Relationship Id="rId50" Type="http://schemas.openxmlformats.org/officeDocument/2006/relationships/customXml" Target="../ink/ink321.xml"/><Relationship Id="rId55" Type="http://schemas.openxmlformats.org/officeDocument/2006/relationships/image" Target="../media/image339.png"/><Relationship Id="rId76" Type="http://schemas.openxmlformats.org/officeDocument/2006/relationships/customXml" Target="../ink/ink334.xml"/><Relationship Id="rId97" Type="http://schemas.openxmlformats.org/officeDocument/2006/relationships/image" Target="../media/image360.png"/><Relationship Id="rId104" Type="http://schemas.openxmlformats.org/officeDocument/2006/relationships/customXml" Target="../ink/ink348.xml"/><Relationship Id="rId120" Type="http://schemas.openxmlformats.org/officeDocument/2006/relationships/customXml" Target="../ink/ink356.xml"/><Relationship Id="rId125" Type="http://schemas.openxmlformats.org/officeDocument/2006/relationships/image" Target="../media/image374.png"/><Relationship Id="rId141" Type="http://schemas.openxmlformats.org/officeDocument/2006/relationships/image" Target="../media/image382.png"/><Relationship Id="rId146" Type="http://schemas.openxmlformats.org/officeDocument/2006/relationships/customXml" Target="../ink/ink369.xml"/><Relationship Id="rId167" Type="http://schemas.openxmlformats.org/officeDocument/2006/relationships/image" Target="../media/image395.png"/><Relationship Id="rId188" Type="http://schemas.openxmlformats.org/officeDocument/2006/relationships/customXml" Target="../ink/ink390.xml"/><Relationship Id="rId7" Type="http://schemas.openxmlformats.org/officeDocument/2006/relationships/image" Target="../media/image315.png"/><Relationship Id="rId71" Type="http://schemas.openxmlformats.org/officeDocument/2006/relationships/image" Target="../media/image347.png"/><Relationship Id="rId92" Type="http://schemas.openxmlformats.org/officeDocument/2006/relationships/customXml" Target="../ink/ink342.xml"/><Relationship Id="rId162" Type="http://schemas.openxmlformats.org/officeDocument/2006/relationships/customXml" Target="../ink/ink377.xml"/><Relationship Id="rId183" Type="http://schemas.openxmlformats.org/officeDocument/2006/relationships/image" Target="../media/image403.png"/><Relationship Id="rId2" Type="http://schemas.openxmlformats.org/officeDocument/2006/relationships/diagramData" Target="../diagrams/data5.xml"/><Relationship Id="rId29" Type="http://schemas.openxmlformats.org/officeDocument/2006/relationships/image" Target="../media/image326.png"/><Relationship Id="rId24" Type="http://schemas.openxmlformats.org/officeDocument/2006/relationships/customXml" Target="../ink/ink308.xml"/><Relationship Id="rId40" Type="http://schemas.openxmlformats.org/officeDocument/2006/relationships/customXml" Target="../ink/ink316.xml"/><Relationship Id="rId45" Type="http://schemas.openxmlformats.org/officeDocument/2006/relationships/image" Target="../media/image334.png"/><Relationship Id="rId66" Type="http://schemas.openxmlformats.org/officeDocument/2006/relationships/customXml" Target="../ink/ink329.xml"/><Relationship Id="rId87" Type="http://schemas.openxmlformats.org/officeDocument/2006/relationships/image" Target="../media/image355.png"/><Relationship Id="rId110" Type="http://schemas.openxmlformats.org/officeDocument/2006/relationships/customXml" Target="../ink/ink351.xml"/><Relationship Id="rId115" Type="http://schemas.openxmlformats.org/officeDocument/2006/relationships/image" Target="../media/image369.png"/><Relationship Id="rId131" Type="http://schemas.openxmlformats.org/officeDocument/2006/relationships/image" Target="../media/image377.png"/><Relationship Id="rId136" Type="http://schemas.openxmlformats.org/officeDocument/2006/relationships/customXml" Target="../ink/ink364.xml"/><Relationship Id="rId157" Type="http://schemas.openxmlformats.org/officeDocument/2006/relationships/image" Target="../media/image390.png"/><Relationship Id="rId178" Type="http://schemas.openxmlformats.org/officeDocument/2006/relationships/customXml" Target="../ink/ink385.xml"/><Relationship Id="rId61" Type="http://schemas.openxmlformats.org/officeDocument/2006/relationships/image" Target="../media/image342.png"/><Relationship Id="rId82" Type="http://schemas.openxmlformats.org/officeDocument/2006/relationships/customXml" Target="../ink/ink337.xml"/><Relationship Id="rId152" Type="http://schemas.openxmlformats.org/officeDocument/2006/relationships/customXml" Target="../ink/ink372.xml"/><Relationship Id="rId173" Type="http://schemas.openxmlformats.org/officeDocument/2006/relationships/image" Target="../media/image398.png"/><Relationship Id="rId194" Type="http://schemas.openxmlformats.org/officeDocument/2006/relationships/customXml" Target="../ink/ink393.xml"/><Relationship Id="rId19" Type="http://schemas.openxmlformats.org/officeDocument/2006/relationships/image" Target="../media/image321.png"/><Relationship Id="rId14" Type="http://schemas.openxmlformats.org/officeDocument/2006/relationships/customXml" Target="../ink/ink303.xml"/><Relationship Id="rId30" Type="http://schemas.openxmlformats.org/officeDocument/2006/relationships/customXml" Target="../ink/ink311.xml"/><Relationship Id="rId35" Type="http://schemas.openxmlformats.org/officeDocument/2006/relationships/image" Target="../media/image329.png"/><Relationship Id="rId56" Type="http://schemas.openxmlformats.org/officeDocument/2006/relationships/customXml" Target="../ink/ink324.xml"/><Relationship Id="rId77" Type="http://schemas.openxmlformats.org/officeDocument/2006/relationships/image" Target="../media/image350.png"/><Relationship Id="rId100" Type="http://schemas.openxmlformats.org/officeDocument/2006/relationships/customXml" Target="../ink/ink346.xml"/><Relationship Id="rId105" Type="http://schemas.openxmlformats.org/officeDocument/2006/relationships/image" Target="../media/image364.png"/><Relationship Id="rId126" Type="http://schemas.openxmlformats.org/officeDocument/2006/relationships/customXml" Target="../ink/ink359.xml"/><Relationship Id="rId147" Type="http://schemas.openxmlformats.org/officeDocument/2006/relationships/image" Target="../media/image385.png"/><Relationship Id="rId168" Type="http://schemas.openxmlformats.org/officeDocument/2006/relationships/customXml" Target="../ink/ink380.xml"/><Relationship Id="rId8" Type="http://schemas.openxmlformats.org/officeDocument/2006/relationships/customXml" Target="../ink/ink300.xml"/><Relationship Id="rId51" Type="http://schemas.openxmlformats.org/officeDocument/2006/relationships/image" Target="../media/image337.png"/><Relationship Id="rId72" Type="http://schemas.openxmlformats.org/officeDocument/2006/relationships/customXml" Target="../ink/ink332.xml"/><Relationship Id="rId93" Type="http://schemas.openxmlformats.org/officeDocument/2006/relationships/image" Target="../media/image358.png"/><Relationship Id="rId98" Type="http://schemas.openxmlformats.org/officeDocument/2006/relationships/customXml" Target="../ink/ink345.xml"/><Relationship Id="rId121" Type="http://schemas.openxmlformats.org/officeDocument/2006/relationships/image" Target="../media/image372.png"/><Relationship Id="rId142" Type="http://schemas.openxmlformats.org/officeDocument/2006/relationships/customXml" Target="../ink/ink367.xml"/><Relationship Id="rId163" Type="http://schemas.openxmlformats.org/officeDocument/2006/relationships/image" Target="../media/image393.png"/><Relationship Id="rId184" Type="http://schemas.openxmlformats.org/officeDocument/2006/relationships/customXml" Target="../ink/ink388.xml"/><Relationship Id="rId189" Type="http://schemas.openxmlformats.org/officeDocument/2006/relationships/image" Target="../media/image406.png"/><Relationship Id="rId3" Type="http://schemas.openxmlformats.org/officeDocument/2006/relationships/diagramLayout" Target="../diagrams/layout5.xml"/><Relationship Id="rId25" Type="http://schemas.openxmlformats.org/officeDocument/2006/relationships/image" Target="../media/image324.png"/><Relationship Id="rId46" Type="http://schemas.openxmlformats.org/officeDocument/2006/relationships/customXml" Target="../ink/ink319.xml"/><Relationship Id="rId67" Type="http://schemas.openxmlformats.org/officeDocument/2006/relationships/image" Target="../media/image345.png"/><Relationship Id="rId116" Type="http://schemas.openxmlformats.org/officeDocument/2006/relationships/customXml" Target="../ink/ink354.xml"/><Relationship Id="rId137" Type="http://schemas.openxmlformats.org/officeDocument/2006/relationships/image" Target="../media/image380.png"/><Relationship Id="rId158" Type="http://schemas.openxmlformats.org/officeDocument/2006/relationships/customXml" Target="../ink/ink375.xml"/><Relationship Id="rId20" Type="http://schemas.openxmlformats.org/officeDocument/2006/relationships/customXml" Target="../ink/ink306.xml"/><Relationship Id="rId41" Type="http://schemas.openxmlformats.org/officeDocument/2006/relationships/image" Target="../media/image332.png"/><Relationship Id="rId62" Type="http://schemas.openxmlformats.org/officeDocument/2006/relationships/customXml" Target="../ink/ink327.xml"/><Relationship Id="rId83" Type="http://schemas.openxmlformats.org/officeDocument/2006/relationships/image" Target="../media/image353.png"/><Relationship Id="rId88" Type="http://schemas.openxmlformats.org/officeDocument/2006/relationships/customXml" Target="../ink/ink340.xml"/><Relationship Id="rId111" Type="http://schemas.openxmlformats.org/officeDocument/2006/relationships/image" Target="../media/image367.png"/><Relationship Id="rId132" Type="http://schemas.openxmlformats.org/officeDocument/2006/relationships/customXml" Target="../ink/ink362.xml"/><Relationship Id="rId153" Type="http://schemas.openxmlformats.org/officeDocument/2006/relationships/image" Target="../media/image388.png"/><Relationship Id="rId174" Type="http://schemas.openxmlformats.org/officeDocument/2006/relationships/customXml" Target="../ink/ink383.xml"/><Relationship Id="rId179" Type="http://schemas.openxmlformats.org/officeDocument/2006/relationships/image" Target="../media/image401.png"/><Relationship Id="rId195" Type="http://schemas.openxmlformats.org/officeDocument/2006/relationships/image" Target="../media/image409.png"/><Relationship Id="rId190" Type="http://schemas.openxmlformats.org/officeDocument/2006/relationships/customXml" Target="../ink/ink391.xml"/><Relationship Id="rId15" Type="http://schemas.openxmlformats.org/officeDocument/2006/relationships/image" Target="../media/image319.png"/><Relationship Id="rId36" Type="http://schemas.openxmlformats.org/officeDocument/2006/relationships/customXml" Target="../ink/ink314.xml"/><Relationship Id="rId57" Type="http://schemas.openxmlformats.org/officeDocument/2006/relationships/image" Target="../media/image340.png"/><Relationship Id="rId106" Type="http://schemas.openxmlformats.org/officeDocument/2006/relationships/customXml" Target="../ink/ink349.xml"/><Relationship Id="rId127" Type="http://schemas.openxmlformats.org/officeDocument/2006/relationships/image" Target="../media/image375.png"/><Relationship Id="rId10" Type="http://schemas.openxmlformats.org/officeDocument/2006/relationships/customXml" Target="../ink/ink301.xml"/><Relationship Id="rId31" Type="http://schemas.openxmlformats.org/officeDocument/2006/relationships/image" Target="../media/image327.png"/><Relationship Id="rId52" Type="http://schemas.openxmlformats.org/officeDocument/2006/relationships/customXml" Target="../ink/ink322.xml"/><Relationship Id="rId73" Type="http://schemas.openxmlformats.org/officeDocument/2006/relationships/image" Target="../media/image348.png"/><Relationship Id="rId78" Type="http://schemas.openxmlformats.org/officeDocument/2006/relationships/customXml" Target="../ink/ink335.xml"/><Relationship Id="rId94" Type="http://schemas.openxmlformats.org/officeDocument/2006/relationships/customXml" Target="../ink/ink343.xml"/><Relationship Id="rId99" Type="http://schemas.openxmlformats.org/officeDocument/2006/relationships/image" Target="../media/image361.png"/><Relationship Id="rId101" Type="http://schemas.openxmlformats.org/officeDocument/2006/relationships/image" Target="../media/image362.png"/><Relationship Id="rId122" Type="http://schemas.openxmlformats.org/officeDocument/2006/relationships/customXml" Target="../ink/ink357.xml"/><Relationship Id="rId143" Type="http://schemas.openxmlformats.org/officeDocument/2006/relationships/image" Target="../media/image383.png"/><Relationship Id="rId148" Type="http://schemas.openxmlformats.org/officeDocument/2006/relationships/customXml" Target="../ink/ink370.xml"/><Relationship Id="rId164" Type="http://schemas.openxmlformats.org/officeDocument/2006/relationships/customXml" Target="../ink/ink378.xml"/><Relationship Id="rId169" Type="http://schemas.openxmlformats.org/officeDocument/2006/relationships/image" Target="../media/image396.png"/><Relationship Id="rId185" Type="http://schemas.openxmlformats.org/officeDocument/2006/relationships/image" Target="../media/image404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316.png"/><Relationship Id="rId180" Type="http://schemas.openxmlformats.org/officeDocument/2006/relationships/customXml" Target="../ink/ink386.xml"/><Relationship Id="rId26" Type="http://schemas.openxmlformats.org/officeDocument/2006/relationships/customXml" Target="../ink/ink309.xml"/><Relationship Id="rId47" Type="http://schemas.openxmlformats.org/officeDocument/2006/relationships/image" Target="../media/image335.png"/><Relationship Id="rId68" Type="http://schemas.openxmlformats.org/officeDocument/2006/relationships/customXml" Target="../ink/ink330.xml"/><Relationship Id="rId89" Type="http://schemas.openxmlformats.org/officeDocument/2006/relationships/image" Target="../media/image356.png"/><Relationship Id="rId112" Type="http://schemas.openxmlformats.org/officeDocument/2006/relationships/customXml" Target="../ink/ink352.xml"/><Relationship Id="rId133" Type="http://schemas.openxmlformats.org/officeDocument/2006/relationships/image" Target="../media/image378.png"/><Relationship Id="rId154" Type="http://schemas.openxmlformats.org/officeDocument/2006/relationships/customXml" Target="../ink/ink373.xml"/><Relationship Id="rId175" Type="http://schemas.openxmlformats.org/officeDocument/2006/relationships/image" Target="../media/image399.png"/><Relationship Id="rId16" Type="http://schemas.openxmlformats.org/officeDocument/2006/relationships/customXml" Target="../ink/ink304.xml"/><Relationship Id="rId37" Type="http://schemas.openxmlformats.org/officeDocument/2006/relationships/image" Target="../media/image330.png"/><Relationship Id="rId58" Type="http://schemas.openxmlformats.org/officeDocument/2006/relationships/customXml" Target="../ink/ink325.xml"/><Relationship Id="rId79" Type="http://schemas.openxmlformats.org/officeDocument/2006/relationships/image" Target="../media/image351.png"/><Relationship Id="rId102" Type="http://schemas.openxmlformats.org/officeDocument/2006/relationships/customXml" Target="../ink/ink347.xml"/><Relationship Id="rId123" Type="http://schemas.openxmlformats.org/officeDocument/2006/relationships/image" Target="../media/image373.png"/><Relationship Id="rId144" Type="http://schemas.openxmlformats.org/officeDocument/2006/relationships/customXml" Target="../ink/ink368.xml"/><Relationship Id="rId90" Type="http://schemas.openxmlformats.org/officeDocument/2006/relationships/customXml" Target="../ink/ink341.xml"/><Relationship Id="rId165" Type="http://schemas.openxmlformats.org/officeDocument/2006/relationships/image" Target="../media/image394.png"/><Relationship Id="rId186" Type="http://schemas.openxmlformats.org/officeDocument/2006/relationships/customXml" Target="../ink/ink389.xml"/><Relationship Id="rId27" Type="http://schemas.openxmlformats.org/officeDocument/2006/relationships/image" Target="../media/image325.png"/><Relationship Id="rId48" Type="http://schemas.openxmlformats.org/officeDocument/2006/relationships/customXml" Target="../ink/ink320.xml"/><Relationship Id="rId69" Type="http://schemas.openxmlformats.org/officeDocument/2006/relationships/image" Target="../media/image346.png"/><Relationship Id="rId113" Type="http://schemas.openxmlformats.org/officeDocument/2006/relationships/image" Target="../media/image368.png"/><Relationship Id="rId134" Type="http://schemas.openxmlformats.org/officeDocument/2006/relationships/customXml" Target="../ink/ink363.xml"/><Relationship Id="rId80" Type="http://schemas.openxmlformats.org/officeDocument/2006/relationships/customXml" Target="../ink/ink336.xml"/><Relationship Id="rId155" Type="http://schemas.openxmlformats.org/officeDocument/2006/relationships/image" Target="../media/image389.png"/><Relationship Id="rId176" Type="http://schemas.openxmlformats.org/officeDocument/2006/relationships/customXml" Target="../ink/ink384.xml"/><Relationship Id="rId17" Type="http://schemas.openxmlformats.org/officeDocument/2006/relationships/image" Target="../media/image320.png"/><Relationship Id="rId38" Type="http://schemas.openxmlformats.org/officeDocument/2006/relationships/customXml" Target="../ink/ink315.xml"/><Relationship Id="rId59" Type="http://schemas.openxmlformats.org/officeDocument/2006/relationships/image" Target="../media/image341.png"/><Relationship Id="rId103" Type="http://schemas.openxmlformats.org/officeDocument/2006/relationships/image" Target="../media/image363.png"/><Relationship Id="rId124" Type="http://schemas.openxmlformats.org/officeDocument/2006/relationships/customXml" Target="../ink/ink358.xml"/><Relationship Id="rId70" Type="http://schemas.openxmlformats.org/officeDocument/2006/relationships/customXml" Target="../ink/ink331.xml"/><Relationship Id="rId91" Type="http://schemas.openxmlformats.org/officeDocument/2006/relationships/image" Target="../media/image357.png"/><Relationship Id="rId145" Type="http://schemas.openxmlformats.org/officeDocument/2006/relationships/image" Target="../media/image384.png"/><Relationship Id="rId166" Type="http://schemas.openxmlformats.org/officeDocument/2006/relationships/customXml" Target="../ink/ink379.xml"/><Relationship Id="rId187" Type="http://schemas.openxmlformats.org/officeDocument/2006/relationships/image" Target="../media/image405.png"/><Relationship Id="rId1" Type="http://schemas.openxmlformats.org/officeDocument/2006/relationships/slideLayout" Target="../slideLayouts/slideLayout3.xml"/><Relationship Id="rId28" Type="http://schemas.openxmlformats.org/officeDocument/2006/relationships/customXml" Target="../ink/ink310.xml"/><Relationship Id="rId49" Type="http://schemas.openxmlformats.org/officeDocument/2006/relationships/image" Target="../media/image336.png"/><Relationship Id="rId114" Type="http://schemas.openxmlformats.org/officeDocument/2006/relationships/customXml" Target="../ink/ink353.xml"/><Relationship Id="rId60" Type="http://schemas.openxmlformats.org/officeDocument/2006/relationships/customXml" Target="../ink/ink326.xml"/><Relationship Id="rId81" Type="http://schemas.openxmlformats.org/officeDocument/2006/relationships/image" Target="../media/image352.png"/><Relationship Id="rId135" Type="http://schemas.openxmlformats.org/officeDocument/2006/relationships/image" Target="../media/image379.png"/><Relationship Id="rId156" Type="http://schemas.openxmlformats.org/officeDocument/2006/relationships/customXml" Target="../ink/ink374.xml"/><Relationship Id="rId177" Type="http://schemas.openxmlformats.org/officeDocument/2006/relationships/image" Target="../media/image400.png"/><Relationship Id="rId18" Type="http://schemas.openxmlformats.org/officeDocument/2006/relationships/customXml" Target="../ink/ink305.xml"/><Relationship Id="rId39" Type="http://schemas.openxmlformats.org/officeDocument/2006/relationships/image" Target="../media/image331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52.xml"/><Relationship Id="rId21" Type="http://schemas.openxmlformats.org/officeDocument/2006/relationships/image" Target="../media/image419.png"/><Relationship Id="rId42" Type="http://schemas.openxmlformats.org/officeDocument/2006/relationships/image" Target="../media/image429.png"/><Relationship Id="rId63" Type="http://schemas.openxmlformats.org/officeDocument/2006/relationships/customXml" Target="../ink/ink425.xml"/><Relationship Id="rId84" Type="http://schemas.openxmlformats.org/officeDocument/2006/relationships/image" Target="../media/image450.png"/><Relationship Id="rId138" Type="http://schemas.openxmlformats.org/officeDocument/2006/relationships/image" Target="../media/image477.png"/><Relationship Id="rId159" Type="http://schemas.openxmlformats.org/officeDocument/2006/relationships/customXml" Target="../ink/ink473.xml"/><Relationship Id="rId170" Type="http://schemas.openxmlformats.org/officeDocument/2006/relationships/image" Target="../media/image493.png"/><Relationship Id="rId107" Type="http://schemas.openxmlformats.org/officeDocument/2006/relationships/customXml" Target="../ink/ink447.xml"/><Relationship Id="rId11" Type="http://schemas.openxmlformats.org/officeDocument/2006/relationships/image" Target="../media/image414.png"/><Relationship Id="rId32" Type="http://schemas.openxmlformats.org/officeDocument/2006/relationships/image" Target="../media/image424.png"/><Relationship Id="rId53" Type="http://schemas.openxmlformats.org/officeDocument/2006/relationships/customXml" Target="../ink/ink420.xml"/><Relationship Id="rId74" Type="http://schemas.openxmlformats.org/officeDocument/2006/relationships/image" Target="../media/image445.png"/><Relationship Id="rId128" Type="http://schemas.openxmlformats.org/officeDocument/2006/relationships/image" Target="../media/image472.png"/><Relationship Id="rId149" Type="http://schemas.openxmlformats.org/officeDocument/2006/relationships/customXml" Target="../ink/ink468.xml"/><Relationship Id="rId5" Type="http://schemas.openxmlformats.org/officeDocument/2006/relationships/image" Target="../media/image411.png"/><Relationship Id="rId95" Type="http://schemas.openxmlformats.org/officeDocument/2006/relationships/customXml" Target="../ink/ink441.xml"/><Relationship Id="rId160" Type="http://schemas.openxmlformats.org/officeDocument/2006/relationships/image" Target="../media/image488.png"/><Relationship Id="rId181" Type="http://schemas.openxmlformats.org/officeDocument/2006/relationships/customXml" Target="../ink/ink484.xml"/><Relationship Id="rId22" Type="http://schemas.openxmlformats.org/officeDocument/2006/relationships/customXml" Target="../ink/ink404.xml"/><Relationship Id="rId43" Type="http://schemas.openxmlformats.org/officeDocument/2006/relationships/customXml" Target="../ink/ink415.xml"/><Relationship Id="rId64" Type="http://schemas.openxmlformats.org/officeDocument/2006/relationships/image" Target="../media/image440.png"/><Relationship Id="rId118" Type="http://schemas.openxmlformats.org/officeDocument/2006/relationships/image" Target="../media/image467.png"/><Relationship Id="rId139" Type="http://schemas.openxmlformats.org/officeDocument/2006/relationships/customXml" Target="../ink/ink463.xml"/><Relationship Id="rId85" Type="http://schemas.openxmlformats.org/officeDocument/2006/relationships/customXml" Target="../ink/ink436.xml"/><Relationship Id="rId150" Type="http://schemas.openxmlformats.org/officeDocument/2006/relationships/image" Target="../media/image483.png"/><Relationship Id="rId171" Type="http://schemas.openxmlformats.org/officeDocument/2006/relationships/customXml" Target="../ink/ink479.xml"/><Relationship Id="rId12" Type="http://schemas.openxmlformats.org/officeDocument/2006/relationships/customXml" Target="../ink/ink399.xml"/><Relationship Id="rId33" Type="http://schemas.openxmlformats.org/officeDocument/2006/relationships/customXml" Target="../ink/ink410.xml"/><Relationship Id="rId108" Type="http://schemas.openxmlformats.org/officeDocument/2006/relationships/image" Target="../media/image462.png"/><Relationship Id="rId129" Type="http://schemas.openxmlformats.org/officeDocument/2006/relationships/customXml" Target="../ink/ink458.xml"/><Relationship Id="rId54" Type="http://schemas.openxmlformats.org/officeDocument/2006/relationships/image" Target="../media/image435.png"/><Relationship Id="rId75" Type="http://schemas.openxmlformats.org/officeDocument/2006/relationships/customXml" Target="../ink/ink431.xml"/><Relationship Id="rId96" Type="http://schemas.openxmlformats.org/officeDocument/2006/relationships/image" Target="../media/image456.png"/><Relationship Id="rId140" Type="http://schemas.openxmlformats.org/officeDocument/2006/relationships/image" Target="../media/image478.png"/><Relationship Id="rId161" Type="http://schemas.openxmlformats.org/officeDocument/2006/relationships/customXml" Target="../ink/ink474.xml"/><Relationship Id="rId182" Type="http://schemas.openxmlformats.org/officeDocument/2006/relationships/image" Target="../media/image499.png"/><Relationship Id="rId6" Type="http://schemas.openxmlformats.org/officeDocument/2006/relationships/customXml" Target="../ink/ink396.xml"/><Relationship Id="rId23" Type="http://schemas.openxmlformats.org/officeDocument/2006/relationships/customXml" Target="../ink/ink405.xml"/><Relationship Id="rId119" Type="http://schemas.openxmlformats.org/officeDocument/2006/relationships/customXml" Target="../ink/ink453.xml"/><Relationship Id="rId44" Type="http://schemas.openxmlformats.org/officeDocument/2006/relationships/image" Target="../media/image430.png"/><Relationship Id="rId65" Type="http://schemas.openxmlformats.org/officeDocument/2006/relationships/customXml" Target="../ink/ink426.xml"/><Relationship Id="rId86" Type="http://schemas.openxmlformats.org/officeDocument/2006/relationships/image" Target="../media/image451.png"/><Relationship Id="rId130" Type="http://schemas.openxmlformats.org/officeDocument/2006/relationships/image" Target="../media/image473.png"/><Relationship Id="rId151" Type="http://schemas.openxmlformats.org/officeDocument/2006/relationships/customXml" Target="../ink/ink469.xml"/><Relationship Id="rId172" Type="http://schemas.openxmlformats.org/officeDocument/2006/relationships/image" Target="../media/image494.png"/><Relationship Id="rId13" Type="http://schemas.openxmlformats.org/officeDocument/2006/relationships/image" Target="../media/image415.png"/><Relationship Id="rId18" Type="http://schemas.openxmlformats.org/officeDocument/2006/relationships/customXml" Target="../ink/ink402.xml"/><Relationship Id="rId39" Type="http://schemas.openxmlformats.org/officeDocument/2006/relationships/customXml" Target="../ink/ink413.xml"/><Relationship Id="rId109" Type="http://schemas.openxmlformats.org/officeDocument/2006/relationships/customXml" Target="../ink/ink448.xml"/><Relationship Id="rId34" Type="http://schemas.openxmlformats.org/officeDocument/2006/relationships/image" Target="../media/image425.png"/><Relationship Id="rId50" Type="http://schemas.openxmlformats.org/officeDocument/2006/relationships/image" Target="../media/image433.png"/><Relationship Id="rId55" Type="http://schemas.openxmlformats.org/officeDocument/2006/relationships/customXml" Target="../ink/ink421.xml"/><Relationship Id="rId76" Type="http://schemas.openxmlformats.org/officeDocument/2006/relationships/image" Target="../media/image446.png"/><Relationship Id="rId97" Type="http://schemas.openxmlformats.org/officeDocument/2006/relationships/customXml" Target="../ink/ink442.xml"/><Relationship Id="rId104" Type="http://schemas.openxmlformats.org/officeDocument/2006/relationships/image" Target="../media/image460.png"/><Relationship Id="rId120" Type="http://schemas.openxmlformats.org/officeDocument/2006/relationships/image" Target="../media/image468.png"/><Relationship Id="rId125" Type="http://schemas.openxmlformats.org/officeDocument/2006/relationships/customXml" Target="../ink/ink456.xml"/><Relationship Id="rId141" Type="http://schemas.openxmlformats.org/officeDocument/2006/relationships/customXml" Target="../ink/ink464.xml"/><Relationship Id="rId146" Type="http://schemas.openxmlformats.org/officeDocument/2006/relationships/image" Target="../media/image481.png"/><Relationship Id="rId167" Type="http://schemas.openxmlformats.org/officeDocument/2006/relationships/customXml" Target="../ink/ink477.xml"/><Relationship Id="rId7" Type="http://schemas.openxmlformats.org/officeDocument/2006/relationships/image" Target="../media/image412.png"/><Relationship Id="rId71" Type="http://schemas.openxmlformats.org/officeDocument/2006/relationships/customXml" Target="../ink/ink429.xml"/><Relationship Id="rId92" Type="http://schemas.openxmlformats.org/officeDocument/2006/relationships/image" Target="../media/image454.png"/><Relationship Id="rId162" Type="http://schemas.openxmlformats.org/officeDocument/2006/relationships/image" Target="../media/image489.png"/><Relationship Id="rId183" Type="http://schemas.openxmlformats.org/officeDocument/2006/relationships/customXml" Target="../ink/ink485.xml"/><Relationship Id="rId2" Type="http://schemas.openxmlformats.org/officeDocument/2006/relationships/customXml" Target="../ink/ink394.xml"/><Relationship Id="rId29" Type="http://schemas.openxmlformats.org/officeDocument/2006/relationships/customXml" Target="../ink/ink408.xml"/><Relationship Id="rId24" Type="http://schemas.openxmlformats.org/officeDocument/2006/relationships/image" Target="../media/image420.png"/><Relationship Id="rId40" Type="http://schemas.openxmlformats.org/officeDocument/2006/relationships/image" Target="../media/image428.png"/><Relationship Id="rId45" Type="http://schemas.openxmlformats.org/officeDocument/2006/relationships/customXml" Target="../ink/ink416.xml"/><Relationship Id="rId66" Type="http://schemas.openxmlformats.org/officeDocument/2006/relationships/image" Target="../media/image441.png"/><Relationship Id="rId87" Type="http://schemas.openxmlformats.org/officeDocument/2006/relationships/customXml" Target="../ink/ink437.xml"/><Relationship Id="rId110" Type="http://schemas.openxmlformats.org/officeDocument/2006/relationships/image" Target="../media/image463.png"/><Relationship Id="rId115" Type="http://schemas.openxmlformats.org/officeDocument/2006/relationships/customXml" Target="../ink/ink451.xml"/><Relationship Id="rId131" Type="http://schemas.openxmlformats.org/officeDocument/2006/relationships/customXml" Target="../ink/ink459.xml"/><Relationship Id="rId136" Type="http://schemas.openxmlformats.org/officeDocument/2006/relationships/image" Target="../media/image476.png"/><Relationship Id="rId157" Type="http://schemas.openxmlformats.org/officeDocument/2006/relationships/customXml" Target="../ink/ink472.xml"/><Relationship Id="rId178" Type="http://schemas.openxmlformats.org/officeDocument/2006/relationships/image" Target="../media/image497.png"/><Relationship Id="rId61" Type="http://schemas.openxmlformats.org/officeDocument/2006/relationships/customXml" Target="../ink/ink424.xml"/><Relationship Id="rId82" Type="http://schemas.openxmlformats.org/officeDocument/2006/relationships/image" Target="../media/image449.png"/><Relationship Id="rId152" Type="http://schemas.openxmlformats.org/officeDocument/2006/relationships/image" Target="../media/image484.png"/><Relationship Id="rId173" Type="http://schemas.openxmlformats.org/officeDocument/2006/relationships/customXml" Target="../ink/ink480.xml"/><Relationship Id="rId19" Type="http://schemas.openxmlformats.org/officeDocument/2006/relationships/image" Target="../media/image418.png"/><Relationship Id="rId14" Type="http://schemas.openxmlformats.org/officeDocument/2006/relationships/customXml" Target="../ink/ink400.xml"/><Relationship Id="rId30" Type="http://schemas.openxmlformats.org/officeDocument/2006/relationships/image" Target="../media/image423.png"/><Relationship Id="rId35" Type="http://schemas.openxmlformats.org/officeDocument/2006/relationships/customXml" Target="../ink/ink411.xml"/><Relationship Id="rId56" Type="http://schemas.openxmlformats.org/officeDocument/2006/relationships/image" Target="../media/image436.png"/><Relationship Id="rId77" Type="http://schemas.openxmlformats.org/officeDocument/2006/relationships/customXml" Target="../ink/ink432.xml"/><Relationship Id="rId100" Type="http://schemas.openxmlformats.org/officeDocument/2006/relationships/image" Target="../media/image458.png"/><Relationship Id="rId105" Type="http://schemas.openxmlformats.org/officeDocument/2006/relationships/customXml" Target="../ink/ink446.xml"/><Relationship Id="rId126" Type="http://schemas.openxmlformats.org/officeDocument/2006/relationships/image" Target="../media/image471.png"/><Relationship Id="rId147" Type="http://schemas.openxmlformats.org/officeDocument/2006/relationships/customXml" Target="../ink/ink467.xml"/><Relationship Id="rId168" Type="http://schemas.openxmlformats.org/officeDocument/2006/relationships/image" Target="../media/image492.png"/><Relationship Id="rId8" Type="http://schemas.openxmlformats.org/officeDocument/2006/relationships/customXml" Target="../ink/ink397.xml"/><Relationship Id="rId51" Type="http://schemas.openxmlformats.org/officeDocument/2006/relationships/customXml" Target="../ink/ink419.xml"/><Relationship Id="rId72" Type="http://schemas.openxmlformats.org/officeDocument/2006/relationships/image" Target="../media/image444.png"/><Relationship Id="rId93" Type="http://schemas.openxmlformats.org/officeDocument/2006/relationships/customXml" Target="../ink/ink440.xml"/><Relationship Id="rId98" Type="http://schemas.openxmlformats.org/officeDocument/2006/relationships/image" Target="../media/image457.png"/><Relationship Id="rId121" Type="http://schemas.openxmlformats.org/officeDocument/2006/relationships/customXml" Target="../ink/ink454.xml"/><Relationship Id="rId142" Type="http://schemas.openxmlformats.org/officeDocument/2006/relationships/image" Target="../media/image479.png"/><Relationship Id="rId163" Type="http://schemas.openxmlformats.org/officeDocument/2006/relationships/customXml" Target="../ink/ink475.xml"/><Relationship Id="rId184" Type="http://schemas.openxmlformats.org/officeDocument/2006/relationships/image" Target="../media/image500.png"/><Relationship Id="rId3" Type="http://schemas.openxmlformats.org/officeDocument/2006/relationships/image" Target="../media/image410.png"/><Relationship Id="rId25" Type="http://schemas.openxmlformats.org/officeDocument/2006/relationships/customXml" Target="../ink/ink406.xml"/><Relationship Id="rId46" Type="http://schemas.openxmlformats.org/officeDocument/2006/relationships/image" Target="../media/image431.png"/><Relationship Id="rId67" Type="http://schemas.openxmlformats.org/officeDocument/2006/relationships/customXml" Target="../ink/ink427.xml"/><Relationship Id="rId116" Type="http://schemas.openxmlformats.org/officeDocument/2006/relationships/image" Target="../media/image466.png"/><Relationship Id="rId137" Type="http://schemas.openxmlformats.org/officeDocument/2006/relationships/customXml" Target="../ink/ink462.xml"/><Relationship Id="rId158" Type="http://schemas.openxmlformats.org/officeDocument/2006/relationships/image" Target="../media/image487.png"/><Relationship Id="rId20" Type="http://schemas.openxmlformats.org/officeDocument/2006/relationships/customXml" Target="../ink/ink403.xml"/><Relationship Id="rId41" Type="http://schemas.openxmlformats.org/officeDocument/2006/relationships/customXml" Target="../ink/ink414.xml"/><Relationship Id="rId62" Type="http://schemas.openxmlformats.org/officeDocument/2006/relationships/image" Target="../media/image439.png"/><Relationship Id="rId83" Type="http://schemas.openxmlformats.org/officeDocument/2006/relationships/customXml" Target="../ink/ink435.xml"/><Relationship Id="rId88" Type="http://schemas.openxmlformats.org/officeDocument/2006/relationships/image" Target="../media/image452.png"/><Relationship Id="rId111" Type="http://schemas.openxmlformats.org/officeDocument/2006/relationships/customXml" Target="../ink/ink449.xml"/><Relationship Id="rId132" Type="http://schemas.openxmlformats.org/officeDocument/2006/relationships/image" Target="../media/image474.png"/><Relationship Id="rId153" Type="http://schemas.openxmlformats.org/officeDocument/2006/relationships/customXml" Target="../ink/ink470.xml"/><Relationship Id="rId174" Type="http://schemas.openxmlformats.org/officeDocument/2006/relationships/image" Target="../media/image495.png"/><Relationship Id="rId179" Type="http://schemas.openxmlformats.org/officeDocument/2006/relationships/customXml" Target="../ink/ink483.xml"/><Relationship Id="rId15" Type="http://schemas.openxmlformats.org/officeDocument/2006/relationships/image" Target="../media/image416.png"/><Relationship Id="rId36" Type="http://schemas.openxmlformats.org/officeDocument/2006/relationships/image" Target="../media/image426.png"/><Relationship Id="rId57" Type="http://schemas.openxmlformats.org/officeDocument/2006/relationships/customXml" Target="../ink/ink422.xml"/><Relationship Id="rId106" Type="http://schemas.openxmlformats.org/officeDocument/2006/relationships/image" Target="../media/image461.png"/><Relationship Id="rId127" Type="http://schemas.openxmlformats.org/officeDocument/2006/relationships/customXml" Target="../ink/ink457.xml"/><Relationship Id="rId10" Type="http://schemas.openxmlformats.org/officeDocument/2006/relationships/customXml" Target="../ink/ink398.xml"/><Relationship Id="rId31" Type="http://schemas.openxmlformats.org/officeDocument/2006/relationships/customXml" Target="../ink/ink409.xml"/><Relationship Id="rId52" Type="http://schemas.openxmlformats.org/officeDocument/2006/relationships/image" Target="../media/image434.png"/><Relationship Id="rId73" Type="http://schemas.openxmlformats.org/officeDocument/2006/relationships/customXml" Target="../ink/ink430.xml"/><Relationship Id="rId78" Type="http://schemas.openxmlformats.org/officeDocument/2006/relationships/image" Target="../media/image447.png"/><Relationship Id="rId94" Type="http://schemas.openxmlformats.org/officeDocument/2006/relationships/image" Target="../media/image455.png"/><Relationship Id="rId99" Type="http://schemas.openxmlformats.org/officeDocument/2006/relationships/customXml" Target="../ink/ink443.xml"/><Relationship Id="rId101" Type="http://schemas.openxmlformats.org/officeDocument/2006/relationships/customXml" Target="../ink/ink444.xml"/><Relationship Id="rId122" Type="http://schemas.openxmlformats.org/officeDocument/2006/relationships/image" Target="../media/image469.png"/><Relationship Id="rId143" Type="http://schemas.openxmlformats.org/officeDocument/2006/relationships/customXml" Target="../ink/ink465.xml"/><Relationship Id="rId148" Type="http://schemas.openxmlformats.org/officeDocument/2006/relationships/image" Target="../media/image482.png"/><Relationship Id="rId164" Type="http://schemas.openxmlformats.org/officeDocument/2006/relationships/image" Target="../media/image490.png"/><Relationship Id="rId169" Type="http://schemas.openxmlformats.org/officeDocument/2006/relationships/customXml" Target="../ink/ink478.xml"/><Relationship Id="rId185" Type="http://schemas.openxmlformats.org/officeDocument/2006/relationships/customXml" Target="../ink/ink486.xml"/><Relationship Id="rId4" Type="http://schemas.openxmlformats.org/officeDocument/2006/relationships/customXml" Target="../ink/ink395.xml"/><Relationship Id="rId9" Type="http://schemas.openxmlformats.org/officeDocument/2006/relationships/image" Target="../media/image413.png"/><Relationship Id="rId180" Type="http://schemas.openxmlformats.org/officeDocument/2006/relationships/image" Target="../media/image498.png"/><Relationship Id="rId26" Type="http://schemas.openxmlformats.org/officeDocument/2006/relationships/image" Target="../media/image421.png"/><Relationship Id="rId47" Type="http://schemas.openxmlformats.org/officeDocument/2006/relationships/customXml" Target="../ink/ink417.xml"/><Relationship Id="rId68" Type="http://schemas.openxmlformats.org/officeDocument/2006/relationships/image" Target="../media/image442.png"/><Relationship Id="rId89" Type="http://schemas.openxmlformats.org/officeDocument/2006/relationships/customXml" Target="../ink/ink438.xml"/><Relationship Id="rId112" Type="http://schemas.openxmlformats.org/officeDocument/2006/relationships/image" Target="../media/image464.png"/><Relationship Id="rId133" Type="http://schemas.openxmlformats.org/officeDocument/2006/relationships/customXml" Target="../ink/ink460.xml"/><Relationship Id="rId154" Type="http://schemas.openxmlformats.org/officeDocument/2006/relationships/image" Target="../media/image485.png"/><Relationship Id="rId175" Type="http://schemas.openxmlformats.org/officeDocument/2006/relationships/customXml" Target="../ink/ink481.xml"/><Relationship Id="rId16" Type="http://schemas.openxmlformats.org/officeDocument/2006/relationships/customXml" Target="../ink/ink401.xml"/><Relationship Id="rId37" Type="http://schemas.openxmlformats.org/officeDocument/2006/relationships/customXml" Target="../ink/ink412.xml"/><Relationship Id="rId58" Type="http://schemas.openxmlformats.org/officeDocument/2006/relationships/image" Target="../media/image437.png"/><Relationship Id="rId79" Type="http://schemas.openxmlformats.org/officeDocument/2006/relationships/customXml" Target="../ink/ink433.xml"/><Relationship Id="rId102" Type="http://schemas.openxmlformats.org/officeDocument/2006/relationships/image" Target="../media/image459.png"/><Relationship Id="rId123" Type="http://schemas.openxmlformats.org/officeDocument/2006/relationships/customXml" Target="../ink/ink455.xml"/><Relationship Id="rId144" Type="http://schemas.openxmlformats.org/officeDocument/2006/relationships/image" Target="../media/image480.png"/><Relationship Id="rId90" Type="http://schemas.openxmlformats.org/officeDocument/2006/relationships/image" Target="../media/image453.png"/><Relationship Id="rId165" Type="http://schemas.openxmlformats.org/officeDocument/2006/relationships/customXml" Target="../ink/ink476.xml"/><Relationship Id="rId186" Type="http://schemas.openxmlformats.org/officeDocument/2006/relationships/image" Target="../media/image501.png"/><Relationship Id="rId27" Type="http://schemas.openxmlformats.org/officeDocument/2006/relationships/customXml" Target="../ink/ink407.xml"/><Relationship Id="rId48" Type="http://schemas.openxmlformats.org/officeDocument/2006/relationships/image" Target="../media/image432.png"/><Relationship Id="rId69" Type="http://schemas.openxmlformats.org/officeDocument/2006/relationships/customXml" Target="../ink/ink428.xml"/><Relationship Id="rId113" Type="http://schemas.openxmlformats.org/officeDocument/2006/relationships/customXml" Target="../ink/ink450.xml"/><Relationship Id="rId134" Type="http://schemas.openxmlformats.org/officeDocument/2006/relationships/image" Target="../media/image475.png"/><Relationship Id="rId80" Type="http://schemas.openxmlformats.org/officeDocument/2006/relationships/image" Target="../media/image448.png"/><Relationship Id="rId155" Type="http://schemas.openxmlformats.org/officeDocument/2006/relationships/customXml" Target="../ink/ink471.xml"/><Relationship Id="rId176" Type="http://schemas.openxmlformats.org/officeDocument/2006/relationships/image" Target="../media/image496.png"/><Relationship Id="rId17" Type="http://schemas.openxmlformats.org/officeDocument/2006/relationships/image" Target="../media/image417.png"/><Relationship Id="rId38" Type="http://schemas.openxmlformats.org/officeDocument/2006/relationships/image" Target="../media/image427.png"/><Relationship Id="rId59" Type="http://schemas.openxmlformats.org/officeDocument/2006/relationships/customXml" Target="../ink/ink423.xml"/><Relationship Id="rId103" Type="http://schemas.openxmlformats.org/officeDocument/2006/relationships/customXml" Target="../ink/ink445.xml"/><Relationship Id="rId124" Type="http://schemas.openxmlformats.org/officeDocument/2006/relationships/image" Target="../media/image470.png"/><Relationship Id="rId70" Type="http://schemas.openxmlformats.org/officeDocument/2006/relationships/image" Target="../media/image443.png"/><Relationship Id="rId91" Type="http://schemas.openxmlformats.org/officeDocument/2006/relationships/customXml" Target="../ink/ink439.xml"/><Relationship Id="rId145" Type="http://schemas.openxmlformats.org/officeDocument/2006/relationships/customXml" Target="../ink/ink466.xml"/><Relationship Id="rId166" Type="http://schemas.openxmlformats.org/officeDocument/2006/relationships/image" Target="../media/image491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422.png"/><Relationship Id="rId49" Type="http://schemas.openxmlformats.org/officeDocument/2006/relationships/customXml" Target="../ink/ink418.xml"/><Relationship Id="rId114" Type="http://schemas.openxmlformats.org/officeDocument/2006/relationships/image" Target="../media/image465.png"/><Relationship Id="rId60" Type="http://schemas.openxmlformats.org/officeDocument/2006/relationships/image" Target="../media/image438.png"/><Relationship Id="rId81" Type="http://schemas.openxmlformats.org/officeDocument/2006/relationships/customXml" Target="../ink/ink434.xml"/><Relationship Id="rId135" Type="http://schemas.openxmlformats.org/officeDocument/2006/relationships/customXml" Target="../ink/ink461.xml"/><Relationship Id="rId156" Type="http://schemas.openxmlformats.org/officeDocument/2006/relationships/image" Target="../media/image486.png"/><Relationship Id="rId177" Type="http://schemas.openxmlformats.org/officeDocument/2006/relationships/customXml" Target="../ink/ink482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1.png"/><Relationship Id="rId21" Type="http://schemas.openxmlformats.org/officeDocument/2006/relationships/customXml" Target="../ink/ink493.xml"/><Relationship Id="rId42" Type="http://schemas.openxmlformats.org/officeDocument/2006/relationships/image" Target="../media/image519.png"/><Relationship Id="rId47" Type="http://schemas.openxmlformats.org/officeDocument/2006/relationships/customXml" Target="../ink/ink506.xml"/><Relationship Id="rId63" Type="http://schemas.openxmlformats.org/officeDocument/2006/relationships/customXml" Target="../ink/ink514.xml"/><Relationship Id="rId68" Type="http://schemas.openxmlformats.org/officeDocument/2006/relationships/image" Target="../media/image532.png"/><Relationship Id="rId84" Type="http://schemas.openxmlformats.org/officeDocument/2006/relationships/image" Target="../media/image540.png"/><Relationship Id="rId89" Type="http://schemas.openxmlformats.org/officeDocument/2006/relationships/customXml" Target="../ink/ink527.xml"/><Relationship Id="rId16" Type="http://schemas.openxmlformats.org/officeDocument/2006/relationships/image" Target="../media/image506.png"/><Relationship Id="rId11" Type="http://schemas.openxmlformats.org/officeDocument/2006/relationships/customXml" Target="../ink/ink488.xml"/><Relationship Id="rId32" Type="http://schemas.openxmlformats.org/officeDocument/2006/relationships/image" Target="../media/image514.png"/><Relationship Id="rId37" Type="http://schemas.openxmlformats.org/officeDocument/2006/relationships/customXml" Target="../ink/ink501.xml"/><Relationship Id="rId53" Type="http://schemas.openxmlformats.org/officeDocument/2006/relationships/customXml" Target="../ink/ink509.xml"/><Relationship Id="rId58" Type="http://schemas.openxmlformats.org/officeDocument/2006/relationships/image" Target="../media/image527.png"/><Relationship Id="rId74" Type="http://schemas.openxmlformats.org/officeDocument/2006/relationships/image" Target="../media/image535.png"/><Relationship Id="rId79" Type="http://schemas.openxmlformats.org/officeDocument/2006/relationships/customXml" Target="../ink/ink522.xml"/><Relationship Id="rId5" Type="http://schemas.openxmlformats.org/officeDocument/2006/relationships/diagramColors" Target="../diagrams/colors6.xml"/><Relationship Id="rId90" Type="http://schemas.openxmlformats.org/officeDocument/2006/relationships/image" Target="../media/image543.png"/><Relationship Id="rId14" Type="http://schemas.openxmlformats.org/officeDocument/2006/relationships/image" Target="../media/image505.png"/><Relationship Id="rId22" Type="http://schemas.openxmlformats.org/officeDocument/2006/relationships/image" Target="../media/image509.png"/><Relationship Id="rId27" Type="http://schemas.openxmlformats.org/officeDocument/2006/relationships/customXml" Target="../ink/ink496.xml"/><Relationship Id="rId30" Type="http://schemas.openxmlformats.org/officeDocument/2006/relationships/image" Target="../media/image513.png"/><Relationship Id="rId35" Type="http://schemas.openxmlformats.org/officeDocument/2006/relationships/customXml" Target="../ink/ink500.xml"/><Relationship Id="rId43" Type="http://schemas.openxmlformats.org/officeDocument/2006/relationships/customXml" Target="../ink/ink504.xml"/><Relationship Id="rId48" Type="http://schemas.openxmlformats.org/officeDocument/2006/relationships/image" Target="../media/image522.png"/><Relationship Id="rId56" Type="http://schemas.openxmlformats.org/officeDocument/2006/relationships/image" Target="../media/image526.png"/><Relationship Id="rId64" Type="http://schemas.openxmlformats.org/officeDocument/2006/relationships/image" Target="../media/image530.png"/><Relationship Id="rId69" Type="http://schemas.openxmlformats.org/officeDocument/2006/relationships/customXml" Target="../ink/ink517.xml"/><Relationship Id="rId77" Type="http://schemas.openxmlformats.org/officeDocument/2006/relationships/customXml" Target="../ink/ink521.xml"/><Relationship Id="rId8" Type="http://schemas.openxmlformats.org/officeDocument/2006/relationships/image" Target="../media/image1910.png"/><Relationship Id="rId51" Type="http://schemas.openxmlformats.org/officeDocument/2006/relationships/customXml" Target="../ink/ink508.xml"/><Relationship Id="rId72" Type="http://schemas.openxmlformats.org/officeDocument/2006/relationships/image" Target="../media/image534.png"/><Relationship Id="rId80" Type="http://schemas.openxmlformats.org/officeDocument/2006/relationships/image" Target="../media/image538.png"/><Relationship Id="rId85" Type="http://schemas.openxmlformats.org/officeDocument/2006/relationships/customXml" Target="../ink/ink525.xml"/><Relationship Id="rId3" Type="http://schemas.openxmlformats.org/officeDocument/2006/relationships/diagramLayout" Target="../diagrams/layout6.xml"/><Relationship Id="rId12" Type="http://schemas.openxmlformats.org/officeDocument/2006/relationships/image" Target="../media/image504.png"/><Relationship Id="rId17" Type="http://schemas.openxmlformats.org/officeDocument/2006/relationships/customXml" Target="../ink/ink491.xml"/><Relationship Id="rId25" Type="http://schemas.openxmlformats.org/officeDocument/2006/relationships/customXml" Target="../ink/ink495.xml"/><Relationship Id="rId33" Type="http://schemas.openxmlformats.org/officeDocument/2006/relationships/customXml" Target="../ink/ink499.xml"/><Relationship Id="rId38" Type="http://schemas.openxmlformats.org/officeDocument/2006/relationships/image" Target="../media/image517.png"/><Relationship Id="rId46" Type="http://schemas.openxmlformats.org/officeDocument/2006/relationships/image" Target="../media/image521.png"/><Relationship Id="rId59" Type="http://schemas.openxmlformats.org/officeDocument/2006/relationships/customXml" Target="../ink/ink512.xml"/><Relationship Id="rId67" Type="http://schemas.openxmlformats.org/officeDocument/2006/relationships/customXml" Target="../ink/ink516.xml"/><Relationship Id="rId20" Type="http://schemas.openxmlformats.org/officeDocument/2006/relationships/image" Target="../media/image508.png"/><Relationship Id="rId41" Type="http://schemas.openxmlformats.org/officeDocument/2006/relationships/customXml" Target="../ink/ink503.xml"/><Relationship Id="rId54" Type="http://schemas.openxmlformats.org/officeDocument/2006/relationships/image" Target="../media/image525.png"/><Relationship Id="rId62" Type="http://schemas.openxmlformats.org/officeDocument/2006/relationships/image" Target="../media/image529.png"/><Relationship Id="rId70" Type="http://schemas.openxmlformats.org/officeDocument/2006/relationships/image" Target="../media/image533.png"/><Relationship Id="rId75" Type="http://schemas.openxmlformats.org/officeDocument/2006/relationships/customXml" Target="../ink/ink520.xml"/><Relationship Id="rId83" Type="http://schemas.openxmlformats.org/officeDocument/2006/relationships/customXml" Target="../ink/ink524.xml"/><Relationship Id="rId88" Type="http://schemas.openxmlformats.org/officeDocument/2006/relationships/image" Target="../media/image542.png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15" Type="http://schemas.openxmlformats.org/officeDocument/2006/relationships/customXml" Target="../ink/ink490.xml"/><Relationship Id="rId23" Type="http://schemas.openxmlformats.org/officeDocument/2006/relationships/customXml" Target="../ink/ink494.xml"/><Relationship Id="rId28" Type="http://schemas.openxmlformats.org/officeDocument/2006/relationships/image" Target="../media/image512.png"/><Relationship Id="rId36" Type="http://schemas.openxmlformats.org/officeDocument/2006/relationships/image" Target="../media/image516.png"/><Relationship Id="rId49" Type="http://schemas.openxmlformats.org/officeDocument/2006/relationships/customXml" Target="../ink/ink507.xml"/><Relationship Id="rId57" Type="http://schemas.openxmlformats.org/officeDocument/2006/relationships/customXml" Target="../ink/ink511.xml"/><Relationship Id="rId10" Type="http://schemas.openxmlformats.org/officeDocument/2006/relationships/image" Target="../media/image503.png"/><Relationship Id="rId31" Type="http://schemas.openxmlformats.org/officeDocument/2006/relationships/customXml" Target="../ink/ink498.xml"/><Relationship Id="rId44" Type="http://schemas.openxmlformats.org/officeDocument/2006/relationships/image" Target="../media/image520.png"/><Relationship Id="rId52" Type="http://schemas.openxmlformats.org/officeDocument/2006/relationships/image" Target="../media/image524.png"/><Relationship Id="rId60" Type="http://schemas.openxmlformats.org/officeDocument/2006/relationships/image" Target="../media/image528.png"/><Relationship Id="rId65" Type="http://schemas.openxmlformats.org/officeDocument/2006/relationships/customXml" Target="../ink/ink515.xml"/><Relationship Id="rId73" Type="http://schemas.openxmlformats.org/officeDocument/2006/relationships/customXml" Target="../ink/ink519.xml"/><Relationship Id="rId78" Type="http://schemas.openxmlformats.org/officeDocument/2006/relationships/image" Target="../media/image537.png"/><Relationship Id="rId81" Type="http://schemas.openxmlformats.org/officeDocument/2006/relationships/customXml" Target="../ink/ink523.xml"/><Relationship Id="rId86" Type="http://schemas.openxmlformats.org/officeDocument/2006/relationships/image" Target="../media/image541.png"/><Relationship Id="rId4" Type="http://schemas.openxmlformats.org/officeDocument/2006/relationships/diagramQuickStyle" Target="../diagrams/quickStyle6.xml"/><Relationship Id="rId9" Type="http://schemas.openxmlformats.org/officeDocument/2006/relationships/customXml" Target="../ink/ink487.xml"/><Relationship Id="rId13" Type="http://schemas.openxmlformats.org/officeDocument/2006/relationships/customXml" Target="../ink/ink489.xml"/><Relationship Id="rId18" Type="http://schemas.openxmlformats.org/officeDocument/2006/relationships/image" Target="../media/image507.png"/><Relationship Id="rId39" Type="http://schemas.openxmlformats.org/officeDocument/2006/relationships/customXml" Target="../ink/ink502.xml"/><Relationship Id="rId34" Type="http://schemas.openxmlformats.org/officeDocument/2006/relationships/image" Target="../media/image515.png"/><Relationship Id="rId50" Type="http://schemas.openxmlformats.org/officeDocument/2006/relationships/image" Target="../media/image523.png"/><Relationship Id="rId55" Type="http://schemas.openxmlformats.org/officeDocument/2006/relationships/customXml" Target="../ink/ink510.xml"/><Relationship Id="rId76" Type="http://schemas.openxmlformats.org/officeDocument/2006/relationships/image" Target="../media/image536.png"/><Relationship Id="rId7" Type="http://schemas.openxmlformats.org/officeDocument/2006/relationships/image" Target="../media/image502.png"/><Relationship Id="rId71" Type="http://schemas.openxmlformats.org/officeDocument/2006/relationships/customXml" Target="../ink/ink518.xml"/><Relationship Id="rId2" Type="http://schemas.openxmlformats.org/officeDocument/2006/relationships/diagramData" Target="../diagrams/data6.xml"/><Relationship Id="rId29" Type="http://schemas.openxmlformats.org/officeDocument/2006/relationships/customXml" Target="../ink/ink497.xml"/><Relationship Id="rId24" Type="http://schemas.openxmlformats.org/officeDocument/2006/relationships/image" Target="../media/image510.png"/><Relationship Id="rId40" Type="http://schemas.openxmlformats.org/officeDocument/2006/relationships/image" Target="../media/image518.png"/><Relationship Id="rId45" Type="http://schemas.openxmlformats.org/officeDocument/2006/relationships/customXml" Target="../ink/ink505.xml"/><Relationship Id="rId66" Type="http://schemas.openxmlformats.org/officeDocument/2006/relationships/image" Target="../media/image531.png"/><Relationship Id="rId87" Type="http://schemas.openxmlformats.org/officeDocument/2006/relationships/customXml" Target="../ink/ink526.xml"/><Relationship Id="rId61" Type="http://schemas.openxmlformats.org/officeDocument/2006/relationships/customXml" Target="../ink/ink513.xml"/><Relationship Id="rId82" Type="http://schemas.openxmlformats.org/officeDocument/2006/relationships/image" Target="../media/image539.png"/><Relationship Id="rId19" Type="http://schemas.openxmlformats.org/officeDocument/2006/relationships/customXml" Target="../ink/ink49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3" y="2818708"/>
            <a:ext cx="7601657" cy="152200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比例积分（</a:t>
            </a: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</a:t>
            </a: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）控制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zh-CN" altLang="en-US" sz="3200" b="1" dirty="0">
                <a:ln w="12700">
                  <a:noFill/>
                </a:ln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稳态误差消除</a:t>
            </a:r>
            <a:endParaRPr kumimoji="1" lang="en-US" altLang="zh-CN" sz="3200" b="1" dirty="0">
              <a:ln w="12700">
                <a:noFill/>
              </a:ln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【09-03】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57969CD7-3C9D-1E6E-20B5-0BF0DA51C37F}"/>
                  </a:ext>
                </a:extLst>
              </p14:cNvPr>
              <p14:cNvContentPartPr/>
              <p14:nvPr/>
            </p14:nvContentPartPr>
            <p14:xfrm>
              <a:off x="12878404" y="6741411"/>
              <a:ext cx="157320" cy="766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57969CD7-3C9D-1E6E-20B5-0BF0DA51C3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72284" y="6735291"/>
                <a:ext cx="1695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FEB50086-D772-F0C1-A888-44161C7075A8}"/>
                  </a:ext>
                </a:extLst>
              </p14:cNvPr>
              <p14:cNvContentPartPr/>
              <p14:nvPr/>
            </p14:nvContentPartPr>
            <p14:xfrm>
              <a:off x="4320892" y="4223571"/>
              <a:ext cx="187560" cy="828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FEB50086-D772-F0C1-A888-44161C7075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14772" y="4217451"/>
                <a:ext cx="199800" cy="95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366888482"/>
              </p:ext>
            </p:extLst>
          </p:nvPr>
        </p:nvGraphicFramePr>
        <p:xfrm>
          <a:off x="792480" y="1306286"/>
          <a:ext cx="10848583" cy="5007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FFD16D4-0AD4-C92A-E44F-7BA5E6AAAEF8}"/>
                  </a:ext>
                </a:extLst>
              </p14:cNvPr>
              <p14:cNvContentPartPr/>
              <p14:nvPr/>
            </p14:nvContentPartPr>
            <p14:xfrm>
              <a:off x="2691124" y="3312411"/>
              <a:ext cx="109080" cy="1202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FFD16D4-0AD4-C92A-E44F-7BA5E6AAAE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85004" y="3306291"/>
                <a:ext cx="12132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B4020D90-A68C-B03D-CA3E-37BE2FE96F8C}"/>
                  </a:ext>
                </a:extLst>
              </p14:cNvPr>
              <p14:cNvContentPartPr/>
              <p14:nvPr/>
            </p14:nvContentPartPr>
            <p14:xfrm>
              <a:off x="3642244" y="3899931"/>
              <a:ext cx="3312720" cy="11271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B4020D90-A68C-B03D-CA3E-37BE2FE96F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36124" y="3893811"/>
                <a:ext cx="3324960" cy="11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A507C5F-73AA-20A0-F851-35EE9D00828C}"/>
                  </a:ext>
                </a:extLst>
              </p14:cNvPr>
              <p14:cNvContentPartPr/>
              <p14:nvPr/>
            </p14:nvContentPartPr>
            <p14:xfrm>
              <a:off x="2381884" y="5735571"/>
              <a:ext cx="125280" cy="529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A507C5F-73AA-20A0-F851-35EE9D0082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75764" y="5729451"/>
                <a:ext cx="1375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1F28824-65BD-5356-0E51-BB19BE5C6180}"/>
                  </a:ext>
                </a:extLst>
              </p14:cNvPr>
              <p14:cNvContentPartPr/>
              <p14:nvPr/>
            </p14:nvContentPartPr>
            <p14:xfrm>
              <a:off x="3968764" y="5723331"/>
              <a:ext cx="1205280" cy="396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1F28824-65BD-5356-0E51-BB19BE5C61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62644" y="5717211"/>
                <a:ext cx="1217520" cy="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8E9FCD3-8A41-0ED2-EAE2-8967CCE13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9.3.1 PI</a:t>
            </a:r>
            <a:r>
              <a:rPr lang="zh-CN" altLang="en-US" dirty="0"/>
              <a:t>的基本结构与工作原理</a:t>
            </a:r>
          </a:p>
        </p:txBody>
      </p:sp>
    </p:spTree>
    <p:extLst>
      <p:ext uri="{BB962C8B-B14F-4D97-AF65-F5344CB8AC3E}">
        <p14:creationId xmlns:p14="http://schemas.microsoft.com/office/powerpoint/2010/main" val="328203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9.3.1.</a:t>
            </a:r>
            <a:r>
              <a:rPr lang="zh-CN" altLang="en-US" dirty="0"/>
              <a:t> </a:t>
            </a:r>
            <a:r>
              <a:rPr lang="en-US" altLang="zh-CN" dirty="0"/>
              <a:t>PI</a:t>
            </a:r>
            <a:r>
              <a:rPr lang="zh-CN" altLang="en-US" dirty="0"/>
              <a:t>原理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95FD29-46A8-D376-56CA-37F9A59CCEE2}"/>
              </a:ext>
            </a:extLst>
          </p:cNvPr>
          <p:cNvSpPr txBox="1"/>
          <p:nvPr/>
        </p:nvSpPr>
        <p:spPr>
          <a:xfrm>
            <a:off x="4265519" y="45888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与纯比例控制比较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249DD3-64EF-F751-8958-B59B249A2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82" y="950035"/>
            <a:ext cx="5142677" cy="47698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0D0DD83-055F-CE5F-756F-BD43521C17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220" y="950036"/>
            <a:ext cx="5055311" cy="476989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C08DD39-C860-5CFA-1B4C-626BBDA3D53E}"/>
              </a:ext>
            </a:extLst>
          </p:cNvPr>
          <p:cNvSpPr txBox="1"/>
          <p:nvPr/>
        </p:nvSpPr>
        <p:spPr>
          <a:xfrm>
            <a:off x="1674719" y="3572200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纯比例控制，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1C94FA-71AB-D62A-DD59-EE37C8B14823}"/>
              </a:ext>
            </a:extLst>
          </p:cNvPr>
          <p:cNvSpPr txBox="1"/>
          <p:nvPr/>
        </p:nvSpPr>
        <p:spPr>
          <a:xfrm>
            <a:off x="7706896" y="3572200"/>
            <a:ext cx="2810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Ki=0.1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D57FE76-7200-D931-6EBF-A92C6B968C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719" y="3941532"/>
            <a:ext cx="1609725" cy="638175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78B7BB0-F3EA-9DF3-7749-A5182D3B3624}"/>
              </a:ext>
            </a:extLst>
          </p:cNvPr>
          <p:cNvCxnSpPr/>
          <p:nvPr/>
        </p:nvCxnSpPr>
        <p:spPr>
          <a:xfrm>
            <a:off x="4265519" y="1994262"/>
            <a:ext cx="0" cy="125403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05F8980-56E6-8824-BCC8-1311284B5F18}"/>
                  </a:ext>
                </a:extLst>
              </p:cNvPr>
              <p:cNvSpPr txBox="1"/>
              <p:nvPr/>
            </p:nvSpPr>
            <p:spPr>
              <a:xfrm>
                <a:off x="1780838" y="4604116"/>
                <a:ext cx="22538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设定值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zh-CN" altLang="en-US" dirty="0"/>
                  <a:t>实际值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05F8980-56E6-8824-BCC8-1311284B5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838" y="4604116"/>
                <a:ext cx="2253822" cy="276999"/>
              </a:xfrm>
              <a:prstGeom prst="rect">
                <a:avLst/>
              </a:prstGeom>
              <a:blipFill>
                <a:blip r:embed="rId6"/>
                <a:stretch>
                  <a:fillRect l="-2703" t="-28261" r="-2973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">
            <a:extLst>
              <a:ext uri="{FF2B5EF4-FFF2-40B4-BE49-F238E27FC236}">
                <a16:creationId xmlns:a16="http://schemas.microsoft.com/office/drawing/2014/main" id="{2D86F0EA-7232-9254-33A3-D49340461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97" y="5589470"/>
            <a:ext cx="51426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稳态平衡时，控制输出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u(t)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 需抵消外部干扰（如电机负载、水箱出水），即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u(t)=d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（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d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 为干扰量）。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由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Kp​⋅e(t)=d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 可推得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e(t)=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d/</a:t>
            </a:r>
            <a:r>
              <a:rPr kumimoji="0" lang="en-US" altLang="zh-CN" sz="1200" b="0" i="0" u="none" strike="noStrike" cap="none" normalizeH="0" baseline="0" dirty="0" err="1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Kp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，只要存在非零干扰（实际系统必然存在）且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KaTeX_Main"/>
              </a:rPr>
              <a:t>Kp​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Arial" panose="020B0604020202020204" pitchFamily="34" charset="0"/>
                <a:ea typeface="ui-sans-serif"/>
              </a:rPr>
              <a:t> 为有限值，稳态误差就无法消除。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8F98ABC-5E56-370D-20BF-A00031E6D3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896" y="3970106"/>
            <a:ext cx="3095625" cy="581025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3706A18-4797-63BD-E87A-559DB1C87850}"/>
              </a:ext>
            </a:extLst>
          </p:cNvPr>
          <p:cNvSpPr/>
          <p:nvPr/>
        </p:nvSpPr>
        <p:spPr>
          <a:xfrm>
            <a:off x="9457509" y="4066903"/>
            <a:ext cx="1236617" cy="374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1D51B5D-0EDB-3DEE-8254-C83FA16721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896" y="4551402"/>
            <a:ext cx="966841" cy="50519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6F696B4-F89D-EFBF-3431-352E8EAE91F2}"/>
              </a:ext>
            </a:extLst>
          </p:cNvPr>
          <p:cNvSpPr txBox="1"/>
          <p:nvPr/>
        </p:nvSpPr>
        <p:spPr>
          <a:xfrm>
            <a:off x="8673737" y="4619334"/>
            <a:ext cx="28494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反映误差从初始时刻到当前时刻的累积效果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35474D7-6527-4089-41E5-DD5C264EC758}"/>
              </a:ext>
            </a:extLst>
          </p:cNvPr>
          <p:cNvSpPr txBox="1"/>
          <p:nvPr/>
        </p:nvSpPr>
        <p:spPr>
          <a:xfrm>
            <a:off x="6723295" y="5719843"/>
            <a:ext cx="5094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物理意义：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若误差长期存在，积分项会不断增大，推动控制输出持续调整，直到误差趋近于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，积分项稳定在某一恒定值（刚好抵消干扰）。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82FEAA7F-DC24-2EB2-EF6D-30514C9343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435" y="1963110"/>
            <a:ext cx="2962275" cy="4953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F921FFDA-0838-BF16-E92C-3D313B4F77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445" y="3211949"/>
            <a:ext cx="2676525" cy="390525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CA5E2613-E286-8AD2-99E1-918B4D05FE1B}"/>
              </a:ext>
            </a:extLst>
          </p:cNvPr>
          <p:cNvGrpSpPr/>
          <p:nvPr/>
        </p:nvGrpSpPr>
        <p:grpSpPr>
          <a:xfrm>
            <a:off x="8506924" y="4404291"/>
            <a:ext cx="2120040" cy="358560"/>
            <a:chOff x="8506924" y="4404291"/>
            <a:chExt cx="212004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10C54F03-14F4-A12F-828B-4D6F1F04B497}"/>
                    </a:ext>
                  </a:extLst>
                </p14:cNvPr>
                <p14:cNvContentPartPr/>
                <p14:nvPr/>
              </p14:nvContentPartPr>
              <p14:xfrm>
                <a:off x="8506924" y="4404291"/>
                <a:ext cx="896760" cy="6840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10C54F03-14F4-A12F-828B-4D6F1F04B49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00804" y="4398171"/>
                  <a:ext cx="909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48035AED-8D50-1B15-DF55-6CD82D63EF4E}"/>
                    </a:ext>
                  </a:extLst>
                </p14:cNvPr>
                <p14:cNvContentPartPr/>
                <p14:nvPr/>
              </p14:nvContentPartPr>
              <p14:xfrm>
                <a:off x="8857564" y="4504011"/>
                <a:ext cx="25200" cy="25884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48035AED-8D50-1B15-DF55-6CD82D63EF4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51444" y="4497891"/>
                  <a:ext cx="37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EB765F59-65CE-0571-9C74-D8902846F4A5}"/>
                    </a:ext>
                  </a:extLst>
                </p14:cNvPr>
                <p14:cNvContentPartPr/>
                <p14:nvPr/>
              </p14:nvContentPartPr>
              <p14:xfrm>
                <a:off x="8870884" y="4430931"/>
                <a:ext cx="198360" cy="1677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EB765F59-65CE-0571-9C74-D8902846F4A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64764" y="4424811"/>
                  <a:ext cx="210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59EBD1D-307B-B7D5-D344-7BEA25861A2E}"/>
                    </a:ext>
                  </a:extLst>
                </p14:cNvPr>
                <p14:cNvContentPartPr/>
                <p14:nvPr/>
              </p14:nvContentPartPr>
              <p14:xfrm>
                <a:off x="9347164" y="4457931"/>
                <a:ext cx="1279800" cy="1468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59EBD1D-307B-B7D5-D344-7BEA25861A2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341044" y="4451811"/>
                  <a:ext cx="1292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0C1AEC30-A23B-FB22-87C8-13D2FC76577D}"/>
                    </a:ext>
                  </a:extLst>
                </p14:cNvPr>
                <p14:cNvContentPartPr/>
                <p14:nvPr/>
              </p14:nvContentPartPr>
              <p14:xfrm>
                <a:off x="10193524" y="4541811"/>
                <a:ext cx="131040" cy="14076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0C1AEC30-A23B-FB22-87C8-13D2FC76577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87404" y="4535691"/>
                  <a:ext cx="14328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74528B1-AFD3-943A-BBFC-AC2474043F22}"/>
              </a:ext>
            </a:extLst>
          </p:cNvPr>
          <p:cNvGrpSpPr/>
          <p:nvPr/>
        </p:nvGrpSpPr>
        <p:grpSpPr>
          <a:xfrm>
            <a:off x="1580884" y="4134651"/>
            <a:ext cx="5175000" cy="933480"/>
            <a:chOff x="1580884" y="4134651"/>
            <a:chExt cx="5175000" cy="93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7E38BA4A-DCCC-DD69-1036-9DD11637238D}"/>
                    </a:ext>
                  </a:extLst>
                </p14:cNvPr>
                <p14:cNvContentPartPr/>
                <p14:nvPr/>
              </p14:nvContentPartPr>
              <p14:xfrm>
                <a:off x="1580884" y="4560171"/>
                <a:ext cx="2594520" cy="5079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7E38BA4A-DCCC-DD69-1036-9DD1163723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74764" y="4554051"/>
                  <a:ext cx="26067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F3928021-4983-9389-96B5-2B1162B5F01B}"/>
                    </a:ext>
                  </a:extLst>
                </p14:cNvPr>
                <p14:cNvContentPartPr/>
                <p14:nvPr/>
              </p14:nvContentPartPr>
              <p14:xfrm>
                <a:off x="4377364" y="4336611"/>
                <a:ext cx="279720" cy="2599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F3928021-4983-9389-96B5-2B1162B5F01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71244" y="4330491"/>
                  <a:ext cx="2919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9309FB2-C6EA-8C20-A415-584D96ED3366}"/>
                    </a:ext>
                  </a:extLst>
                </p14:cNvPr>
                <p14:cNvContentPartPr/>
                <p14:nvPr/>
              </p14:nvContentPartPr>
              <p14:xfrm>
                <a:off x="4802164" y="4343451"/>
                <a:ext cx="254880" cy="2167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9309FB2-C6EA-8C20-A415-584D96ED336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96044" y="4337331"/>
                  <a:ext cx="267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FA5FC70-6C41-CB09-045A-81047E21ED80}"/>
                    </a:ext>
                  </a:extLst>
                </p14:cNvPr>
                <p14:cNvContentPartPr/>
                <p14:nvPr/>
              </p14:nvContentPartPr>
              <p14:xfrm>
                <a:off x="4883524" y="4429131"/>
                <a:ext cx="187560" cy="313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FA5FC70-6C41-CB09-045A-81047E21ED8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77404" y="4423011"/>
                  <a:ext cx="199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625A328-4E09-ECB0-A4DF-E3E0D32FDD39}"/>
                    </a:ext>
                  </a:extLst>
                </p14:cNvPr>
                <p14:cNvContentPartPr/>
                <p14:nvPr/>
              </p14:nvContentPartPr>
              <p14:xfrm>
                <a:off x="5062084" y="4325091"/>
                <a:ext cx="163080" cy="24048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625A328-4E09-ECB0-A4DF-E3E0D32FDD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55964" y="4318971"/>
                  <a:ext cx="175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6054B24D-D434-9EA1-0534-3A16362E5304}"/>
                    </a:ext>
                  </a:extLst>
                </p14:cNvPr>
                <p14:cNvContentPartPr/>
                <p14:nvPr/>
              </p14:nvContentPartPr>
              <p14:xfrm>
                <a:off x="5371324" y="4309251"/>
                <a:ext cx="158760" cy="522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6054B24D-D434-9EA1-0534-3A16362E530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365204" y="4303131"/>
                  <a:ext cx="171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6690995E-8675-5CC6-7BCB-9097A76D9958}"/>
                    </a:ext>
                  </a:extLst>
                </p14:cNvPr>
                <p14:cNvContentPartPr/>
                <p14:nvPr/>
              </p14:nvContentPartPr>
              <p14:xfrm>
                <a:off x="5320204" y="4361451"/>
                <a:ext cx="172440" cy="727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6690995E-8675-5CC6-7BCB-9097A76D995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14084" y="4355331"/>
                  <a:ext cx="184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F983BDA9-D7D2-0DD2-273B-0E71FCF55E69}"/>
                    </a:ext>
                  </a:extLst>
                </p14:cNvPr>
                <p14:cNvContentPartPr/>
                <p14:nvPr/>
              </p14:nvContentPartPr>
              <p14:xfrm>
                <a:off x="5302204" y="4219251"/>
                <a:ext cx="156600" cy="33588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F983BDA9-D7D2-0DD2-273B-0E71FCF55E6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96084" y="4213131"/>
                  <a:ext cx="1688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CC96A11A-934E-F98C-9C65-E09163EE638B}"/>
                    </a:ext>
                  </a:extLst>
                </p14:cNvPr>
                <p14:cNvContentPartPr/>
                <p14:nvPr/>
              </p14:nvContentPartPr>
              <p14:xfrm>
                <a:off x="5558884" y="4300611"/>
                <a:ext cx="160200" cy="1303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CC96A11A-934E-F98C-9C65-E09163EE638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52764" y="4294491"/>
                  <a:ext cx="172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B1BB7C4A-9D49-AC2C-CDB5-355F57940B5C}"/>
                    </a:ext>
                  </a:extLst>
                </p14:cNvPr>
                <p14:cNvContentPartPr/>
                <p14:nvPr/>
              </p14:nvContentPartPr>
              <p14:xfrm>
                <a:off x="4417324" y="4840611"/>
                <a:ext cx="265680" cy="1148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B1BB7C4A-9D49-AC2C-CDB5-355F57940B5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11204" y="4834491"/>
                  <a:ext cx="277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1ABFC107-5320-99D4-83A8-1F27A03ECAB8}"/>
                    </a:ext>
                  </a:extLst>
                </p14:cNvPr>
                <p14:cNvContentPartPr/>
                <p14:nvPr/>
              </p14:nvContentPartPr>
              <p14:xfrm>
                <a:off x="4580044" y="4822611"/>
                <a:ext cx="186120" cy="17964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1ABFC107-5320-99D4-83A8-1F27A03ECAB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73924" y="4816491"/>
                  <a:ext cx="198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E2D503BE-2F20-0E8B-2AB7-8082EB780FA6}"/>
                    </a:ext>
                  </a:extLst>
                </p14:cNvPr>
                <p14:cNvContentPartPr/>
                <p14:nvPr/>
              </p14:nvContentPartPr>
              <p14:xfrm>
                <a:off x="4914484" y="4776891"/>
                <a:ext cx="176760" cy="22968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E2D503BE-2F20-0E8B-2AB7-8082EB780FA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08364" y="4770771"/>
                  <a:ext cx="1890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1996DDF6-79CE-02D2-F945-262085951979}"/>
                    </a:ext>
                  </a:extLst>
                </p14:cNvPr>
                <p14:cNvContentPartPr/>
                <p14:nvPr/>
              </p14:nvContentPartPr>
              <p14:xfrm>
                <a:off x="5165404" y="4856091"/>
                <a:ext cx="103320" cy="15732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1996DDF6-79CE-02D2-F945-26208595197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59284" y="4849971"/>
                  <a:ext cx="115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4CEB44E1-951A-463F-B44C-4E4E68AF736E}"/>
                    </a:ext>
                  </a:extLst>
                </p14:cNvPr>
                <p14:cNvContentPartPr/>
                <p14:nvPr/>
              </p14:nvContentPartPr>
              <p14:xfrm>
                <a:off x="5289604" y="4897851"/>
                <a:ext cx="33480" cy="655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4CEB44E1-951A-463F-B44C-4E4E68AF736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83484" y="4891731"/>
                  <a:ext cx="457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85E8770A-4971-A490-55A2-31D541B46432}"/>
                    </a:ext>
                  </a:extLst>
                </p14:cNvPr>
                <p14:cNvContentPartPr/>
                <p14:nvPr/>
              </p14:nvContentPartPr>
              <p14:xfrm>
                <a:off x="5230564" y="4880571"/>
                <a:ext cx="103320" cy="136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85E8770A-4971-A490-55A2-31D541B4643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224444" y="4874451"/>
                  <a:ext cx="115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A47E3A78-1EFF-3036-E72D-EEDD49BCB9C1}"/>
                    </a:ext>
                  </a:extLst>
                </p14:cNvPr>
                <p14:cNvContentPartPr/>
                <p14:nvPr/>
              </p14:nvContentPartPr>
              <p14:xfrm>
                <a:off x="5322004" y="4819731"/>
                <a:ext cx="117720" cy="1875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A47E3A78-1EFF-3036-E72D-EEDD49BCB9C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15884" y="4813611"/>
                  <a:ext cx="129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6FF36225-F246-EE87-E58F-73A50D21F9C8}"/>
                    </a:ext>
                  </a:extLst>
                </p14:cNvPr>
                <p14:cNvContentPartPr/>
                <p14:nvPr/>
              </p14:nvContentPartPr>
              <p14:xfrm>
                <a:off x="5579044" y="4795251"/>
                <a:ext cx="218160" cy="5868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6FF36225-F246-EE87-E58F-73A50D21F9C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72924" y="4789131"/>
                  <a:ext cx="230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34B8AC38-35D8-9774-5D41-3EAE93DE8C8E}"/>
                    </a:ext>
                  </a:extLst>
                </p14:cNvPr>
                <p14:cNvContentPartPr/>
                <p14:nvPr/>
              </p14:nvContentPartPr>
              <p14:xfrm>
                <a:off x="5590924" y="4885971"/>
                <a:ext cx="159840" cy="5400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34B8AC38-35D8-9774-5D41-3EAE93DE8C8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584804" y="4879851"/>
                  <a:ext cx="172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1D620104-6276-92A9-04A2-C9C229695FA7}"/>
                    </a:ext>
                  </a:extLst>
                </p14:cNvPr>
                <p14:cNvContentPartPr/>
                <p14:nvPr/>
              </p14:nvContentPartPr>
              <p14:xfrm>
                <a:off x="5593084" y="4715331"/>
                <a:ext cx="124200" cy="30492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1D620104-6276-92A9-04A2-C9C229695FA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86964" y="4709211"/>
                  <a:ext cx="1364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984F1E9-88E3-6143-2611-577B7F77B87D}"/>
                    </a:ext>
                  </a:extLst>
                </p14:cNvPr>
                <p14:cNvContentPartPr/>
                <p14:nvPr/>
              </p14:nvContentPartPr>
              <p14:xfrm>
                <a:off x="5740324" y="4803531"/>
                <a:ext cx="208080" cy="1814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984F1E9-88E3-6143-2611-577B7F77B87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34204" y="4797411"/>
                  <a:ext cx="220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5B936986-6A8B-B3DB-0718-F910AF45E1C0}"/>
                    </a:ext>
                  </a:extLst>
                </p14:cNvPr>
                <p14:cNvContentPartPr/>
                <p14:nvPr/>
              </p14:nvContentPartPr>
              <p14:xfrm>
                <a:off x="4492564" y="4797051"/>
                <a:ext cx="228600" cy="9468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5B936986-6A8B-B3DB-0718-F910AF45E1C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86444" y="4790931"/>
                  <a:ext cx="240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21DA1320-2762-0EBC-D141-B8F418E268B7}"/>
                    </a:ext>
                  </a:extLst>
                </p14:cNvPr>
                <p14:cNvContentPartPr/>
                <p14:nvPr/>
              </p14:nvContentPartPr>
              <p14:xfrm>
                <a:off x="4626484" y="4747371"/>
                <a:ext cx="141120" cy="2350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21DA1320-2762-0EBC-D141-B8F418E268B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20364" y="4741251"/>
                  <a:ext cx="1533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D62CC926-55E3-6C45-D833-5F379625EE44}"/>
                    </a:ext>
                  </a:extLst>
                </p14:cNvPr>
                <p14:cNvContentPartPr/>
                <p14:nvPr/>
              </p14:nvContentPartPr>
              <p14:xfrm>
                <a:off x="5299684" y="4839891"/>
                <a:ext cx="34200" cy="997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D62CC926-55E3-6C45-D833-5F379625EE4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93564" y="4833771"/>
                  <a:ext cx="46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15698862-7D62-FFFF-35BD-5266FA9FAB1A}"/>
                    </a:ext>
                  </a:extLst>
                </p14:cNvPr>
                <p14:cNvContentPartPr/>
                <p14:nvPr/>
              </p14:nvContentPartPr>
              <p14:xfrm>
                <a:off x="5239204" y="4858251"/>
                <a:ext cx="151200" cy="129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15698862-7D62-FFFF-35BD-5266FA9FAB1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33084" y="4852131"/>
                  <a:ext cx="163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C0D88700-BD4A-4CAE-BB0A-FE4273B8C113}"/>
                    </a:ext>
                  </a:extLst>
                </p14:cNvPr>
                <p14:cNvContentPartPr/>
                <p14:nvPr/>
              </p14:nvContentPartPr>
              <p14:xfrm>
                <a:off x="4982164" y="4390971"/>
                <a:ext cx="29520" cy="799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C0D88700-BD4A-4CAE-BB0A-FE4273B8C11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76044" y="4384851"/>
                  <a:ext cx="41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29436C45-7B02-18E6-108E-9E3EEEC45A68}"/>
                    </a:ext>
                  </a:extLst>
                </p14:cNvPr>
                <p14:cNvContentPartPr/>
                <p14:nvPr/>
              </p14:nvContentPartPr>
              <p14:xfrm>
                <a:off x="5916004" y="4154091"/>
                <a:ext cx="200520" cy="2667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29436C45-7B02-18E6-108E-9E3EEEC45A6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09884" y="4147971"/>
                  <a:ext cx="212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4F8D9AEC-FE31-C102-60A9-B2C70CE42E31}"/>
                    </a:ext>
                  </a:extLst>
                </p14:cNvPr>
                <p14:cNvContentPartPr/>
                <p14:nvPr/>
              </p14:nvContentPartPr>
              <p14:xfrm>
                <a:off x="6163684" y="4190811"/>
                <a:ext cx="69120" cy="2048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4F8D9AEC-FE31-C102-60A9-B2C70CE42E3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157564" y="4184691"/>
                  <a:ext cx="81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4783A17B-B745-08BC-54DE-15B27DC7C4E5}"/>
                    </a:ext>
                  </a:extLst>
                </p14:cNvPr>
                <p14:cNvContentPartPr/>
                <p14:nvPr/>
              </p14:nvContentPartPr>
              <p14:xfrm>
                <a:off x="6254044" y="4244811"/>
                <a:ext cx="44280" cy="1242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4783A17B-B745-08BC-54DE-15B27DC7C4E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47924" y="4238691"/>
                  <a:ext cx="56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25FA7534-A27E-D0D9-7AD5-36967BEF17B7}"/>
                    </a:ext>
                  </a:extLst>
                </p14:cNvPr>
                <p14:cNvContentPartPr/>
                <p14:nvPr/>
              </p14:nvContentPartPr>
              <p14:xfrm>
                <a:off x="6236764" y="4245531"/>
                <a:ext cx="94680" cy="446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25FA7534-A27E-D0D9-7AD5-36967BEF17B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230644" y="4239411"/>
                  <a:ext cx="106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19084228-3F48-1387-B0B4-5F025EC6015A}"/>
                    </a:ext>
                  </a:extLst>
                </p14:cNvPr>
                <p14:cNvContentPartPr/>
                <p14:nvPr/>
              </p14:nvContentPartPr>
              <p14:xfrm>
                <a:off x="6297964" y="4215651"/>
                <a:ext cx="87840" cy="17100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19084228-3F48-1387-B0B4-5F025EC601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91844" y="4209531"/>
                  <a:ext cx="100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A0E81462-3EE3-E7B6-C808-0BDE3FE049C0}"/>
                    </a:ext>
                  </a:extLst>
                </p14:cNvPr>
                <p14:cNvContentPartPr/>
                <p14:nvPr/>
              </p14:nvContentPartPr>
              <p14:xfrm>
                <a:off x="6488044" y="4208451"/>
                <a:ext cx="110880" cy="1944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A0E81462-3EE3-E7B6-C808-0BDE3FE049C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81924" y="4202331"/>
                  <a:ext cx="1231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DA4EB206-3FD8-C3F7-3D0A-EE2BF00BAC5D}"/>
                    </a:ext>
                  </a:extLst>
                </p14:cNvPr>
                <p14:cNvContentPartPr/>
                <p14:nvPr/>
              </p14:nvContentPartPr>
              <p14:xfrm>
                <a:off x="6486604" y="4293411"/>
                <a:ext cx="81720" cy="2520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DA4EB206-3FD8-C3F7-3D0A-EE2BF00BAC5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80484" y="4287291"/>
                  <a:ext cx="93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9BE11AE1-2EBA-0BE0-358E-4972033C756E}"/>
                    </a:ext>
                  </a:extLst>
                </p14:cNvPr>
                <p14:cNvContentPartPr/>
                <p14:nvPr/>
              </p14:nvContentPartPr>
              <p14:xfrm>
                <a:off x="6617284" y="4134651"/>
                <a:ext cx="138600" cy="1623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9BE11AE1-2EBA-0BE0-358E-4972033C756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11164" y="4128531"/>
                  <a:ext cx="150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74B4AB7B-54BF-AC40-2FCC-2F291BA2938B}"/>
                    </a:ext>
                  </a:extLst>
                </p14:cNvPr>
                <p14:cNvContentPartPr/>
                <p14:nvPr/>
              </p14:nvContentPartPr>
              <p14:xfrm>
                <a:off x="5216164" y="4500771"/>
                <a:ext cx="3240" cy="61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74B4AB7B-54BF-AC40-2FCC-2F291BA293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210044" y="4494651"/>
                  <a:ext cx="15480" cy="1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8AB2272-5494-D551-D3D0-98853ED2CCE6}"/>
              </a:ext>
            </a:extLst>
          </p:cNvPr>
          <p:cNvGrpSpPr/>
          <p:nvPr/>
        </p:nvGrpSpPr>
        <p:grpSpPr>
          <a:xfrm>
            <a:off x="5188444" y="3159411"/>
            <a:ext cx="1753200" cy="561960"/>
            <a:chOff x="5188444" y="3159411"/>
            <a:chExt cx="1753200" cy="56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3B76945B-98D7-BC0F-AEC5-053A5DF991F2}"/>
                    </a:ext>
                  </a:extLst>
                </p14:cNvPr>
                <p14:cNvContentPartPr/>
                <p14:nvPr/>
              </p14:nvContentPartPr>
              <p14:xfrm>
                <a:off x="5188444" y="3171651"/>
                <a:ext cx="431640" cy="38880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3B76945B-98D7-BC0F-AEC5-053A5DF991F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182324" y="3165531"/>
                  <a:ext cx="4438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C8DFFF96-9D5A-EC49-F6A3-F0E36C5190F3}"/>
                    </a:ext>
                  </a:extLst>
                </p14:cNvPr>
                <p14:cNvContentPartPr/>
                <p14:nvPr/>
              </p14:nvContentPartPr>
              <p14:xfrm>
                <a:off x="5420284" y="3205851"/>
                <a:ext cx="475200" cy="51552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C8DFFF96-9D5A-EC49-F6A3-F0E36C5190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414164" y="3199731"/>
                  <a:ext cx="4874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EDEAA5BF-3333-7D05-D937-BFBC4B71F68A}"/>
                    </a:ext>
                  </a:extLst>
                </p14:cNvPr>
                <p14:cNvContentPartPr/>
                <p14:nvPr/>
              </p14:nvContentPartPr>
              <p14:xfrm>
                <a:off x="5981164" y="3278571"/>
                <a:ext cx="186120" cy="9540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EDEAA5BF-3333-7D05-D937-BFBC4B71F68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975044" y="3272451"/>
                  <a:ext cx="198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1351808B-FA8F-0291-A4D7-39704ABCB066}"/>
                    </a:ext>
                  </a:extLst>
                </p14:cNvPr>
                <p14:cNvContentPartPr/>
                <p14:nvPr/>
              </p14:nvContentPartPr>
              <p14:xfrm>
                <a:off x="5998444" y="3202971"/>
                <a:ext cx="298080" cy="4366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1351808B-FA8F-0291-A4D7-39704ABCB06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992324" y="3196851"/>
                  <a:ext cx="3103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6FCDCE00-3DDD-0E65-CBE2-FAC9EAAE2761}"/>
                    </a:ext>
                  </a:extLst>
                </p14:cNvPr>
                <p14:cNvContentPartPr/>
                <p14:nvPr/>
              </p14:nvContentPartPr>
              <p14:xfrm>
                <a:off x="6353044" y="3286131"/>
                <a:ext cx="24840" cy="5256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6FCDCE00-3DDD-0E65-CBE2-FAC9EAAE276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346924" y="3280011"/>
                  <a:ext cx="37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AB970FD8-B173-E424-88B3-079DE6E79606}"/>
                    </a:ext>
                  </a:extLst>
                </p14:cNvPr>
                <p14:cNvContentPartPr/>
                <p14:nvPr/>
              </p14:nvContentPartPr>
              <p14:xfrm>
                <a:off x="6291484" y="3248331"/>
                <a:ext cx="284040" cy="3549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AB970FD8-B173-E424-88B3-079DE6E7960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285364" y="3242211"/>
                  <a:ext cx="2962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D470AC8F-E0AD-2918-41EB-1ADAAFA6B21E}"/>
                    </a:ext>
                  </a:extLst>
                </p14:cNvPr>
                <p14:cNvContentPartPr/>
                <p14:nvPr/>
              </p14:nvContentPartPr>
              <p14:xfrm>
                <a:off x="6441604" y="3430491"/>
                <a:ext cx="163080" cy="8424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D470AC8F-E0AD-2918-41EB-1ADAAFA6B21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35484" y="3424371"/>
                  <a:ext cx="175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41CBBBF8-350B-43D2-E975-94A137FEBAEA}"/>
                    </a:ext>
                  </a:extLst>
                </p14:cNvPr>
                <p14:cNvContentPartPr/>
                <p14:nvPr/>
              </p14:nvContentPartPr>
              <p14:xfrm>
                <a:off x="6461764" y="3456051"/>
                <a:ext cx="258840" cy="12816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41CBBBF8-350B-43D2-E975-94A137FEBAE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55644" y="3449931"/>
                  <a:ext cx="271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7C2CF136-44E9-4713-438D-AF5CCF5B028E}"/>
                    </a:ext>
                  </a:extLst>
                </p14:cNvPr>
                <p14:cNvContentPartPr/>
                <p14:nvPr/>
              </p14:nvContentPartPr>
              <p14:xfrm>
                <a:off x="6702604" y="3159411"/>
                <a:ext cx="239040" cy="51120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7C2CF136-44E9-4713-438D-AF5CCF5B028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96484" y="3153291"/>
                  <a:ext cx="251280" cy="52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13B1-672A-BFF5-0B90-A348BE15E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27D8FDA-8C2F-B33B-BDAF-38DD2A5BA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9.3.1.</a:t>
            </a:r>
            <a:r>
              <a:rPr lang="zh-CN" altLang="en-US" dirty="0"/>
              <a:t> </a:t>
            </a:r>
            <a:r>
              <a:rPr lang="en-US" altLang="zh-CN" dirty="0"/>
              <a:t>PI</a:t>
            </a:r>
            <a:r>
              <a:rPr lang="zh-CN" altLang="en-US" dirty="0"/>
              <a:t>原理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9708AC-D859-7618-3F59-BF37F44F2742}"/>
              </a:ext>
            </a:extLst>
          </p:cNvPr>
          <p:cNvSpPr txBox="1"/>
          <p:nvPr/>
        </p:nvSpPr>
        <p:spPr>
          <a:xfrm>
            <a:off x="4265519" y="458888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F7960B-2C6D-4A84-067A-7B6882163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58" y="2720814"/>
            <a:ext cx="1117288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Kp​：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误差越大，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项输出越强，快速推动系统向目标靠近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Ki​：积分系数，决定对累积误差的修正强度，影响稳态误差的消除速度与系统稳定性。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97CB1630-F570-ECFB-EFD8-AD8787DCE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894331"/>
              </p:ext>
            </p:extLst>
          </p:nvPr>
        </p:nvGraphicFramePr>
        <p:xfrm>
          <a:off x="361513" y="3718560"/>
          <a:ext cx="4846213" cy="2952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8DCED1E2-70CA-C301-D020-D404D89C9C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974" y="835126"/>
            <a:ext cx="4943303" cy="172440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5A969DC-E2A9-B99D-55E1-B35E318D3F72}"/>
              </a:ext>
            </a:extLst>
          </p:cNvPr>
          <p:cNvSpPr txBox="1"/>
          <p:nvPr/>
        </p:nvSpPr>
        <p:spPr>
          <a:xfrm>
            <a:off x="5878286" y="414526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误差大时</a:t>
            </a:r>
            <a:r>
              <a:rPr lang="zh-CN" altLang="en-US" dirty="0">
                <a:solidFill>
                  <a:srgbClr val="1F2329"/>
                </a:solidFill>
                <a:latin typeface="ui-sans-serif"/>
              </a:rPr>
              <a:t>，</a:t>
            </a:r>
            <a:r>
              <a:rPr lang="en-US" altLang="zh-CN" dirty="0">
                <a:solidFill>
                  <a:srgbClr val="1F2329"/>
                </a:solidFill>
                <a:latin typeface="ui-sans-serif"/>
              </a:rPr>
              <a:t>P</a:t>
            </a: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项主导（快速拉近距离）</a:t>
            </a:r>
            <a:endParaRPr lang="zh-CN" altLang="en-US" dirty="0"/>
          </a:p>
          <a:p>
            <a:pPr>
              <a:lnSpc>
                <a:spcPts val="1800"/>
              </a:lnSpc>
              <a:buNone/>
            </a:pP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误差减小时，</a:t>
            </a:r>
            <a:r>
              <a:rPr lang="en-US" altLang="zh-CN" b="0" dirty="0">
                <a:solidFill>
                  <a:srgbClr val="1F2329"/>
                </a:solidFill>
                <a:effectLst/>
                <a:latin typeface="ui-sans-serif"/>
              </a:rPr>
              <a:t>I</a:t>
            </a: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项补位（持续修正，抵消干扰）</a:t>
            </a:r>
            <a:endParaRPr lang="zh-CN" altLang="en-US" dirty="0"/>
          </a:p>
          <a:p>
            <a:pPr>
              <a:buNone/>
            </a:pP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稳态时，</a:t>
            </a:r>
            <a:r>
              <a:rPr lang="en-US" altLang="zh-CN" b="0" dirty="0">
                <a:solidFill>
                  <a:srgbClr val="1F2329"/>
                </a:solidFill>
                <a:effectLst/>
                <a:latin typeface="ui-sans-serif"/>
              </a:rPr>
              <a:t>I</a:t>
            </a: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项稳定输出（替代</a:t>
            </a:r>
            <a:r>
              <a:rPr lang="en-US" altLang="zh-CN" b="0" dirty="0">
                <a:solidFill>
                  <a:srgbClr val="1F2329"/>
                </a:solidFill>
                <a:effectLst/>
                <a:latin typeface="ui-sans-serif"/>
              </a:rPr>
              <a:t>P</a:t>
            </a: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项，让误差</a:t>
            </a:r>
            <a:r>
              <a:rPr lang="en-US" altLang="zh-CN" b="0" dirty="0">
                <a:solidFill>
                  <a:srgbClr val="1F2329"/>
                </a:solidFill>
                <a:effectLst/>
                <a:latin typeface="ui-sans-serif"/>
              </a:rPr>
              <a:t>=0</a:t>
            </a:r>
            <a:r>
              <a:rPr lang="zh-CN" altLang="en-US" b="0" dirty="0">
                <a:solidFill>
                  <a:srgbClr val="1F2329"/>
                </a:solidFill>
                <a:effectLst/>
                <a:latin typeface="ui-sans-serif"/>
              </a:rPr>
              <a:t>）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8908AEBD-7BE6-046A-41DC-558E9332E856}"/>
                  </a:ext>
                </a:extLst>
              </p14:cNvPr>
              <p14:cNvContentPartPr/>
              <p14:nvPr/>
            </p14:nvContentPartPr>
            <p14:xfrm>
              <a:off x="5632684" y="2143851"/>
              <a:ext cx="4680" cy="194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8908AEBD-7BE6-046A-41DC-558E9332E85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26564" y="2137731"/>
                <a:ext cx="16920" cy="3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2AC4CA29-4B15-4184-D69A-135271EE24AE}"/>
              </a:ext>
            </a:extLst>
          </p:cNvPr>
          <p:cNvGrpSpPr/>
          <p:nvPr/>
        </p:nvGrpSpPr>
        <p:grpSpPr>
          <a:xfrm>
            <a:off x="1148884" y="2554611"/>
            <a:ext cx="2216160" cy="426600"/>
            <a:chOff x="1148884" y="2554611"/>
            <a:chExt cx="221616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E05D52B3-BA70-86CD-005B-E3CE6B78B3D9}"/>
                    </a:ext>
                  </a:extLst>
                </p14:cNvPr>
                <p14:cNvContentPartPr/>
                <p14:nvPr/>
              </p14:nvContentPartPr>
              <p14:xfrm>
                <a:off x="1148884" y="2928651"/>
                <a:ext cx="794880" cy="525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E05D52B3-BA70-86CD-005B-E3CE6B78B3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42764" y="2922531"/>
                  <a:ext cx="807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F679BBF-A7FC-70C5-2B40-EE688D1531D6}"/>
                    </a:ext>
                  </a:extLst>
                </p14:cNvPr>
                <p14:cNvContentPartPr/>
                <p14:nvPr/>
              </p14:nvContentPartPr>
              <p14:xfrm>
                <a:off x="2163004" y="2554611"/>
                <a:ext cx="1202040" cy="41868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F679BBF-A7FC-70C5-2B40-EE688D1531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56884" y="2548491"/>
                  <a:ext cx="1214280" cy="43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8EE32E06-7493-450F-2757-A9AD176CCF8D}"/>
                  </a:ext>
                </a:extLst>
              </p14:cNvPr>
              <p14:cNvContentPartPr/>
              <p14:nvPr/>
            </p14:nvContentPartPr>
            <p14:xfrm>
              <a:off x="1113964" y="3287571"/>
              <a:ext cx="664200" cy="75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8EE32E06-7493-450F-2757-A9AD176CCF8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07844" y="3281451"/>
                <a:ext cx="676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0EA03189-6609-3EC5-F31C-73F21C2FD12F}"/>
                  </a:ext>
                </a:extLst>
              </p14:cNvPr>
              <p14:cNvContentPartPr/>
              <p14:nvPr/>
            </p14:nvContentPartPr>
            <p14:xfrm>
              <a:off x="4170724" y="3223131"/>
              <a:ext cx="10440" cy="900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0EA03189-6609-3EC5-F31C-73F21C2FD12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64604" y="3217011"/>
                <a:ext cx="2268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32A717FB-FF05-0D17-712E-DC5AC860CF35}"/>
              </a:ext>
            </a:extLst>
          </p:cNvPr>
          <p:cNvGrpSpPr/>
          <p:nvPr/>
        </p:nvGrpSpPr>
        <p:grpSpPr>
          <a:xfrm>
            <a:off x="5064604" y="518811"/>
            <a:ext cx="2273760" cy="1618200"/>
            <a:chOff x="5064604" y="518811"/>
            <a:chExt cx="2273760" cy="161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7EB513B4-0EB5-691C-E580-611EA16597EF}"/>
                    </a:ext>
                  </a:extLst>
                </p14:cNvPr>
                <p14:cNvContentPartPr/>
                <p14:nvPr/>
              </p14:nvContentPartPr>
              <p14:xfrm>
                <a:off x="5394724" y="1203891"/>
                <a:ext cx="17640" cy="3672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7EB513B4-0EB5-691C-E580-611EA16597E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88604" y="1197771"/>
                  <a:ext cx="298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989B809D-99E8-ABCB-AD2F-1230CF3E6A1E}"/>
                    </a:ext>
                  </a:extLst>
                </p14:cNvPr>
                <p14:cNvContentPartPr/>
                <p14:nvPr/>
              </p14:nvContentPartPr>
              <p14:xfrm>
                <a:off x="5064604" y="1158171"/>
                <a:ext cx="1216440" cy="97884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989B809D-99E8-ABCB-AD2F-1230CF3E6A1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58484" y="1152051"/>
                  <a:ext cx="1228680" cy="9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617DC3CC-FA1D-B8FD-6257-D2C279D65BFC}"/>
                    </a:ext>
                  </a:extLst>
                </p14:cNvPr>
                <p14:cNvContentPartPr/>
                <p14:nvPr/>
              </p14:nvContentPartPr>
              <p14:xfrm>
                <a:off x="6011404" y="660651"/>
                <a:ext cx="488520" cy="4021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617DC3CC-FA1D-B8FD-6257-D2C279D65B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05284" y="654531"/>
                  <a:ext cx="5007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AC7135E7-A3F9-023E-401D-09B76FED1097}"/>
                    </a:ext>
                  </a:extLst>
                </p14:cNvPr>
                <p14:cNvContentPartPr/>
                <p14:nvPr/>
              </p14:nvContentPartPr>
              <p14:xfrm>
                <a:off x="6350164" y="884571"/>
                <a:ext cx="168840" cy="547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AC7135E7-A3F9-023E-401D-09B76FED109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344044" y="878451"/>
                  <a:ext cx="181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53B04B3-612A-E5C9-4BE5-2E82F806F137}"/>
                    </a:ext>
                  </a:extLst>
                </p14:cNvPr>
                <p14:cNvContentPartPr/>
                <p14:nvPr/>
              </p14:nvContentPartPr>
              <p14:xfrm>
                <a:off x="6499564" y="762171"/>
                <a:ext cx="149040" cy="2300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53B04B3-612A-E5C9-4BE5-2E82F806F13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93444" y="756051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490659BF-6DF3-AF89-9EB8-C0D095A886BA}"/>
                    </a:ext>
                  </a:extLst>
                </p14:cNvPr>
                <p14:cNvContentPartPr/>
                <p14:nvPr/>
              </p14:nvContentPartPr>
              <p14:xfrm>
                <a:off x="6788644" y="648771"/>
                <a:ext cx="248400" cy="741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490659BF-6DF3-AF89-9EB8-C0D095A886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82524" y="642651"/>
                  <a:ext cx="260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D9EE7222-6572-E2DC-8E8F-249ACD548FB0}"/>
                    </a:ext>
                  </a:extLst>
                </p14:cNvPr>
                <p14:cNvContentPartPr/>
                <p14:nvPr/>
              </p14:nvContentPartPr>
              <p14:xfrm>
                <a:off x="6969364" y="541491"/>
                <a:ext cx="120240" cy="1814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D9EE7222-6572-E2DC-8E8F-249ACD548FB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963244" y="535371"/>
                  <a:ext cx="132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142BEE5-8CF8-4D12-F230-4499DFD90E72}"/>
                    </a:ext>
                  </a:extLst>
                </p14:cNvPr>
                <p14:cNvContentPartPr/>
                <p14:nvPr/>
              </p14:nvContentPartPr>
              <p14:xfrm>
                <a:off x="7193644" y="518811"/>
                <a:ext cx="144720" cy="15084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142BEE5-8CF8-4D12-F230-4499DFD90E7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87524" y="512691"/>
                  <a:ext cx="15696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8C41CCF2-4E89-161E-0144-C0AA9586FF82}"/>
                  </a:ext>
                </a:extLst>
              </p14:cNvPr>
              <p14:cNvContentPartPr/>
              <p14:nvPr/>
            </p14:nvContentPartPr>
            <p14:xfrm>
              <a:off x="5956684" y="1731651"/>
              <a:ext cx="14760" cy="612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8C41CCF2-4E89-161E-0144-C0AA9586FF8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950564" y="1725531"/>
                <a:ext cx="2700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DC5F01C8-F55C-0A5E-0083-AA4644789778}"/>
              </a:ext>
            </a:extLst>
          </p:cNvPr>
          <p:cNvGrpSpPr/>
          <p:nvPr/>
        </p:nvGrpSpPr>
        <p:grpSpPr>
          <a:xfrm>
            <a:off x="8076724" y="298131"/>
            <a:ext cx="1668240" cy="590760"/>
            <a:chOff x="8076724" y="298131"/>
            <a:chExt cx="1668240" cy="59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54C32075-BDA7-4FA1-16C3-C8A0A6CE4BC7}"/>
                    </a:ext>
                  </a:extLst>
                </p14:cNvPr>
                <p14:cNvContentPartPr/>
                <p14:nvPr/>
              </p14:nvContentPartPr>
              <p14:xfrm>
                <a:off x="8076724" y="298131"/>
                <a:ext cx="243000" cy="5907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54C32075-BDA7-4FA1-16C3-C8A0A6CE4BC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70604" y="292011"/>
                  <a:ext cx="2552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098D68D0-EAC0-934B-C6CF-E38142312C9A}"/>
                    </a:ext>
                  </a:extLst>
                </p14:cNvPr>
                <p14:cNvContentPartPr/>
                <p14:nvPr/>
              </p14:nvContentPartPr>
              <p14:xfrm>
                <a:off x="8261044" y="563091"/>
                <a:ext cx="139680" cy="1306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098D68D0-EAC0-934B-C6CF-E38142312C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54924" y="556971"/>
                  <a:ext cx="151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25F14F83-87CE-FFCA-B66F-4ADE89677A00}"/>
                    </a:ext>
                  </a:extLst>
                </p14:cNvPr>
                <p14:cNvContentPartPr/>
                <p14:nvPr/>
              </p14:nvContentPartPr>
              <p14:xfrm>
                <a:off x="8327284" y="514491"/>
                <a:ext cx="86400" cy="2440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25F14F83-87CE-FFCA-B66F-4ADE89677A0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21164" y="508371"/>
                  <a:ext cx="986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FA406D2E-4164-AE70-81DE-51E33D5409BA}"/>
                    </a:ext>
                  </a:extLst>
                </p14:cNvPr>
                <p14:cNvContentPartPr/>
                <p14:nvPr/>
              </p14:nvContentPartPr>
              <p14:xfrm>
                <a:off x="8275444" y="497931"/>
                <a:ext cx="194760" cy="2667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FA406D2E-4164-AE70-81DE-51E33D5409B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69324" y="491811"/>
                  <a:ext cx="207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67DAA96B-D4FE-5DF5-8F5E-5B910D62EB76}"/>
                    </a:ext>
                  </a:extLst>
                </p14:cNvPr>
                <p14:cNvContentPartPr/>
                <p14:nvPr/>
              </p14:nvContentPartPr>
              <p14:xfrm>
                <a:off x="8420524" y="354291"/>
                <a:ext cx="292320" cy="5140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67DAA96B-D4FE-5DF5-8F5E-5B910D62EB7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14404" y="348171"/>
                  <a:ext cx="30456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455F9001-90A8-805B-B465-6CA97AA87922}"/>
                    </a:ext>
                  </a:extLst>
                </p14:cNvPr>
                <p14:cNvContentPartPr/>
                <p14:nvPr/>
              </p14:nvContentPartPr>
              <p14:xfrm>
                <a:off x="8801044" y="437451"/>
                <a:ext cx="589680" cy="1987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455F9001-90A8-805B-B465-6CA97AA8792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794924" y="431331"/>
                  <a:ext cx="601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AE7E88A4-6FB4-D10A-4AEB-9F0B31ED692B}"/>
                    </a:ext>
                  </a:extLst>
                </p14:cNvPr>
                <p14:cNvContentPartPr/>
                <p14:nvPr/>
              </p14:nvContentPartPr>
              <p14:xfrm>
                <a:off x="9453004" y="431331"/>
                <a:ext cx="291960" cy="1818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AE7E88A4-6FB4-D10A-4AEB-9F0B31ED692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46884" y="425211"/>
                  <a:ext cx="30420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0FD8132-F5B1-D64D-2233-9851863FC722}"/>
              </a:ext>
            </a:extLst>
          </p:cNvPr>
          <p:cNvGrpSpPr/>
          <p:nvPr/>
        </p:nvGrpSpPr>
        <p:grpSpPr>
          <a:xfrm>
            <a:off x="7566964" y="376251"/>
            <a:ext cx="414000" cy="425160"/>
            <a:chOff x="7566964" y="376251"/>
            <a:chExt cx="41400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F69A5448-D57F-41F4-07AC-F1930C76C139}"/>
                    </a:ext>
                  </a:extLst>
                </p14:cNvPr>
                <p14:cNvContentPartPr/>
                <p14:nvPr/>
              </p14:nvContentPartPr>
              <p14:xfrm>
                <a:off x="7566964" y="515211"/>
                <a:ext cx="318240" cy="547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F69A5448-D57F-41F4-07AC-F1930C76C13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60844" y="509091"/>
                  <a:ext cx="330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8DF93D33-A7ED-AA09-A717-C9E5DBC6313B}"/>
                    </a:ext>
                  </a:extLst>
                </p14:cNvPr>
                <p14:cNvContentPartPr/>
                <p14:nvPr/>
              </p14:nvContentPartPr>
              <p14:xfrm>
                <a:off x="7610164" y="577131"/>
                <a:ext cx="310320" cy="1015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8DF93D33-A7ED-AA09-A717-C9E5DBC6313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04044" y="571011"/>
                  <a:ext cx="322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7E86DBA-1ACD-73EE-73BA-C235F099ED2B}"/>
                    </a:ext>
                  </a:extLst>
                </p14:cNvPr>
                <p14:cNvContentPartPr/>
                <p14:nvPr/>
              </p14:nvContentPartPr>
              <p14:xfrm>
                <a:off x="7754884" y="376251"/>
                <a:ext cx="226080" cy="4251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7E86DBA-1ACD-73EE-73BA-C235F099ED2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48764" y="370131"/>
                  <a:ext cx="238320" cy="43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586F3C7A-CE3C-8CB5-8B5F-567287302543}"/>
                  </a:ext>
                </a:extLst>
              </p14:cNvPr>
              <p14:cNvContentPartPr/>
              <p14:nvPr/>
            </p14:nvContentPartPr>
            <p14:xfrm>
              <a:off x="6447364" y="1237731"/>
              <a:ext cx="2135520" cy="110448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586F3C7A-CE3C-8CB5-8B5F-56728730254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41244" y="1231611"/>
                <a:ext cx="2147760" cy="11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87BF044D-2EC5-2B36-3385-440C1C89E72E}"/>
              </a:ext>
            </a:extLst>
          </p:cNvPr>
          <p:cNvGrpSpPr/>
          <p:nvPr/>
        </p:nvGrpSpPr>
        <p:grpSpPr>
          <a:xfrm>
            <a:off x="7280404" y="1313331"/>
            <a:ext cx="745560" cy="719640"/>
            <a:chOff x="7280404" y="1313331"/>
            <a:chExt cx="745560" cy="71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F5E33252-CC8A-E233-54EF-B6751EB36AA2}"/>
                    </a:ext>
                  </a:extLst>
                </p14:cNvPr>
                <p14:cNvContentPartPr/>
                <p14:nvPr/>
              </p14:nvContentPartPr>
              <p14:xfrm>
                <a:off x="7467964" y="1571091"/>
                <a:ext cx="63000" cy="1767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F5E33252-CC8A-E233-54EF-B6751EB36AA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461844" y="1564971"/>
                  <a:ext cx="75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952EBB96-DC37-1702-8B40-B678419F1E75}"/>
                    </a:ext>
                  </a:extLst>
                </p14:cNvPr>
                <p14:cNvContentPartPr/>
                <p14:nvPr/>
              </p14:nvContentPartPr>
              <p14:xfrm>
                <a:off x="7280404" y="1313331"/>
                <a:ext cx="677520" cy="71964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952EBB96-DC37-1702-8B40-B678419F1E7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274284" y="1307211"/>
                  <a:ext cx="68976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5092F21C-D822-09C5-3608-80F280A1132B}"/>
                    </a:ext>
                  </a:extLst>
                </p14:cNvPr>
                <p14:cNvContentPartPr/>
                <p14:nvPr/>
              </p14:nvContentPartPr>
              <p14:xfrm>
                <a:off x="7771084" y="1329531"/>
                <a:ext cx="250920" cy="6242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5092F21C-D822-09C5-3608-80F280A1132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64964" y="1323411"/>
                  <a:ext cx="26316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C107BE6D-A091-95D5-2135-E1BA8F18691A}"/>
                    </a:ext>
                  </a:extLst>
                </p14:cNvPr>
                <p14:cNvContentPartPr/>
                <p14:nvPr/>
              </p14:nvContentPartPr>
              <p14:xfrm>
                <a:off x="7353484" y="1324851"/>
                <a:ext cx="672480" cy="4683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C107BE6D-A091-95D5-2135-E1BA8F18691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47364" y="1318731"/>
                  <a:ext cx="684720" cy="48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13D2C94A-F145-648F-F31C-5DBE861A2C5D}"/>
                  </a:ext>
                </a:extLst>
              </p14:cNvPr>
              <p14:cNvContentPartPr/>
              <p14:nvPr/>
            </p14:nvContentPartPr>
            <p14:xfrm>
              <a:off x="6633124" y="1697091"/>
              <a:ext cx="245880" cy="93960"/>
            </p14:xfrm>
          </p:contentPart>
        </mc:Choice>
        <mc:Fallback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13D2C94A-F145-648F-F31C-5DBE861A2C5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27004" y="1690971"/>
                <a:ext cx="258120" cy="1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组合 50">
            <a:extLst>
              <a:ext uri="{FF2B5EF4-FFF2-40B4-BE49-F238E27FC236}">
                <a16:creationId xmlns:a16="http://schemas.microsoft.com/office/drawing/2014/main" id="{EFD6E2B8-FDA4-7C90-F746-3BE899B37573}"/>
              </a:ext>
            </a:extLst>
          </p:cNvPr>
          <p:cNvGrpSpPr/>
          <p:nvPr/>
        </p:nvGrpSpPr>
        <p:grpSpPr>
          <a:xfrm>
            <a:off x="8797444" y="1175811"/>
            <a:ext cx="724320" cy="500400"/>
            <a:chOff x="8797444" y="1175811"/>
            <a:chExt cx="724320" cy="50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600BA563-CBF4-BDE9-DB55-4D75E026DED5}"/>
                    </a:ext>
                  </a:extLst>
                </p14:cNvPr>
                <p14:cNvContentPartPr/>
                <p14:nvPr/>
              </p14:nvContentPartPr>
              <p14:xfrm>
                <a:off x="8808964" y="1175811"/>
                <a:ext cx="221040" cy="38304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600BA563-CBF4-BDE9-DB55-4D75E026DED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02844" y="1169691"/>
                  <a:ext cx="233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6A3C90ED-6FA9-C933-C39B-C9F8FB0B2300}"/>
                    </a:ext>
                  </a:extLst>
                </p14:cNvPr>
                <p14:cNvContentPartPr/>
                <p14:nvPr/>
              </p14:nvContentPartPr>
              <p14:xfrm>
                <a:off x="9043684" y="1246011"/>
                <a:ext cx="248760" cy="3513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6A3C90ED-6FA9-C933-C39B-C9F8FB0B230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37564" y="1239891"/>
                  <a:ext cx="2610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E960B32B-66EA-3199-AADD-D3652411DE2A}"/>
                    </a:ext>
                  </a:extLst>
                </p14:cNvPr>
                <p14:cNvContentPartPr/>
                <p14:nvPr/>
              </p14:nvContentPartPr>
              <p14:xfrm>
                <a:off x="8797444" y="1278051"/>
                <a:ext cx="724320" cy="39816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E960B32B-66EA-3199-AADD-D3652411DE2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91324" y="1271931"/>
                  <a:ext cx="736560" cy="41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CE2C959-8A70-B99F-0E2E-3EA084F2EFA0}"/>
              </a:ext>
            </a:extLst>
          </p:cNvPr>
          <p:cNvGrpSpPr/>
          <p:nvPr/>
        </p:nvGrpSpPr>
        <p:grpSpPr>
          <a:xfrm>
            <a:off x="8845324" y="1895811"/>
            <a:ext cx="1581480" cy="484920"/>
            <a:chOff x="8845324" y="1895811"/>
            <a:chExt cx="158148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BFED4F4B-3A6A-C33C-EB45-BA77878DB538}"/>
                    </a:ext>
                  </a:extLst>
                </p14:cNvPr>
                <p14:cNvContentPartPr/>
                <p14:nvPr/>
              </p14:nvContentPartPr>
              <p14:xfrm>
                <a:off x="8845324" y="1941891"/>
                <a:ext cx="439560" cy="30960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BFED4F4B-3A6A-C33C-EB45-BA77878DB53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839204" y="1935771"/>
                  <a:ext cx="451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9724854D-25B3-631B-E46D-76BCB6413F57}"/>
                    </a:ext>
                  </a:extLst>
                </p14:cNvPr>
                <p14:cNvContentPartPr/>
                <p14:nvPr/>
              </p14:nvContentPartPr>
              <p14:xfrm>
                <a:off x="9122164" y="2126571"/>
                <a:ext cx="194760" cy="792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9724854D-25B3-631B-E46D-76BCB6413F5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116044" y="2120451"/>
                  <a:ext cx="207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95364294-EE23-ADBA-77F2-C48975F0646E}"/>
                    </a:ext>
                  </a:extLst>
                </p14:cNvPr>
                <p14:cNvContentPartPr/>
                <p14:nvPr/>
              </p14:nvContentPartPr>
              <p14:xfrm>
                <a:off x="9265804" y="2061051"/>
                <a:ext cx="17640" cy="1584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95364294-EE23-ADBA-77F2-C48975F0646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259684" y="2054931"/>
                  <a:ext cx="29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69789666-8D95-5962-CAA7-806492911B74}"/>
                    </a:ext>
                  </a:extLst>
                </p14:cNvPr>
                <p14:cNvContentPartPr/>
                <p14:nvPr/>
              </p14:nvContentPartPr>
              <p14:xfrm>
                <a:off x="9019924" y="1980411"/>
                <a:ext cx="195480" cy="40032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69789666-8D95-5962-CAA7-806492911B7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013804" y="1974291"/>
                  <a:ext cx="20772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71673A31-93A8-99E1-7330-33037DC6471A}"/>
                    </a:ext>
                  </a:extLst>
                </p14:cNvPr>
                <p14:cNvContentPartPr/>
                <p14:nvPr/>
              </p14:nvContentPartPr>
              <p14:xfrm>
                <a:off x="9377764" y="2067891"/>
                <a:ext cx="132480" cy="27720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71673A31-93A8-99E1-7330-33037DC6471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371644" y="2061771"/>
                  <a:ext cx="14472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DCEA58A2-E4B0-2455-113A-E02907FDFBF4}"/>
                    </a:ext>
                  </a:extLst>
                </p14:cNvPr>
                <p14:cNvContentPartPr/>
                <p14:nvPr/>
              </p14:nvContentPartPr>
              <p14:xfrm>
                <a:off x="9652084" y="1950171"/>
                <a:ext cx="374760" cy="18468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DCEA58A2-E4B0-2455-113A-E02907FDFBF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45964" y="1944051"/>
                  <a:ext cx="387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29B672CB-1305-9AF6-80FF-1A9D79F22066}"/>
                    </a:ext>
                  </a:extLst>
                </p14:cNvPr>
                <p14:cNvContentPartPr/>
                <p14:nvPr/>
              </p14:nvContentPartPr>
              <p14:xfrm>
                <a:off x="10196404" y="1895811"/>
                <a:ext cx="230400" cy="25344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29B672CB-1305-9AF6-80FF-1A9D79F2206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90284" y="1889691"/>
                  <a:ext cx="242640" cy="26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0" name="墨迹 59">
                <a:extLst>
                  <a:ext uri="{FF2B5EF4-FFF2-40B4-BE49-F238E27FC236}">
                    <a16:creationId xmlns:a16="http://schemas.microsoft.com/office/drawing/2014/main" id="{A30AA414-1A81-A9B3-CE9A-8906FAD93302}"/>
                  </a:ext>
                </a:extLst>
              </p14:cNvPr>
              <p14:cNvContentPartPr/>
              <p14:nvPr/>
            </p14:nvContentPartPr>
            <p14:xfrm>
              <a:off x="8962324" y="2569371"/>
              <a:ext cx="68760" cy="441000"/>
            </p14:xfrm>
          </p:contentPart>
        </mc:Choice>
        <mc:Fallback>
          <p:pic>
            <p:nvPicPr>
              <p:cNvPr id="60" name="墨迹 59">
                <a:extLst>
                  <a:ext uri="{FF2B5EF4-FFF2-40B4-BE49-F238E27FC236}">
                    <a16:creationId xmlns:a16="http://schemas.microsoft.com/office/drawing/2014/main" id="{A30AA414-1A81-A9B3-CE9A-8906FAD9330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956204" y="2563251"/>
                <a:ext cx="810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B3470E98-692F-488C-5C3C-06E212AC22BD}"/>
                  </a:ext>
                </a:extLst>
              </p14:cNvPr>
              <p14:cNvContentPartPr/>
              <p14:nvPr/>
            </p14:nvContentPartPr>
            <p14:xfrm>
              <a:off x="8950804" y="2556051"/>
              <a:ext cx="212040" cy="19440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B3470E98-692F-488C-5C3C-06E212AC22B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944684" y="2549931"/>
                <a:ext cx="2242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62" name="墨迹 61">
                <a:extLst>
                  <a:ext uri="{FF2B5EF4-FFF2-40B4-BE49-F238E27FC236}">
                    <a16:creationId xmlns:a16="http://schemas.microsoft.com/office/drawing/2014/main" id="{F673147C-4756-33BF-E73B-21CE0C2594BC}"/>
                  </a:ext>
                </a:extLst>
              </p14:cNvPr>
              <p14:cNvContentPartPr/>
              <p14:nvPr/>
            </p14:nvContentPartPr>
            <p14:xfrm>
              <a:off x="9197404" y="2791491"/>
              <a:ext cx="128160" cy="203760"/>
            </p14:xfrm>
          </p:contentPart>
        </mc:Choice>
        <mc:Fallback>
          <p:pic>
            <p:nvPicPr>
              <p:cNvPr id="62" name="墨迹 61">
                <a:extLst>
                  <a:ext uri="{FF2B5EF4-FFF2-40B4-BE49-F238E27FC236}">
                    <a16:creationId xmlns:a16="http://schemas.microsoft.com/office/drawing/2014/main" id="{F673147C-4756-33BF-E73B-21CE0C2594B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191284" y="2785371"/>
                <a:ext cx="140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63" name="墨迹 62">
                <a:extLst>
                  <a:ext uri="{FF2B5EF4-FFF2-40B4-BE49-F238E27FC236}">
                    <a16:creationId xmlns:a16="http://schemas.microsoft.com/office/drawing/2014/main" id="{2BD89799-7092-1F84-585D-008F22D62750}"/>
                  </a:ext>
                </a:extLst>
              </p14:cNvPr>
              <p14:cNvContentPartPr/>
              <p14:nvPr/>
            </p14:nvContentPartPr>
            <p14:xfrm>
              <a:off x="9361564" y="2590611"/>
              <a:ext cx="309600" cy="369360"/>
            </p14:xfrm>
          </p:contentPart>
        </mc:Choice>
        <mc:Fallback>
          <p:pic>
            <p:nvPicPr>
              <p:cNvPr id="63" name="墨迹 62">
                <a:extLst>
                  <a:ext uri="{FF2B5EF4-FFF2-40B4-BE49-F238E27FC236}">
                    <a16:creationId xmlns:a16="http://schemas.microsoft.com/office/drawing/2014/main" id="{2BD89799-7092-1F84-585D-008F22D6275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355444" y="2584491"/>
                <a:ext cx="32184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1F316281-BD29-A3EE-1A1C-42CF7F1EA32E}"/>
                  </a:ext>
                </a:extLst>
              </p14:cNvPr>
              <p14:cNvContentPartPr/>
              <p14:nvPr/>
            </p14:nvContentPartPr>
            <p14:xfrm>
              <a:off x="9854044" y="2609691"/>
              <a:ext cx="366120" cy="17352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1F316281-BD29-A3EE-1A1C-42CF7F1EA32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847924" y="2603571"/>
                <a:ext cx="3783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5" name="墨迹 64">
                <a:extLst>
                  <a:ext uri="{FF2B5EF4-FFF2-40B4-BE49-F238E27FC236}">
                    <a16:creationId xmlns:a16="http://schemas.microsoft.com/office/drawing/2014/main" id="{7B217027-9271-8767-B648-B12B8F8CCCF3}"/>
                  </a:ext>
                </a:extLst>
              </p14:cNvPr>
              <p14:cNvContentPartPr/>
              <p14:nvPr/>
            </p14:nvContentPartPr>
            <p14:xfrm>
              <a:off x="10351924" y="2629131"/>
              <a:ext cx="241200" cy="154800"/>
            </p14:xfrm>
          </p:contentPart>
        </mc:Choice>
        <mc:Fallback>
          <p:pic>
            <p:nvPicPr>
              <p:cNvPr id="65" name="墨迹 64">
                <a:extLst>
                  <a:ext uri="{FF2B5EF4-FFF2-40B4-BE49-F238E27FC236}">
                    <a16:creationId xmlns:a16="http://schemas.microsoft.com/office/drawing/2014/main" id="{7B217027-9271-8767-B648-B12B8F8CCCF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345804" y="2623011"/>
                <a:ext cx="2534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67" name="墨迹 66">
                <a:extLst>
                  <a:ext uri="{FF2B5EF4-FFF2-40B4-BE49-F238E27FC236}">
                    <a16:creationId xmlns:a16="http://schemas.microsoft.com/office/drawing/2014/main" id="{473E8326-6EBE-6780-6597-738D789C8F19}"/>
                  </a:ext>
                </a:extLst>
              </p14:cNvPr>
              <p14:cNvContentPartPr/>
              <p14:nvPr/>
            </p14:nvContentPartPr>
            <p14:xfrm>
              <a:off x="9043324" y="3343011"/>
              <a:ext cx="217080" cy="313560"/>
            </p14:xfrm>
          </p:contentPart>
        </mc:Choice>
        <mc:Fallback>
          <p:pic>
            <p:nvPicPr>
              <p:cNvPr id="67" name="墨迹 66">
                <a:extLst>
                  <a:ext uri="{FF2B5EF4-FFF2-40B4-BE49-F238E27FC236}">
                    <a16:creationId xmlns:a16="http://schemas.microsoft.com/office/drawing/2014/main" id="{473E8326-6EBE-6780-6597-738D789C8F1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037204" y="3336891"/>
                <a:ext cx="22932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8" name="墨迹 67">
                <a:extLst>
                  <a:ext uri="{FF2B5EF4-FFF2-40B4-BE49-F238E27FC236}">
                    <a16:creationId xmlns:a16="http://schemas.microsoft.com/office/drawing/2014/main" id="{2F788B08-93F6-BB31-7FD7-06A8D061073B}"/>
                  </a:ext>
                </a:extLst>
              </p14:cNvPr>
              <p14:cNvContentPartPr/>
              <p14:nvPr/>
            </p14:nvContentPartPr>
            <p14:xfrm>
              <a:off x="9276604" y="3539211"/>
              <a:ext cx="137880" cy="180360"/>
            </p14:xfrm>
          </p:contentPart>
        </mc:Choice>
        <mc:Fallback>
          <p:pic>
            <p:nvPicPr>
              <p:cNvPr id="68" name="墨迹 67">
                <a:extLst>
                  <a:ext uri="{FF2B5EF4-FFF2-40B4-BE49-F238E27FC236}">
                    <a16:creationId xmlns:a16="http://schemas.microsoft.com/office/drawing/2014/main" id="{2F788B08-93F6-BB31-7FD7-06A8D061073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9270484" y="3533091"/>
                <a:ext cx="1501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69" name="墨迹 68">
                <a:extLst>
                  <a:ext uri="{FF2B5EF4-FFF2-40B4-BE49-F238E27FC236}">
                    <a16:creationId xmlns:a16="http://schemas.microsoft.com/office/drawing/2014/main" id="{89731997-1C7A-9899-B99E-497E228E6B9E}"/>
                  </a:ext>
                </a:extLst>
              </p14:cNvPr>
              <p14:cNvContentPartPr/>
              <p14:nvPr/>
            </p14:nvContentPartPr>
            <p14:xfrm>
              <a:off x="9482524" y="3329331"/>
              <a:ext cx="268920" cy="430560"/>
            </p14:xfrm>
          </p:contentPart>
        </mc:Choice>
        <mc:Fallback>
          <p:pic>
            <p:nvPicPr>
              <p:cNvPr id="69" name="墨迹 68">
                <a:extLst>
                  <a:ext uri="{FF2B5EF4-FFF2-40B4-BE49-F238E27FC236}">
                    <a16:creationId xmlns:a16="http://schemas.microsoft.com/office/drawing/2014/main" id="{89731997-1C7A-9899-B99E-497E228E6B9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476404" y="3323211"/>
                <a:ext cx="28116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70" name="墨迹 69">
                <a:extLst>
                  <a:ext uri="{FF2B5EF4-FFF2-40B4-BE49-F238E27FC236}">
                    <a16:creationId xmlns:a16="http://schemas.microsoft.com/office/drawing/2014/main" id="{69A903EE-AF6D-6DBA-5B3D-989676B59271}"/>
                  </a:ext>
                </a:extLst>
              </p14:cNvPr>
              <p14:cNvContentPartPr/>
              <p14:nvPr/>
            </p14:nvContentPartPr>
            <p14:xfrm>
              <a:off x="9877084" y="3354531"/>
              <a:ext cx="312120" cy="175680"/>
            </p14:xfrm>
          </p:contentPart>
        </mc:Choice>
        <mc:Fallback>
          <p:pic>
            <p:nvPicPr>
              <p:cNvPr id="70" name="墨迹 69">
                <a:extLst>
                  <a:ext uri="{FF2B5EF4-FFF2-40B4-BE49-F238E27FC236}">
                    <a16:creationId xmlns:a16="http://schemas.microsoft.com/office/drawing/2014/main" id="{69A903EE-AF6D-6DBA-5B3D-989676B5927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9870964" y="3348411"/>
                <a:ext cx="324360" cy="18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07992FF2-4CAF-3786-A81B-2A0EDC18A8D2}"/>
              </a:ext>
            </a:extLst>
          </p:cNvPr>
          <p:cNvGrpSpPr/>
          <p:nvPr/>
        </p:nvGrpSpPr>
        <p:grpSpPr>
          <a:xfrm>
            <a:off x="10311244" y="2930451"/>
            <a:ext cx="1090800" cy="2412720"/>
            <a:chOff x="10311244" y="2930451"/>
            <a:chExt cx="1090800" cy="241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7CD3EF4B-14F7-E0D0-7453-42DA3B68CF98}"/>
                    </a:ext>
                  </a:extLst>
                </p14:cNvPr>
                <p14:cNvContentPartPr/>
                <p14:nvPr/>
              </p14:nvContentPartPr>
              <p14:xfrm>
                <a:off x="10334644" y="3325371"/>
                <a:ext cx="433080" cy="23112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7CD3EF4B-14F7-E0D0-7453-42DA3B68CF9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328524" y="3319251"/>
                  <a:ext cx="4453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B34E3DEC-717B-D851-929F-469F054887BF}"/>
                    </a:ext>
                  </a:extLst>
                </p14:cNvPr>
                <p14:cNvContentPartPr/>
                <p14:nvPr/>
              </p14:nvContentPartPr>
              <p14:xfrm>
                <a:off x="10823884" y="3293331"/>
                <a:ext cx="87480" cy="17604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B34E3DEC-717B-D851-929F-469F054887B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817764" y="3287211"/>
                  <a:ext cx="99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37B55ED8-0784-66EF-12D6-7088B1EDF8D4}"/>
                    </a:ext>
                  </a:extLst>
                </p14:cNvPr>
                <p14:cNvContentPartPr/>
                <p14:nvPr/>
              </p14:nvContentPartPr>
              <p14:xfrm>
                <a:off x="10799044" y="3303411"/>
                <a:ext cx="191880" cy="16488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37B55ED8-0784-66EF-12D6-7088B1EDF8D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792924" y="3297291"/>
                  <a:ext cx="204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5BB11CB1-BB18-DFCE-CE01-5022B30B0C6D}"/>
                    </a:ext>
                  </a:extLst>
                </p14:cNvPr>
                <p14:cNvContentPartPr/>
                <p14:nvPr/>
              </p14:nvContentPartPr>
              <p14:xfrm>
                <a:off x="10311244" y="2930451"/>
                <a:ext cx="840960" cy="68652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5BB11CB1-BB18-DFCE-CE01-5022B30B0C6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305124" y="2924331"/>
                  <a:ext cx="85320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81AD12CC-E0BF-C7F4-E2A2-4FE78DCA30DF}"/>
                    </a:ext>
                  </a:extLst>
                </p14:cNvPr>
                <p14:cNvContentPartPr/>
                <p14:nvPr/>
              </p14:nvContentPartPr>
              <p14:xfrm>
                <a:off x="10485484" y="3801651"/>
                <a:ext cx="4680" cy="36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81AD12CC-E0BF-C7F4-E2A2-4FE78DCA30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479364" y="3795531"/>
                  <a:ext cx="169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C506E7E3-AF83-5E4E-B307-72F1070F3FF4}"/>
                    </a:ext>
                  </a:extLst>
                </p14:cNvPr>
                <p14:cNvContentPartPr/>
                <p14:nvPr/>
              </p14:nvContentPartPr>
              <p14:xfrm>
                <a:off x="10454884" y="3740091"/>
                <a:ext cx="134280" cy="7344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C506E7E3-AF83-5E4E-B307-72F1070F3FF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448764" y="3733971"/>
                  <a:ext cx="146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3C00E2C1-0404-6CE2-2F32-DAACD1410BC8}"/>
                    </a:ext>
                  </a:extLst>
                </p14:cNvPr>
                <p14:cNvContentPartPr/>
                <p14:nvPr/>
              </p14:nvContentPartPr>
              <p14:xfrm>
                <a:off x="10321324" y="3807771"/>
                <a:ext cx="306720" cy="37512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3C00E2C1-0404-6CE2-2F32-DAACD1410BC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315204" y="3801651"/>
                  <a:ext cx="3189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020E2B05-B0DD-9C28-C0F9-43A53B4B8A5F}"/>
                    </a:ext>
                  </a:extLst>
                </p14:cNvPr>
                <p14:cNvContentPartPr/>
                <p14:nvPr/>
              </p14:nvContentPartPr>
              <p14:xfrm>
                <a:off x="10666204" y="3761331"/>
                <a:ext cx="213120" cy="39708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020E2B05-B0DD-9C28-C0F9-43A53B4B8A5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660084" y="3755211"/>
                  <a:ext cx="22536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AB230E4F-475C-21E3-3629-1A05E3EC31B5}"/>
                    </a:ext>
                  </a:extLst>
                </p14:cNvPr>
                <p14:cNvContentPartPr/>
                <p14:nvPr/>
              </p14:nvContentPartPr>
              <p14:xfrm>
                <a:off x="10922524" y="3729651"/>
                <a:ext cx="24840" cy="6552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AB230E4F-475C-21E3-3629-1A05E3EC31B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916404" y="3723531"/>
                  <a:ext cx="37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C4EF3672-BB54-F09E-6425-2C70F04056C5}"/>
                    </a:ext>
                  </a:extLst>
                </p14:cNvPr>
                <p14:cNvContentPartPr/>
                <p14:nvPr/>
              </p14:nvContentPartPr>
              <p14:xfrm>
                <a:off x="10804444" y="3708051"/>
                <a:ext cx="193680" cy="43164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C4EF3672-BB54-F09E-6425-2C70F04056C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98324" y="3701931"/>
                  <a:ext cx="2059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41985DF6-8E03-4C49-9D9C-37F79D2CE954}"/>
                    </a:ext>
                  </a:extLst>
                </p14:cNvPr>
                <p14:cNvContentPartPr/>
                <p14:nvPr/>
              </p14:nvContentPartPr>
              <p14:xfrm>
                <a:off x="10935484" y="3952491"/>
                <a:ext cx="203040" cy="24012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41985DF6-8E03-4C49-9D9C-37F79D2CE95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929364" y="3946371"/>
                  <a:ext cx="215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AABD22D1-AFE4-23E5-AB92-3D7052D6E2B5}"/>
                    </a:ext>
                  </a:extLst>
                </p14:cNvPr>
                <p14:cNvContentPartPr/>
                <p14:nvPr/>
              </p14:nvContentPartPr>
              <p14:xfrm>
                <a:off x="10963204" y="4047171"/>
                <a:ext cx="138240" cy="9216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AABD22D1-AFE4-23E5-AB92-3D7052D6E2B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57084" y="4041051"/>
                  <a:ext cx="1504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5EF5C1B5-8368-7408-E15E-BD2A8EF8487E}"/>
                    </a:ext>
                  </a:extLst>
                </p14:cNvPr>
                <p14:cNvContentPartPr/>
                <p14:nvPr/>
              </p14:nvContentPartPr>
              <p14:xfrm>
                <a:off x="11205844" y="3581331"/>
                <a:ext cx="16560" cy="5832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5EF5C1B5-8368-7408-E15E-BD2A8EF848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199724" y="3575211"/>
                  <a:ext cx="28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7786A8A2-24E1-AAA7-37BA-8DEBF880BAD3}"/>
                    </a:ext>
                  </a:extLst>
                </p14:cNvPr>
                <p14:cNvContentPartPr/>
                <p14:nvPr/>
              </p14:nvContentPartPr>
              <p14:xfrm>
                <a:off x="10452004" y="3880131"/>
                <a:ext cx="665280" cy="29664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7786A8A2-24E1-AAA7-37BA-8DEBF880BAD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445884" y="3874011"/>
                  <a:ext cx="6775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5F92768E-6A0D-E0BA-B898-9026957C1009}"/>
                    </a:ext>
                  </a:extLst>
                </p14:cNvPr>
                <p14:cNvContentPartPr/>
                <p14:nvPr/>
              </p14:nvContentPartPr>
              <p14:xfrm>
                <a:off x="10648204" y="4307091"/>
                <a:ext cx="150120" cy="7776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5F92768E-6A0D-E0BA-B898-9026957C100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642084" y="4300971"/>
                  <a:ext cx="162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C2EC3379-4E1D-AEA1-BAA7-C240F8A864AB}"/>
                    </a:ext>
                  </a:extLst>
                </p14:cNvPr>
                <p14:cNvContentPartPr/>
                <p14:nvPr/>
              </p14:nvContentPartPr>
              <p14:xfrm>
                <a:off x="10527604" y="4394931"/>
                <a:ext cx="246240" cy="33084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C2EC3379-4E1D-AEA1-BAA7-C240F8A864A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521484" y="4388811"/>
                  <a:ext cx="2584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E63A8DD2-7D73-8F0C-3E70-89915C2527DC}"/>
                    </a:ext>
                  </a:extLst>
                </p14:cNvPr>
                <p14:cNvContentPartPr/>
                <p14:nvPr/>
              </p14:nvContentPartPr>
              <p14:xfrm>
                <a:off x="10906684" y="4398891"/>
                <a:ext cx="184320" cy="9576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E63A8DD2-7D73-8F0C-3E70-89915C2527D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900564" y="4392771"/>
                  <a:ext cx="1965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49FF2F79-B0D6-EDCD-FEF8-9DCE1B7BA608}"/>
                    </a:ext>
                  </a:extLst>
                </p14:cNvPr>
                <p14:cNvContentPartPr/>
                <p14:nvPr/>
              </p14:nvContentPartPr>
              <p14:xfrm>
                <a:off x="10919644" y="4322571"/>
                <a:ext cx="345600" cy="39528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49FF2F79-B0D6-EDCD-FEF8-9DCE1B7BA60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913524" y="4316451"/>
                  <a:ext cx="3578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2C36DD85-B8A9-CDA9-923B-03172778507C}"/>
                    </a:ext>
                  </a:extLst>
                </p14:cNvPr>
                <p14:cNvContentPartPr/>
                <p14:nvPr/>
              </p14:nvContentPartPr>
              <p14:xfrm>
                <a:off x="11188204" y="4526331"/>
                <a:ext cx="174600" cy="14868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2C36DD85-B8A9-CDA9-923B-03172778507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182084" y="4520211"/>
                  <a:ext cx="186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86FABC49-3FDC-3EE5-9E4B-12C5F568FE90}"/>
                    </a:ext>
                  </a:extLst>
                </p14:cNvPr>
                <p14:cNvContentPartPr/>
                <p14:nvPr/>
              </p14:nvContentPartPr>
              <p14:xfrm>
                <a:off x="11359204" y="4245171"/>
                <a:ext cx="42840" cy="11484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86FABC49-3FDC-3EE5-9E4B-12C5F568FE9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353084" y="4239051"/>
                  <a:ext cx="55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50B97BCB-2981-C946-D5A0-3FD67F62A8D0}"/>
                    </a:ext>
                  </a:extLst>
                </p14:cNvPr>
                <p14:cNvContentPartPr/>
                <p14:nvPr/>
              </p14:nvContentPartPr>
              <p14:xfrm>
                <a:off x="10735324" y="4937451"/>
                <a:ext cx="18000" cy="24516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50B97BCB-2981-C946-D5A0-3FD67F62A8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729204" y="4931331"/>
                  <a:ext cx="30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B4ECF0A2-AE8A-C746-099B-AF804389BAC3}"/>
                    </a:ext>
                  </a:extLst>
                </p14:cNvPr>
                <p14:cNvContentPartPr/>
                <p14:nvPr/>
              </p14:nvContentPartPr>
              <p14:xfrm>
                <a:off x="10563964" y="4977411"/>
                <a:ext cx="229680" cy="36576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B4ECF0A2-AE8A-C746-099B-AF804389BAC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557844" y="4971291"/>
                  <a:ext cx="2419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6293F7EA-BA2D-AE84-0C7B-D9EDEA613F01}"/>
                    </a:ext>
                  </a:extLst>
                </p14:cNvPr>
                <p14:cNvContentPartPr/>
                <p14:nvPr/>
              </p14:nvContentPartPr>
              <p14:xfrm>
                <a:off x="10943044" y="4947891"/>
                <a:ext cx="45360" cy="29304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6293F7EA-BA2D-AE84-0C7B-D9EDEA613F0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936924" y="4941771"/>
                  <a:ext cx="57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59FA730E-CBE7-1E99-1932-6F23FE563616}"/>
                    </a:ext>
                  </a:extLst>
                </p14:cNvPr>
                <p14:cNvContentPartPr/>
                <p14:nvPr/>
              </p14:nvContentPartPr>
              <p14:xfrm>
                <a:off x="10861324" y="4968051"/>
                <a:ext cx="305640" cy="15048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59FA730E-CBE7-1E99-1932-6F23FE56361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855204" y="4961931"/>
                  <a:ext cx="317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E862CDBD-CB2C-67C2-8557-3961FA074091}"/>
                    </a:ext>
                  </a:extLst>
                </p14:cNvPr>
                <p14:cNvContentPartPr/>
                <p14:nvPr/>
              </p14:nvContentPartPr>
              <p14:xfrm>
                <a:off x="11165164" y="4784091"/>
                <a:ext cx="205200" cy="48528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E862CDBD-CB2C-67C2-8557-3961FA07409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159044" y="4777971"/>
                  <a:ext cx="217440" cy="49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06F44968-EC9D-15D8-082E-EEC9345217B5}"/>
              </a:ext>
            </a:extLst>
          </p:cNvPr>
          <p:cNvGrpSpPr/>
          <p:nvPr/>
        </p:nvGrpSpPr>
        <p:grpSpPr>
          <a:xfrm>
            <a:off x="2258404" y="6124731"/>
            <a:ext cx="1278000" cy="398520"/>
            <a:chOff x="2258404" y="6124731"/>
            <a:chExt cx="127800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DF220272-F6CB-30E5-B729-47DD505FEAD3}"/>
                    </a:ext>
                  </a:extLst>
                </p14:cNvPr>
                <p14:cNvContentPartPr/>
                <p14:nvPr/>
              </p14:nvContentPartPr>
              <p14:xfrm>
                <a:off x="2280004" y="6433251"/>
                <a:ext cx="13320" cy="756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DF220272-F6CB-30E5-B729-47DD505FEAD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273884" y="6427131"/>
                  <a:ext cx="25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AF4690EB-E985-D02C-93C4-1ADD54B4D350}"/>
                    </a:ext>
                  </a:extLst>
                </p14:cNvPr>
                <p14:cNvContentPartPr/>
                <p14:nvPr/>
              </p14:nvContentPartPr>
              <p14:xfrm>
                <a:off x="2258404" y="6499851"/>
                <a:ext cx="28080" cy="2340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AF4690EB-E985-D02C-93C4-1ADD54B4D35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52284" y="6493731"/>
                  <a:ext cx="40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37D4EE3F-D19E-C3D4-12E3-F1DDDFE0E128}"/>
                    </a:ext>
                  </a:extLst>
                </p14:cNvPr>
                <p14:cNvContentPartPr/>
                <p14:nvPr/>
              </p14:nvContentPartPr>
              <p14:xfrm>
                <a:off x="2471884" y="6124731"/>
                <a:ext cx="1064520" cy="39816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37D4EE3F-D19E-C3D4-12E3-F1DDDFE0E12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65764" y="6118611"/>
                  <a:ext cx="1076760" cy="41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09" name="墨迹 108">
                <a:extLst>
                  <a:ext uri="{FF2B5EF4-FFF2-40B4-BE49-F238E27FC236}">
                    <a16:creationId xmlns:a16="http://schemas.microsoft.com/office/drawing/2014/main" id="{159A56C3-6CED-0AC5-E58B-0F1B8A6E320A}"/>
                  </a:ext>
                </a:extLst>
              </p14:cNvPr>
              <p14:cNvContentPartPr/>
              <p14:nvPr/>
            </p14:nvContentPartPr>
            <p14:xfrm>
              <a:off x="6489484" y="6462411"/>
              <a:ext cx="41040" cy="140040"/>
            </p14:xfrm>
          </p:contentPart>
        </mc:Choice>
        <mc:Fallback>
          <p:pic>
            <p:nvPicPr>
              <p:cNvPr id="109" name="墨迹 108">
                <a:extLst>
                  <a:ext uri="{FF2B5EF4-FFF2-40B4-BE49-F238E27FC236}">
                    <a16:creationId xmlns:a16="http://schemas.microsoft.com/office/drawing/2014/main" id="{159A56C3-6CED-0AC5-E58B-0F1B8A6E320A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483364" y="6456291"/>
                <a:ext cx="532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0" name="墨迹 109">
                <a:extLst>
                  <a:ext uri="{FF2B5EF4-FFF2-40B4-BE49-F238E27FC236}">
                    <a16:creationId xmlns:a16="http://schemas.microsoft.com/office/drawing/2014/main" id="{6B078A2C-276A-5484-FC6E-795F76ED2A9E}"/>
                  </a:ext>
                </a:extLst>
              </p14:cNvPr>
              <p14:cNvContentPartPr/>
              <p14:nvPr/>
            </p14:nvContentPartPr>
            <p14:xfrm>
              <a:off x="6488044" y="5174331"/>
              <a:ext cx="2115720" cy="1447200"/>
            </p14:xfrm>
          </p:contentPart>
        </mc:Choice>
        <mc:Fallback>
          <p:pic>
            <p:nvPicPr>
              <p:cNvPr id="110" name="墨迹 109">
                <a:extLst>
                  <a:ext uri="{FF2B5EF4-FFF2-40B4-BE49-F238E27FC236}">
                    <a16:creationId xmlns:a16="http://schemas.microsoft.com/office/drawing/2014/main" id="{6B078A2C-276A-5484-FC6E-795F76ED2A9E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481924" y="5168211"/>
                <a:ext cx="2127960" cy="14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1" name="墨迹 110">
                <a:extLst>
                  <a:ext uri="{FF2B5EF4-FFF2-40B4-BE49-F238E27FC236}">
                    <a16:creationId xmlns:a16="http://schemas.microsoft.com/office/drawing/2014/main" id="{19E8072C-9605-F192-3D2E-52DC98522293}"/>
                  </a:ext>
                </a:extLst>
              </p14:cNvPr>
              <p14:cNvContentPartPr/>
              <p14:nvPr/>
            </p14:nvContentPartPr>
            <p14:xfrm>
              <a:off x="6938044" y="5122131"/>
              <a:ext cx="1932840" cy="61920"/>
            </p14:xfrm>
          </p:contentPart>
        </mc:Choice>
        <mc:Fallback>
          <p:pic>
            <p:nvPicPr>
              <p:cNvPr id="111" name="墨迹 110">
                <a:extLst>
                  <a:ext uri="{FF2B5EF4-FFF2-40B4-BE49-F238E27FC236}">
                    <a16:creationId xmlns:a16="http://schemas.microsoft.com/office/drawing/2014/main" id="{19E8072C-9605-F192-3D2E-52DC98522293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6931924" y="5116011"/>
                <a:ext cx="19450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2" name="墨迹 111">
                <a:extLst>
                  <a:ext uri="{FF2B5EF4-FFF2-40B4-BE49-F238E27FC236}">
                    <a16:creationId xmlns:a16="http://schemas.microsoft.com/office/drawing/2014/main" id="{A3132A8C-4834-E331-A0B1-92FBE7190D25}"/>
                  </a:ext>
                </a:extLst>
              </p14:cNvPr>
              <p14:cNvContentPartPr/>
              <p14:nvPr/>
            </p14:nvContentPartPr>
            <p14:xfrm>
              <a:off x="8731924" y="4588251"/>
              <a:ext cx="435600" cy="372600"/>
            </p14:xfrm>
          </p:contentPart>
        </mc:Choice>
        <mc:Fallback>
          <p:pic>
            <p:nvPicPr>
              <p:cNvPr id="112" name="墨迹 111">
                <a:extLst>
                  <a:ext uri="{FF2B5EF4-FFF2-40B4-BE49-F238E27FC236}">
                    <a16:creationId xmlns:a16="http://schemas.microsoft.com/office/drawing/2014/main" id="{A3132A8C-4834-E331-A0B1-92FBE7190D25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725804" y="4582131"/>
                <a:ext cx="44784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13" name="墨迹 112">
                <a:extLst>
                  <a:ext uri="{FF2B5EF4-FFF2-40B4-BE49-F238E27FC236}">
                    <a16:creationId xmlns:a16="http://schemas.microsoft.com/office/drawing/2014/main" id="{B1B59589-8490-C26E-F5A1-F7000185A466}"/>
                  </a:ext>
                </a:extLst>
              </p14:cNvPr>
              <p14:cNvContentPartPr/>
              <p14:nvPr/>
            </p14:nvContentPartPr>
            <p14:xfrm>
              <a:off x="8513764" y="5155611"/>
              <a:ext cx="38160" cy="28800"/>
            </p14:xfrm>
          </p:contentPart>
        </mc:Choice>
        <mc:Fallback>
          <p:pic>
            <p:nvPicPr>
              <p:cNvPr id="113" name="墨迹 112">
                <a:extLst>
                  <a:ext uri="{FF2B5EF4-FFF2-40B4-BE49-F238E27FC236}">
                    <a16:creationId xmlns:a16="http://schemas.microsoft.com/office/drawing/2014/main" id="{B1B59589-8490-C26E-F5A1-F7000185A466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507644" y="5149491"/>
                <a:ext cx="504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DEE113C9-6A79-1178-2F69-B048B2DB56AD}"/>
                  </a:ext>
                </a:extLst>
              </p14:cNvPr>
              <p14:cNvContentPartPr/>
              <p14:nvPr/>
            </p14:nvContentPartPr>
            <p14:xfrm>
              <a:off x="8560204" y="5107731"/>
              <a:ext cx="1214280" cy="9036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DEE113C9-6A79-1178-2F69-B048B2DB56AD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8554084" y="5101611"/>
                <a:ext cx="1226520" cy="1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0010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C8702-E61B-56AB-A193-9506172B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E2CDE58-1514-1BF1-04B5-0A7D3BE1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9.3.1.</a:t>
            </a:r>
            <a:r>
              <a:rPr lang="zh-CN" altLang="en-US" dirty="0"/>
              <a:t> </a:t>
            </a:r>
            <a:r>
              <a:rPr lang="en-US" altLang="zh-CN" dirty="0"/>
              <a:t>PI</a:t>
            </a:r>
            <a:r>
              <a:rPr lang="zh-CN" altLang="en-US" dirty="0"/>
              <a:t>原理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1FC52B-22EB-D595-B04B-E5D845A5A9FD}"/>
              </a:ext>
            </a:extLst>
          </p:cNvPr>
          <p:cNvSpPr txBox="1"/>
          <p:nvPr/>
        </p:nvSpPr>
        <p:spPr>
          <a:xfrm>
            <a:off x="4265519" y="4588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820108-3473-00E5-881A-4C14CC19A96D}"/>
              </a:ext>
            </a:extLst>
          </p:cNvPr>
          <p:cNvSpPr txBox="1"/>
          <p:nvPr/>
        </p:nvSpPr>
        <p:spPr>
          <a:xfrm>
            <a:off x="62321" y="1191288"/>
            <a:ext cx="1052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已知：水箱目标水位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，某时刻（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t=5s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）实际水位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0.4m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=0.5, Ki=0.1,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目前误差累积积分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D390C2-E951-2373-CA78-ABAFBD465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880" y="1080679"/>
            <a:ext cx="2000250" cy="5905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B0858CE-A358-3A01-FFD6-65B2DA04DC6B}"/>
              </a:ext>
            </a:extLst>
          </p:cNvPr>
          <p:cNvSpPr txBox="1"/>
          <p:nvPr/>
        </p:nvSpPr>
        <p:spPr>
          <a:xfrm>
            <a:off x="62321" y="1849631"/>
            <a:ext cx="1052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求：此刻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项的输出分量，以及总控制输出。</a:t>
            </a:r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787DB9EC-C0C4-002C-ABCF-E38EDEDE9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60" y="2218963"/>
            <a:ext cx="5791150" cy="146476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84C9288-6B28-F7CE-8F89-D23ABC91DD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971" y="3553097"/>
            <a:ext cx="5109029" cy="3304903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6F31AD0-50B3-84C1-ED30-359AAE25C6AF}"/>
              </a:ext>
            </a:extLst>
          </p:cNvPr>
          <p:cNvSpPr txBox="1"/>
          <p:nvPr/>
        </p:nvSpPr>
        <p:spPr>
          <a:xfrm>
            <a:off x="481874" y="4278415"/>
            <a:ext cx="66010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PI 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控制的输出依据其核心控制律计算得出，输出结果并非固定：</a:t>
            </a:r>
            <a:endParaRPr lang="en-US" altLang="zh-CN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不同的比例系数（</a:t>
            </a:r>
            <a:r>
              <a:rPr lang="en-US" altLang="zh-CN" dirty="0" err="1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）、积分系数（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Ki</a:t>
            </a: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）配置，</a:t>
            </a:r>
            <a:endParaRPr lang="en-US" altLang="zh-CN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不同特性的被控系统，</a:t>
            </a:r>
            <a:endParaRPr lang="en-US" altLang="zh-CN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都会导致最终的控制输出存在差异。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6F7461C-2EF0-D556-E2F5-0E66D8984BEF}"/>
                  </a:ext>
                </a:extLst>
              </p14:cNvPr>
              <p14:cNvContentPartPr/>
              <p14:nvPr/>
            </p14:nvContentPartPr>
            <p14:xfrm>
              <a:off x="879964" y="1237371"/>
              <a:ext cx="1761480" cy="4251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6F7461C-2EF0-D556-E2F5-0E66D8984B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3844" y="1231251"/>
                <a:ext cx="177372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D9F74CF-46D5-6AD2-20EF-EEAA4E0BD036}"/>
                  </a:ext>
                </a:extLst>
              </p14:cNvPr>
              <p14:cNvContentPartPr/>
              <p14:nvPr/>
            </p14:nvContentPartPr>
            <p14:xfrm>
              <a:off x="3840964" y="1522491"/>
              <a:ext cx="518760" cy="180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D9F74CF-46D5-6AD2-20EF-EEAA4E0BD0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34844" y="1516371"/>
                <a:ext cx="5310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682269FF-50DF-3845-4563-76C66A1884BB}"/>
                  </a:ext>
                </a:extLst>
              </p14:cNvPr>
              <p14:cNvContentPartPr/>
              <p14:nvPr/>
            </p14:nvContentPartPr>
            <p14:xfrm>
              <a:off x="7309924" y="1610691"/>
              <a:ext cx="444600" cy="75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682269FF-50DF-3845-4563-76C66A1884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03804" y="1604571"/>
                <a:ext cx="4568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9CED70D7-F804-1336-12ED-5E04B411C430}"/>
                  </a:ext>
                </a:extLst>
              </p14:cNvPr>
              <p14:cNvContentPartPr/>
              <p14:nvPr/>
            </p14:nvContentPartPr>
            <p14:xfrm>
              <a:off x="9544444" y="5920251"/>
              <a:ext cx="20520" cy="130320"/>
            </p14:xfrm>
          </p:contentPart>
        </mc:Choice>
        <mc:Fallback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9CED70D7-F804-1336-12ED-5E04B411C43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38324" y="5914131"/>
                <a:ext cx="3276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DBB9DC4C-D6E1-8F65-F18C-9A6FE0444E33}"/>
                  </a:ext>
                </a:extLst>
              </p14:cNvPr>
              <p14:cNvContentPartPr/>
              <p14:nvPr/>
            </p14:nvContentPartPr>
            <p14:xfrm>
              <a:off x="9778444" y="5720811"/>
              <a:ext cx="28080" cy="7956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DBB9DC4C-D6E1-8F65-F18C-9A6FE0444E3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72324" y="5714691"/>
                <a:ext cx="4032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915CB76E-3D69-949B-C496-56DDC5B411DD}"/>
              </a:ext>
            </a:extLst>
          </p:cNvPr>
          <p:cNvGrpSpPr/>
          <p:nvPr/>
        </p:nvGrpSpPr>
        <p:grpSpPr>
          <a:xfrm>
            <a:off x="9959884" y="5522451"/>
            <a:ext cx="164520" cy="177840"/>
            <a:chOff x="9959884" y="5522451"/>
            <a:chExt cx="16452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EDEF8071-2326-04DC-DD95-82835A2FAE61}"/>
                    </a:ext>
                  </a:extLst>
                </p14:cNvPr>
                <p14:cNvContentPartPr/>
                <p14:nvPr/>
              </p14:nvContentPartPr>
              <p14:xfrm>
                <a:off x="9959884" y="5654571"/>
                <a:ext cx="17640" cy="457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EDEF8071-2326-04DC-DD95-82835A2FAE6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53764" y="5648451"/>
                  <a:ext cx="298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3752A49B-5330-E93A-849B-BA1366765050}"/>
                    </a:ext>
                  </a:extLst>
                </p14:cNvPr>
                <p14:cNvContentPartPr/>
                <p14:nvPr/>
              </p14:nvContentPartPr>
              <p14:xfrm>
                <a:off x="10101004" y="5522451"/>
                <a:ext cx="23400" cy="781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3752A49B-5330-E93A-849B-BA136676505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94884" y="5516331"/>
                  <a:ext cx="3564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576DD74-AE1A-21B2-AF18-A69893D5FD4A}"/>
              </a:ext>
            </a:extLst>
          </p:cNvPr>
          <p:cNvGrpSpPr/>
          <p:nvPr/>
        </p:nvGrpSpPr>
        <p:grpSpPr>
          <a:xfrm>
            <a:off x="9133684" y="6098451"/>
            <a:ext cx="273240" cy="281160"/>
            <a:chOff x="9133684" y="6098451"/>
            <a:chExt cx="27324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9C4CCC91-7676-A404-D2BE-9679004E5705}"/>
                    </a:ext>
                  </a:extLst>
                </p14:cNvPr>
                <p14:cNvContentPartPr/>
                <p14:nvPr/>
              </p14:nvContentPartPr>
              <p14:xfrm>
                <a:off x="9133684" y="6341811"/>
                <a:ext cx="9000" cy="3780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9C4CCC91-7676-A404-D2BE-9679004E57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27564" y="6335691"/>
                  <a:ext cx="21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BF9D89BA-FDC7-8585-3FAA-57A23D4581BA}"/>
                    </a:ext>
                  </a:extLst>
                </p14:cNvPr>
                <p14:cNvContentPartPr/>
                <p14:nvPr/>
              </p14:nvContentPartPr>
              <p14:xfrm>
                <a:off x="9161044" y="6266931"/>
                <a:ext cx="18360" cy="1022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BF9D89BA-FDC7-8585-3FAA-57A23D4581B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54924" y="6260811"/>
                  <a:ext cx="30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E1236E3E-32B3-D37F-59DC-396EC05B0F81}"/>
                    </a:ext>
                  </a:extLst>
                </p14:cNvPr>
                <p14:cNvContentPartPr/>
                <p14:nvPr/>
              </p14:nvContentPartPr>
              <p14:xfrm>
                <a:off x="9398644" y="6100251"/>
                <a:ext cx="8280" cy="961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E1236E3E-32B3-D37F-59DC-396EC05B0F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92524" y="6094131"/>
                  <a:ext cx="205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69803B87-993F-D051-ECB0-5A12C757EC16}"/>
                    </a:ext>
                  </a:extLst>
                </p14:cNvPr>
                <p14:cNvContentPartPr/>
                <p14:nvPr/>
              </p14:nvContentPartPr>
              <p14:xfrm>
                <a:off x="9213604" y="6098451"/>
                <a:ext cx="144000" cy="2181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69803B87-993F-D051-ECB0-5A12C757EC1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07484" y="6092331"/>
                  <a:ext cx="15624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6BE196DB-9BF6-71C2-1DBC-DCED1F322A0B}"/>
              </a:ext>
            </a:extLst>
          </p:cNvPr>
          <p:cNvGrpSpPr/>
          <p:nvPr/>
        </p:nvGrpSpPr>
        <p:grpSpPr>
          <a:xfrm>
            <a:off x="5440444" y="476331"/>
            <a:ext cx="6299640" cy="3183120"/>
            <a:chOff x="5440444" y="476331"/>
            <a:chExt cx="6299640" cy="31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8E163039-5DA4-34CB-6C43-556C05D45211}"/>
                    </a:ext>
                  </a:extLst>
                </p14:cNvPr>
                <p14:cNvContentPartPr/>
                <p14:nvPr/>
              </p14:nvContentPartPr>
              <p14:xfrm>
                <a:off x="5483284" y="1095171"/>
                <a:ext cx="572400" cy="4906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8E163039-5DA4-34CB-6C43-556C05D452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77164" y="1089051"/>
                  <a:ext cx="5846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F5045F94-6471-A70C-02FC-BE2AA63331AB}"/>
                    </a:ext>
                  </a:extLst>
                </p14:cNvPr>
                <p14:cNvContentPartPr/>
                <p14:nvPr/>
              </p14:nvContentPartPr>
              <p14:xfrm>
                <a:off x="6735004" y="1594131"/>
                <a:ext cx="236880" cy="266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F5045F94-6471-A70C-02FC-BE2AA63331A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28884" y="1588011"/>
                  <a:ext cx="249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D337FE10-EEDC-2CCF-2C9B-2F4226B9F743}"/>
                    </a:ext>
                  </a:extLst>
                </p14:cNvPr>
                <p14:cNvContentPartPr/>
                <p14:nvPr/>
              </p14:nvContentPartPr>
              <p14:xfrm>
                <a:off x="5589484" y="1988331"/>
                <a:ext cx="45000" cy="5446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D337FE10-EEDC-2CCF-2C9B-2F4226B9F74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83364" y="1982211"/>
                  <a:ext cx="5724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F8DAD39D-AB52-917E-E4C9-5DA31311D108}"/>
                    </a:ext>
                  </a:extLst>
                </p14:cNvPr>
                <p14:cNvContentPartPr/>
                <p14:nvPr/>
              </p14:nvContentPartPr>
              <p14:xfrm>
                <a:off x="5598484" y="2179851"/>
                <a:ext cx="214920" cy="2552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F8DAD39D-AB52-917E-E4C9-5DA31311D1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92364" y="2173731"/>
                  <a:ext cx="227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49CC1320-2DF3-EB5E-70BE-0DB663DEC9E0}"/>
                    </a:ext>
                  </a:extLst>
                </p14:cNvPr>
                <p14:cNvContentPartPr/>
                <p14:nvPr/>
              </p14:nvContentPartPr>
              <p14:xfrm>
                <a:off x="5879644" y="2329971"/>
                <a:ext cx="25200" cy="3297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49CC1320-2DF3-EB5E-70BE-0DB663DEC9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873524" y="2323851"/>
                  <a:ext cx="374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CCCE98F7-0677-EAAB-D74D-4104CED870BA}"/>
                    </a:ext>
                  </a:extLst>
                </p14:cNvPr>
                <p14:cNvContentPartPr/>
                <p14:nvPr/>
              </p14:nvContentPartPr>
              <p14:xfrm>
                <a:off x="5889364" y="2300091"/>
                <a:ext cx="108720" cy="1965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CCCE98F7-0677-EAAB-D74D-4104CED870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83244" y="2293971"/>
                  <a:ext cx="1209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A5714D3B-E0A4-4A57-5651-2943109495BC}"/>
                    </a:ext>
                  </a:extLst>
                </p14:cNvPr>
                <p14:cNvContentPartPr/>
                <p14:nvPr/>
              </p14:nvContentPartPr>
              <p14:xfrm>
                <a:off x="6167284" y="2126931"/>
                <a:ext cx="66960" cy="3754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A5714D3B-E0A4-4A57-5651-2943109495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61164" y="2120811"/>
                  <a:ext cx="792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043FB68-02E2-F68E-3E15-27EA0BD35612}"/>
                    </a:ext>
                  </a:extLst>
                </p14:cNvPr>
                <p14:cNvContentPartPr/>
                <p14:nvPr/>
              </p14:nvContentPartPr>
              <p14:xfrm>
                <a:off x="6277444" y="2238171"/>
                <a:ext cx="92520" cy="1422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043FB68-02E2-F68E-3E15-27EA0BD356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71324" y="2232051"/>
                  <a:ext cx="104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D81DAD55-892E-F530-1C8C-D50BAD581D50}"/>
                    </a:ext>
                  </a:extLst>
                </p14:cNvPr>
                <p14:cNvContentPartPr/>
                <p14:nvPr/>
              </p14:nvContentPartPr>
              <p14:xfrm>
                <a:off x="6198604" y="2059971"/>
                <a:ext cx="342360" cy="42480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D81DAD55-892E-F530-1C8C-D50BAD581D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92484" y="2053851"/>
                  <a:ext cx="35460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FB0C5FFB-D373-B123-83FE-CD860C69B40D}"/>
                    </a:ext>
                  </a:extLst>
                </p14:cNvPr>
                <p14:cNvContentPartPr/>
                <p14:nvPr/>
              </p14:nvContentPartPr>
              <p14:xfrm>
                <a:off x="6615844" y="2110731"/>
                <a:ext cx="229680" cy="3214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FB0C5FFB-D373-B123-83FE-CD860C69B4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09724" y="2104611"/>
                  <a:ext cx="2419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8F129CD1-12F7-2602-C903-B7BA8AE05343}"/>
                    </a:ext>
                  </a:extLst>
                </p14:cNvPr>
                <p14:cNvContentPartPr/>
                <p14:nvPr/>
              </p14:nvContentPartPr>
              <p14:xfrm>
                <a:off x="6732484" y="2119011"/>
                <a:ext cx="352800" cy="4730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8F129CD1-12F7-2602-C903-B7BA8AE053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26364" y="2112891"/>
                  <a:ext cx="3650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192290A-872A-4A8D-108D-69A14ED492F2}"/>
                    </a:ext>
                  </a:extLst>
                </p14:cNvPr>
                <p14:cNvContentPartPr/>
                <p14:nvPr/>
              </p14:nvContentPartPr>
              <p14:xfrm>
                <a:off x="9927484" y="975291"/>
                <a:ext cx="1812600" cy="8474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192290A-872A-4A8D-108D-69A14ED492F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921364" y="969171"/>
                  <a:ext cx="1824840" cy="85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768C61E-497E-1ED8-7A6A-2B51F8497A03}"/>
                    </a:ext>
                  </a:extLst>
                </p14:cNvPr>
                <p14:cNvContentPartPr/>
                <p14:nvPr/>
              </p14:nvContentPartPr>
              <p14:xfrm>
                <a:off x="8066284" y="556611"/>
                <a:ext cx="392400" cy="2786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768C61E-497E-1ED8-7A6A-2B51F8497A0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60164" y="550491"/>
                  <a:ext cx="4046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FF4CEE54-A135-8F06-8AD4-B6FD135E059F}"/>
                    </a:ext>
                  </a:extLst>
                </p14:cNvPr>
                <p14:cNvContentPartPr/>
                <p14:nvPr/>
              </p14:nvContentPartPr>
              <p14:xfrm>
                <a:off x="8554444" y="543291"/>
                <a:ext cx="254520" cy="2970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FF4CEE54-A135-8F06-8AD4-B6FD135E05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48324" y="537171"/>
                  <a:ext cx="266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B859C80-AAE1-9BEB-AD18-6470FD5C4864}"/>
                    </a:ext>
                  </a:extLst>
                </p14:cNvPr>
                <p14:cNvContentPartPr/>
                <p14:nvPr/>
              </p14:nvContentPartPr>
              <p14:xfrm>
                <a:off x="8882404" y="476331"/>
                <a:ext cx="499680" cy="4093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B859C80-AAE1-9BEB-AD18-6470FD5C48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76284" y="470211"/>
                  <a:ext cx="5119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5F537E09-5347-45E0-16F8-CC3EDD47450D}"/>
                    </a:ext>
                  </a:extLst>
                </p14:cNvPr>
                <p14:cNvContentPartPr/>
                <p14:nvPr/>
              </p14:nvContentPartPr>
              <p14:xfrm>
                <a:off x="8870884" y="530691"/>
                <a:ext cx="106560" cy="2368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5F537E09-5347-45E0-16F8-CC3EDD4745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64764" y="524571"/>
                  <a:ext cx="1188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D59DD0A-EE37-02DA-8060-664B4FEEAF3A}"/>
                    </a:ext>
                  </a:extLst>
                </p14:cNvPr>
                <p14:cNvContentPartPr/>
                <p14:nvPr/>
              </p14:nvContentPartPr>
              <p14:xfrm>
                <a:off x="9931084" y="1959891"/>
                <a:ext cx="240480" cy="388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D59DD0A-EE37-02DA-8060-664B4FEEAF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24964" y="1953771"/>
                  <a:ext cx="252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7BB545D-9687-703F-FCFC-2E9D9564675B}"/>
                    </a:ext>
                  </a:extLst>
                </p14:cNvPr>
                <p14:cNvContentPartPr/>
                <p14:nvPr/>
              </p14:nvContentPartPr>
              <p14:xfrm>
                <a:off x="9864124" y="1971771"/>
                <a:ext cx="394560" cy="3373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7BB545D-9687-703F-FCFC-2E9D9564675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58004" y="1965651"/>
                  <a:ext cx="4068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41D19EEF-9140-BD05-D1E1-23661C8B581D}"/>
                    </a:ext>
                  </a:extLst>
                </p14:cNvPr>
                <p14:cNvContentPartPr/>
                <p14:nvPr/>
              </p14:nvContentPartPr>
              <p14:xfrm>
                <a:off x="10218364" y="1379571"/>
                <a:ext cx="20880" cy="2340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41D19EEF-9140-BD05-D1E1-23661C8B58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12244" y="1373451"/>
                  <a:ext cx="33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70A8995B-4999-49E9-F56E-5DD55FBA2F4C}"/>
                    </a:ext>
                  </a:extLst>
                </p14:cNvPr>
                <p14:cNvContentPartPr/>
                <p14:nvPr/>
              </p14:nvContentPartPr>
              <p14:xfrm>
                <a:off x="10074724" y="1563891"/>
                <a:ext cx="1800" cy="75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70A8995B-4999-49E9-F56E-5DD55FBA2F4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68604" y="1557771"/>
                  <a:ext cx="14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84D71957-82CF-7DF7-A737-C120A5323A85}"/>
                    </a:ext>
                  </a:extLst>
                </p14:cNvPr>
                <p14:cNvContentPartPr/>
                <p14:nvPr/>
              </p14:nvContentPartPr>
              <p14:xfrm>
                <a:off x="9987244" y="1166091"/>
                <a:ext cx="887760" cy="6069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84D71957-82CF-7DF7-A737-C120A5323A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81124" y="1159971"/>
                  <a:ext cx="9000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CE3B0414-D44C-6A4F-F606-39890C52C5CE}"/>
                    </a:ext>
                  </a:extLst>
                </p14:cNvPr>
                <p14:cNvContentPartPr/>
                <p14:nvPr/>
              </p14:nvContentPartPr>
              <p14:xfrm>
                <a:off x="10725244" y="981411"/>
                <a:ext cx="522720" cy="4233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CE3B0414-D44C-6A4F-F606-39890C52C5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19124" y="975291"/>
                  <a:ext cx="53496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0A734CC5-ABEF-BB09-A9A8-0A49839B2538}"/>
                    </a:ext>
                  </a:extLst>
                </p14:cNvPr>
                <p14:cNvContentPartPr/>
                <p14:nvPr/>
              </p14:nvContentPartPr>
              <p14:xfrm>
                <a:off x="7468324" y="2080851"/>
                <a:ext cx="255960" cy="3718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0A734CC5-ABEF-BB09-A9A8-0A49839B25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62204" y="2074731"/>
                  <a:ext cx="26820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461E9F15-484E-5DBA-B8A1-876DF7A32FBD}"/>
                    </a:ext>
                  </a:extLst>
                </p14:cNvPr>
                <p14:cNvContentPartPr/>
                <p14:nvPr/>
              </p14:nvContentPartPr>
              <p14:xfrm>
                <a:off x="7788004" y="1991571"/>
                <a:ext cx="99360" cy="56448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461E9F15-484E-5DBA-B8A1-876DF7A32F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81884" y="1985451"/>
                  <a:ext cx="11160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911D7591-BEE1-C375-C5DE-745F5CDFA279}"/>
                    </a:ext>
                  </a:extLst>
                </p14:cNvPr>
                <p14:cNvContentPartPr/>
                <p14:nvPr/>
              </p14:nvContentPartPr>
              <p14:xfrm>
                <a:off x="7807444" y="2280651"/>
                <a:ext cx="214560" cy="27252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911D7591-BEE1-C375-C5DE-745F5CDFA27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01324" y="2274531"/>
                  <a:ext cx="2268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8405DD3C-A91A-2E1A-DF7B-31091E4CBE82}"/>
                    </a:ext>
                  </a:extLst>
                </p14:cNvPr>
                <p14:cNvContentPartPr/>
                <p14:nvPr/>
              </p14:nvContentPartPr>
              <p14:xfrm>
                <a:off x="8166724" y="2488731"/>
                <a:ext cx="20520" cy="7344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8405DD3C-A91A-2E1A-DF7B-31091E4CBE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60604" y="2482611"/>
                  <a:ext cx="32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E1585CA7-8534-9D4A-4098-A6F3B31390B8}"/>
                    </a:ext>
                  </a:extLst>
                </p14:cNvPr>
                <p14:cNvContentPartPr/>
                <p14:nvPr/>
              </p14:nvContentPartPr>
              <p14:xfrm>
                <a:off x="8186884" y="2314851"/>
                <a:ext cx="26640" cy="2520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E1585CA7-8534-9D4A-4098-A6F3B31390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80764" y="2308731"/>
                  <a:ext cx="38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BD834E09-43C9-38E9-F11E-AED6AF2D9352}"/>
                    </a:ext>
                  </a:extLst>
                </p14:cNvPr>
                <p14:cNvContentPartPr/>
                <p14:nvPr/>
              </p14:nvContentPartPr>
              <p14:xfrm>
                <a:off x="8568844" y="1676931"/>
                <a:ext cx="248760" cy="9291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BD834E09-43C9-38E9-F11E-AED6AF2D93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562724" y="1670811"/>
                  <a:ext cx="26100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233FC79A-4103-8E2A-666C-60B2B665890E}"/>
                    </a:ext>
                  </a:extLst>
                </p14:cNvPr>
                <p14:cNvContentPartPr/>
                <p14:nvPr/>
              </p14:nvContentPartPr>
              <p14:xfrm>
                <a:off x="8860804" y="2391891"/>
                <a:ext cx="78120" cy="2372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233FC79A-4103-8E2A-666C-60B2B665890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854684" y="2385771"/>
                  <a:ext cx="90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D5E57063-13F1-4905-8C38-2DC84D4FC281}"/>
                    </a:ext>
                  </a:extLst>
                </p14:cNvPr>
                <p14:cNvContentPartPr/>
                <p14:nvPr/>
              </p14:nvContentPartPr>
              <p14:xfrm>
                <a:off x="8955124" y="1712571"/>
                <a:ext cx="133920" cy="39852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D5E57063-13F1-4905-8C38-2DC84D4FC28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49004" y="1706451"/>
                  <a:ext cx="1461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A8BE5E1A-5CCE-7762-DBFE-EC59175DDF59}"/>
                    </a:ext>
                  </a:extLst>
                </p14:cNvPr>
                <p14:cNvContentPartPr/>
                <p14:nvPr/>
              </p14:nvContentPartPr>
              <p14:xfrm>
                <a:off x="9085804" y="1831731"/>
                <a:ext cx="173160" cy="6480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A8BE5E1A-5CCE-7762-DBFE-EC59175DDF5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79684" y="1825611"/>
                  <a:ext cx="185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3A2170E5-7BB9-9D73-C5DA-5BD5F133F2BC}"/>
                    </a:ext>
                  </a:extLst>
                </p14:cNvPr>
                <p14:cNvContentPartPr/>
                <p14:nvPr/>
              </p14:nvContentPartPr>
              <p14:xfrm>
                <a:off x="9100204" y="2104971"/>
                <a:ext cx="196560" cy="4078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3A2170E5-7BB9-9D73-C5DA-5BD5F133F2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94084" y="2098851"/>
                  <a:ext cx="20880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6075FD30-73AA-98AB-DE34-E094A930089B}"/>
                    </a:ext>
                  </a:extLst>
                </p14:cNvPr>
                <p14:cNvContentPartPr/>
                <p14:nvPr/>
              </p14:nvContentPartPr>
              <p14:xfrm>
                <a:off x="9390724" y="2233131"/>
                <a:ext cx="120960" cy="1972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6075FD30-73AA-98AB-DE34-E094A930089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84604" y="2227011"/>
                  <a:ext cx="133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D8511CC9-78AF-2CE9-010D-F5DD5B107870}"/>
                    </a:ext>
                  </a:extLst>
                </p14:cNvPr>
                <p14:cNvContentPartPr/>
                <p14:nvPr/>
              </p14:nvContentPartPr>
              <p14:xfrm>
                <a:off x="9502324" y="2264091"/>
                <a:ext cx="199440" cy="1900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D8511CC9-78AF-2CE9-010D-F5DD5B10787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96204" y="2257971"/>
                  <a:ext cx="211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2D21B27B-8F61-F3ED-AF8D-6730DCA99DCC}"/>
                    </a:ext>
                  </a:extLst>
                </p14:cNvPr>
                <p14:cNvContentPartPr/>
                <p14:nvPr/>
              </p14:nvContentPartPr>
              <p14:xfrm>
                <a:off x="9608524" y="2155011"/>
                <a:ext cx="167760" cy="3999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2D21B27B-8F61-F3ED-AF8D-6730DCA99DC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02404" y="2148891"/>
                  <a:ext cx="1800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0E9A52F2-C904-F795-7192-ECAC8D2B0FC2}"/>
                    </a:ext>
                  </a:extLst>
                </p14:cNvPr>
                <p14:cNvContentPartPr/>
                <p14:nvPr/>
              </p14:nvContentPartPr>
              <p14:xfrm>
                <a:off x="9804724" y="2038371"/>
                <a:ext cx="228240" cy="4734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0E9A52F2-C904-F795-7192-ECAC8D2B0FC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98604" y="2032251"/>
                  <a:ext cx="2404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9C63E56A-B68E-37CA-6E70-49B7FB5818BF}"/>
                    </a:ext>
                  </a:extLst>
                </p14:cNvPr>
                <p14:cNvContentPartPr/>
                <p14:nvPr/>
              </p14:nvContentPartPr>
              <p14:xfrm>
                <a:off x="10092004" y="2288211"/>
                <a:ext cx="251640" cy="26136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9C63E56A-B68E-37CA-6E70-49B7FB5818B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85884" y="2282091"/>
                  <a:ext cx="2638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B08B701-33B0-9B59-7F81-450F88A904E9}"/>
                    </a:ext>
                  </a:extLst>
                </p14:cNvPr>
                <p14:cNvContentPartPr/>
                <p14:nvPr/>
              </p14:nvContentPartPr>
              <p14:xfrm>
                <a:off x="8133244" y="2728851"/>
                <a:ext cx="2194200" cy="4608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B08B701-33B0-9B59-7F81-450F88A904E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127124" y="2722731"/>
                  <a:ext cx="2206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641F264F-0EB8-1945-3189-1E370AF8B497}"/>
                    </a:ext>
                  </a:extLst>
                </p14:cNvPr>
                <p14:cNvContentPartPr/>
                <p14:nvPr/>
              </p14:nvContentPartPr>
              <p14:xfrm>
                <a:off x="9139444" y="2947011"/>
                <a:ext cx="218160" cy="23796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641F264F-0EB8-1945-3189-1E370AF8B4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33324" y="2940891"/>
                  <a:ext cx="230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821B15DF-093D-049F-D179-D565FC0B85CA}"/>
                    </a:ext>
                  </a:extLst>
                </p14:cNvPr>
                <p14:cNvContentPartPr/>
                <p14:nvPr/>
              </p14:nvContentPartPr>
              <p14:xfrm>
                <a:off x="9460204" y="3099291"/>
                <a:ext cx="75960" cy="622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821B15DF-093D-049F-D179-D565FC0B85C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454084" y="3093171"/>
                  <a:ext cx="88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3EFB5F37-1CCC-13B1-E246-300FC8B51B23}"/>
                    </a:ext>
                  </a:extLst>
                </p14:cNvPr>
                <p14:cNvContentPartPr/>
                <p14:nvPr/>
              </p14:nvContentPartPr>
              <p14:xfrm>
                <a:off x="9522844" y="2956011"/>
                <a:ext cx="209160" cy="27252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3EFB5F37-1CCC-13B1-E246-300FC8B51B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16724" y="2949891"/>
                  <a:ext cx="2214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BC955BBB-8DD0-36E7-95A6-0E13AB8C6E68}"/>
                    </a:ext>
                  </a:extLst>
                </p14:cNvPr>
                <p14:cNvContentPartPr/>
                <p14:nvPr/>
              </p14:nvContentPartPr>
              <p14:xfrm>
                <a:off x="8865124" y="2909931"/>
                <a:ext cx="177480" cy="28944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BC955BBB-8DD0-36E7-95A6-0E13AB8C6E6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59004" y="2903811"/>
                  <a:ext cx="189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C651CBEB-0E0F-E751-778C-92E4AC122BA2}"/>
                    </a:ext>
                  </a:extLst>
                </p14:cNvPr>
                <p14:cNvContentPartPr/>
                <p14:nvPr/>
              </p14:nvContentPartPr>
              <p14:xfrm>
                <a:off x="8748844" y="2967171"/>
                <a:ext cx="324000" cy="22392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C651CBEB-0E0F-E751-778C-92E4AC122BA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42724" y="2961051"/>
                  <a:ext cx="336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4EBB4BBA-CFB9-6F92-C84D-9F16D41662DF}"/>
                    </a:ext>
                  </a:extLst>
                </p14:cNvPr>
                <p14:cNvContentPartPr/>
                <p14:nvPr/>
              </p14:nvContentPartPr>
              <p14:xfrm>
                <a:off x="8259244" y="2966451"/>
                <a:ext cx="100440" cy="21744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4EBB4BBA-CFB9-6F92-C84D-9F16D41662D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53124" y="2960331"/>
                  <a:ext cx="112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9BD9F20E-EDFA-7454-6EDD-C88ADDE95ED5}"/>
                    </a:ext>
                  </a:extLst>
                </p14:cNvPr>
                <p14:cNvContentPartPr/>
                <p14:nvPr/>
              </p14:nvContentPartPr>
              <p14:xfrm>
                <a:off x="8397484" y="3115131"/>
                <a:ext cx="133920" cy="9360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9BD9F20E-EDFA-7454-6EDD-C88ADDE95ED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91364" y="3109011"/>
                  <a:ext cx="146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3FFE5A9D-9474-4CBA-6361-97D9CB85BC04}"/>
                    </a:ext>
                  </a:extLst>
                </p14:cNvPr>
                <p14:cNvContentPartPr/>
                <p14:nvPr/>
              </p14:nvContentPartPr>
              <p14:xfrm>
                <a:off x="8526724" y="2952771"/>
                <a:ext cx="83160" cy="49788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3FFE5A9D-9474-4CBA-6361-97D9CB85BC0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20604" y="2946651"/>
                  <a:ext cx="9540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3A3A3557-8A7F-C61E-55CA-9BA84362069D}"/>
                    </a:ext>
                  </a:extLst>
                </p14:cNvPr>
                <p14:cNvContentPartPr/>
                <p14:nvPr/>
              </p14:nvContentPartPr>
              <p14:xfrm>
                <a:off x="7462564" y="2985531"/>
                <a:ext cx="351720" cy="4464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3A3A3557-8A7F-C61E-55CA-9BA84362069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456444" y="2979411"/>
                  <a:ext cx="3639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58EC62FD-DE89-C3BE-F821-BFB94C8E3408}"/>
                    </a:ext>
                  </a:extLst>
                </p14:cNvPr>
                <p14:cNvContentPartPr/>
                <p14:nvPr/>
              </p14:nvContentPartPr>
              <p14:xfrm>
                <a:off x="7611964" y="2864931"/>
                <a:ext cx="87480" cy="48096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58EC62FD-DE89-C3BE-F821-BFB94C8E34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05844" y="2858811"/>
                  <a:ext cx="997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FDDFDB33-3E45-825B-3D8F-D20034F36738}"/>
                    </a:ext>
                  </a:extLst>
                </p14:cNvPr>
                <p14:cNvContentPartPr/>
                <p14:nvPr/>
              </p14:nvContentPartPr>
              <p14:xfrm>
                <a:off x="5645284" y="2918931"/>
                <a:ext cx="148680" cy="30276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FDDFDB33-3E45-825B-3D8F-D20034F367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639164" y="2912811"/>
                  <a:ext cx="1609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7DBB2EE4-931F-C84B-5401-02BA196B3AD8}"/>
                    </a:ext>
                  </a:extLst>
                </p14:cNvPr>
                <p14:cNvContentPartPr/>
                <p14:nvPr/>
              </p14:nvContentPartPr>
              <p14:xfrm>
                <a:off x="5804044" y="3139611"/>
                <a:ext cx="107640" cy="10260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7DBB2EE4-931F-C84B-5401-02BA196B3AD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97924" y="3133491"/>
                  <a:ext cx="119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4764BC4F-10BF-AB42-C2EE-D34995E3C084}"/>
                    </a:ext>
                  </a:extLst>
                </p14:cNvPr>
                <p14:cNvContentPartPr/>
                <p14:nvPr/>
              </p14:nvContentPartPr>
              <p14:xfrm>
                <a:off x="5946604" y="2914971"/>
                <a:ext cx="111960" cy="36504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4764BC4F-10BF-AB42-C2EE-D34995E3C0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40484" y="2908851"/>
                  <a:ext cx="1242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8C90702F-E9F9-CB50-3797-4DC27F5159D1}"/>
                    </a:ext>
                  </a:extLst>
                </p14:cNvPr>
                <p14:cNvContentPartPr/>
                <p14:nvPr/>
              </p14:nvContentPartPr>
              <p14:xfrm>
                <a:off x="6024724" y="2927211"/>
                <a:ext cx="164520" cy="9216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8C90702F-E9F9-CB50-3797-4DC27F5159D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18604" y="2921091"/>
                  <a:ext cx="1767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AE61C769-A940-82F6-3F34-9506228CB7AC}"/>
                    </a:ext>
                  </a:extLst>
                </p14:cNvPr>
                <p14:cNvContentPartPr/>
                <p14:nvPr/>
              </p14:nvContentPartPr>
              <p14:xfrm>
                <a:off x="6229564" y="3002811"/>
                <a:ext cx="173160" cy="2142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AE61C769-A940-82F6-3F34-9506228CB7A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23444" y="2996691"/>
                  <a:ext cx="185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E28E0CC6-D696-CD71-7D48-56CC61EF4350}"/>
                    </a:ext>
                  </a:extLst>
                </p14:cNvPr>
                <p14:cNvContentPartPr/>
                <p14:nvPr/>
              </p14:nvContentPartPr>
              <p14:xfrm>
                <a:off x="6252964" y="3001371"/>
                <a:ext cx="218160" cy="19332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E28E0CC6-D696-CD71-7D48-56CC61EF435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46844" y="2995251"/>
                  <a:ext cx="230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E63A3766-CD1A-81FF-DC47-A6153D3BA402}"/>
                    </a:ext>
                  </a:extLst>
                </p14:cNvPr>
                <p14:cNvContentPartPr/>
                <p14:nvPr/>
              </p14:nvContentPartPr>
              <p14:xfrm>
                <a:off x="6530884" y="3006411"/>
                <a:ext cx="100800" cy="22608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E63A3766-CD1A-81FF-DC47-A6153D3BA40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24764" y="3000291"/>
                  <a:ext cx="113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FD666428-12C4-EFA5-8A9D-591A8612164A}"/>
                    </a:ext>
                  </a:extLst>
                </p14:cNvPr>
                <p14:cNvContentPartPr/>
                <p14:nvPr/>
              </p14:nvContentPartPr>
              <p14:xfrm>
                <a:off x="6659404" y="3134211"/>
                <a:ext cx="97560" cy="7920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FD666428-12C4-EFA5-8A9D-591A861216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53284" y="3128091"/>
                  <a:ext cx="109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1C65BCAD-8E14-21C3-3C6E-1EC4118B2579}"/>
                    </a:ext>
                  </a:extLst>
                </p14:cNvPr>
                <p14:cNvContentPartPr/>
                <p14:nvPr/>
              </p14:nvContentPartPr>
              <p14:xfrm>
                <a:off x="6795844" y="2887611"/>
                <a:ext cx="92880" cy="36396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1C65BCAD-8E14-21C3-3C6E-1EC4118B257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789724" y="2881491"/>
                  <a:ext cx="1051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730E7B2B-E0A5-D5CA-199C-7851B828A223}"/>
                    </a:ext>
                  </a:extLst>
                </p14:cNvPr>
                <p14:cNvContentPartPr/>
                <p14:nvPr/>
              </p14:nvContentPartPr>
              <p14:xfrm>
                <a:off x="5440444" y="2580531"/>
                <a:ext cx="4335120" cy="107892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730E7B2B-E0A5-D5CA-199C-7851B828A22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34324" y="2574411"/>
                  <a:ext cx="4347360" cy="10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F1351B83-6D7C-A0AF-2C6D-981EFA99339A}"/>
              </a:ext>
            </a:extLst>
          </p:cNvPr>
          <p:cNvGrpSpPr/>
          <p:nvPr/>
        </p:nvGrpSpPr>
        <p:grpSpPr>
          <a:xfrm>
            <a:off x="10256164" y="2914971"/>
            <a:ext cx="916560" cy="357120"/>
            <a:chOff x="10256164" y="2914971"/>
            <a:chExt cx="91656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B71207E7-1BF4-BE62-6AEA-DB3495F44A2D}"/>
                    </a:ext>
                  </a:extLst>
                </p14:cNvPr>
                <p14:cNvContentPartPr/>
                <p14:nvPr/>
              </p14:nvContentPartPr>
              <p14:xfrm>
                <a:off x="10256164" y="2914971"/>
                <a:ext cx="162720" cy="32436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B71207E7-1BF4-BE62-6AEA-DB3495F44A2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250044" y="2908851"/>
                  <a:ext cx="1749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6D426343-986F-87D7-2D83-57C9D5DCF323}"/>
                    </a:ext>
                  </a:extLst>
                </p14:cNvPr>
                <p14:cNvContentPartPr/>
                <p14:nvPr/>
              </p14:nvContentPartPr>
              <p14:xfrm>
                <a:off x="10265164" y="3011451"/>
                <a:ext cx="277200" cy="4788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6D426343-986F-87D7-2D83-57C9D5DCF32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59044" y="3005331"/>
                  <a:ext cx="289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31C7223A-98AA-C5E5-DA75-6F4241612E0F}"/>
                    </a:ext>
                  </a:extLst>
                </p14:cNvPr>
                <p14:cNvContentPartPr/>
                <p14:nvPr/>
              </p14:nvContentPartPr>
              <p14:xfrm>
                <a:off x="10546684" y="3068691"/>
                <a:ext cx="113400" cy="3312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31C7223A-98AA-C5E5-DA75-6F4241612E0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40564" y="3062571"/>
                  <a:ext cx="125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F59893B2-7734-25F2-8D70-FBFC94CA262A}"/>
                    </a:ext>
                  </a:extLst>
                </p14:cNvPr>
                <p14:cNvContentPartPr/>
                <p14:nvPr/>
              </p14:nvContentPartPr>
              <p14:xfrm>
                <a:off x="10586284" y="3132411"/>
                <a:ext cx="154800" cy="7200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F59893B2-7734-25F2-8D70-FBFC94CA262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80164" y="3126291"/>
                  <a:ext cx="167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CC140E12-4A40-2DAA-D0E7-2E7E59DF4A0E}"/>
                    </a:ext>
                  </a:extLst>
                </p14:cNvPr>
                <p14:cNvContentPartPr/>
                <p14:nvPr/>
              </p14:nvContentPartPr>
              <p14:xfrm>
                <a:off x="10741084" y="2953491"/>
                <a:ext cx="156960" cy="27180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CC140E12-4A40-2DAA-D0E7-2E7E59DF4A0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34964" y="2947371"/>
                  <a:ext cx="169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802C9B52-C0A9-E130-6F3A-57AE5F0B4E1F}"/>
                    </a:ext>
                  </a:extLst>
                </p14:cNvPr>
                <p14:cNvContentPartPr/>
                <p14:nvPr/>
              </p14:nvContentPartPr>
              <p14:xfrm>
                <a:off x="10714804" y="2971131"/>
                <a:ext cx="296640" cy="16956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802C9B52-C0A9-E130-6F3A-57AE5F0B4E1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708684" y="2965011"/>
                  <a:ext cx="3088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4D00BF93-18F2-1F62-593C-5E152AEFA918}"/>
                    </a:ext>
                  </a:extLst>
                </p14:cNvPr>
                <p14:cNvContentPartPr/>
                <p14:nvPr/>
              </p14:nvContentPartPr>
              <p14:xfrm>
                <a:off x="11013964" y="2966451"/>
                <a:ext cx="158760" cy="30564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4D00BF93-18F2-1F62-593C-5E152AEFA91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07844" y="2960331"/>
                  <a:ext cx="17100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73316A80-664A-6DA7-2DA2-61D74F1D4148}"/>
                  </a:ext>
                </a:extLst>
              </p14:cNvPr>
              <p14:cNvContentPartPr/>
              <p14:nvPr/>
            </p14:nvContentPartPr>
            <p14:xfrm>
              <a:off x="6461764" y="3745131"/>
              <a:ext cx="356040" cy="4644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73316A80-664A-6DA7-2DA2-61D74F1D414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455644" y="3739011"/>
                <a:ext cx="3682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9BB0D0A1-B8E3-DFB0-F358-29AADE919C4E}"/>
                  </a:ext>
                </a:extLst>
              </p14:cNvPr>
              <p14:cNvContentPartPr/>
              <p14:nvPr/>
            </p14:nvContentPartPr>
            <p14:xfrm>
              <a:off x="2551444" y="4495371"/>
              <a:ext cx="607320" cy="494640"/>
            </p14:xfrm>
          </p:contentPart>
        </mc:Choice>
        <mc:Fallback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9BB0D0A1-B8E3-DFB0-F358-29AADE919C4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545324" y="4489251"/>
                <a:ext cx="619560" cy="50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3" name="墨迹 102">
                <a:extLst>
                  <a:ext uri="{FF2B5EF4-FFF2-40B4-BE49-F238E27FC236}">
                    <a16:creationId xmlns:a16="http://schemas.microsoft.com/office/drawing/2014/main" id="{F61AA922-CA6D-9898-0477-7C021C0F1349}"/>
                  </a:ext>
                </a:extLst>
              </p14:cNvPr>
              <p14:cNvContentPartPr/>
              <p14:nvPr/>
            </p14:nvContentPartPr>
            <p14:xfrm>
              <a:off x="4339204" y="4632891"/>
              <a:ext cx="613080" cy="343080"/>
            </p14:xfrm>
          </p:contentPart>
        </mc:Choice>
        <mc:Fallback>
          <p:pic>
            <p:nvPicPr>
              <p:cNvPr id="103" name="墨迹 102">
                <a:extLst>
                  <a:ext uri="{FF2B5EF4-FFF2-40B4-BE49-F238E27FC236}">
                    <a16:creationId xmlns:a16="http://schemas.microsoft.com/office/drawing/2014/main" id="{F61AA922-CA6D-9898-0477-7C021C0F1349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333084" y="4626771"/>
                <a:ext cx="625320" cy="35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326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782F-A907-FA51-B61E-26F41498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9226A-E07D-D66E-7203-85DA02BE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sz="3600" dirty="0"/>
              <a:t>9.3.2 </a:t>
            </a:r>
            <a:r>
              <a:rPr lang="zh-CN" altLang="en-US" sz="3600" dirty="0"/>
              <a:t>积分控制消除稳态误差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DF3008E-50D2-6DEC-0D63-BB72B8D4F37C}"/>
                  </a:ext>
                </a:extLst>
              </p14:cNvPr>
              <p14:cNvContentPartPr/>
              <p14:nvPr/>
            </p14:nvContentPartPr>
            <p14:xfrm>
              <a:off x="3688684" y="3451011"/>
              <a:ext cx="1602000" cy="36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DF3008E-50D2-6DEC-0D63-BB72B8D4F3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2564" y="3444891"/>
                <a:ext cx="161424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71AD3FCD-0514-49DE-72F6-B33764077D74}"/>
              </a:ext>
            </a:extLst>
          </p:cNvPr>
          <p:cNvGrpSpPr/>
          <p:nvPr/>
        </p:nvGrpSpPr>
        <p:grpSpPr>
          <a:xfrm>
            <a:off x="4651324" y="2480091"/>
            <a:ext cx="3848400" cy="1116000"/>
            <a:chOff x="4651324" y="2480091"/>
            <a:chExt cx="3848400" cy="11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12F77CD7-2C2C-5716-0AFE-718BCC0BE596}"/>
                    </a:ext>
                  </a:extLst>
                </p14:cNvPr>
                <p14:cNvContentPartPr/>
                <p14:nvPr/>
              </p14:nvContentPartPr>
              <p14:xfrm>
                <a:off x="4651324" y="3496371"/>
                <a:ext cx="13320" cy="5364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12F77CD7-2C2C-5716-0AFE-718BCC0BE59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45204" y="3490251"/>
                  <a:ext cx="25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8E607192-4123-D7C9-9E33-F322566294B1}"/>
                    </a:ext>
                  </a:extLst>
                </p14:cNvPr>
                <p14:cNvContentPartPr/>
                <p14:nvPr/>
              </p14:nvContentPartPr>
              <p14:xfrm>
                <a:off x="5102764" y="3591051"/>
                <a:ext cx="77400" cy="50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8E607192-4123-D7C9-9E33-F322566294B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96644" y="3584931"/>
                  <a:ext cx="896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C658F411-8739-8AFF-6CCE-947B8BE4E93F}"/>
                    </a:ext>
                  </a:extLst>
                </p14:cNvPr>
                <p14:cNvContentPartPr/>
                <p14:nvPr/>
              </p14:nvContentPartPr>
              <p14:xfrm>
                <a:off x="5465644" y="2480091"/>
                <a:ext cx="3034080" cy="10753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C658F411-8739-8AFF-6CCE-947B8BE4E9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59524" y="2473971"/>
                  <a:ext cx="3046320" cy="108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4889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45DEE7A-731B-7BA8-3592-A3C960E5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9.3.2 </a:t>
            </a:r>
            <a:r>
              <a:rPr lang="zh-CN" altLang="en-US" dirty="0"/>
              <a:t>积分项消除稳态误差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839A32-4ECD-C42B-D4C4-2CA81DA05C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9412" y="1473535"/>
            <a:ext cx="10688441" cy="58335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积分项的 “纠错逻辑”</a:t>
            </a:r>
            <a:r>
              <a:rPr lang="en-US" altLang="zh-CN" dirty="0"/>
              <a:t>—— </a:t>
            </a:r>
            <a:r>
              <a:rPr lang="zh-CN" altLang="en-US" dirty="0"/>
              <a:t>累积误差→消除稳态误差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432CE5-E304-A538-11D9-71AE9F2834AE}"/>
              </a:ext>
            </a:extLst>
          </p:cNvPr>
          <p:cNvSpPr txBox="1"/>
          <p:nvPr/>
        </p:nvSpPr>
        <p:spPr>
          <a:xfrm>
            <a:off x="1306285" y="992777"/>
            <a:ext cx="365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已知，纯</a:t>
            </a:r>
            <a:r>
              <a:rPr lang="en-US" altLang="zh-CN" dirty="0"/>
              <a:t>P</a:t>
            </a:r>
            <a:r>
              <a:rPr lang="zh-CN" altLang="en-US" dirty="0"/>
              <a:t>控制无法消除稳态误差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DE3BAB-6438-D8CE-50A2-4105F1ECB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534" y="2168315"/>
            <a:ext cx="1775732" cy="8455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74639D7-363E-85FA-3DFB-3E7427126F2E}"/>
              </a:ext>
            </a:extLst>
          </p:cNvPr>
          <p:cNvSpPr txBox="1"/>
          <p:nvPr/>
        </p:nvSpPr>
        <p:spPr>
          <a:xfrm>
            <a:off x="3535680" y="2406442"/>
            <a:ext cx="3744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积分的本质是记录历史误差总和；</a:t>
            </a:r>
          </a:p>
        </p:txBody>
      </p:sp>
      <p:graphicFrame>
        <p:nvGraphicFramePr>
          <p:cNvPr id="12" name="图示 11">
            <a:extLst>
              <a:ext uri="{FF2B5EF4-FFF2-40B4-BE49-F238E27FC236}">
                <a16:creationId xmlns:a16="http://schemas.microsoft.com/office/drawing/2014/main" id="{DF936422-9432-3C58-9801-FB45FFC027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705840"/>
              </p:ext>
            </p:extLst>
          </p:nvPr>
        </p:nvGraphicFramePr>
        <p:xfrm>
          <a:off x="1356533" y="3256886"/>
          <a:ext cx="7412997" cy="1088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948E976A-ABA4-2C26-72A1-A2370ED358CE}"/>
              </a:ext>
            </a:extLst>
          </p:cNvPr>
          <p:cNvSpPr txBox="1"/>
          <p:nvPr/>
        </p:nvSpPr>
        <p:spPr>
          <a:xfrm>
            <a:off x="1356533" y="47269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核心逻辑：“误差不消失，积分不停止”。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5B9AFB10-DA0B-D19E-2EDB-1FB20F86CCA2}"/>
                  </a:ext>
                </a:extLst>
              </p14:cNvPr>
              <p14:cNvContentPartPr/>
              <p14:nvPr/>
            </p14:nvContentPartPr>
            <p14:xfrm>
              <a:off x="1146004" y="2151771"/>
              <a:ext cx="1993320" cy="9061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5B9AFB10-DA0B-D19E-2EDB-1FB20F86CC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39884" y="2145651"/>
                <a:ext cx="200556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FAFA218-63EC-4BF1-BD0F-A2C621D82452}"/>
                  </a:ext>
                </a:extLst>
              </p14:cNvPr>
              <p14:cNvContentPartPr/>
              <p14:nvPr/>
            </p14:nvContentPartPr>
            <p14:xfrm>
              <a:off x="2561524" y="5224371"/>
              <a:ext cx="1218960" cy="802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FAFA218-63EC-4BF1-BD0F-A2C621D824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55404" y="5218251"/>
                <a:ext cx="12312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7C99D15-C073-1464-B185-FCF3015B5552}"/>
                  </a:ext>
                </a:extLst>
              </p14:cNvPr>
              <p14:cNvContentPartPr/>
              <p14:nvPr/>
            </p14:nvContentPartPr>
            <p14:xfrm>
              <a:off x="2798404" y="2882931"/>
              <a:ext cx="428760" cy="1339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7C99D15-C073-1464-B185-FCF3015B555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92284" y="2876811"/>
                <a:ext cx="44100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11BAB3E3-4F9C-17C9-9802-9D068D9AFBCF}"/>
                  </a:ext>
                </a:extLst>
              </p14:cNvPr>
              <p14:cNvContentPartPr/>
              <p14:nvPr/>
            </p14:nvContentPartPr>
            <p14:xfrm>
              <a:off x="7385524" y="4893171"/>
              <a:ext cx="383760" cy="6480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11BAB3E3-4F9C-17C9-9802-9D068D9AFBC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79404" y="4887051"/>
                <a:ext cx="3960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6BB95DE5-6445-04F4-AE43-DC51B3CE57C1}"/>
                  </a:ext>
                </a:extLst>
              </p14:cNvPr>
              <p14:cNvContentPartPr/>
              <p14:nvPr/>
            </p14:nvContentPartPr>
            <p14:xfrm>
              <a:off x="6594244" y="4868691"/>
              <a:ext cx="873000" cy="7916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6BB95DE5-6445-04F4-AE43-DC51B3CE57C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88124" y="4862571"/>
                <a:ext cx="885240" cy="80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7A9F4D3-EB5B-E5E6-CB8B-0F8C68814004}"/>
                  </a:ext>
                </a:extLst>
              </p14:cNvPr>
              <p14:cNvContentPartPr/>
              <p14:nvPr/>
            </p14:nvContentPartPr>
            <p14:xfrm>
              <a:off x="6922204" y="4799571"/>
              <a:ext cx="1115640" cy="622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7A9F4D3-EB5B-E5E6-CB8B-0F8C688140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16084" y="4793451"/>
                <a:ext cx="11278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0D75A6C5-7A1A-B3B9-3E0B-F1FFA524199F}"/>
                  </a:ext>
                </a:extLst>
              </p14:cNvPr>
              <p14:cNvContentPartPr/>
              <p14:nvPr/>
            </p14:nvContentPartPr>
            <p14:xfrm>
              <a:off x="7318564" y="4840971"/>
              <a:ext cx="486000" cy="8136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0D75A6C5-7A1A-B3B9-3E0B-F1FFA52419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12444" y="4834851"/>
                <a:ext cx="4982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19FE8A82-9DE7-B338-81CC-C6198522BB6C}"/>
                  </a:ext>
                </a:extLst>
              </p14:cNvPr>
              <p14:cNvContentPartPr/>
              <p14:nvPr/>
            </p14:nvContentPartPr>
            <p14:xfrm>
              <a:off x="7327204" y="4902891"/>
              <a:ext cx="541440" cy="6084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19FE8A82-9DE7-B338-81CC-C6198522BB6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21084" y="4896771"/>
                <a:ext cx="5536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819CC450-4348-C33C-42DE-91E7F663F282}"/>
                  </a:ext>
                </a:extLst>
              </p14:cNvPr>
              <p14:cNvContentPartPr/>
              <p14:nvPr/>
            </p14:nvContentPartPr>
            <p14:xfrm>
              <a:off x="6156844" y="4582131"/>
              <a:ext cx="1553400" cy="114192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819CC450-4348-C33C-42DE-91E7F663F28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50724" y="4576011"/>
                <a:ext cx="1565640" cy="11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6A268D62-4979-69EF-7D2E-7F758940AEA2}"/>
                  </a:ext>
                </a:extLst>
              </p14:cNvPr>
              <p14:cNvContentPartPr/>
              <p14:nvPr/>
            </p14:nvContentPartPr>
            <p14:xfrm>
              <a:off x="8929924" y="4351371"/>
              <a:ext cx="1532520" cy="13392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6A268D62-4979-69EF-7D2E-7F758940AE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23804" y="4345251"/>
                <a:ext cx="15447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4" name="墨迹 33">
                <a:extLst>
                  <a:ext uri="{FF2B5EF4-FFF2-40B4-BE49-F238E27FC236}">
                    <a16:creationId xmlns:a16="http://schemas.microsoft.com/office/drawing/2014/main" id="{56BED74F-9C4A-0DE0-0027-3F093E3B4AAB}"/>
                  </a:ext>
                </a:extLst>
              </p14:cNvPr>
              <p14:cNvContentPartPr/>
              <p14:nvPr/>
            </p14:nvContentPartPr>
            <p14:xfrm>
              <a:off x="9841084" y="4587171"/>
              <a:ext cx="91800" cy="1103760"/>
            </p14:xfrm>
          </p:contentPart>
        </mc:Choice>
        <mc:Fallback>
          <p:pic>
            <p:nvPicPr>
              <p:cNvPr id="34" name="墨迹 33">
                <a:extLst>
                  <a:ext uri="{FF2B5EF4-FFF2-40B4-BE49-F238E27FC236}">
                    <a16:creationId xmlns:a16="http://schemas.microsoft.com/office/drawing/2014/main" id="{56BED74F-9C4A-0DE0-0027-3F093E3B4AA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834964" y="4581051"/>
                <a:ext cx="104040" cy="11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AB13E981-76FB-DDEC-9361-5A95DE1E41FB}"/>
              </a:ext>
            </a:extLst>
          </p:cNvPr>
          <p:cNvGrpSpPr/>
          <p:nvPr/>
        </p:nvGrpSpPr>
        <p:grpSpPr>
          <a:xfrm>
            <a:off x="8542564" y="4046811"/>
            <a:ext cx="2796480" cy="1999800"/>
            <a:chOff x="8542564" y="4046811"/>
            <a:chExt cx="2796480" cy="19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A0D5F0F-F9D1-619F-726C-85BEB7C292BC}"/>
                    </a:ext>
                  </a:extLst>
                </p14:cNvPr>
                <p14:cNvContentPartPr/>
                <p14:nvPr/>
              </p14:nvContentPartPr>
              <p14:xfrm>
                <a:off x="9112804" y="4293411"/>
                <a:ext cx="2226240" cy="9968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A0D5F0F-F9D1-619F-726C-85BEB7C292B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06684" y="4287291"/>
                  <a:ext cx="2238480" cy="10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0C85B71-D8EA-275F-7C3C-81C521464B0D}"/>
                    </a:ext>
                  </a:extLst>
                </p14:cNvPr>
                <p14:cNvContentPartPr/>
                <p14:nvPr/>
              </p14:nvContentPartPr>
              <p14:xfrm>
                <a:off x="8666044" y="5071371"/>
                <a:ext cx="64080" cy="53028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0C85B71-D8EA-275F-7C3C-81C521464B0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659924" y="5065251"/>
                  <a:ext cx="763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BD81136-F63A-3876-A4D6-3B088A83C210}"/>
                    </a:ext>
                  </a:extLst>
                </p14:cNvPr>
                <p14:cNvContentPartPr/>
                <p14:nvPr/>
              </p14:nvContentPartPr>
              <p14:xfrm>
                <a:off x="8667484" y="5854731"/>
                <a:ext cx="6120" cy="820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BD81136-F63A-3876-A4D6-3B088A83C2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661364" y="5848611"/>
                  <a:ext cx="183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06D0086A-38A4-B147-8AAE-E02DECC31A75}"/>
                    </a:ext>
                  </a:extLst>
                </p14:cNvPr>
                <p14:cNvContentPartPr/>
                <p14:nvPr/>
              </p14:nvContentPartPr>
              <p14:xfrm>
                <a:off x="8752444" y="4243731"/>
                <a:ext cx="96480" cy="17787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06D0086A-38A4-B147-8AAE-E02DECC31A7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6324" y="4237611"/>
                  <a:ext cx="108720" cy="17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0F8A63B7-DF65-CF61-CF67-6029C3A0C1E1}"/>
                    </a:ext>
                  </a:extLst>
                </p14:cNvPr>
                <p14:cNvContentPartPr/>
                <p14:nvPr/>
              </p14:nvContentPartPr>
              <p14:xfrm>
                <a:off x="9842164" y="4046811"/>
                <a:ext cx="22320" cy="6570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0F8A63B7-DF65-CF61-CF67-6029C3A0C1E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36044" y="4040691"/>
                  <a:ext cx="34560" cy="66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ECDCA0D2-4CD5-8397-855E-7B80A4840372}"/>
                    </a:ext>
                  </a:extLst>
                </p14:cNvPr>
                <p14:cNvContentPartPr/>
                <p14:nvPr/>
              </p14:nvContentPartPr>
              <p14:xfrm>
                <a:off x="9896164" y="4885251"/>
                <a:ext cx="99000" cy="39924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ECDCA0D2-4CD5-8397-855E-7B80A48403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90044" y="4879131"/>
                  <a:ext cx="1112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8D282F60-7CE2-A565-B470-EB1590FAB9C2}"/>
                    </a:ext>
                  </a:extLst>
                </p14:cNvPr>
                <p14:cNvContentPartPr/>
                <p14:nvPr/>
              </p14:nvContentPartPr>
              <p14:xfrm>
                <a:off x="9927844" y="5521731"/>
                <a:ext cx="30240" cy="2044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8D282F60-7CE2-A565-B470-EB1590FAB9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21724" y="5515611"/>
                  <a:ext cx="42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2209F3FF-EC02-825B-F052-8684EB0F192C}"/>
                    </a:ext>
                  </a:extLst>
                </p14:cNvPr>
                <p14:cNvContentPartPr/>
                <p14:nvPr/>
              </p14:nvContentPartPr>
              <p14:xfrm>
                <a:off x="9935044" y="5821251"/>
                <a:ext cx="74880" cy="1742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2209F3FF-EC02-825B-F052-8684EB0F19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28924" y="5815131"/>
                  <a:ext cx="871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EC414299-0435-A9C0-82C6-F862884B9466}"/>
                    </a:ext>
                  </a:extLst>
                </p14:cNvPr>
                <p14:cNvContentPartPr/>
                <p14:nvPr/>
              </p14:nvContentPartPr>
              <p14:xfrm>
                <a:off x="8820124" y="5269731"/>
                <a:ext cx="303840" cy="5601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EC414299-0435-A9C0-82C6-F862884B946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14004" y="5263611"/>
                  <a:ext cx="31608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C73CAB72-FB94-9EE5-98D6-824BF425A18D}"/>
                    </a:ext>
                  </a:extLst>
                </p14:cNvPr>
                <p14:cNvContentPartPr/>
                <p14:nvPr/>
              </p14:nvContentPartPr>
              <p14:xfrm>
                <a:off x="8637244" y="5625051"/>
                <a:ext cx="103320" cy="4215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C73CAB72-FB94-9EE5-98D6-824BF425A18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31124" y="5618931"/>
                  <a:ext cx="1155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9B3227D8-949C-F0B3-F96B-001BFD0E5E5C}"/>
                    </a:ext>
                  </a:extLst>
                </p14:cNvPr>
                <p14:cNvContentPartPr/>
                <p14:nvPr/>
              </p14:nvContentPartPr>
              <p14:xfrm>
                <a:off x="8542564" y="5701371"/>
                <a:ext cx="1509120" cy="9576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9B3227D8-949C-F0B3-F96B-001BFD0E5E5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36444" y="5695251"/>
                  <a:ext cx="15213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42446AFE-88A8-F759-396D-0824D2AE4335}"/>
                    </a:ext>
                  </a:extLst>
                </p14:cNvPr>
                <p14:cNvContentPartPr/>
                <p14:nvPr/>
              </p14:nvContentPartPr>
              <p14:xfrm>
                <a:off x="8806804" y="4414011"/>
                <a:ext cx="659520" cy="1728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42446AFE-88A8-F759-396D-0824D2AE43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00684" y="4407891"/>
                  <a:ext cx="671760" cy="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1682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6CAD1-98EB-4F79-5E90-C0D7335D6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1D5DB5-902C-E7B4-D21F-7F7CF1A80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9.3.2 </a:t>
            </a:r>
            <a:r>
              <a:rPr lang="zh-CN" altLang="en-US" dirty="0"/>
              <a:t>积分项消除稳态误差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36C8E3-BA73-478A-A2C1-BFB4631DD0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51779" y="938454"/>
            <a:ext cx="10688441" cy="583354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PI </a:t>
            </a:r>
            <a:r>
              <a:rPr lang="zh-CN" altLang="en-US" sz="2000" dirty="0">
                <a:solidFill>
                  <a:srgbClr val="FF0000"/>
                </a:solidFill>
              </a:rPr>
              <a:t>控制消除稳态误差的四步过程（水箱案例）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3E055D-177A-596C-2FAF-B0CFA0873404}"/>
              </a:ext>
            </a:extLst>
          </p:cNvPr>
          <p:cNvSpPr txBox="1"/>
          <p:nvPr/>
        </p:nvSpPr>
        <p:spPr>
          <a:xfrm>
            <a:off x="6862354" y="45188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按误差大小分阶段拆解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4CBA829-21C5-EC9C-8122-F471BFA88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344085"/>
              </p:ext>
            </p:extLst>
          </p:nvPr>
        </p:nvGraphicFramePr>
        <p:xfrm>
          <a:off x="1212121" y="1584372"/>
          <a:ext cx="6529251" cy="16002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694509">
                  <a:extLst>
                    <a:ext uri="{9D8B030D-6E8A-4147-A177-3AD203B41FA5}">
                      <a16:colId xmlns:a16="http://schemas.microsoft.com/office/drawing/2014/main" val="789588285"/>
                    </a:ext>
                  </a:extLst>
                </a:gridCol>
                <a:gridCol w="1236617">
                  <a:extLst>
                    <a:ext uri="{9D8B030D-6E8A-4147-A177-3AD203B41FA5}">
                      <a16:colId xmlns:a16="http://schemas.microsoft.com/office/drawing/2014/main" val="2896987818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863543441"/>
                    </a:ext>
                  </a:extLst>
                </a:gridCol>
                <a:gridCol w="1785257">
                  <a:extLst>
                    <a:ext uri="{9D8B030D-6E8A-4147-A177-3AD203B41FA5}">
                      <a16:colId xmlns:a16="http://schemas.microsoft.com/office/drawing/2014/main" val="1385974861"/>
                    </a:ext>
                  </a:extLst>
                </a:gridCol>
                <a:gridCol w="1471748">
                  <a:extLst>
                    <a:ext uri="{9D8B030D-6E8A-4147-A177-3AD203B41FA5}">
                      <a16:colId xmlns:a16="http://schemas.microsoft.com/office/drawing/2014/main" val="107849360"/>
                    </a:ext>
                  </a:extLst>
                </a:gridCol>
              </a:tblGrid>
              <a:tr h="30515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1F2329"/>
                          </a:solidFill>
                          <a:effectLst/>
                        </a:rPr>
                        <a:t>阶段</a:t>
                      </a:r>
                      <a:endParaRPr lang="zh-CN" altLang="en-US" sz="160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1F2329"/>
                          </a:solidFill>
                          <a:effectLst/>
                        </a:rPr>
                        <a:t>误差状态</a:t>
                      </a:r>
                      <a:endParaRPr lang="zh-CN" altLang="en-US" sz="160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1F2329"/>
                          </a:solidFill>
                          <a:effectLst/>
                        </a:rPr>
                        <a:t>积分项动作</a:t>
                      </a:r>
                      <a:endParaRPr lang="zh-CN" altLang="en-US" sz="160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1F2329"/>
                          </a:solidFill>
                          <a:effectLst/>
                        </a:rPr>
                        <a:t>控制输出</a:t>
                      </a:r>
                      <a:endParaRPr lang="zh-CN" altLang="en-US" sz="160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1F2329"/>
                          </a:solidFill>
                          <a:effectLst/>
                        </a:rPr>
                        <a:t>水位变化</a:t>
                      </a:r>
                      <a:endParaRPr lang="zh-CN" altLang="en-US" sz="160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077589"/>
                  </a:ext>
                </a:extLst>
              </a:tr>
              <a:tr h="3051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1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大误差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快速累积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快速增大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快速上升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720502"/>
                  </a:ext>
                </a:extLst>
              </a:tr>
              <a:tr h="3051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2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误差减小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持续累积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缓慢增大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上升减速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485321"/>
                  </a:ext>
                </a:extLst>
              </a:tr>
              <a:tr h="3051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3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微小误差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趋近稳定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接近干扰值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逼近目标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873014"/>
                  </a:ext>
                </a:extLst>
              </a:tr>
              <a:tr h="30515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4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误差≈</a:t>
                      </a: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0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1F2329"/>
                          </a:solidFill>
                          <a:effectLst/>
                        </a:rPr>
                        <a:t>恒定输出</a:t>
                      </a:r>
                      <a:endParaRPr lang="zh-CN" alt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等于干扰值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1F2329"/>
                          </a:solidFill>
                          <a:effectLst/>
                        </a:rPr>
                        <a:t>稳定无差</a:t>
                      </a:r>
                      <a:endParaRPr lang="zh-CN" alt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874847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A41787C-5074-7D46-13DA-D7FBDF43AA74}"/>
              </a:ext>
            </a:extLst>
          </p:cNvPr>
          <p:cNvSpPr txBox="1"/>
          <p:nvPr/>
        </p:nvSpPr>
        <p:spPr>
          <a:xfrm>
            <a:off x="7741372" y="3059669"/>
            <a:ext cx="449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项对控制量的贡献变化情况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0255817-59F5-D29E-BEB5-354747989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372" y="3304097"/>
            <a:ext cx="4407622" cy="3675939"/>
          </a:xfrm>
          <a:prstGeom prst="rect">
            <a:avLst/>
          </a:prstGeom>
        </p:spPr>
      </p:pic>
      <p:graphicFrame>
        <p:nvGraphicFramePr>
          <p:cNvPr id="13" name="图示 12">
            <a:extLst>
              <a:ext uri="{FF2B5EF4-FFF2-40B4-BE49-F238E27FC236}">
                <a16:creationId xmlns:a16="http://schemas.microsoft.com/office/drawing/2014/main" id="{AA689702-FDFF-FF63-B5B1-4651EF1A41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74889"/>
              </p:ext>
            </p:extLst>
          </p:nvPr>
        </p:nvGraphicFramePr>
        <p:xfrm>
          <a:off x="1212121" y="3304097"/>
          <a:ext cx="6443335" cy="35539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5" name="图片 14">
            <a:extLst>
              <a:ext uri="{FF2B5EF4-FFF2-40B4-BE49-F238E27FC236}">
                <a16:creationId xmlns:a16="http://schemas.microsoft.com/office/drawing/2014/main" id="{6ED49EF1-3CD9-7D32-AF6C-44E2C1096C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317" y="1990159"/>
            <a:ext cx="1775732" cy="8455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80732A21-1CDA-30BD-9719-021D54AE37B3}"/>
                  </a:ext>
                </a:extLst>
              </p14:cNvPr>
              <p14:cNvContentPartPr/>
              <p14:nvPr/>
            </p14:nvContentPartPr>
            <p14:xfrm>
              <a:off x="1913164" y="1847819"/>
              <a:ext cx="849240" cy="41508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80732A21-1CDA-30BD-9719-021D54AE37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07044" y="1841699"/>
                <a:ext cx="861480" cy="42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81374841-0F21-A5F7-1F43-3219A9425037}"/>
              </a:ext>
            </a:extLst>
          </p:cNvPr>
          <p:cNvGrpSpPr/>
          <p:nvPr/>
        </p:nvGrpSpPr>
        <p:grpSpPr>
          <a:xfrm>
            <a:off x="7864684" y="1750979"/>
            <a:ext cx="922320" cy="542520"/>
            <a:chOff x="7864684" y="1750979"/>
            <a:chExt cx="92232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F77DC41A-CA57-F97E-EA80-EA593C9BD815}"/>
                    </a:ext>
                  </a:extLst>
                </p14:cNvPr>
                <p14:cNvContentPartPr/>
                <p14:nvPr/>
              </p14:nvContentPartPr>
              <p14:xfrm>
                <a:off x="7864684" y="1865459"/>
                <a:ext cx="59040" cy="2592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F77DC41A-CA57-F97E-EA80-EA593C9BD8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58564" y="1859339"/>
                  <a:ext cx="71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629C197-72C7-52E5-639A-A02FE44D00F7}"/>
                    </a:ext>
                  </a:extLst>
                </p14:cNvPr>
                <p14:cNvContentPartPr/>
                <p14:nvPr/>
              </p14:nvContentPartPr>
              <p14:xfrm>
                <a:off x="7866124" y="1911539"/>
                <a:ext cx="289440" cy="1054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629C197-72C7-52E5-639A-A02FE44D00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60004" y="1905419"/>
                  <a:ext cx="301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5CBE431-DD78-0594-CACD-7DEFA65BDD2F}"/>
                    </a:ext>
                  </a:extLst>
                </p14:cNvPr>
                <p14:cNvContentPartPr/>
                <p14:nvPr/>
              </p14:nvContentPartPr>
              <p14:xfrm>
                <a:off x="8011204" y="1889939"/>
                <a:ext cx="134640" cy="1321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5CBE431-DD78-0594-CACD-7DEFA65BDD2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05084" y="1883819"/>
                  <a:ext cx="146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416EDBBA-A2FF-1117-13A3-DE7AF71FF514}"/>
                    </a:ext>
                  </a:extLst>
                </p14:cNvPr>
                <p14:cNvContentPartPr/>
                <p14:nvPr/>
              </p14:nvContentPartPr>
              <p14:xfrm>
                <a:off x="8197684" y="1750979"/>
                <a:ext cx="233640" cy="4125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416EDBBA-A2FF-1117-13A3-DE7AF71FF5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91564" y="1744859"/>
                  <a:ext cx="2458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5906FB73-5F3A-A991-577C-1AC37BBE6750}"/>
                    </a:ext>
                  </a:extLst>
                </p14:cNvPr>
                <p14:cNvContentPartPr/>
                <p14:nvPr/>
              </p14:nvContentPartPr>
              <p14:xfrm>
                <a:off x="8342404" y="1794539"/>
                <a:ext cx="229680" cy="3276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5906FB73-5F3A-A991-577C-1AC37BBE67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336284" y="1788419"/>
                  <a:ext cx="24192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03F10706-8835-8356-59AD-55C76410254B}"/>
                    </a:ext>
                  </a:extLst>
                </p14:cNvPr>
                <p14:cNvContentPartPr/>
                <p14:nvPr/>
              </p14:nvContentPartPr>
              <p14:xfrm>
                <a:off x="8598004" y="1875539"/>
                <a:ext cx="189000" cy="4179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03F10706-8835-8356-59AD-55C76410254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591884" y="1869419"/>
                  <a:ext cx="201240" cy="43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41498D14-3235-072E-2A19-99AD667F02B6}"/>
              </a:ext>
            </a:extLst>
          </p:cNvPr>
          <p:cNvGrpSpPr/>
          <p:nvPr/>
        </p:nvGrpSpPr>
        <p:grpSpPr>
          <a:xfrm>
            <a:off x="7841284" y="2785619"/>
            <a:ext cx="2529720" cy="479880"/>
            <a:chOff x="7841284" y="2785619"/>
            <a:chExt cx="2529720" cy="4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6C31796D-B522-F83D-53B7-D577E2448F8C}"/>
                    </a:ext>
                  </a:extLst>
                </p14:cNvPr>
                <p14:cNvContentPartPr/>
                <p14:nvPr/>
              </p14:nvContentPartPr>
              <p14:xfrm>
                <a:off x="7876204" y="2914859"/>
                <a:ext cx="9000" cy="7344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6C31796D-B522-F83D-53B7-D577E2448F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70084" y="2908739"/>
                  <a:ext cx="21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EDE932F3-228E-2D3A-34E0-49A5C837C598}"/>
                    </a:ext>
                  </a:extLst>
                </p14:cNvPr>
                <p14:cNvContentPartPr/>
                <p14:nvPr/>
              </p14:nvContentPartPr>
              <p14:xfrm>
                <a:off x="7871524" y="2907299"/>
                <a:ext cx="30960" cy="1551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EDE932F3-228E-2D3A-34E0-49A5C837C59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65404" y="2901179"/>
                  <a:ext cx="43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1E6277C-1B0F-0343-5D95-ED0A126DD8E3}"/>
                    </a:ext>
                  </a:extLst>
                </p14:cNvPr>
                <p14:cNvContentPartPr/>
                <p14:nvPr/>
              </p14:nvContentPartPr>
              <p14:xfrm>
                <a:off x="7841284" y="2905499"/>
                <a:ext cx="258480" cy="18036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1E6277C-1B0F-0343-5D95-ED0A126DD8E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35164" y="2899379"/>
                  <a:ext cx="2707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8860F0A7-6B4E-ABC1-CFD9-6064F725F326}"/>
                    </a:ext>
                  </a:extLst>
                </p14:cNvPr>
                <p14:cNvContentPartPr/>
                <p14:nvPr/>
              </p14:nvContentPartPr>
              <p14:xfrm>
                <a:off x="7993924" y="2905499"/>
                <a:ext cx="100440" cy="831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8860F0A7-6B4E-ABC1-CFD9-6064F725F32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87804" y="2899379"/>
                  <a:ext cx="112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11BAE9FD-51F0-9A6B-EE38-F8F6DB7F42C5}"/>
                    </a:ext>
                  </a:extLst>
                </p14:cNvPr>
                <p14:cNvContentPartPr/>
                <p14:nvPr/>
              </p14:nvContentPartPr>
              <p14:xfrm>
                <a:off x="8180044" y="2801099"/>
                <a:ext cx="177120" cy="705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11BAE9FD-51F0-9A6B-EE38-F8F6DB7F42C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73924" y="2794979"/>
                  <a:ext cx="189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172D99AE-7CF9-9DE8-1299-31321FFC4A7A}"/>
                    </a:ext>
                  </a:extLst>
                </p14:cNvPr>
                <p14:cNvContentPartPr/>
                <p14:nvPr/>
              </p14:nvContentPartPr>
              <p14:xfrm>
                <a:off x="8208484" y="2856899"/>
                <a:ext cx="44280" cy="2660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172D99AE-7CF9-9DE8-1299-31321FFC4A7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02364" y="2850779"/>
                  <a:ext cx="56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65C0A0ED-D21A-9B84-9DBE-8C43200283A8}"/>
                    </a:ext>
                  </a:extLst>
                </p14:cNvPr>
                <p14:cNvContentPartPr/>
                <p14:nvPr/>
              </p14:nvContentPartPr>
              <p14:xfrm>
                <a:off x="8290924" y="2803619"/>
                <a:ext cx="165960" cy="27936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65C0A0ED-D21A-9B84-9DBE-8C43200283A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84804" y="2797499"/>
                  <a:ext cx="178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4B48D338-10E7-916E-2167-F2D426EE7BC1}"/>
                    </a:ext>
                  </a:extLst>
                </p14:cNvPr>
                <p14:cNvContentPartPr/>
                <p14:nvPr/>
              </p14:nvContentPartPr>
              <p14:xfrm>
                <a:off x="8335204" y="2989379"/>
                <a:ext cx="101880" cy="172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4B48D338-10E7-916E-2167-F2D426EE7BC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29084" y="2983259"/>
                  <a:ext cx="114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B5E0F830-F080-03BE-06D0-CEE8A6AFE834}"/>
                    </a:ext>
                  </a:extLst>
                </p14:cNvPr>
                <p14:cNvContentPartPr/>
                <p14:nvPr/>
              </p14:nvContentPartPr>
              <p14:xfrm>
                <a:off x="8532484" y="2869859"/>
                <a:ext cx="81720" cy="2570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B5E0F830-F080-03BE-06D0-CEE8A6AFE83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26364" y="2863739"/>
                  <a:ext cx="93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D66A4D33-BB46-0836-ABAC-74B1FF404BDB}"/>
                    </a:ext>
                  </a:extLst>
                </p14:cNvPr>
                <p14:cNvContentPartPr/>
                <p14:nvPr/>
              </p14:nvContentPartPr>
              <p14:xfrm>
                <a:off x="8735884" y="2939699"/>
                <a:ext cx="122400" cy="234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D66A4D33-BB46-0836-ABAC-74B1FF404B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29764" y="2933579"/>
                  <a:ext cx="1346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D00C2938-7BD9-2BCE-FE69-2105A6041524}"/>
                    </a:ext>
                  </a:extLst>
                </p14:cNvPr>
                <p14:cNvContentPartPr/>
                <p14:nvPr/>
              </p14:nvContentPartPr>
              <p14:xfrm>
                <a:off x="8750284" y="2918819"/>
                <a:ext cx="275400" cy="8136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D00C2938-7BD9-2BCE-FE69-2105A604152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744164" y="2912699"/>
                  <a:ext cx="287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E4E4AA46-3BF9-F2AA-95D8-83B0A532B2B3}"/>
                    </a:ext>
                  </a:extLst>
                </p14:cNvPr>
                <p14:cNvContentPartPr/>
                <p14:nvPr/>
              </p14:nvContentPartPr>
              <p14:xfrm>
                <a:off x="8695204" y="3022139"/>
                <a:ext cx="345960" cy="10440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E4E4AA46-3BF9-F2AA-95D8-83B0A532B2B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89084" y="3016019"/>
                  <a:ext cx="358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7C95D8C4-9C5E-7ABF-CDF8-A20D0196C563}"/>
                    </a:ext>
                  </a:extLst>
                </p14:cNvPr>
                <p14:cNvContentPartPr/>
                <p14:nvPr/>
              </p14:nvContentPartPr>
              <p14:xfrm>
                <a:off x="9056644" y="2942219"/>
                <a:ext cx="149040" cy="1562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7C95D8C4-9C5E-7ABF-CDF8-A20D0196C56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50524" y="2936099"/>
                  <a:ext cx="161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7B264C0A-849D-B47D-2665-1B6989C91FCA}"/>
                    </a:ext>
                  </a:extLst>
                </p14:cNvPr>
                <p14:cNvContentPartPr/>
                <p14:nvPr/>
              </p14:nvContentPartPr>
              <p14:xfrm>
                <a:off x="9143764" y="3129419"/>
                <a:ext cx="146880" cy="1360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7B264C0A-849D-B47D-2665-1B6989C91FC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37644" y="3123299"/>
                  <a:ext cx="159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4EF2A18E-8B60-1977-EA9B-636C4C1E083E}"/>
                    </a:ext>
                  </a:extLst>
                </p14:cNvPr>
                <p14:cNvContentPartPr/>
                <p14:nvPr/>
              </p14:nvContentPartPr>
              <p14:xfrm>
                <a:off x="9500884" y="2785619"/>
                <a:ext cx="88920" cy="6480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4EF2A18E-8B60-1977-EA9B-636C4C1E083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94764" y="2779499"/>
                  <a:ext cx="101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298F77CE-8E02-5E6D-5E36-AC2740F238EF}"/>
                    </a:ext>
                  </a:extLst>
                </p14:cNvPr>
                <p14:cNvContentPartPr/>
                <p14:nvPr/>
              </p14:nvContentPartPr>
              <p14:xfrm>
                <a:off x="9379924" y="2903339"/>
                <a:ext cx="214560" cy="399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298F77CE-8E02-5E6D-5E36-AC2740F238E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73804" y="2897219"/>
                  <a:ext cx="226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C129E114-3717-7C8A-3EC5-CD64B33E382F}"/>
                    </a:ext>
                  </a:extLst>
                </p14:cNvPr>
                <p14:cNvContentPartPr/>
                <p14:nvPr/>
              </p14:nvContentPartPr>
              <p14:xfrm>
                <a:off x="9463084" y="2868059"/>
                <a:ext cx="276480" cy="2649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C129E114-3717-7C8A-3EC5-CD64B33E382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56964" y="2861939"/>
                  <a:ext cx="2887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4647AB68-00A8-5301-EFF9-2D3A9CD4C924}"/>
                    </a:ext>
                  </a:extLst>
                </p14:cNvPr>
                <p14:cNvContentPartPr/>
                <p14:nvPr/>
              </p14:nvContentPartPr>
              <p14:xfrm>
                <a:off x="9622564" y="3027179"/>
                <a:ext cx="160560" cy="10152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4647AB68-00A8-5301-EFF9-2D3A9CD4C92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616444" y="3021059"/>
                  <a:ext cx="172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3CDE3286-D234-CDA1-E9B4-9C4A4CAC4E14}"/>
                    </a:ext>
                  </a:extLst>
                </p14:cNvPr>
                <p14:cNvContentPartPr/>
                <p14:nvPr/>
              </p14:nvContentPartPr>
              <p14:xfrm>
                <a:off x="9878884" y="2853659"/>
                <a:ext cx="82440" cy="12564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3CDE3286-D234-CDA1-E9B4-9C4A4CAC4E1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872764" y="2847539"/>
                  <a:ext cx="94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CDD44F63-E19C-479E-E252-7C3AB1171DF6}"/>
                    </a:ext>
                  </a:extLst>
                </p14:cNvPr>
                <p14:cNvContentPartPr/>
                <p14:nvPr/>
              </p14:nvContentPartPr>
              <p14:xfrm>
                <a:off x="10017844" y="2840699"/>
                <a:ext cx="57240" cy="482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CDD44F63-E19C-479E-E252-7C3AB1171DF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11724" y="2834579"/>
                  <a:ext cx="69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C45AECC2-AF99-55D8-85FB-34B4D6A8CC92}"/>
                    </a:ext>
                  </a:extLst>
                </p14:cNvPr>
                <p14:cNvContentPartPr/>
                <p14:nvPr/>
              </p14:nvContentPartPr>
              <p14:xfrm>
                <a:off x="9864844" y="2963459"/>
                <a:ext cx="105840" cy="15084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C45AECC2-AF99-55D8-85FB-34B4D6A8CC9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858724" y="2957339"/>
                  <a:ext cx="118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F863AD5D-E0B6-6654-4F07-E893423F35D4}"/>
                    </a:ext>
                  </a:extLst>
                </p14:cNvPr>
                <p14:cNvContentPartPr/>
                <p14:nvPr/>
              </p14:nvContentPartPr>
              <p14:xfrm>
                <a:off x="9865564" y="3010979"/>
                <a:ext cx="74520" cy="10764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F863AD5D-E0B6-6654-4F07-E893423F35D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59444" y="3004859"/>
                  <a:ext cx="86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E240382A-8646-05A8-D47F-371190AD2CCD}"/>
                    </a:ext>
                  </a:extLst>
                </p14:cNvPr>
                <p14:cNvContentPartPr/>
                <p14:nvPr/>
              </p14:nvContentPartPr>
              <p14:xfrm>
                <a:off x="10102084" y="2808659"/>
                <a:ext cx="268920" cy="2966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E240382A-8646-05A8-D47F-371190AD2CC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95964" y="2802539"/>
                  <a:ext cx="2811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27FF6B4-2545-2079-DDA9-AD3CE94784B4}"/>
              </a:ext>
            </a:extLst>
          </p:cNvPr>
          <p:cNvGrpSpPr/>
          <p:nvPr/>
        </p:nvGrpSpPr>
        <p:grpSpPr>
          <a:xfrm>
            <a:off x="9322324" y="3639539"/>
            <a:ext cx="963000" cy="277920"/>
            <a:chOff x="9322324" y="3639539"/>
            <a:chExt cx="96300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6CC138F4-6CA6-B1FB-95D9-937BC39C20A2}"/>
                    </a:ext>
                  </a:extLst>
                </p14:cNvPr>
                <p14:cNvContentPartPr/>
                <p14:nvPr/>
              </p14:nvContentPartPr>
              <p14:xfrm>
                <a:off x="9720124" y="3738899"/>
                <a:ext cx="77400" cy="1425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6CC138F4-6CA6-B1FB-95D9-937BC39C20A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714004" y="3732779"/>
                  <a:ext cx="89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25502EDB-4C45-46C0-906C-1ADD43E4C894}"/>
                    </a:ext>
                  </a:extLst>
                </p14:cNvPr>
                <p14:cNvContentPartPr/>
                <p14:nvPr/>
              </p14:nvContentPartPr>
              <p14:xfrm>
                <a:off x="9667924" y="3798299"/>
                <a:ext cx="151200" cy="11916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25502EDB-4C45-46C0-906C-1ADD43E4C89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61804" y="3792179"/>
                  <a:ext cx="163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EDDCB571-4F74-9CE9-CEA7-4F2291BAFF14}"/>
                    </a:ext>
                  </a:extLst>
                </p14:cNvPr>
                <p14:cNvContentPartPr/>
                <p14:nvPr/>
              </p14:nvContentPartPr>
              <p14:xfrm>
                <a:off x="9714724" y="3713339"/>
                <a:ext cx="122040" cy="219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EDDCB571-4F74-9CE9-CEA7-4F2291BAFF1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708604" y="3707219"/>
                  <a:ext cx="134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1B624467-2206-F94E-A65D-7BE625BD946E}"/>
                    </a:ext>
                  </a:extLst>
                </p14:cNvPr>
                <p14:cNvContentPartPr/>
                <p14:nvPr/>
              </p14:nvContentPartPr>
              <p14:xfrm>
                <a:off x="9791404" y="3703259"/>
                <a:ext cx="84600" cy="8136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1B624467-2206-F94E-A65D-7BE625BD946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85284" y="3697139"/>
                  <a:ext cx="96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DB104710-40E6-E45C-B347-D36A83573211}"/>
                    </a:ext>
                  </a:extLst>
                </p14:cNvPr>
                <p14:cNvContentPartPr/>
                <p14:nvPr/>
              </p14:nvContentPartPr>
              <p14:xfrm>
                <a:off x="9322324" y="3639539"/>
                <a:ext cx="963000" cy="9720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DB104710-40E6-E45C-B347-D36A8357321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316204" y="3633419"/>
                  <a:ext cx="975240" cy="10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127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46CAC-2209-F560-86F3-4A26C95E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20357E3-F706-BB1F-1D07-399C52A1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9.3.2 </a:t>
            </a:r>
            <a:r>
              <a:rPr lang="zh-CN" altLang="en-US" dirty="0"/>
              <a:t>积分项消除稳态误差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8A782A-0CD7-AAEB-FE70-5DCDC106036A}"/>
              </a:ext>
            </a:extLst>
          </p:cNvPr>
          <p:cNvSpPr txBox="1"/>
          <p:nvPr/>
        </p:nvSpPr>
        <p:spPr>
          <a:xfrm>
            <a:off x="6862354" y="451880"/>
            <a:ext cx="221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数学验证</a:t>
            </a:r>
            <a:r>
              <a:rPr lang="en-US" altLang="zh-CN" dirty="0"/>
              <a:t>+</a:t>
            </a:r>
            <a:r>
              <a:rPr lang="zh-CN" altLang="en-US" dirty="0"/>
              <a:t>核心结论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ADE21DAB-CF6A-811E-39B4-6A089E207C7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77" y="2605272"/>
            <a:ext cx="5267325" cy="733425"/>
          </a:xfr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36F38BB-7FD0-8B4C-20E7-27C977C35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334" y="936754"/>
            <a:ext cx="4943303" cy="1724408"/>
          </a:xfrm>
          <a:prstGeom prst="rect">
            <a:avLst/>
          </a:prstGeom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648805DA-A4EB-73EE-9E0F-B8F17CF07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188" y="3338697"/>
            <a:ext cx="1024378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核心结论：积分项通过 “累积历史误差”，提供恒定补偿输出，彻底消除稳态误差；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Ki 参数影响消除速度。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E506309-3F0F-DCF4-1031-E071E80304FE}"/>
                  </a:ext>
                </a:extLst>
              </p14:cNvPr>
              <p14:cNvContentPartPr/>
              <p14:nvPr/>
            </p14:nvContentPartPr>
            <p14:xfrm>
              <a:off x="4021684" y="3454971"/>
              <a:ext cx="1873800" cy="68220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E506309-3F0F-DCF4-1031-E071E80304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5564" y="3448851"/>
                <a:ext cx="1886040" cy="69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78C1824-5D16-0346-1EEA-A66097B17AA8}"/>
                  </a:ext>
                </a:extLst>
              </p14:cNvPr>
              <p14:cNvContentPartPr/>
              <p14:nvPr/>
            </p14:nvContentPartPr>
            <p14:xfrm>
              <a:off x="6704404" y="3974811"/>
              <a:ext cx="1393200" cy="745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78C1824-5D16-0346-1EEA-A66097B17A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8284" y="3968691"/>
                <a:ext cx="14054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9328A624-F639-4671-430B-9F0A6807D325}"/>
                  </a:ext>
                </a:extLst>
              </p14:cNvPr>
              <p14:cNvContentPartPr/>
              <p14:nvPr/>
            </p14:nvContentPartPr>
            <p14:xfrm>
              <a:off x="8898604" y="3492411"/>
              <a:ext cx="1747800" cy="6026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9328A624-F639-4671-430B-9F0A6807D3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92484" y="3486291"/>
                <a:ext cx="1760040" cy="61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88821D5C-CE46-A4B0-175D-055E72BB7065}"/>
              </a:ext>
            </a:extLst>
          </p:cNvPr>
          <p:cNvGrpSpPr/>
          <p:nvPr/>
        </p:nvGrpSpPr>
        <p:grpSpPr>
          <a:xfrm>
            <a:off x="9342484" y="2711931"/>
            <a:ext cx="863280" cy="582840"/>
            <a:chOff x="9342484" y="2711931"/>
            <a:chExt cx="863280" cy="58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DAFFF73E-E6CD-02E6-78F4-9753FCFB2414}"/>
                    </a:ext>
                  </a:extLst>
                </p14:cNvPr>
                <p14:cNvContentPartPr/>
                <p14:nvPr/>
              </p14:nvContentPartPr>
              <p14:xfrm>
                <a:off x="9502324" y="2728851"/>
                <a:ext cx="133560" cy="428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DAFFF73E-E6CD-02E6-78F4-9753FCFB241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96204" y="2722731"/>
                  <a:ext cx="145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75AC9570-B67E-A0D3-AFFF-D54F064DF92C}"/>
                    </a:ext>
                  </a:extLst>
                </p14:cNvPr>
                <p14:cNvContentPartPr/>
                <p14:nvPr/>
              </p14:nvContentPartPr>
              <p14:xfrm>
                <a:off x="9342484" y="2949531"/>
                <a:ext cx="298800" cy="10548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75AC9570-B67E-A0D3-AFFF-D54F064DF9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36364" y="2943411"/>
                  <a:ext cx="311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EEDEA301-A92E-4B97-7E88-8098641D20DA}"/>
                    </a:ext>
                  </a:extLst>
                </p14:cNvPr>
                <p14:cNvContentPartPr/>
                <p14:nvPr/>
              </p14:nvContentPartPr>
              <p14:xfrm>
                <a:off x="9521764" y="2842251"/>
                <a:ext cx="46440" cy="3880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EEDEA301-A92E-4B97-7E88-8098641D20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515644" y="2836131"/>
                  <a:ext cx="586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8F71221A-9BA6-9FB7-D1A9-3355331311FD}"/>
                    </a:ext>
                  </a:extLst>
                </p14:cNvPr>
                <p14:cNvContentPartPr/>
                <p14:nvPr/>
              </p14:nvContentPartPr>
              <p14:xfrm>
                <a:off x="9683044" y="2711931"/>
                <a:ext cx="447120" cy="5828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8F71221A-9BA6-9FB7-D1A9-3355331311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76924" y="2705811"/>
                  <a:ext cx="45936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609EED1A-BAB4-03A6-9D31-24A2AC90D48C}"/>
                    </a:ext>
                  </a:extLst>
                </p14:cNvPr>
                <p14:cNvContentPartPr/>
                <p14:nvPr/>
              </p14:nvContentPartPr>
              <p14:xfrm>
                <a:off x="9877804" y="2841171"/>
                <a:ext cx="175320" cy="3279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609EED1A-BAB4-03A6-9D31-24A2AC90D48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71684" y="2835051"/>
                  <a:ext cx="1875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1260305A-4829-0F28-9A9B-23BFE57F11FF}"/>
                    </a:ext>
                  </a:extLst>
                </p14:cNvPr>
                <p14:cNvContentPartPr/>
                <p14:nvPr/>
              </p14:nvContentPartPr>
              <p14:xfrm>
                <a:off x="9989764" y="3027291"/>
                <a:ext cx="205920" cy="1846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1260305A-4829-0F28-9A9B-23BFE57F11F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983644" y="3021171"/>
                  <a:ext cx="21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39D0C782-3DF0-4726-D507-B8FD2766C488}"/>
                    </a:ext>
                  </a:extLst>
                </p14:cNvPr>
                <p14:cNvContentPartPr/>
                <p14:nvPr/>
              </p14:nvContentPartPr>
              <p14:xfrm>
                <a:off x="10194964" y="2769531"/>
                <a:ext cx="10800" cy="1472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39D0C782-3DF0-4726-D507-B8FD2766C48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188844" y="2763411"/>
                  <a:ext cx="2304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7A2F78FE-121B-515D-B73C-A5B53A55A515}"/>
                  </a:ext>
                </a:extLst>
              </p14:cNvPr>
              <p14:cNvContentPartPr/>
              <p14:nvPr/>
            </p14:nvContentPartPr>
            <p14:xfrm>
              <a:off x="9309364" y="4729731"/>
              <a:ext cx="546480" cy="4320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7A2F78FE-121B-515D-B73C-A5B53A55A5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303244" y="4723611"/>
                <a:ext cx="5587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40BE6D74-F7F0-372A-D050-B4C54B459B12}"/>
                  </a:ext>
                </a:extLst>
              </p14:cNvPr>
              <p14:cNvContentPartPr/>
              <p14:nvPr/>
            </p14:nvContentPartPr>
            <p14:xfrm>
              <a:off x="9425644" y="4933131"/>
              <a:ext cx="500040" cy="9180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40BE6D74-F7F0-372A-D050-B4C54B459B1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19524" y="4927011"/>
                <a:ext cx="5122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84A5EF89-B733-5246-F241-14DFF21EBDA0}"/>
                  </a:ext>
                </a:extLst>
              </p14:cNvPr>
              <p14:cNvContentPartPr/>
              <p14:nvPr/>
            </p14:nvContentPartPr>
            <p14:xfrm>
              <a:off x="9569284" y="4711371"/>
              <a:ext cx="505800" cy="218160"/>
            </p14:xfrm>
          </p:contentPart>
        </mc:Choice>
        <mc:Fallback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84A5EF89-B733-5246-F241-14DFF21EBDA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63164" y="4705251"/>
                <a:ext cx="51804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5876236C-BBBD-DA62-4BB8-8D1CEF2F29E9}"/>
              </a:ext>
            </a:extLst>
          </p:cNvPr>
          <p:cNvGrpSpPr/>
          <p:nvPr/>
        </p:nvGrpSpPr>
        <p:grpSpPr>
          <a:xfrm>
            <a:off x="5014564" y="5015571"/>
            <a:ext cx="3142800" cy="663120"/>
            <a:chOff x="5014564" y="5015571"/>
            <a:chExt cx="314280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7734598B-8A91-1E9F-C9EE-73F1AC9BD27D}"/>
                    </a:ext>
                  </a:extLst>
                </p14:cNvPr>
                <p14:cNvContentPartPr/>
                <p14:nvPr/>
              </p14:nvContentPartPr>
              <p14:xfrm>
                <a:off x="5014564" y="5634051"/>
                <a:ext cx="1838520" cy="446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7734598B-8A91-1E9F-C9EE-73F1AC9BD27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08444" y="5627931"/>
                  <a:ext cx="1850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76D8B3C-5C40-CE89-2EF4-33D2F94A642E}"/>
                    </a:ext>
                  </a:extLst>
                </p14:cNvPr>
                <p14:cNvContentPartPr/>
                <p14:nvPr/>
              </p14:nvContentPartPr>
              <p14:xfrm>
                <a:off x="6030844" y="5418411"/>
                <a:ext cx="836640" cy="1947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76D8B3C-5C40-CE89-2EF4-33D2F94A64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24724" y="5412291"/>
                  <a:ext cx="848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86E54DEC-9EDD-3D81-4C81-2637052D7078}"/>
                    </a:ext>
                  </a:extLst>
                </p14:cNvPr>
                <p14:cNvContentPartPr/>
                <p14:nvPr/>
              </p14:nvContentPartPr>
              <p14:xfrm>
                <a:off x="6911764" y="5091171"/>
                <a:ext cx="1245600" cy="5446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86E54DEC-9EDD-3D81-4C81-2637052D70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05644" y="5085051"/>
                  <a:ext cx="125784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40FD1C1-93BF-C1E9-0B14-7B000458B0F1}"/>
                    </a:ext>
                  </a:extLst>
                </p14:cNvPr>
                <p14:cNvContentPartPr/>
                <p14:nvPr/>
              </p14:nvContentPartPr>
              <p14:xfrm>
                <a:off x="7136404" y="5325171"/>
                <a:ext cx="281520" cy="1897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40FD1C1-93BF-C1E9-0B14-7B000458B0F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130284" y="5319051"/>
                  <a:ext cx="2937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DB2D41F6-FA85-5943-DA24-3D7B697D1EA1}"/>
                    </a:ext>
                  </a:extLst>
                </p14:cNvPr>
                <p14:cNvContentPartPr/>
                <p14:nvPr/>
              </p14:nvContentPartPr>
              <p14:xfrm>
                <a:off x="7594684" y="5117091"/>
                <a:ext cx="296280" cy="2602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DB2D41F6-FA85-5943-DA24-3D7B697D1EA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88564" y="5110971"/>
                  <a:ext cx="308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E84D301D-F2DF-9152-B981-1478BFE8A1F5}"/>
                    </a:ext>
                  </a:extLst>
                </p14:cNvPr>
                <p14:cNvContentPartPr/>
                <p14:nvPr/>
              </p14:nvContentPartPr>
              <p14:xfrm>
                <a:off x="6771364" y="5015571"/>
                <a:ext cx="1326240" cy="3960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E84D301D-F2DF-9152-B981-1478BFE8A1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65244" y="5009451"/>
                  <a:ext cx="133848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48DC2686-AE78-0D04-F9DA-B39A6663F907}"/>
                    </a:ext>
                  </a:extLst>
                </p14:cNvPr>
                <p14:cNvContentPartPr/>
                <p14:nvPr/>
              </p14:nvContentPartPr>
              <p14:xfrm>
                <a:off x="7129204" y="5251011"/>
                <a:ext cx="198720" cy="2314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48DC2686-AE78-0D04-F9DA-B39A6663F9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23084" y="5244891"/>
                  <a:ext cx="210960" cy="24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6242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F8AB-3A50-8865-F010-EF897641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69BD44-1202-1AC0-16C1-E861C840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9.3.3 PI</a:t>
            </a:r>
            <a:r>
              <a:rPr lang="zh-CN" altLang="en-US" sz="3600" dirty="0"/>
              <a:t>控制在电机系统中的应用</a:t>
            </a:r>
          </a:p>
        </p:txBody>
      </p:sp>
    </p:spTree>
    <p:extLst>
      <p:ext uri="{BB962C8B-B14F-4D97-AF65-F5344CB8AC3E}">
        <p14:creationId xmlns:p14="http://schemas.microsoft.com/office/powerpoint/2010/main" val="46658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3C42-BF52-C0E5-614A-4BEC7C2E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C713778-B4E2-301D-9E06-071B75AD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9.3.3 PI</a:t>
            </a:r>
            <a:r>
              <a:rPr lang="zh-CN" altLang="en-US" dirty="0"/>
              <a:t>控制在电机中的核心应用场景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748C420D-9373-C5FD-775C-53E01B071DFE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79795225"/>
              </p:ext>
            </p:extLst>
          </p:nvPr>
        </p:nvGraphicFramePr>
        <p:xfrm>
          <a:off x="874248" y="1106110"/>
          <a:ext cx="5143376" cy="5050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A95C4AB4-59CC-8AD4-37BF-5072FBF2F371}"/>
              </a:ext>
            </a:extLst>
          </p:cNvPr>
          <p:cNvGrpSpPr/>
          <p:nvPr/>
        </p:nvGrpSpPr>
        <p:grpSpPr>
          <a:xfrm>
            <a:off x="6096000" y="1210614"/>
            <a:ext cx="5861077" cy="3100130"/>
            <a:chOff x="6096000" y="1210614"/>
            <a:chExt cx="5861077" cy="310013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DBDA3DF6-64D9-047A-912E-5E9CC0421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210614"/>
              <a:ext cx="5861077" cy="3100130"/>
            </a:xfrm>
            <a:prstGeom prst="rect">
              <a:avLst/>
            </a:prstGeom>
          </p:spPr>
        </p:pic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30EB38FC-38AC-F4E2-8F7D-AF3B755A1FC6}"/>
                </a:ext>
              </a:extLst>
            </p:cNvPr>
            <p:cNvSpPr/>
            <p:nvPr/>
          </p:nvSpPr>
          <p:spPr>
            <a:xfrm>
              <a:off x="8116388" y="2891246"/>
              <a:ext cx="879565" cy="452845"/>
            </a:xfrm>
            <a:prstGeom prst="roundRect">
              <a:avLst/>
            </a:prstGeom>
            <a:solidFill>
              <a:srgbClr val="FFF2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D335E2D-F156-2B48-C137-5F5CEEBA6682}"/>
              </a:ext>
            </a:extLst>
          </p:cNvPr>
          <p:cNvGrpSpPr/>
          <p:nvPr/>
        </p:nvGrpSpPr>
        <p:grpSpPr>
          <a:xfrm>
            <a:off x="8226124" y="2989491"/>
            <a:ext cx="603000" cy="384840"/>
            <a:chOff x="8226124" y="2989491"/>
            <a:chExt cx="60300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DEA284BA-888F-C851-7824-D5E8AE2343F4}"/>
                    </a:ext>
                  </a:extLst>
                </p14:cNvPr>
                <p14:cNvContentPartPr/>
                <p14:nvPr/>
              </p14:nvContentPartPr>
              <p14:xfrm>
                <a:off x="8226124" y="3067971"/>
                <a:ext cx="35280" cy="2181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DEA284BA-888F-C851-7824-D5E8AE2343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220004" y="3061851"/>
                  <a:ext cx="475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40EDB9B8-AC91-4B74-6F91-BA1CECB4CE61}"/>
                    </a:ext>
                  </a:extLst>
                </p14:cNvPr>
                <p14:cNvContentPartPr/>
                <p14:nvPr/>
              </p14:nvContentPartPr>
              <p14:xfrm>
                <a:off x="8261044" y="3017931"/>
                <a:ext cx="568080" cy="3085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40EDB9B8-AC91-4B74-6F91-BA1CECB4CE6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54924" y="3011811"/>
                  <a:ext cx="5803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6FD4C92E-EA83-B9AE-FA5F-BFBCD0DE459D}"/>
                    </a:ext>
                  </a:extLst>
                </p14:cNvPr>
                <p14:cNvContentPartPr/>
                <p14:nvPr/>
              </p14:nvContentPartPr>
              <p14:xfrm>
                <a:off x="8253844" y="3282891"/>
                <a:ext cx="514440" cy="914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6FD4C92E-EA83-B9AE-FA5F-BFBCD0DE459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47724" y="3276771"/>
                  <a:ext cx="526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728702D2-4B4B-EAE3-05DC-1DD0726B7AA3}"/>
                    </a:ext>
                  </a:extLst>
                </p14:cNvPr>
                <p14:cNvContentPartPr/>
                <p14:nvPr/>
              </p14:nvContentPartPr>
              <p14:xfrm>
                <a:off x="8295244" y="2989491"/>
                <a:ext cx="213120" cy="23940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728702D2-4B4B-EAE3-05DC-1DD0726B7A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89124" y="2983371"/>
                  <a:ext cx="225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FE656BAF-2A93-F6D7-ADF4-1BDBA709034B}"/>
                    </a:ext>
                  </a:extLst>
                </p14:cNvPr>
                <p14:cNvContentPartPr/>
                <p14:nvPr/>
              </p14:nvContentPartPr>
              <p14:xfrm>
                <a:off x="8443564" y="3009291"/>
                <a:ext cx="288000" cy="3092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FE656BAF-2A93-F6D7-ADF4-1BDBA70903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37444" y="3003171"/>
                  <a:ext cx="300240" cy="32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2788C660-FAB5-A11B-1565-72E6E9FD2971}"/>
                  </a:ext>
                </a:extLst>
              </p14:cNvPr>
              <p14:cNvContentPartPr/>
              <p14:nvPr/>
            </p14:nvContentPartPr>
            <p14:xfrm>
              <a:off x="6127324" y="2111811"/>
              <a:ext cx="900720" cy="54324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2788C660-FAB5-A11B-1565-72E6E9FD297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21204" y="2105691"/>
                <a:ext cx="91296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158B02B7-BF54-2A52-5F8A-F69F11F5BD41}"/>
                  </a:ext>
                </a:extLst>
              </p14:cNvPr>
              <p14:cNvContentPartPr/>
              <p14:nvPr/>
            </p14:nvContentPartPr>
            <p14:xfrm>
              <a:off x="7073404" y="2740011"/>
              <a:ext cx="75960" cy="2340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158B02B7-BF54-2A52-5F8A-F69F11F5BD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67284" y="2733891"/>
                <a:ext cx="882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0AEFB91C-3240-112A-E577-CCFBC68BF847}"/>
                  </a:ext>
                </a:extLst>
              </p14:cNvPr>
              <p14:cNvContentPartPr/>
              <p14:nvPr/>
            </p14:nvContentPartPr>
            <p14:xfrm>
              <a:off x="8455804" y="1345011"/>
              <a:ext cx="79560" cy="20952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0AEFB91C-3240-112A-E577-CCFBC68BF84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49684" y="1338891"/>
                <a:ext cx="9180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D6FCFF93-C73B-FD56-A2FF-8207BA2010AD}"/>
              </a:ext>
            </a:extLst>
          </p:cNvPr>
          <p:cNvGrpSpPr/>
          <p:nvPr/>
        </p:nvGrpSpPr>
        <p:grpSpPr>
          <a:xfrm>
            <a:off x="7470844" y="2308371"/>
            <a:ext cx="197280" cy="153000"/>
            <a:chOff x="7470844" y="2308371"/>
            <a:chExt cx="197280" cy="15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3A4D815A-39D4-1F53-D82F-AAEB801C884D}"/>
                    </a:ext>
                  </a:extLst>
                </p14:cNvPr>
                <p14:cNvContentPartPr/>
                <p14:nvPr/>
              </p14:nvContentPartPr>
              <p14:xfrm>
                <a:off x="7470844" y="2410251"/>
                <a:ext cx="135720" cy="252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3A4D815A-39D4-1F53-D82F-AAEB801C884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64724" y="2404131"/>
                  <a:ext cx="147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93DE5CFC-DF4A-1236-4487-BDC93729DF69}"/>
                    </a:ext>
                  </a:extLst>
                </p14:cNvPr>
                <p14:cNvContentPartPr/>
                <p14:nvPr/>
              </p14:nvContentPartPr>
              <p14:xfrm>
                <a:off x="7556884" y="2363091"/>
                <a:ext cx="74520" cy="694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93DE5CFC-DF4A-1236-4487-BDC93729DF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50764" y="2356971"/>
                  <a:ext cx="86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AF1C0FBF-7BAE-C299-5864-3684AB71C3FC}"/>
                    </a:ext>
                  </a:extLst>
                </p14:cNvPr>
                <p14:cNvContentPartPr/>
                <p14:nvPr/>
              </p14:nvContentPartPr>
              <p14:xfrm>
                <a:off x="7599004" y="2308371"/>
                <a:ext cx="69120" cy="1530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AF1C0FBF-7BAE-C299-5864-3684AB71C3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92884" y="2302251"/>
                  <a:ext cx="8136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414BB498-DB83-24F3-AB86-9F726DF9FBC6}"/>
                  </a:ext>
                </a:extLst>
              </p14:cNvPr>
              <p14:cNvContentPartPr/>
              <p14:nvPr/>
            </p14:nvContentPartPr>
            <p14:xfrm>
              <a:off x="9460204" y="2643171"/>
              <a:ext cx="4680" cy="180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414BB498-DB83-24F3-AB86-9F726DF9FBC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54084" y="2637051"/>
                <a:ext cx="169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69D5FB7B-949B-EA03-2AAC-B7019F654E05}"/>
                  </a:ext>
                </a:extLst>
              </p14:cNvPr>
              <p14:cNvContentPartPr/>
              <p14:nvPr/>
            </p14:nvContentPartPr>
            <p14:xfrm>
              <a:off x="8731924" y="2619411"/>
              <a:ext cx="14760" cy="5220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69D5FB7B-949B-EA03-2AAC-B7019F654E0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25804" y="2613291"/>
                <a:ext cx="27000" cy="6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8F6204AC-2B53-0413-EBB5-10D1201AE952}"/>
              </a:ext>
            </a:extLst>
          </p:cNvPr>
          <p:cNvGrpSpPr/>
          <p:nvPr/>
        </p:nvGrpSpPr>
        <p:grpSpPr>
          <a:xfrm>
            <a:off x="8711044" y="1627251"/>
            <a:ext cx="1612440" cy="708120"/>
            <a:chOff x="8711044" y="1627251"/>
            <a:chExt cx="1612440" cy="70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1C47608B-493E-F647-7441-A0E0AD27295A}"/>
                    </a:ext>
                  </a:extLst>
                </p14:cNvPr>
                <p14:cNvContentPartPr/>
                <p14:nvPr/>
              </p14:nvContentPartPr>
              <p14:xfrm>
                <a:off x="9463444" y="2212971"/>
                <a:ext cx="756720" cy="536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1C47608B-493E-F647-7441-A0E0AD27295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57324" y="2206851"/>
                  <a:ext cx="768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8FDC927E-DB25-0717-F22F-6A02F5F085F9}"/>
                    </a:ext>
                  </a:extLst>
                </p14:cNvPr>
                <p14:cNvContentPartPr/>
                <p14:nvPr/>
              </p14:nvContentPartPr>
              <p14:xfrm>
                <a:off x="8711044" y="2273451"/>
                <a:ext cx="360" cy="61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8FDC927E-DB25-0717-F22F-6A02F5F085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04924" y="2267331"/>
                  <a:ext cx="12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1F81FA3E-298C-4D2D-C37B-21C8B0AB3518}"/>
                    </a:ext>
                  </a:extLst>
                </p14:cNvPr>
                <p14:cNvContentPartPr/>
                <p14:nvPr/>
              </p14:nvContentPartPr>
              <p14:xfrm>
                <a:off x="8758924" y="2248971"/>
                <a:ext cx="7560" cy="2196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1F81FA3E-298C-4D2D-C37B-21C8B0AB35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52804" y="2242851"/>
                  <a:ext cx="19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62D9DB88-E2AF-DE9E-DF3E-26B7A2137E5D}"/>
                    </a:ext>
                  </a:extLst>
                </p14:cNvPr>
                <p14:cNvContentPartPr/>
                <p14:nvPr/>
              </p14:nvContentPartPr>
              <p14:xfrm>
                <a:off x="9597004" y="1971411"/>
                <a:ext cx="24840" cy="2160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62D9DB88-E2AF-DE9E-DF3E-26B7A2137E5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590884" y="1965291"/>
                  <a:ext cx="370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D1AA5FDC-E1DA-2010-A6F4-9D9D548E5ADD}"/>
                    </a:ext>
                  </a:extLst>
                </p14:cNvPr>
                <p14:cNvContentPartPr/>
                <p14:nvPr/>
              </p14:nvContentPartPr>
              <p14:xfrm>
                <a:off x="9567844" y="1920651"/>
                <a:ext cx="64800" cy="777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D1AA5FDC-E1DA-2010-A6F4-9D9D548E5AD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61724" y="1914531"/>
                  <a:ext cx="77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32681958-A47C-216D-B6EF-FA9A258FFB00}"/>
                    </a:ext>
                  </a:extLst>
                </p14:cNvPr>
                <p14:cNvContentPartPr/>
                <p14:nvPr/>
              </p14:nvContentPartPr>
              <p14:xfrm>
                <a:off x="9676204" y="1868451"/>
                <a:ext cx="253800" cy="1785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32681958-A47C-216D-B6EF-FA9A258FFB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70084" y="1862331"/>
                  <a:ext cx="266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D174FC3F-6D57-8B64-7BD5-5FE6EC25AA7B}"/>
                    </a:ext>
                  </a:extLst>
                </p14:cNvPr>
                <p14:cNvContentPartPr/>
                <p14:nvPr/>
              </p14:nvContentPartPr>
              <p14:xfrm>
                <a:off x="9964204" y="1910931"/>
                <a:ext cx="222480" cy="13860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D174FC3F-6D57-8B64-7BD5-5FE6EC25AA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58084" y="1904811"/>
                  <a:ext cx="2347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971A116C-0BF4-8C4F-E2F8-1E89F44F16D8}"/>
                    </a:ext>
                  </a:extLst>
                </p14:cNvPr>
                <p14:cNvContentPartPr/>
                <p14:nvPr/>
              </p14:nvContentPartPr>
              <p14:xfrm>
                <a:off x="9730204" y="1865931"/>
                <a:ext cx="249120" cy="1774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971A116C-0BF4-8C4F-E2F8-1E89F44F16D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24084" y="1859811"/>
                  <a:ext cx="2613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8AC65AE3-8622-9C2A-D830-F059BF0818AB}"/>
                    </a:ext>
                  </a:extLst>
                </p14:cNvPr>
                <p14:cNvContentPartPr/>
                <p14:nvPr/>
              </p14:nvContentPartPr>
              <p14:xfrm>
                <a:off x="9462004" y="1627251"/>
                <a:ext cx="861480" cy="5612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8AC65AE3-8622-9C2A-D830-F059BF0818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55884" y="1621131"/>
                  <a:ext cx="87372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2B2FF830-E190-CDDE-570D-0FB14FE0A512}"/>
                    </a:ext>
                  </a:extLst>
                </p14:cNvPr>
                <p14:cNvContentPartPr/>
                <p14:nvPr/>
              </p14:nvContentPartPr>
              <p14:xfrm>
                <a:off x="8968804" y="2109651"/>
                <a:ext cx="201600" cy="2257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2B2FF830-E190-CDDE-570D-0FB14FE0A5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62684" y="2103531"/>
                  <a:ext cx="21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0C1A038F-5EC2-85EB-64EB-97E0D566FB03}"/>
                    </a:ext>
                  </a:extLst>
                </p14:cNvPr>
                <p14:cNvContentPartPr/>
                <p14:nvPr/>
              </p14:nvContentPartPr>
              <p14:xfrm>
                <a:off x="9190204" y="2214051"/>
                <a:ext cx="19440" cy="417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0C1A038F-5EC2-85EB-64EB-97E0D566FB0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84084" y="2207931"/>
                  <a:ext cx="316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07598D9E-7C20-7552-93F6-5D2CA5C03BFD}"/>
                    </a:ext>
                  </a:extLst>
                </p14:cNvPr>
                <p14:cNvContentPartPr/>
                <p14:nvPr/>
              </p14:nvContentPartPr>
              <p14:xfrm>
                <a:off x="9149524" y="2205771"/>
                <a:ext cx="280080" cy="4644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07598D9E-7C20-7552-93F6-5D2CA5C03B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43404" y="2199651"/>
                  <a:ext cx="292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2041B0BE-6F26-7329-0CAF-25415E8A9348}"/>
                    </a:ext>
                  </a:extLst>
                </p14:cNvPr>
                <p14:cNvContentPartPr/>
                <p14:nvPr/>
              </p14:nvContentPartPr>
              <p14:xfrm>
                <a:off x="9092284" y="2247531"/>
                <a:ext cx="12600" cy="136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2041B0BE-6F26-7329-0CAF-25415E8A934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86164" y="2241411"/>
                  <a:ext cx="2484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559D8AB6-A63A-777B-C373-AF427AAA01E6}"/>
                  </a:ext>
                </a:extLst>
              </p14:cNvPr>
              <p14:cNvContentPartPr/>
              <p14:nvPr/>
            </p14:nvContentPartPr>
            <p14:xfrm>
              <a:off x="6322444" y="5647371"/>
              <a:ext cx="61560" cy="21060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559D8AB6-A63A-777B-C373-AF427AAA01E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316324" y="5641251"/>
                <a:ext cx="738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7" name="墨迹 76">
                <a:extLst>
                  <a:ext uri="{FF2B5EF4-FFF2-40B4-BE49-F238E27FC236}">
                    <a16:creationId xmlns:a16="http://schemas.microsoft.com/office/drawing/2014/main" id="{F7E54946-D1C7-7984-3701-F9DAD7367F7A}"/>
                  </a:ext>
                </a:extLst>
              </p14:cNvPr>
              <p14:cNvContentPartPr/>
              <p14:nvPr/>
            </p14:nvContentPartPr>
            <p14:xfrm>
              <a:off x="6447364" y="5810811"/>
              <a:ext cx="9000" cy="33840"/>
            </p14:xfrm>
          </p:contentPart>
        </mc:Choice>
        <mc:Fallback>
          <p:pic>
            <p:nvPicPr>
              <p:cNvPr id="77" name="墨迹 76">
                <a:extLst>
                  <a:ext uri="{FF2B5EF4-FFF2-40B4-BE49-F238E27FC236}">
                    <a16:creationId xmlns:a16="http://schemas.microsoft.com/office/drawing/2014/main" id="{F7E54946-D1C7-7984-3701-F9DAD7367F7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41244" y="5804691"/>
                <a:ext cx="212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D7A4C2A9-3E6F-AE70-3B10-C82AD54B496E}"/>
                  </a:ext>
                </a:extLst>
              </p14:cNvPr>
              <p14:cNvContentPartPr/>
              <p14:nvPr/>
            </p14:nvContentPartPr>
            <p14:xfrm>
              <a:off x="6511444" y="5698851"/>
              <a:ext cx="119520" cy="9396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D7A4C2A9-3E6F-AE70-3B10-C82AD54B496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505324" y="5692731"/>
                <a:ext cx="1317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9" name="墨迹 78">
                <a:extLst>
                  <a:ext uri="{FF2B5EF4-FFF2-40B4-BE49-F238E27FC236}">
                    <a16:creationId xmlns:a16="http://schemas.microsoft.com/office/drawing/2014/main" id="{A1893EFA-8392-3DBE-E343-E4004333233D}"/>
                  </a:ext>
                </a:extLst>
              </p14:cNvPr>
              <p14:cNvContentPartPr/>
              <p14:nvPr/>
            </p14:nvContentPartPr>
            <p14:xfrm>
              <a:off x="6698644" y="5696331"/>
              <a:ext cx="160200" cy="122760"/>
            </p14:xfrm>
          </p:contentPart>
        </mc:Choice>
        <mc:Fallback>
          <p:pic>
            <p:nvPicPr>
              <p:cNvPr id="79" name="墨迹 78">
                <a:extLst>
                  <a:ext uri="{FF2B5EF4-FFF2-40B4-BE49-F238E27FC236}">
                    <a16:creationId xmlns:a16="http://schemas.microsoft.com/office/drawing/2014/main" id="{A1893EFA-8392-3DBE-E343-E4004333233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92524" y="5690211"/>
                <a:ext cx="1724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80" name="墨迹 79">
                <a:extLst>
                  <a:ext uri="{FF2B5EF4-FFF2-40B4-BE49-F238E27FC236}">
                    <a16:creationId xmlns:a16="http://schemas.microsoft.com/office/drawing/2014/main" id="{64833349-92F1-F23E-DE63-469B2B312C3A}"/>
                  </a:ext>
                </a:extLst>
              </p14:cNvPr>
              <p14:cNvContentPartPr/>
              <p14:nvPr/>
            </p14:nvContentPartPr>
            <p14:xfrm>
              <a:off x="6833644" y="5477811"/>
              <a:ext cx="83160" cy="240480"/>
            </p14:xfrm>
          </p:contentPart>
        </mc:Choice>
        <mc:Fallback>
          <p:pic>
            <p:nvPicPr>
              <p:cNvPr id="80" name="墨迹 79">
                <a:extLst>
                  <a:ext uri="{FF2B5EF4-FFF2-40B4-BE49-F238E27FC236}">
                    <a16:creationId xmlns:a16="http://schemas.microsoft.com/office/drawing/2014/main" id="{64833349-92F1-F23E-DE63-469B2B312C3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27524" y="5471691"/>
                <a:ext cx="9540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3E7C6C08-61EE-57A7-31F8-6F624C5B89C3}"/>
                  </a:ext>
                </a:extLst>
              </p14:cNvPr>
              <p14:cNvContentPartPr/>
              <p14:nvPr/>
            </p14:nvContentPartPr>
            <p14:xfrm>
              <a:off x="6789004" y="5558451"/>
              <a:ext cx="316800" cy="5428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3E7C6C08-61EE-57A7-31F8-6F624C5B89C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82884" y="5552331"/>
                <a:ext cx="329040" cy="55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02E03673-963F-7DAE-6173-8C57D50E9774}"/>
                  </a:ext>
                </a:extLst>
              </p14:cNvPr>
              <p14:cNvContentPartPr/>
              <p14:nvPr/>
            </p14:nvContentPartPr>
            <p14:xfrm>
              <a:off x="6864244" y="5870931"/>
              <a:ext cx="233280" cy="26748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02E03673-963F-7DAE-6173-8C57D50E977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858124" y="5864811"/>
                <a:ext cx="2455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4" name="墨迹 83">
                <a:extLst>
                  <a:ext uri="{FF2B5EF4-FFF2-40B4-BE49-F238E27FC236}">
                    <a16:creationId xmlns:a16="http://schemas.microsoft.com/office/drawing/2014/main" id="{EABE3019-6801-A935-7919-1F77BB220CF5}"/>
                  </a:ext>
                </a:extLst>
              </p14:cNvPr>
              <p14:cNvContentPartPr/>
              <p14:nvPr/>
            </p14:nvContentPartPr>
            <p14:xfrm>
              <a:off x="6098884" y="6129411"/>
              <a:ext cx="1659960" cy="101520"/>
            </p14:xfrm>
          </p:contentPart>
        </mc:Choice>
        <mc:Fallback>
          <p:pic>
            <p:nvPicPr>
              <p:cNvPr id="84" name="墨迹 83">
                <a:extLst>
                  <a:ext uri="{FF2B5EF4-FFF2-40B4-BE49-F238E27FC236}">
                    <a16:creationId xmlns:a16="http://schemas.microsoft.com/office/drawing/2014/main" id="{EABE3019-6801-A935-7919-1F77BB220CF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92764" y="6123291"/>
                <a:ext cx="16722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86" name="墨迹 85">
                <a:extLst>
                  <a:ext uri="{FF2B5EF4-FFF2-40B4-BE49-F238E27FC236}">
                    <a16:creationId xmlns:a16="http://schemas.microsoft.com/office/drawing/2014/main" id="{FB6C3B48-B69C-4819-F674-04F9B5540D66}"/>
                  </a:ext>
                </a:extLst>
              </p14:cNvPr>
              <p14:cNvContentPartPr/>
              <p14:nvPr/>
            </p14:nvContentPartPr>
            <p14:xfrm>
              <a:off x="6387604" y="6343251"/>
              <a:ext cx="277920" cy="287280"/>
            </p14:xfrm>
          </p:contentPart>
        </mc:Choice>
        <mc:Fallback>
          <p:pic>
            <p:nvPicPr>
              <p:cNvPr id="86" name="墨迹 85">
                <a:extLst>
                  <a:ext uri="{FF2B5EF4-FFF2-40B4-BE49-F238E27FC236}">
                    <a16:creationId xmlns:a16="http://schemas.microsoft.com/office/drawing/2014/main" id="{FB6C3B48-B69C-4819-F674-04F9B5540D6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381484" y="6337131"/>
                <a:ext cx="2901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3AD1816B-AF78-EB16-2ADF-D634733EFA10}"/>
                  </a:ext>
                </a:extLst>
              </p14:cNvPr>
              <p14:cNvContentPartPr/>
              <p14:nvPr/>
            </p14:nvContentPartPr>
            <p14:xfrm>
              <a:off x="6701884" y="6439011"/>
              <a:ext cx="145440" cy="18756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3AD1816B-AF78-EB16-2ADF-D634733EFA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695764" y="6432891"/>
                <a:ext cx="1576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89" name="墨迹 88">
                <a:extLst>
                  <a:ext uri="{FF2B5EF4-FFF2-40B4-BE49-F238E27FC236}">
                    <a16:creationId xmlns:a16="http://schemas.microsoft.com/office/drawing/2014/main" id="{5B20B6B6-5D2F-B453-D06B-07854FE842A4}"/>
                  </a:ext>
                </a:extLst>
              </p14:cNvPr>
              <p14:cNvContentPartPr/>
              <p14:nvPr/>
            </p14:nvContentPartPr>
            <p14:xfrm>
              <a:off x="6891604" y="6403011"/>
              <a:ext cx="163080" cy="87120"/>
            </p14:xfrm>
          </p:contentPart>
        </mc:Choice>
        <mc:Fallback>
          <p:pic>
            <p:nvPicPr>
              <p:cNvPr id="89" name="墨迹 88">
                <a:extLst>
                  <a:ext uri="{FF2B5EF4-FFF2-40B4-BE49-F238E27FC236}">
                    <a16:creationId xmlns:a16="http://schemas.microsoft.com/office/drawing/2014/main" id="{5B20B6B6-5D2F-B453-D06B-07854FE842A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885484" y="6396891"/>
                <a:ext cx="1753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91" name="墨迹 90">
                <a:extLst>
                  <a:ext uri="{FF2B5EF4-FFF2-40B4-BE49-F238E27FC236}">
                    <a16:creationId xmlns:a16="http://schemas.microsoft.com/office/drawing/2014/main" id="{06C36F4F-51F7-6B09-EE71-FF11AA568B9B}"/>
                  </a:ext>
                </a:extLst>
              </p14:cNvPr>
              <p14:cNvContentPartPr/>
              <p14:nvPr/>
            </p14:nvContentPartPr>
            <p14:xfrm>
              <a:off x="7547164" y="5959131"/>
              <a:ext cx="813600" cy="289440"/>
            </p14:xfrm>
          </p:contentPart>
        </mc:Choice>
        <mc:Fallback>
          <p:pic>
            <p:nvPicPr>
              <p:cNvPr id="91" name="墨迹 90">
                <a:extLst>
                  <a:ext uri="{FF2B5EF4-FFF2-40B4-BE49-F238E27FC236}">
                    <a16:creationId xmlns:a16="http://schemas.microsoft.com/office/drawing/2014/main" id="{06C36F4F-51F7-6B09-EE71-FF11AA568B9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41044" y="5953011"/>
                <a:ext cx="8258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A276A0F6-D8BB-C5E9-7E0F-60CF551485FB}"/>
              </a:ext>
            </a:extLst>
          </p:cNvPr>
          <p:cNvGrpSpPr/>
          <p:nvPr/>
        </p:nvGrpSpPr>
        <p:grpSpPr>
          <a:xfrm>
            <a:off x="4680844" y="6148851"/>
            <a:ext cx="1064160" cy="271080"/>
            <a:chOff x="4680844" y="6148851"/>
            <a:chExt cx="106416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C25F88CD-1B33-21BD-8007-55CD70CE4B40}"/>
                    </a:ext>
                  </a:extLst>
                </p14:cNvPr>
                <p14:cNvContentPartPr/>
                <p14:nvPr/>
              </p14:nvContentPartPr>
              <p14:xfrm>
                <a:off x="5585164" y="6194931"/>
                <a:ext cx="154080" cy="1692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C25F88CD-1B33-21BD-8007-55CD70CE4B4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79044" y="6188811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867D057F-8477-46E1-D06A-46E7FF18A7BC}"/>
                    </a:ext>
                  </a:extLst>
                </p14:cNvPr>
                <p14:cNvContentPartPr/>
                <p14:nvPr/>
              </p14:nvContentPartPr>
              <p14:xfrm>
                <a:off x="5589124" y="6293211"/>
                <a:ext cx="155880" cy="4176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867D057F-8477-46E1-D06A-46E7FF18A7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83004" y="6287091"/>
                  <a:ext cx="168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BC5F4B9A-44CF-DFA5-F8C4-5B02DE0BB403}"/>
                    </a:ext>
                  </a:extLst>
                </p14:cNvPr>
                <p14:cNvContentPartPr/>
                <p14:nvPr/>
              </p14:nvContentPartPr>
              <p14:xfrm>
                <a:off x="4680844" y="6205371"/>
                <a:ext cx="122400" cy="20484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BC5F4B9A-44CF-DFA5-F8C4-5B02DE0BB40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74724" y="6199251"/>
                  <a:ext cx="134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AE48F355-61CE-9054-7133-065E78C3B830}"/>
                    </a:ext>
                  </a:extLst>
                </p14:cNvPr>
                <p14:cNvContentPartPr/>
                <p14:nvPr/>
              </p14:nvContentPartPr>
              <p14:xfrm>
                <a:off x="4832764" y="6351171"/>
                <a:ext cx="43920" cy="3204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AE48F355-61CE-9054-7133-065E78C3B83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26644" y="6345051"/>
                  <a:ext cx="56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3F1FE564-CFA5-3FC0-2D69-2F340A24F0D4}"/>
                    </a:ext>
                  </a:extLst>
                </p14:cNvPr>
                <p14:cNvContentPartPr/>
                <p14:nvPr/>
              </p14:nvContentPartPr>
              <p14:xfrm>
                <a:off x="4931404" y="6151011"/>
                <a:ext cx="113760" cy="26892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3F1FE564-CFA5-3FC0-2D69-2F340A24F0D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25284" y="6144891"/>
                  <a:ext cx="126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E738B401-E07A-F7F1-6313-BB127F1C61C6}"/>
                    </a:ext>
                  </a:extLst>
                </p14:cNvPr>
                <p14:cNvContentPartPr/>
                <p14:nvPr/>
              </p14:nvContentPartPr>
              <p14:xfrm>
                <a:off x="4996924" y="6167931"/>
                <a:ext cx="119520" cy="2952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E738B401-E07A-F7F1-6313-BB127F1C61C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90804" y="6161811"/>
                  <a:ext cx="131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B4FED666-4444-DF41-77BB-F1C15F08B549}"/>
                    </a:ext>
                  </a:extLst>
                </p14:cNvPr>
                <p14:cNvContentPartPr/>
                <p14:nvPr/>
              </p14:nvContentPartPr>
              <p14:xfrm>
                <a:off x="5193844" y="6148851"/>
                <a:ext cx="230760" cy="20772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B4FED666-4444-DF41-77BB-F1C15F08B54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87724" y="6142731"/>
                  <a:ext cx="24300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9169B9F6-4867-FB13-3EED-A8FFAAD480D7}"/>
                  </a:ext>
                </a:extLst>
              </p14:cNvPr>
              <p14:cNvContentPartPr/>
              <p14:nvPr/>
            </p14:nvContentPartPr>
            <p14:xfrm>
              <a:off x="2218804" y="4912971"/>
              <a:ext cx="381600" cy="41220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9169B9F6-4867-FB13-3EED-A8FFAAD480D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12684" y="4906851"/>
                <a:ext cx="39384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16" name="墨迹 115">
                <a:extLst>
                  <a:ext uri="{FF2B5EF4-FFF2-40B4-BE49-F238E27FC236}">
                    <a16:creationId xmlns:a16="http://schemas.microsoft.com/office/drawing/2014/main" id="{7C70B573-1193-1354-AAF8-18832F0BE31C}"/>
                  </a:ext>
                </a:extLst>
              </p14:cNvPr>
              <p14:cNvContentPartPr/>
              <p14:nvPr/>
            </p14:nvContentPartPr>
            <p14:xfrm>
              <a:off x="4741684" y="5249931"/>
              <a:ext cx="575280" cy="50760"/>
            </p14:xfrm>
          </p:contentPart>
        </mc:Choice>
        <mc:Fallback>
          <p:pic>
            <p:nvPicPr>
              <p:cNvPr id="116" name="墨迹 115">
                <a:extLst>
                  <a:ext uri="{FF2B5EF4-FFF2-40B4-BE49-F238E27FC236}">
                    <a16:creationId xmlns:a16="http://schemas.microsoft.com/office/drawing/2014/main" id="{7C70B573-1193-1354-AAF8-18832F0BE31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35564" y="5243811"/>
                <a:ext cx="5875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17" name="墨迹 116">
                <a:extLst>
                  <a:ext uri="{FF2B5EF4-FFF2-40B4-BE49-F238E27FC236}">
                    <a16:creationId xmlns:a16="http://schemas.microsoft.com/office/drawing/2014/main" id="{C1711D27-A5AA-4461-E7B3-1151CEAF979C}"/>
                  </a:ext>
                </a:extLst>
              </p14:cNvPr>
              <p14:cNvContentPartPr/>
              <p14:nvPr/>
            </p14:nvContentPartPr>
            <p14:xfrm>
              <a:off x="2020444" y="5635491"/>
              <a:ext cx="1391040" cy="66960"/>
            </p14:xfrm>
          </p:contentPart>
        </mc:Choice>
        <mc:Fallback>
          <p:pic>
            <p:nvPicPr>
              <p:cNvPr id="117" name="墨迹 116">
                <a:extLst>
                  <a:ext uri="{FF2B5EF4-FFF2-40B4-BE49-F238E27FC236}">
                    <a16:creationId xmlns:a16="http://schemas.microsoft.com/office/drawing/2014/main" id="{C1711D27-A5AA-4461-E7B3-1151CEAF979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014324" y="5629371"/>
                <a:ext cx="140328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18" name="墨迹 117">
                <a:extLst>
                  <a:ext uri="{FF2B5EF4-FFF2-40B4-BE49-F238E27FC236}">
                    <a16:creationId xmlns:a16="http://schemas.microsoft.com/office/drawing/2014/main" id="{B37EF9E0-0429-9A3D-5187-36FA7881BBFD}"/>
                  </a:ext>
                </a:extLst>
              </p14:cNvPr>
              <p14:cNvContentPartPr/>
              <p14:nvPr/>
            </p14:nvContentPartPr>
            <p14:xfrm>
              <a:off x="3828004" y="5558451"/>
              <a:ext cx="956160" cy="152640"/>
            </p14:xfrm>
          </p:contentPart>
        </mc:Choice>
        <mc:Fallback>
          <p:pic>
            <p:nvPicPr>
              <p:cNvPr id="118" name="墨迹 117">
                <a:extLst>
                  <a:ext uri="{FF2B5EF4-FFF2-40B4-BE49-F238E27FC236}">
                    <a16:creationId xmlns:a16="http://schemas.microsoft.com/office/drawing/2014/main" id="{B37EF9E0-0429-9A3D-5187-36FA7881BBF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821884" y="5552331"/>
                <a:ext cx="9684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19" name="墨迹 118">
                <a:extLst>
                  <a:ext uri="{FF2B5EF4-FFF2-40B4-BE49-F238E27FC236}">
                    <a16:creationId xmlns:a16="http://schemas.microsoft.com/office/drawing/2014/main" id="{6E8D2672-4A48-6896-EEA8-BB9366B0E095}"/>
                  </a:ext>
                </a:extLst>
              </p14:cNvPr>
              <p14:cNvContentPartPr/>
              <p14:nvPr/>
            </p14:nvContentPartPr>
            <p14:xfrm>
              <a:off x="1832884" y="5972811"/>
              <a:ext cx="1051560" cy="39960"/>
            </p14:xfrm>
          </p:contentPart>
        </mc:Choice>
        <mc:Fallback>
          <p:pic>
            <p:nvPicPr>
              <p:cNvPr id="119" name="墨迹 118">
                <a:extLst>
                  <a:ext uri="{FF2B5EF4-FFF2-40B4-BE49-F238E27FC236}">
                    <a16:creationId xmlns:a16="http://schemas.microsoft.com/office/drawing/2014/main" id="{6E8D2672-4A48-6896-EEA8-BB9366B0E09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826764" y="5966691"/>
                <a:ext cx="10638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21" name="墨迹 120">
                <a:extLst>
                  <a:ext uri="{FF2B5EF4-FFF2-40B4-BE49-F238E27FC236}">
                    <a16:creationId xmlns:a16="http://schemas.microsoft.com/office/drawing/2014/main" id="{A68488E5-7DDD-54F4-6B6F-C10FB82ED594}"/>
                  </a:ext>
                </a:extLst>
              </p14:cNvPr>
              <p14:cNvContentPartPr/>
              <p14:nvPr/>
            </p14:nvContentPartPr>
            <p14:xfrm>
              <a:off x="3088924" y="6073971"/>
              <a:ext cx="630360" cy="6840"/>
            </p14:xfrm>
          </p:contentPart>
        </mc:Choice>
        <mc:Fallback>
          <p:pic>
            <p:nvPicPr>
              <p:cNvPr id="121" name="墨迹 120">
                <a:extLst>
                  <a:ext uri="{FF2B5EF4-FFF2-40B4-BE49-F238E27FC236}">
                    <a16:creationId xmlns:a16="http://schemas.microsoft.com/office/drawing/2014/main" id="{A68488E5-7DDD-54F4-6B6F-C10FB82ED59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082804" y="6067851"/>
                <a:ext cx="64260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CFF2AD0-8EEC-BC88-35A7-2B61062FD336}"/>
              </a:ext>
            </a:extLst>
          </p:cNvPr>
          <p:cNvGrpSpPr/>
          <p:nvPr/>
        </p:nvGrpSpPr>
        <p:grpSpPr>
          <a:xfrm>
            <a:off x="7483084" y="4415091"/>
            <a:ext cx="4514400" cy="1786680"/>
            <a:chOff x="7483084" y="4415091"/>
            <a:chExt cx="4514400" cy="178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85BE031F-FC6C-DABB-F6BF-FD0D32CF8E6C}"/>
                    </a:ext>
                  </a:extLst>
                </p14:cNvPr>
                <p14:cNvContentPartPr/>
                <p14:nvPr/>
              </p14:nvContentPartPr>
              <p14:xfrm>
                <a:off x="7694764" y="5015571"/>
                <a:ext cx="4680" cy="900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85BE031F-FC6C-DABB-F6BF-FD0D32CF8E6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88644" y="5009451"/>
                  <a:ext cx="16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2583BE94-8623-356D-5336-F5E71E17BBAD}"/>
                    </a:ext>
                  </a:extLst>
                </p14:cNvPr>
                <p14:cNvContentPartPr/>
                <p14:nvPr/>
              </p14:nvContentPartPr>
              <p14:xfrm>
                <a:off x="7496044" y="4823691"/>
                <a:ext cx="709920" cy="13780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2583BE94-8623-356D-5336-F5E71E17BBA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89924" y="4817571"/>
                  <a:ext cx="722160" cy="13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250FD73E-341F-6676-42CB-EB9639371C08}"/>
                    </a:ext>
                  </a:extLst>
                </p14:cNvPr>
                <p14:cNvContentPartPr/>
                <p14:nvPr/>
              </p14:nvContentPartPr>
              <p14:xfrm>
                <a:off x="7533484" y="4831251"/>
                <a:ext cx="1055520" cy="135792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250FD73E-341F-6676-42CB-EB9639371C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27364" y="4825131"/>
                  <a:ext cx="1067760" cy="13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BD39A33A-0517-FEA4-A15E-27F24EAA02DB}"/>
                    </a:ext>
                  </a:extLst>
                </p14:cNvPr>
                <p14:cNvContentPartPr/>
                <p14:nvPr/>
              </p14:nvContentPartPr>
              <p14:xfrm>
                <a:off x="7826884" y="4415091"/>
                <a:ext cx="124560" cy="38232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BD39A33A-0517-FEA4-A15E-27F24EAA02D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820764" y="4408971"/>
                  <a:ext cx="1368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D0BDCEB5-87D6-1856-D559-E83524FE5418}"/>
                    </a:ext>
                  </a:extLst>
                </p14:cNvPr>
                <p14:cNvContentPartPr/>
                <p14:nvPr/>
              </p14:nvContentPartPr>
              <p14:xfrm>
                <a:off x="7762804" y="4594371"/>
                <a:ext cx="356040" cy="29628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D0BDCEB5-87D6-1856-D559-E83524FE541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756684" y="4588251"/>
                  <a:ext cx="3682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9C395ADD-175A-166E-BE23-99630AFEAAAB}"/>
                    </a:ext>
                  </a:extLst>
                </p14:cNvPr>
                <p14:cNvContentPartPr/>
                <p14:nvPr/>
              </p14:nvContentPartPr>
              <p14:xfrm>
                <a:off x="7707724" y="4999731"/>
                <a:ext cx="440280" cy="954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9C395ADD-175A-166E-BE23-99630AFEAAA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01604" y="4993611"/>
                  <a:ext cx="452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306DF07E-2720-DEEB-1712-0743CB8F48DF}"/>
                    </a:ext>
                  </a:extLst>
                </p14:cNvPr>
                <p14:cNvContentPartPr/>
                <p14:nvPr/>
              </p14:nvContentPartPr>
              <p14:xfrm>
                <a:off x="8140444" y="5009811"/>
                <a:ext cx="47880" cy="144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306DF07E-2720-DEEB-1712-0743CB8F48D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34324" y="5003691"/>
                  <a:ext cx="6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22276665-E73C-DC38-D552-5A96584682D8}"/>
                    </a:ext>
                  </a:extLst>
                </p14:cNvPr>
                <p14:cNvContentPartPr/>
                <p14:nvPr/>
              </p14:nvContentPartPr>
              <p14:xfrm>
                <a:off x="7652644" y="5431011"/>
                <a:ext cx="819360" cy="8964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22276665-E73C-DC38-D552-5A96584682D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646524" y="5424891"/>
                  <a:ext cx="831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EC6EE03B-9048-6A2D-AB2E-4F7BEF1FA310}"/>
                    </a:ext>
                  </a:extLst>
                </p14:cNvPr>
                <p14:cNvContentPartPr/>
                <p14:nvPr/>
              </p14:nvContentPartPr>
              <p14:xfrm>
                <a:off x="7713484" y="5602731"/>
                <a:ext cx="288000" cy="13464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EC6EE03B-9048-6A2D-AB2E-4F7BEF1FA3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07364" y="5596611"/>
                  <a:ext cx="300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16D4C054-D9ED-F750-9984-725B5E416A7B}"/>
                    </a:ext>
                  </a:extLst>
                </p14:cNvPr>
                <p14:cNvContentPartPr/>
                <p14:nvPr/>
              </p14:nvContentPartPr>
              <p14:xfrm>
                <a:off x="7926604" y="5643411"/>
                <a:ext cx="259920" cy="2365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16D4C054-D9ED-F750-9984-725B5E416A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20484" y="5637291"/>
                  <a:ext cx="272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E7DBEAF3-FD5A-4D6C-8A0D-30311E346622}"/>
                    </a:ext>
                  </a:extLst>
                </p14:cNvPr>
                <p14:cNvContentPartPr/>
                <p14:nvPr/>
              </p14:nvContentPartPr>
              <p14:xfrm>
                <a:off x="9640564" y="5101611"/>
                <a:ext cx="11880" cy="684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E7DBEAF3-FD5A-4D6C-8A0D-30311E34662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34444" y="5095491"/>
                  <a:ext cx="24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B9EA9673-46E9-6510-B12C-84BFE88AF0AE}"/>
                    </a:ext>
                  </a:extLst>
                </p14:cNvPr>
                <p14:cNvContentPartPr/>
                <p14:nvPr/>
              </p14:nvContentPartPr>
              <p14:xfrm>
                <a:off x="9582244" y="4621371"/>
                <a:ext cx="232560" cy="37872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B9EA9673-46E9-6510-B12C-84BFE88AF0A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76124" y="4615251"/>
                  <a:ext cx="24480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B51C828A-2101-14C5-D9B2-F4B3A0F5E23E}"/>
                    </a:ext>
                  </a:extLst>
                </p14:cNvPr>
                <p14:cNvContentPartPr/>
                <p14:nvPr/>
              </p14:nvContentPartPr>
              <p14:xfrm>
                <a:off x="9461284" y="4918731"/>
                <a:ext cx="324720" cy="3499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B51C828A-2101-14C5-D9B2-F4B3A0F5E23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455164" y="4912611"/>
                  <a:ext cx="3369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1FC66581-3D66-D4A0-45F7-CCFD8F882095}"/>
                    </a:ext>
                  </a:extLst>
                </p14:cNvPr>
                <p14:cNvContentPartPr/>
                <p14:nvPr/>
              </p14:nvContentPartPr>
              <p14:xfrm>
                <a:off x="9927844" y="4754211"/>
                <a:ext cx="240120" cy="1378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1FC66581-3D66-D4A0-45F7-CCFD8F88209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21724" y="4748091"/>
                  <a:ext cx="252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DCB4D21B-C86F-B3AF-8195-433E8D0B4F4C}"/>
                    </a:ext>
                  </a:extLst>
                </p14:cNvPr>
                <p14:cNvContentPartPr/>
                <p14:nvPr/>
              </p14:nvContentPartPr>
              <p14:xfrm>
                <a:off x="9934324" y="4729371"/>
                <a:ext cx="192960" cy="5241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DCB4D21B-C86F-B3AF-8195-433E8D0B4F4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28204" y="4723251"/>
                  <a:ext cx="20520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AB30A610-A365-748E-1729-3A5287B87337}"/>
                    </a:ext>
                  </a:extLst>
                </p14:cNvPr>
                <p14:cNvContentPartPr/>
                <p14:nvPr/>
              </p14:nvContentPartPr>
              <p14:xfrm>
                <a:off x="10066084" y="4731171"/>
                <a:ext cx="17640" cy="561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AB30A610-A365-748E-1729-3A5287B8733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59964" y="4725051"/>
                  <a:ext cx="29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1F6F938A-E9B1-8BC2-CE7E-8F321098A24C}"/>
                    </a:ext>
                  </a:extLst>
                </p14:cNvPr>
                <p14:cNvContentPartPr/>
                <p14:nvPr/>
              </p14:nvContentPartPr>
              <p14:xfrm>
                <a:off x="10009204" y="4749171"/>
                <a:ext cx="369720" cy="11268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1F6F938A-E9B1-8BC2-CE7E-8F321098A24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03084" y="4743051"/>
                  <a:ext cx="381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3801C652-4657-E267-F015-2821A30E7575}"/>
                    </a:ext>
                  </a:extLst>
                </p14:cNvPr>
                <p14:cNvContentPartPr/>
                <p14:nvPr/>
              </p14:nvContentPartPr>
              <p14:xfrm>
                <a:off x="10194964" y="4633611"/>
                <a:ext cx="17640" cy="9648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3801C652-4657-E267-F015-2821A30E757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88844" y="4627491"/>
                  <a:ext cx="29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8173349E-F1B1-573F-6FBF-EA666BF5FA74}"/>
                    </a:ext>
                  </a:extLst>
                </p14:cNvPr>
                <p14:cNvContentPartPr/>
                <p14:nvPr/>
              </p14:nvContentPartPr>
              <p14:xfrm>
                <a:off x="9942604" y="4869411"/>
                <a:ext cx="209520" cy="34740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8173349E-F1B1-573F-6FBF-EA666BF5FA7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36484" y="4863291"/>
                  <a:ext cx="2217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7F64227F-5FBF-16C1-FBDE-6CC4F8FEBFFF}"/>
                    </a:ext>
                  </a:extLst>
                </p14:cNvPr>
                <p14:cNvContentPartPr/>
                <p14:nvPr/>
              </p14:nvContentPartPr>
              <p14:xfrm>
                <a:off x="10234204" y="4914051"/>
                <a:ext cx="173160" cy="3024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7F64227F-5FBF-16C1-FBDE-6CC4F8FEBFF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228084" y="4907931"/>
                  <a:ext cx="185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8823F977-A7F7-B66B-D438-295F56B0367C}"/>
                    </a:ext>
                  </a:extLst>
                </p14:cNvPr>
                <p14:cNvContentPartPr/>
                <p14:nvPr/>
              </p14:nvContentPartPr>
              <p14:xfrm>
                <a:off x="10139884" y="5040051"/>
                <a:ext cx="321120" cy="15372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8823F977-A7F7-B66B-D438-295F56B036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33764" y="5033931"/>
                  <a:ext cx="3333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CE9D6D48-5A78-957E-9B48-6A50532A10CF}"/>
                    </a:ext>
                  </a:extLst>
                </p14:cNvPr>
                <p14:cNvContentPartPr/>
                <p14:nvPr/>
              </p14:nvContentPartPr>
              <p14:xfrm>
                <a:off x="10523284" y="4922691"/>
                <a:ext cx="136800" cy="1378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CE9D6D48-5A78-957E-9B48-6A50532A10C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517164" y="4916571"/>
                  <a:ext cx="149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33A9B23B-E9EC-5A84-7450-4C73FC44ADC2}"/>
                    </a:ext>
                  </a:extLst>
                </p14:cNvPr>
                <p14:cNvContentPartPr/>
                <p14:nvPr/>
              </p14:nvContentPartPr>
              <p14:xfrm>
                <a:off x="10574044" y="4934931"/>
                <a:ext cx="444600" cy="1486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33A9B23B-E9EC-5A84-7450-4C73FC44ADC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67924" y="4928811"/>
                  <a:ext cx="456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01BAEEDE-C431-F019-0869-B5E37F583B31}"/>
                    </a:ext>
                  </a:extLst>
                </p14:cNvPr>
                <p14:cNvContentPartPr/>
                <p14:nvPr/>
              </p14:nvContentPartPr>
              <p14:xfrm>
                <a:off x="10781764" y="4860411"/>
                <a:ext cx="215280" cy="1483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01BAEEDE-C431-F019-0869-B5E37F583B3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775644" y="4854291"/>
                  <a:ext cx="2275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5AD207CD-2F3D-1B00-E323-ACF949C1060F}"/>
                    </a:ext>
                  </a:extLst>
                </p14:cNvPr>
                <p14:cNvContentPartPr/>
                <p14:nvPr/>
              </p14:nvContentPartPr>
              <p14:xfrm>
                <a:off x="10778884" y="5370171"/>
                <a:ext cx="262800" cy="13788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5AD207CD-2F3D-1B00-E323-ACF949C106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772764" y="5364051"/>
                  <a:ext cx="275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105FE32A-E5FC-E830-441B-BCFEEAAF46D0}"/>
                    </a:ext>
                  </a:extLst>
                </p14:cNvPr>
                <p14:cNvContentPartPr/>
                <p14:nvPr/>
              </p14:nvContentPartPr>
              <p14:xfrm>
                <a:off x="10869604" y="5227251"/>
                <a:ext cx="446760" cy="58788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105FE32A-E5FC-E830-441B-BCFEEAAF46D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63484" y="5221131"/>
                  <a:ext cx="45900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91F39A22-E8D2-B33A-1E59-D3CAA3B89BB6}"/>
                    </a:ext>
                  </a:extLst>
                </p14:cNvPr>
                <p14:cNvContentPartPr/>
                <p14:nvPr/>
              </p14:nvContentPartPr>
              <p14:xfrm>
                <a:off x="11133484" y="5414451"/>
                <a:ext cx="207720" cy="8640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91F39A22-E8D2-B33A-1E59-D3CAA3B89BB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127364" y="5408331"/>
                  <a:ext cx="21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DA9981F3-45E7-BAFF-17B6-943DE8D05EA4}"/>
                    </a:ext>
                  </a:extLst>
                </p14:cNvPr>
                <p14:cNvContentPartPr/>
                <p14:nvPr/>
              </p14:nvContentPartPr>
              <p14:xfrm>
                <a:off x="11183884" y="5496171"/>
                <a:ext cx="210960" cy="7812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DA9981F3-45E7-BAFF-17B6-943DE8D05EA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177764" y="5490051"/>
                  <a:ext cx="2232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D57D76CA-B04F-5120-CDB8-3463340B7C4A}"/>
                    </a:ext>
                  </a:extLst>
                </p14:cNvPr>
                <p14:cNvContentPartPr/>
                <p14:nvPr/>
              </p14:nvContentPartPr>
              <p14:xfrm>
                <a:off x="11542444" y="5266131"/>
                <a:ext cx="220320" cy="33480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D57D76CA-B04F-5120-CDB8-3463340B7C4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536324" y="5260011"/>
                  <a:ext cx="2325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A52DFDF5-0046-558D-BA2C-9EBD58859C45}"/>
                    </a:ext>
                  </a:extLst>
                </p14:cNvPr>
                <p14:cNvContentPartPr/>
                <p14:nvPr/>
              </p14:nvContentPartPr>
              <p14:xfrm>
                <a:off x="11464684" y="5345331"/>
                <a:ext cx="291960" cy="4089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A52DFDF5-0046-558D-BA2C-9EBD58859C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458564" y="5339211"/>
                  <a:ext cx="3042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A6F4519B-1DE1-55A0-438B-BDBDEB9A0D8E}"/>
                    </a:ext>
                  </a:extLst>
                </p14:cNvPr>
                <p14:cNvContentPartPr/>
                <p14:nvPr/>
              </p14:nvContentPartPr>
              <p14:xfrm>
                <a:off x="9477844" y="5285571"/>
                <a:ext cx="1507320" cy="9972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A6F4519B-1DE1-55A0-438B-BDBDEB9A0D8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71724" y="5279451"/>
                  <a:ext cx="15195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5CF557F2-4A1D-4A92-C80C-C5E77758BC40}"/>
                    </a:ext>
                  </a:extLst>
                </p14:cNvPr>
                <p14:cNvContentPartPr/>
                <p14:nvPr/>
              </p14:nvContentPartPr>
              <p14:xfrm>
                <a:off x="10814164" y="5926371"/>
                <a:ext cx="1183320" cy="9864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5CF557F2-4A1D-4A92-C80C-C5E77758BC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808044" y="5920251"/>
                  <a:ext cx="11955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BE2D5490-2F1B-25D2-88B6-77F4CA3C966A}"/>
                    </a:ext>
                  </a:extLst>
                </p14:cNvPr>
                <p14:cNvContentPartPr/>
                <p14:nvPr/>
              </p14:nvContentPartPr>
              <p14:xfrm>
                <a:off x="10691764" y="5348571"/>
                <a:ext cx="54000" cy="54720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BE2D5490-2F1B-25D2-88B6-77F4CA3C966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85644" y="5342451"/>
                  <a:ext cx="6624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6139AED1-B526-4702-6882-F4C24313D5DD}"/>
                    </a:ext>
                  </a:extLst>
                </p14:cNvPr>
                <p14:cNvContentPartPr/>
                <p14:nvPr/>
              </p14:nvContentPartPr>
              <p14:xfrm>
                <a:off x="10652524" y="5339211"/>
                <a:ext cx="10440" cy="24300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6139AED1-B526-4702-6882-F4C24313D5D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646404" y="5333091"/>
                  <a:ext cx="22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0E61A01E-6154-65BC-EB75-96C42B516B13}"/>
                    </a:ext>
                  </a:extLst>
                </p14:cNvPr>
                <p14:cNvContentPartPr/>
                <p14:nvPr/>
              </p14:nvContentPartPr>
              <p14:xfrm>
                <a:off x="10591684" y="5354331"/>
                <a:ext cx="90360" cy="10620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0E61A01E-6154-65BC-EB75-96C42B516B1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85564" y="5348211"/>
                  <a:ext cx="102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CD42E407-94B4-6B62-8932-D5FB4E82E4E4}"/>
                    </a:ext>
                  </a:extLst>
                </p14:cNvPr>
                <p14:cNvContentPartPr/>
                <p14:nvPr/>
              </p14:nvContentPartPr>
              <p14:xfrm>
                <a:off x="10677004" y="5368371"/>
                <a:ext cx="71640" cy="24732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CD42E407-94B4-6B62-8932-D5FB4E82E4E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670884" y="5362251"/>
                  <a:ext cx="83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7462D928-E367-954A-FF67-21188D7D3558}"/>
                    </a:ext>
                  </a:extLst>
                </p14:cNvPr>
                <p14:cNvContentPartPr/>
                <p14:nvPr/>
              </p14:nvContentPartPr>
              <p14:xfrm>
                <a:off x="10561444" y="5700651"/>
                <a:ext cx="355680" cy="30672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7462D928-E367-954A-FF67-21188D7D355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555324" y="5694531"/>
                  <a:ext cx="3679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28EF390F-3248-0F14-3235-52509FBA2688}"/>
                    </a:ext>
                  </a:extLst>
                </p14:cNvPr>
                <p14:cNvContentPartPr/>
                <p14:nvPr/>
              </p14:nvContentPartPr>
              <p14:xfrm>
                <a:off x="8628604" y="5306091"/>
                <a:ext cx="398160" cy="28116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28EF390F-3248-0F14-3235-52509FBA268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622484" y="5299971"/>
                  <a:ext cx="4104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158DE856-C42F-5C05-EEF4-6E5B34CB4F8E}"/>
                    </a:ext>
                  </a:extLst>
                </p14:cNvPr>
                <p14:cNvContentPartPr/>
                <p14:nvPr/>
              </p14:nvContentPartPr>
              <p14:xfrm>
                <a:off x="8555884" y="5332011"/>
                <a:ext cx="338760" cy="20088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158DE856-C42F-5C05-EEF4-6E5B34CB4F8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549764" y="5325891"/>
                  <a:ext cx="351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2B3B6716-B5B3-24E3-7894-17B09EC88B06}"/>
                    </a:ext>
                  </a:extLst>
                </p14:cNvPr>
                <p14:cNvContentPartPr/>
                <p14:nvPr/>
              </p14:nvContentPartPr>
              <p14:xfrm>
                <a:off x="8960884" y="5280891"/>
                <a:ext cx="389160" cy="28584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2B3B6716-B5B3-24E3-7894-17B09EC88B0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54764" y="5274771"/>
                  <a:ext cx="401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8684A5F9-DFC2-6631-1038-9BE538594009}"/>
                    </a:ext>
                  </a:extLst>
                </p14:cNvPr>
                <p14:cNvContentPartPr/>
                <p14:nvPr/>
              </p14:nvContentPartPr>
              <p14:xfrm>
                <a:off x="7483084" y="5464851"/>
                <a:ext cx="164160" cy="3672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8684A5F9-DFC2-6631-1038-9BE53859400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76964" y="5458731"/>
                  <a:ext cx="1764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EDD99D66-F418-3CC7-A344-710C48A599E8}"/>
                    </a:ext>
                  </a:extLst>
                </p14:cNvPr>
                <p14:cNvContentPartPr/>
                <p14:nvPr/>
              </p14:nvContentPartPr>
              <p14:xfrm>
                <a:off x="7533484" y="5477811"/>
                <a:ext cx="630360" cy="12996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EDD99D66-F418-3CC7-A344-710C48A599E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27364" y="5471691"/>
                  <a:ext cx="64260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5" name="墨迹 124">
                <a:extLst>
                  <a:ext uri="{FF2B5EF4-FFF2-40B4-BE49-F238E27FC236}">
                    <a16:creationId xmlns:a16="http://schemas.microsoft.com/office/drawing/2014/main" id="{1CD99193-005F-C500-E420-AA0DF25D63A1}"/>
                  </a:ext>
                </a:extLst>
              </p14:cNvPr>
              <p14:cNvContentPartPr/>
              <p14:nvPr/>
            </p14:nvContentPartPr>
            <p14:xfrm>
              <a:off x="7723924" y="4871571"/>
              <a:ext cx="51120" cy="128160"/>
            </p14:xfrm>
          </p:contentPart>
        </mc:Choice>
        <mc:Fallback>
          <p:pic>
            <p:nvPicPr>
              <p:cNvPr id="125" name="墨迹 124">
                <a:extLst>
                  <a:ext uri="{FF2B5EF4-FFF2-40B4-BE49-F238E27FC236}">
                    <a16:creationId xmlns:a16="http://schemas.microsoft.com/office/drawing/2014/main" id="{1CD99193-005F-C500-E420-AA0DF25D63A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717804" y="4865451"/>
                <a:ext cx="63360" cy="14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076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7914-327D-ED41-9BBE-AA30BA78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736E18C-6EBE-3605-3B50-F0546983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9.3.3 </a:t>
            </a:r>
            <a:r>
              <a:rPr lang="zh-CN" altLang="en-US" dirty="0"/>
              <a:t>电机系统中</a:t>
            </a:r>
            <a:r>
              <a:rPr lang="en-US" altLang="zh-CN" dirty="0"/>
              <a:t>PI</a:t>
            </a:r>
            <a:r>
              <a:rPr lang="zh-CN" altLang="en-US" dirty="0"/>
              <a:t>参数的物理意义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986F73-555F-B44C-2FFF-9F6687BC8EBA}"/>
              </a:ext>
            </a:extLst>
          </p:cNvPr>
          <p:cNvSpPr txBox="1"/>
          <p:nvPr/>
        </p:nvSpPr>
        <p:spPr>
          <a:xfrm>
            <a:off x="1112188" y="11042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参数与电机特性映射表：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737C82-6634-FCA7-7622-31C5E4F2B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707685"/>
              </p:ext>
            </p:extLst>
          </p:nvPr>
        </p:nvGraphicFramePr>
        <p:xfrm>
          <a:off x="838200" y="1812414"/>
          <a:ext cx="10515600" cy="9601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77686">
                  <a:extLst>
                    <a:ext uri="{9D8B030D-6E8A-4147-A177-3AD203B41FA5}">
                      <a16:colId xmlns:a16="http://schemas.microsoft.com/office/drawing/2014/main" val="1299037510"/>
                    </a:ext>
                  </a:extLst>
                </a:gridCol>
                <a:gridCol w="3526971">
                  <a:extLst>
                    <a:ext uri="{9D8B030D-6E8A-4147-A177-3AD203B41FA5}">
                      <a16:colId xmlns:a16="http://schemas.microsoft.com/office/drawing/2014/main" val="3292643862"/>
                    </a:ext>
                  </a:extLst>
                </a:gridCol>
                <a:gridCol w="3282043">
                  <a:extLst>
                    <a:ext uri="{9D8B030D-6E8A-4147-A177-3AD203B41FA5}">
                      <a16:colId xmlns:a16="http://schemas.microsoft.com/office/drawing/2014/main" val="2062024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02089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物理意义（电机场景）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调大效果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b="1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常见取值范围（参考）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393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转速 </a:t>
                      </a:r>
                      <a:r>
                        <a:rPr lang="en-US" altLang="zh-CN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位置误差的响应力度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启动加速快，负载响应灵敏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0.1~5.0</a:t>
                      </a:r>
                      <a:r>
                        <a:rPr lang="zh-CN" altLang="en-US" b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（直流电机）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878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b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累积误差的补偿强度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快速消除转速漂移 </a:t>
                      </a:r>
                      <a:r>
                        <a:rPr lang="en-US" altLang="zh-CN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定位静差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0.01~1.0</a:t>
                      </a:r>
                      <a:r>
                        <a:rPr lang="zh-CN" altLang="en-US" b="0" dirty="0">
                          <a:solidFill>
                            <a:srgbClr val="1F232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（直流电机）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90409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3076B6E-D1A1-D808-0268-BC0974840379}"/>
              </a:ext>
            </a:extLst>
          </p:cNvPr>
          <p:cNvSpPr txBox="1"/>
          <p:nvPr/>
        </p:nvSpPr>
        <p:spPr>
          <a:xfrm>
            <a:off x="838199" y="3105834"/>
            <a:ext cx="6738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 “动态响应”（电机启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停、负载变化时快速调整），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 “稳态精度”（电机稳定运行时无偏差）。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EB906A2-8F38-1E03-C44C-74D87519579E}"/>
                  </a:ext>
                </a:extLst>
              </p14:cNvPr>
              <p14:cNvContentPartPr/>
              <p14:nvPr/>
            </p14:nvContentPartPr>
            <p14:xfrm>
              <a:off x="745684" y="2065371"/>
              <a:ext cx="444600" cy="5014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EB906A2-8F38-1E03-C44C-74D8751957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564" y="2059251"/>
                <a:ext cx="456840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ADB7B258-8083-FBAA-9B0B-9B1C50484AC4}"/>
                  </a:ext>
                </a:extLst>
              </p14:cNvPr>
              <p14:cNvContentPartPr/>
              <p14:nvPr/>
            </p14:nvContentPartPr>
            <p14:xfrm>
              <a:off x="1872124" y="2301531"/>
              <a:ext cx="29520" cy="57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ADB7B258-8083-FBAA-9B0B-9B1C50484A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66004" y="2295411"/>
                <a:ext cx="41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189D541B-B2A4-8CE5-42D8-73FFB4AAE300}"/>
                  </a:ext>
                </a:extLst>
              </p14:cNvPr>
              <p14:cNvContentPartPr/>
              <p14:nvPr/>
            </p14:nvContentPartPr>
            <p14:xfrm>
              <a:off x="5724124" y="1960611"/>
              <a:ext cx="2929680" cy="7272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189D541B-B2A4-8CE5-42D8-73FFB4AAE3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8004" y="1954491"/>
                <a:ext cx="294192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6E888759-45CE-7FF3-F6DC-FED965447758}"/>
                  </a:ext>
                </a:extLst>
              </p14:cNvPr>
              <p14:cNvContentPartPr/>
              <p14:nvPr/>
            </p14:nvContentPartPr>
            <p14:xfrm>
              <a:off x="1050244" y="2354811"/>
              <a:ext cx="33840" cy="2340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6E888759-45CE-7FF3-F6DC-FED9654477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4124" y="2348691"/>
                <a:ext cx="4608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0C18C946-5910-19AD-1D38-DE0AB064F6F6}"/>
              </a:ext>
            </a:extLst>
          </p:cNvPr>
          <p:cNvGrpSpPr/>
          <p:nvPr/>
        </p:nvGrpSpPr>
        <p:grpSpPr>
          <a:xfrm>
            <a:off x="6727804" y="2759811"/>
            <a:ext cx="33480" cy="3600"/>
            <a:chOff x="6727804" y="2759811"/>
            <a:chExt cx="33480" cy="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B43F0F0C-8FDF-E37B-8ECC-09D032B507CC}"/>
                    </a:ext>
                  </a:extLst>
                </p14:cNvPr>
                <p14:cNvContentPartPr/>
                <p14:nvPr/>
              </p14:nvContentPartPr>
              <p14:xfrm>
                <a:off x="6727804" y="2763051"/>
                <a:ext cx="360" cy="3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B43F0F0C-8FDF-E37B-8ECC-09D032B507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21684" y="275693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31576B9D-E2D7-B1D1-0A9E-CF22593A3670}"/>
                    </a:ext>
                  </a:extLst>
                </p14:cNvPr>
                <p14:cNvContentPartPr/>
                <p14:nvPr/>
              </p14:nvContentPartPr>
              <p14:xfrm>
                <a:off x="6747964" y="2759811"/>
                <a:ext cx="13320" cy="36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31576B9D-E2D7-B1D1-0A9E-CF22593A367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41844" y="2753691"/>
                  <a:ext cx="25560" cy="1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88A1AD6-F4BC-369E-3DC4-95ED4348CF96}"/>
                  </a:ext>
                </a:extLst>
              </p14:cNvPr>
              <p14:cNvContentPartPr/>
              <p14:nvPr/>
            </p14:nvContentPartPr>
            <p14:xfrm>
              <a:off x="7674244" y="2807331"/>
              <a:ext cx="539280" cy="82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88A1AD6-F4BC-369E-3DC4-95ED4348CF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68124" y="2801211"/>
                <a:ext cx="5515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0701AC95-0B2C-497F-EC9F-38647F21EFFC}"/>
                  </a:ext>
                </a:extLst>
              </p14:cNvPr>
              <p14:cNvContentPartPr/>
              <p14:nvPr/>
            </p14:nvContentPartPr>
            <p14:xfrm>
              <a:off x="6463204" y="4476291"/>
              <a:ext cx="3693960" cy="10170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0701AC95-0B2C-497F-EC9F-38647F21EF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57084" y="4470171"/>
                <a:ext cx="3706200" cy="10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9A4383C7-2255-5247-4487-0B6CAC639651}"/>
                  </a:ext>
                </a:extLst>
              </p14:cNvPr>
              <p14:cNvContentPartPr/>
              <p14:nvPr/>
            </p14:nvContentPartPr>
            <p14:xfrm>
              <a:off x="8442484" y="1950171"/>
              <a:ext cx="1465920" cy="89244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9A4383C7-2255-5247-4487-0B6CAC6396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36364" y="1944051"/>
                <a:ext cx="147816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F040F9F8-61CE-0E70-2AC4-2989E1B5FCE4}"/>
                  </a:ext>
                </a:extLst>
              </p14:cNvPr>
              <p14:cNvContentPartPr/>
              <p14:nvPr/>
            </p14:nvContentPartPr>
            <p14:xfrm>
              <a:off x="3989284" y="3415371"/>
              <a:ext cx="652320" cy="3996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F040F9F8-61CE-0E70-2AC4-2989E1B5FCE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83164" y="3409251"/>
                <a:ext cx="6645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B412AFED-D507-7385-2413-53683509EED7}"/>
                  </a:ext>
                </a:extLst>
              </p14:cNvPr>
              <p14:cNvContentPartPr/>
              <p14:nvPr/>
            </p14:nvContentPartPr>
            <p14:xfrm>
              <a:off x="5364124" y="3420051"/>
              <a:ext cx="360" cy="360"/>
            </p14:xfrm>
          </p:contentPart>
        </mc:Choice>
        <mc:Fallback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B412AFED-D507-7385-2413-53683509EE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58004" y="341393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0A5B628B-E02A-6F47-D488-D920EDAD6592}"/>
                  </a:ext>
                </a:extLst>
              </p14:cNvPr>
              <p14:cNvContentPartPr/>
              <p14:nvPr/>
            </p14:nvContentPartPr>
            <p14:xfrm>
              <a:off x="5400484" y="3427251"/>
              <a:ext cx="765720" cy="1476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0A5B628B-E02A-6F47-D488-D920EDAD659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394364" y="3421131"/>
                <a:ext cx="7779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76" name="墨迹 75">
                <a:extLst>
                  <a:ext uri="{FF2B5EF4-FFF2-40B4-BE49-F238E27FC236}">
                    <a16:creationId xmlns:a16="http://schemas.microsoft.com/office/drawing/2014/main" id="{FAA27755-D337-E431-BA9E-D995CAEAC98E}"/>
                  </a:ext>
                </a:extLst>
              </p14:cNvPr>
              <p14:cNvContentPartPr/>
              <p14:nvPr/>
            </p14:nvContentPartPr>
            <p14:xfrm>
              <a:off x="3735844" y="4718571"/>
              <a:ext cx="96480" cy="173520"/>
            </p14:xfrm>
          </p:contentPart>
        </mc:Choice>
        <mc:Fallback>
          <p:pic>
            <p:nvPicPr>
              <p:cNvPr id="76" name="墨迹 75">
                <a:extLst>
                  <a:ext uri="{FF2B5EF4-FFF2-40B4-BE49-F238E27FC236}">
                    <a16:creationId xmlns:a16="http://schemas.microsoft.com/office/drawing/2014/main" id="{FAA27755-D337-E431-BA9E-D995CAEAC98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29724" y="4712451"/>
                <a:ext cx="1087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8" name="墨迹 77">
                <a:extLst>
                  <a:ext uri="{FF2B5EF4-FFF2-40B4-BE49-F238E27FC236}">
                    <a16:creationId xmlns:a16="http://schemas.microsoft.com/office/drawing/2014/main" id="{98D6E494-4E1F-CD3A-B521-4263C0F95D66}"/>
                  </a:ext>
                </a:extLst>
              </p14:cNvPr>
              <p14:cNvContentPartPr/>
              <p14:nvPr/>
            </p14:nvContentPartPr>
            <p14:xfrm>
              <a:off x="5647444" y="5167131"/>
              <a:ext cx="43920" cy="79200"/>
            </p14:xfrm>
          </p:contentPart>
        </mc:Choice>
        <mc:Fallback>
          <p:pic>
            <p:nvPicPr>
              <p:cNvPr id="78" name="墨迹 77">
                <a:extLst>
                  <a:ext uri="{FF2B5EF4-FFF2-40B4-BE49-F238E27FC236}">
                    <a16:creationId xmlns:a16="http://schemas.microsoft.com/office/drawing/2014/main" id="{98D6E494-4E1F-CD3A-B521-4263C0F95D6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641324" y="5161011"/>
                <a:ext cx="561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009AB49D-607B-257A-C9FB-4BB7659B8FF8}"/>
                  </a:ext>
                </a:extLst>
              </p14:cNvPr>
              <p14:cNvContentPartPr/>
              <p14:nvPr/>
            </p14:nvContentPartPr>
            <p14:xfrm>
              <a:off x="6978724" y="5052291"/>
              <a:ext cx="2214720" cy="21456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009AB49D-607B-257A-C9FB-4BB7659B8FF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972604" y="5046171"/>
                <a:ext cx="22269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89E8F718-6407-85D3-07CA-3738E8618D56}"/>
                  </a:ext>
                </a:extLst>
              </p14:cNvPr>
              <p14:cNvContentPartPr/>
              <p14:nvPr/>
            </p14:nvContentPartPr>
            <p14:xfrm>
              <a:off x="8555884" y="3173811"/>
              <a:ext cx="45360" cy="170280"/>
            </p14:xfrm>
          </p:contentPart>
        </mc:Choice>
        <mc:Fallback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89E8F718-6407-85D3-07CA-3738E8618D5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549764" y="3167691"/>
                <a:ext cx="576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F4F904DA-08CD-BE2E-F0E1-132744ECC986}"/>
                  </a:ext>
                </a:extLst>
              </p14:cNvPr>
              <p14:cNvContentPartPr/>
              <p14:nvPr/>
            </p14:nvContentPartPr>
            <p14:xfrm>
              <a:off x="8285164" y="3447771"/>
              <a:ext cx="215640" cy="216000"/>
            </p14:xfrm>
          </p:contentPart>
        </mc:Choice>
        <mc:Fallback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F4F904DA-08CD-BE2E-F0E1-132744ECC98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279044" y="3441651"/>
                <a:ext cx="2278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D06E13D0-A59F-2DCB-8C3F-CD4854F8A991}"/>
                  </a:ext>
                </a:extLst>
              </p14:cNvPr>
              <p14:cNvContentPartPr/>
              <p14:nvPr/>
            </p14:nvContentPartPr>
            <p14:xfrm>
              <a:off x="8702404" y="3197211"/>
              <a:ext cx="284400" cy="820800"/>
            </p14:xfrm>
          </p:contentPart>
        </mc:Choice>
        <mc:Fallback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D06E13D0-A59F-2DCB-8C3F-CD4854F8A99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96284" y="3191091"/>
                <a:ext cx="296640" cy="83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9B1A73EC-7751-EAE8-4091-A66ADFD9A5CE}"/>
                  </a:ext>
                </a:extLst>
              </p14:cNvPr>
              <p14:cNvContentPartPr/>
              <p14:nvPr/>
            </p14:nvContentPartPr>
            <p14:xfrm>
              <a:off x="8522404" y="3302331"/>
              <a:ext cx="160200" cy="539640"/>
            </p14:xfrm>
          </p:contentPart>
        </mc:Choice>
        <mc:Fallback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9B1A73EC-7751-EAE8-4091-A66ADFD9A5C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516284" y="3296211"/>
                <a:ext cx="17244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099600F8-12B2-8F80-85D2-24F22D4F4603}"/>
                  </a:ext>
                </a:extLst>
              </p14:cNvPr>
              <p14:cNvContentPartPr/>
              <p14:nvPr/>
            </p14:nvContentPartPr>
            <p14:xfrm>
              <a:off x="8655964" y="3408171"/>
              <a:ext cx="211320" cy="126000"/>
            </p14:xfrm>
          </p:contentPart>
        </mc:Choice>
        <mc:Fallback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099600F8-12B2-8F80-85D2-24F22D4F460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649844" y="3402051"/>
                <a:ext cx="2235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171A2433-085F-A973-8F0A-DEBD1DF38F27}"/>
                  </a:ext>
                </a:extLst>
              </p14:cNvPr>
              <p14:cNvContentPartPr/>
              <p14:nvPr/>
            </p14:nvContentPartPr>
            <p14:xfrm>
              <a:off x="8693764" y="3359211"/>
              <a:ext cx="157320" cy="38520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171A2433-085F-A973-8F0A-DEBD1DF38F2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87644" y="3353091"/>
                <a:ext cx="16956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23D813AB-7D1C-40FD-5349-B6E0443F47B3}"/>
                  </a:ext>
                </a:extLst>
              </p14:cNvPr>
              <p14:cNvContentPartPr/>
              <p14:nvPr/>
            </p14:nvContentPartPr>
            <p14:xfrm>
              <a:off x="9216844" y="3227091"/>
              <a:ext cx="287640" cy="679680"/>
            </p14:xfrm>
          </p:contentPart>
        </mc:Choice>
        <mc:Fallback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23D813AB-7D1C-40FD-5349-B6E0443F47B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210724" y="3220971"/>
                <a:ext cx="299880" cy="69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0FADF6E1-C8B7-1F04-C046-A3883DED89E5}"/>
                  </a:ext>
                </a:extLst>
              </p14:cNvPr>
              <p14:cNvContentPartPr/>
              <p14:nvPr/>
            </p14:nvContentPartPr>
            <p14:xfrm>
              <a:off x="9865204" y="3113331"/>
              <a:ext cx="314280" cy="58356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0FADF6E1-C8B7-1F04-C046-A3883DED89E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859084" y="3107211"/>
                <a:ext cx="32652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80F494AB-1143-114E-3BC2-437871D3A92A}"/>
                  </a:ext>
                </a:extLst>
              </p14:cNvPr>
              <p14:cNvContentPartPr/>
              <p14:nvPr/>
            </p14:nvContentPartPr>
            <p14:xfrm>
              <a:off x="10308364" y="3271731"/>
              <a:ext cx="67680" cy="93600"/>
            </p14:xfrm>
          </p:contentPart>
        </mc:Choice>
        <mc:Fallback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80F494AB-1143-114E-3BC2-437871D3A92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302244" y="3265611"/>
                <a:ext cx="799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0B75ACA6-FA3A-B6E8-24BD-9184EAAC1145}"/>
                  </a:ext>
                </a:extLst>
              </p14:cNvPr>
              <p14:cNvContentPartPr/>
              <p14:nvPr/>
            </p14:nvContentPartPr>
            <p14:xfrm>
              <a:off x="10201084" y="3255531"/>
              <a:ext cx="481680" cy="652320"/>
            </p14:xfrm>
          </p:contentPart>
        </mc:Choice>
        <mc:Fallback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0B75ACA6-FA3A-B6E8-24BD-9184EAAC114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194964" y="3249411"/>
                <a:ext cx="49392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6" name="墨迹 95">
                <a:extLst>
                  <a:ext uri="{FF2B5EF4-FFF2-40B4-BE49-F238E27FC236}">
                    <a16:creationId xmlns:a16="http://schemas.microsoft.com/office/drawing/2014/main" id="{0CBF0677-0FC6-1E73-445B-2EFAC621B925}"/>
                  </a:ext>
                </a:extLst>
              </p14:cNvPr>
              <p14:cNvContentPartPr/>
              <p14:nvPr/>
            </p14:nvContentPartPr>
            <p14:xfrm>
              <a:off x="7059364" y="5087931"/>
              <a:ext cx="1605240" cy="99720"/>
            </p14:xfrm>
          </p:contentPart>
        </mc:Choice>
        <mc:Fallback>
          <p:pic>
            <p:nvPicPr>
              <p:cNvPr id="96" name="墨迹 95">
                <a:extLst>
                  <a:ext uri="{FF2B5EF4-FFF2-40B4-BE49-F238E27FC236}">
                    <a16:creationId xmlns:a16="http://schemas.microsoft.com/office/drawing/2014/main" id="{0CBF0677-0FC6-1E73-445B-2EFAC621B92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053244" y="5081811"/>
                <a:ext cx="161748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组合 99">
            <a:extLst>
              <a:ext uri="{FF2B5EF4-FFF2-40B4-BE49-F238E27FC236}">
                <a16:creationId xmlns:a16="http://schemas.microsoft.com/office/drawing/2014/main" id="{AE208A2F-3955-A832-EC88-E5A817F722CB}"/>
              </a:ext>
            </a:extLst>
          </p:cNvPr>
          <p:cNvGrpSpPr/>
          <p:nvPr/>
        </p:nvGrpSpPr>
        <p:grpSpPr>
          <a:xfrm>
            <a:off x="8673604" y="5607411"/>
            <a:ext cx="453240" cy="605880"/>
            <a:chOff x="8673604" y="5607411"/>
            <a:chExt cx="453240" cy="60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63961FBE-3A34-BDE1-767E-7DB5A548B501}"/>
                    </a:ext>
                  </a:extLst>
                </p14:cNvPr>
                <p14:cNvContentPartPr/>
                <p14:nvPr/>
              </p14:nvContentPartPr>
              <p14:xfrm>
                <a:off x="8731564" y="5607411"/>
                <a:ext cx="234000" cy="59184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63961FBE-3A34-BDE1-767E-7DB5A548B50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25444" y="5601291"/>
                  <a:ext cx="24624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2EA2BB3B-2ED8-1856-1085-694EF93CCED2}"/>
                    </a:ext>
                  </a:extLst>
                </p14:cNvPr>
                <p14:cNvContentPartPr/>
                <p14:nvPr/>
              </p14:nvContentPartPr>
              <p14:xfrm>
                <a:off x="8673604" y="5793531"/>
                <a:ext cx="453240" cy="41976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2EA2BB3B-2ED8-1856-1085-694EF93CCED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667484" y="5787411"/>
                  <a:ext cx="465480" cy="43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01" name="墨迹 100">
                <a:extLst>
                  <a:ext uri="{FF2B5EF4-FFF2-40B4-BE49-F238E27FC236}">
                    <a16:creationId xmlns:a16="http://schemas.microsoft.com/office/drawing/2014/main" id="{C362F827-10F8-5910-097F-F335A233E182}"/>
                  </a:ext>
                </a:extLst>
              </p14:cNvPr>
              <p14:cNvContentPartPr/>
              <p14:nvPr/>
            </p14:nvContentPartPr>
            <p14:xfrm>
              <a:off x="9168604" y="5084331"/>
              <a:ext cx="17280" cy="11880"/>
            </p14:xfrm>
          </p:contentPart>
        </mc:Choice>
        <mc:Fallback>
          <p:pic>
            <p:nvPicPr>
              <p:cNvPr id="101" name="墨迹 100">
                <a:extLst>
                  <a:ext uri="{FF2B5EF4-FFF2-40B4-BE49-F238E27FC236}">
                    <a16:creationId xmlns:a16="http://schemas.microsoft.com/office/drawing/2014/main" id="{C362F827-10F8-5910-097F-F335A233E18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162484" y="5078211"/>
                <a:ext cx="2952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15" name="墨迹 114">
                <a:extLst>
                  <a:ext uri="{FF2B5EF4-FFF2-40B4-BE49-F238E27FC236}">
                    <a16:creationId xmlns:a16="http://schemas.microsoft.com/office/drawing/2014/main" id="{F90EA382-CAA5-E4A1-2305-20073BB67758}"/>
                  </a:ext>
                </a:extLst>
              </p14:cNvPr>
              <p14:cNvContentPartPr/>
              <p14:nvPr/>
            </p14:nvContentPartPr>
            <p14:xfrm>
              <a:off x="6078364" y="5272971"/>
              <a:ext cx="424080" cy="323280"/>
            </p14:xfrm>
          </p:contentPart>
        </mc:Choice>
        <mc:Fallback>
          <p:pic>
            <p:nvPicPr>
              <p:cNvPr id="115" name="墨迹 114">
                <a:extLst>
                  <a:ext uri="{FF2B5EF4-FFF2-40B4-BE49-F238E27FC236}">
                    <a16:creationId xmlns:a16="http://schemas.microsoft.com/office/drawing/2014/main" id="{F90EA382-CAA5-E4A1-2305-20073BB6775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072244" y="5266851"/>
                <a:ext cx="436320" cy="33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5C599A29-9DEE-C89A-001A-E817317547EE}"/>
              </a:ext>
            </a:extLst>
          </p:cNvPr>
          <p:cNvGrpSpPr/>
          <p:nvPr/>
        </p:nvGrpSpPr>
        <p:grpSpPr>
          <a:xfrm>
            <a:off x="8353204" y="4135011"/>
            <a:ext cx="3492720" cy="1127880"/>
            <a:chOff x="8353204" y="4135011"/>
            <a:chExt cx="3492720" cy="11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CF98C113-34D0-1B0C-BA58-6DBA5FAC745F}"/>
                    </a:ext>
                  </a:extLst>
                </p14:cNvPr>
                <p14:cNvContentPartPr/>
                <p14:nvPr/>
              </p14:nvContentPartPr>
              <p14:xfrm>
                <a:off x="8353204" y="4135011"/>
                <a:ext cx="2589480" cy="1054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CF98C113-34D0-1B0C-BA58-6DBA5FAC745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347084" y="4128891"/>
                  <a:ext cx="2601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5133BEEC-388E-6B6A-3535-4DCC94B6A8CD}"/>
                    </a:ext>
                  </a:extLst>
                </p14:cNvPr>
                <p14:cNvContentPartPr/>
                <p14:nvPr/>
              </p14:nvContentPartPr>
              <p14:xfrm>
                <a:off x="10820644" y="4201251"/>
                <a:ext cx="309600" cy="3682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5133BEEC-388E-6B6A-3535-4DCC94B6A8C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814524" y="4195131"/>
                  <a:ext cx="32184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7AB44561-0A8A-2657-0DAC-EEB314E230B6}"/>
                    </a:ext>
                  </a:extLst>
                </p14:cNvPr>
                <p14:cNvContentPartPr/>
                <p14:nvPr/>
              </p14:nvContentPartPr>
              <p14:xfrm>
                <a:off x="11006764" y="4778691"/>
                <a:ext cx="16200" cy="392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7AB44561-0A8A-2657-0DAC-EEB314E230B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00644" y="4772571"/>
                  <a:ext cx="28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D7E09388-F11F-583F-9611-D104572E42D7}"/>
                    </a:ext>
                  </a:extLst>
                </p14:cNvPr>
                <p14:cNvContentPartPr/>
                <p14:nvPr/>
              </p14:nvContentPartPr>
              <p14:xfrm>
                <a:off x="11080924" y="4507251"/>
                <a:ext cx="32400" cy="2134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D7E09388-F11F-583F-9611-D104572E42D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74804" y="4501131"/>
                  <a:ext cx="4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96D8165A-3B33-A523-9E68-08BF6A98A4C5}"/>
                    </a:ext>
                  </a:extLst>
                </p14:cNvPr>
                <p14:cNvContentPartPr/>
                <p14:nvPr/>
              </p14:nvContentPartPr>
              <p14:xfrm>
                <a:off x="11085604" y="4895691"/>
                <a:ext cx="58680" cy="6336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96D8165A-3B33-A523-9E68-08BF6A98A4C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79484" y="4889571"/>
                  <a:ext cx="70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EACF6BEC-E3F2-1860-4C07-ECB2863FEC04}"/>
                    </a:ext>
                  </a:extLst>
                </p14:cNvPr>
                <p14:cNvContentPartPr/>
                <p14:nvPr/>
              </p14:nvContentPartPr>
              <p14:xfrm>
                <a:off x="9122164" y="4599771"/>
                <a:ext cx="803160" cy="49860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EACF6BEC-E3F2-1860-4C07-ECB2863FEC0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16044" y="4593651"/>
                  <a:ext cx="81540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CC854C44-62FF-1857-AFBE-A1459679AF6A}"/>
                    </a:ext>
                  </a:extLst>
                </p14:cNvPr>
                <p14:cNvContentPartPr/>
                <p14:nvPr/>
              </p14:nvContentPartPr>
              <p14:xfrm>
                <a:off x="9842164" y="4456851"/>
                <a:ext cx="254520" cy="31068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CC854C44-62FF-1857-AFBE-A1459679AF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36044" y="4450731"/>
                  <a:ext cx="2667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1619F799-6528-A407-FA3E-FCDF08EB7D4F}"/>
                    </a:ext>
                  </a:extLst>
                </p14:cNvPr>
                <p14:cNvContentPartPr/>
                <p14:nvPr/>
              </p14:nvContentPartPr>
              <p14:xfrm>
                <a:off x="9894364" y="4501131"/>
                <a:ext cx="864720" cy="72864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1619F799-6528-A407-FA3E-FCDF08EB7D4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88244" y="4495011"/>
                  <a:ext cx="87696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F85612ED-74C4-6B68-A0EE-AA0327FDDFA3}"/>
                    </a:ext>
                  </a:extLst>
                </p14:cNvPr>
                <p14:cNvContentPartPr/>
                <p14:nvPr/>
              </p14:nvContentPartPr>
              <p14:xfrm>
                <a:off x="10572604" y="5007651"/>
                <a:ext cx="1041120" cy="25524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F85612ED-74C4-6B68-A0EE-AA0327FDDFA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66484" y="5001531"/>
                  <a:ext cx="10533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BCEE13D9-B5E6-47D2-0DEA-A264405CF7D0}"/>
                    </a:ext>
                  </a:extLst>
                </p14:cNvPr>
                <p14:cNvContentPartPr/>
                <p14:nvPr/>
              </p14:nvContentPartPr>
              <p14:xfrm>
                <a:off x="10059604" y="4780491"/>
                <a:ext cx="331920" cy="20520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BCEE13D9-B5E6-47D2-0DEA-A264405CF7D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053484" y="4774371"/>
                  <a:ext cx="344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E6DAE8AE-5917-4485-B7B4-D7DACAC23483}"/>
                    </a:ext>
                  </a:extLst>
                </p14:cNvPr>
                <p14:cNvContentPartPr/>
                <p14:nvPr/>
              </p14:nvContentPartPr>
              <p14:xfrm>
                <a:off x="9941884" y="4699131"/>
                <a:ext cx="413280" cy="16668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E6DAE8AE-5917-4485-B7B4-D7DACAC234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935764" y="4693011"/>
                  <a:ext cx="425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5DAB49F7-ABC7-6E28-78BF-7B861DED3AE8}"/>
                    </a:ext>
                  </a:extLst>
                </p14:cNvPr>
                <p14:cNvContentPartPr/>
                <p14:nvPr/>
              </p14:nvContentPartPr>
              <p14:xfrm>
                <a:off x="9971044" y="4801731"/>
                <a:ext cx="353520" cy="12276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5DAB49F7-ABC7-6E28-78BF-7B861DED3AE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64924" y="4795611"/>
                  <a:ext cx="365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6D834895-F8F8-4F39-A7F0-0ECFDAF1B4DB}"/>
                    </a:ext>
                  </a:extLst>
                </p14:cNvPr>
                <p14:cNvContentPartPr/>
                <p14:nvPr/>
              </p14:nvContentPartPr>
              <p14:xfrm>
                <a:off x="10067884" y="4890651"/>
                <a:ext cx="258480" cy="7740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6D834895-F8F8-4F39-A7F0-0ECFDAF1B4D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61764" y="4884531"/>
                  <a:ext cx="270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47B4A6AB-7F1C-1223-1973-27D199A5B6A6}"/>
                    </a:ext>
                  </a:extLst>
                </p14:cNvPr>
                <p14:cNvContentPartPr/>
                <p14:nvPr/>
              </p14:nvContentPartPr>
              <p14:xfrm>
                <a:off x="10167604" y="4963011"/>
                <a:ext cx="216720" cy="9972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47B4A6AB-7F1C-1223-1973-27D199A5B6A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161484" y="4956891"/>
                  <a:ext cx="228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49324E21-F250-4B2E-07C6-82F08F97C6B9}"/>
                    </a:ext>
                  </a:extLst>
                </p14:cNvPr>
                <p14:cNvContentPartPr/>
                <p14:nvPr/>
              </p14:nvContentPartPr>
              <p14:xfrm>
                <a:off x="10306924" y="5049051"/>
                <a:ext cx="68760" cy="3708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49324E21-F250-4B2E-07C6-82F08F97C6B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300804" y="5042931"/>
                  <a:ext cx="81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C2FA6BC9-535C-BE0B-F6B6-A72C0C7C6EDA}"/>
                    </a:ext>
                  </a:extLst>
                </p14:cNvPr>
                <p14:cNvContentPartPr/>
                <p14:nvPr/>
              </p14:nvContentPartPr>
              <p14:xfrm>
                <a:off x="11079484" y="5185491"/>
                <a:ext cx="766440" cy="7344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C2FA6BC9-535C-BE0B-F6B6-A72C0C7C6ED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073364" y="5179371"/>
                  <a:ext cx="77868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24" name="墨迹 123">
                <a:extLst>
                  <a:ext uri="{FF2B5EF4-FFF2-40B4-BE49-F238E27FC236}">
                    <a16:creationId xmlns:a16="http://schemas.microsoft.com/office/drawing/2014/main" id="{32D8154D-BF6C-49CC-DA4F-0C6CE9424342}"/>
                  </a:ext>
                </a:extLst>
              </p14:cNvPr>
              <p14:cNvContentPartPr/>
              <p14:nvPr/>
            </p14:nvContentPartPr>
            <p14:xfrm>
              <a:off x="11382964" y="5031051"/>
              <a:ext cx="426960" cy="343080"/>
            </p14:xfrm>
          </p:contentPart>
        </mc:Choice>
        <mc:Fallback>
          <p:pic>
            <p:nvPicPr>
              <p:cNvPr id="124" name="墨迹 123">
                <a:extLst>
                  <a:ext uri="{FF2B5EF4-FFF2-40B4-BE49-F238E27FC236}">
                    <a16:creationId xmlns:a16="http://schemas.microsoft.com/office/drawing/2014/main" id="{32D8154D-BF6C-49CC-DA4F-0C6CE942434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376844" y="5024931"/>
                <a:ext cx="439200" cy="35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628F673D-6F53-C634-190A-53519706F5D8}"/>
              </a:ext>
            </a:extLst>
          </p:cNvPr>
          <p:cNvGrpSpPr/>
          <p:nvPr/>
        </p:nvGrpSpPr>
        <p:grpSpPr>
          <a:xfrm>
            <a:off x="1151044" y="3697611"/>
            <a:ext cx="6663240" cy="2519640"/>
            <a:chOff x="1151044" y="3697611"/>
            <a:chExt cx="6663240" cy="251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BAA01370-0C82-11CB-83B2-AE5C11E093E1}"/>
                    </a:ext>
                  </a:extLst>
                </p14:cNvPr>
                <p14:cNvContentPartPr/>
                <p14:nvPr/>
              </p14:nvContentPartPr>
              <p14:xfrm>
                <a:off x="1193884" y="4099371"/>
                <a:ext cx="48240" cy="4273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BAA01370-0C82-11CB-83B2-AE5C11E093E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87764" y="4093251"/>
                  <a:ext cx="604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C03F9A58-FFFD-5439-50D5-314319F93BCF}"/>
                    </a:ext>
                  </a:extLst>
                </p14:cNvPr>
                <p14:cNvContentPartPr/>
                <p14:nvPr/>
              </p14:nvContentPartPr>
              <p14:xfrm>
                <a:off x="1151044" y="4119891"/>
                <a:ext cx="190440" cy="13248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C03F9A58-FFFD-5439-50D5-314319F93BC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44924" y="4113771"/>
                  <a:ext cx="202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AE9E2FE-C2AD-2F3C-C4BD-5F7420136D12}"/>
                    </a:ext>
                  </a:extLst>
                </p14:cNvPr>
                <p14:cNvContentPartPr/>
                <p14:nvPr/>
              </p14:nvContentPartPr>
              <p14:xfrm>
                <a:off x="1501684" y="4178931"/>
                <a:ext cx="59760" cy="1782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AE9E2FE-C2AD-2F3C-C4BD-5F7420136D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95564" y="4172811"/>
                  <a:ext cx="72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E5330DA2-CD05-8E66-F992-87DE054A4C89}"/>
                    </a:ext>
                  </a:extLst>
                </p14:cNvPr>
                <p14:cNvContentPartPr/>
                <p14:nvPr/>
              </p14:nvContentPartPr>
              <p14:xfrm>
                <a:off x="1518964" y="4219251"/>
                <a:ext cx="14760" cy="23868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E5330DA2-CD05-8E66-F992-87DE054A4C8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12844" y="4213131"/>
                  <a:ext cx="270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1CE23B53-0A18-08CD-7346-169148D39E48}"/>
                    </a:ext>
                  </a:extLst>
                </p14:cNvPr>
                <p14:cNvContentPartPr/>
                <p14:nvPr/>
              </p14:nvContentPartPr>
              <p14:xfrm>
                <a:off x="3606964" y="4696971"/>
                <a:ext cx="71640" cy="2433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1CE23B53-0A18-08CD-7346-169148D39E4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600844" y="4690851"/>
                  <a:ext cx="838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932362E0-F762-49C8-E7E4-4DC3D6F4992A}"/>
                    </a:ext>
                  </a:extLst>
                </p14:cNvPr>
                <p14:cNvContentPartPr/>
                <p14:nvPr/>
              </p14:nvContentPartPr>
              <p14:xfrm>
                <a:off x="3739444" y="4715691"/>
                <a:ext cx="234720" cy="12348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932362E0-F762-49C8-E7E4-4DC3D6F4992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733324" y="4709571"/>
                  <a:ext cx="2469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43468494-BD72-A545-9966-6341A379AD9E}"/>
                    </a:ext>
                  </a:extLst>
                </p14:cNvPr>
                <p14:cNvContentPartPr/>
                <p14:nvPr/>
              </p14:nvContentPartPr>
              <p14:xfrm>
                <a:off x="4180804" y="4742691"/>
                <a:ext cx="348840" cy="37980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43468494-BD72-A545-9966-6341A379AD9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74684" y="4736571"/>
                  <a:ext cx="361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69106071-5251-A242-B7F0-D22D33CA8977}"/>
                    </a:ext>
                  </a:extLst>
                </p14:cNvPr>
                <p14:cNvContentPartPr/>
                <p14:nvPr/>
              </p14:nvContentPartPr>
              <p14:xfrm>
                <a:off x="4574284" y="4779771"/>
                <a:ext cx="172080" cy="14256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69106071-5251-A242-B7F0-D22D33CA897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568164" y="4773651"/>
                  <a:ext cx="184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976C3F39-B0E3-722A-858E-7582710BE494}"/>
                    </a:ext>
                  </a:extLst>
                </p14:cNvPr>
                <p14:cNvContentPartPr/>
                <p14:nvPr/>
              </p14:nvContentPartPr>
              <p14:xfrm>
                <a:off x="1567204" y="5780571"/>
                <a:ext cx="16200" cy="194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976C3F39-B0E3-722A-858E-7582710BE49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561084" y="5774451"/>
                  <a:ext cx="2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E8231F05-90ED-1E11-40F7-ADABFB05259C}"/>
                    </a:ext>
                  </a:extLst>
                </p14:cNvPr>
                <p14:cNvContentPartPr/>
                <p14:nvPr/>
              </p14:nvContentPartPr>
              <p14:xfrm>
                <a:off x="1723444" y="5407611"/>
                <a:ext cx="217080" cy="32076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E8231F05-90ED-1E11-40F7-ADABFB05259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17324" y="5401491"/>
                  <a:ext cx="2293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A39D64A8-C2E6-BF27-703C-132BD7664089}"/>
                    </a:ext>
                  </a:extLst>
                </p14:cNvPr>
                <p14:cNvContentPartPr/>
                <p14:nvPr/>
              </p14:nvContentPartPr>
              <p14:xfrm>
                <a:off x="1855204" y="5171451"/>
                <a:ext cx="1819440" cy="82980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A39D64A8-C2E6-BF27-703C-132BD766408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849084" y="5165331"/>
                  <a:ext cx="1831680" cy="84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3ACDA398-A6B7-652D-5D15-7F560B3CB623}"/>
                    </a:ext>
                  </a:extLst>
                </p14:cNvPr>
                <p14:cNvContentPartPr/>
                <p14:nvPr/>
              </p14:nvContentPartPr>
              <p14:xfrm>
                <a:off x="3797404" y="4024491"/>
                <a:ext cx="292320" cy="3268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3ACDA398-A6B7-652D-5D15-7F560B3CB62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91284" y="4018371"/>
                  <a:ext cx="3045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3172513F-3B70-F8AD-955E-564CFD28866D}"/>
                    </a:ext>
                  </a:extLst>
                </p14:cNvPr>
                <p14:cNvContentPartPr/>
                <p14:nvPr/>
              </p14:nvContentPartPr>
              <p14:xfrm>
                <a:off x="2757724" y="4029891"/>
                <a:ext cx="20520" cy="3315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3172513F-3B70-F8AD-955E-564CFD28866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751604" y="4023771"/>
                  <a:ext cx="32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39CA3290-19AA-CEBB-2826-4CE923E87EA9}"/>
                    </a:ext>
                  </a:extLst>
                </p14:cNvPr>
                <p14:cNvContentPartPr/>
                <p14:nvPr/>
              </p14:nvContentPartPr>
              <p14:xfrm>
                <a:off x="2694724" y="4044291"/>
                <a:ext cx="216360" cy="17928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39CA3290-19AA-CEBB-2826-4CE923E87EA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688604" y="4038171"/>
                  <a:ext cx="228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F9A80C90-C0A3-2A28-7E1B-90A9E6766C87}"/>
                    </a:ext>
                  </a:extLst>
                </p14:cNvPr>
                <p14:cNvContentPartPr/>
                <p14:nvPr/>
              </p14:nvContentPartPr>
              <p14:xfrm>
                <a:off x="3381964" y="4158411"/>
                <a:ext cx="33840" cy="2520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F9A80C90-C0A3-2A28-7E1B-90A9E6766C8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375844" y="4152291"/>
                  <a:ext cx="46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68F9BE05-8EDE-3252-82F9-2C05FA4FFAF7}"/>
                    </a:ext>
                  </a:extLst>
                </p14:cNvPr>
                <p14:cNvContentPartPr/>
                <p14:nvPr/>
              </p14:nvContentPartPr>
              <p14:xfrm>
                <a:off x="2922244" y="4167411"/>
                <a:ext cx="212400" cy="24660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68F9BE05-8EDE-3252-82F9-2C05FA4FFA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916124" y="4161291"/>
                  <a:ext cx="2246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95D8289-0987-0135-E9AD-1649F32EF8B4}"/>
                    </a:ext>
                  </a:extLst>
                </p14:cNvPr>
                <p14:cNvContentPartPr/>
                <p14:nvPr/>
              </p14:nvContentPartPr>
              <p14:xfrm>
                <a:off x="3109804" y="4234371"/>
                <a:ext cx="168120" cy="27324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95D8289-0987-0135-E9AD-1649F32EF8B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03684" y="4228251"/>
                  <a:ext cx="180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7C536994-C394-273A-A456-E7D648464D16}"/>
                    </a:ext>
                  </a:extLst>
                </p14:cNvPr>
                <p14:cNvContentPartPr/>
                <p14:nvPr/>
              </p14:nvContentPartPr>
              <p14:xfrm>
                <a:off x="3263884" y="4246611"/>
                <a:ext cx="53280" cy="20124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7C536994-C394-273A-A456-E7D648464D1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57764" y="4240491"/>
                  <a:ext cx="65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DFF6F185-8C84-1028-E219-26B61FC12EC5}"/>
                    </a:ext>
                  </a:extLst>
                </p14:cNvPr>
                <p14:cNvContentPartPr/>
                <p14:nvPr/>
              </p14:nvContentPartPr>
              <p14:xfrm>
                <a:off x="3257404" y="4351011"/>
                <a:ext cx="158760" cy="9756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DFF6F185-8C84-1028-E219-26B61FC12EC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251284" y="4344891"/>
                  <a:ext cx="171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2923BC7E-FBDA-5C0A-95A8-E37F38E807BA}"/>
                    </a:ext>
                  </a:extLst>
                </p14:cNvPr>
                <p14:cNvContentPartPr/>
                <p14:nvPr/>
              </p14:nvContentPartPr>
              <p14:xfrm>
                <a:off x="3225364" y="4303491"/>
                <a:ext cx="235800" cy="30636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2923BC7E-FBDA-5C0A-95A8-E37F38E807B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19244" y="4297371"/>
                  <a:ext cx="2480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43825AEF-A159-4AE0-F044-68EE3A18343F}"/>
                    </a:ext>
                  </a:extLst>
                </p14:cNvPr>
                <p14:cNvContentPartPr/>
                <p14:nvPr/>
              </p14:nvContentPartPr>
              <p14:xfrm>
                <a:off x="2852404" y="4296291"/>
                <a:ext cx="72720" cy="2268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43825AEF-A159-4AE0-F044-68EE3A18343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846284" y="4290171"/>
                  <a:ext cx="84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D63E7F38-1DB3-9E37-DFAD-9926DBA0F32F}"/>
                    </a:ext>
                  </a:extLst>
                </p14:cNvPr>
                <p14:cNvContentPartPr/>
                <p14:nvPr/>
              </p14:nvContentPartPr>
              <p14:xfrm>
                <a:off x="2528764" y="3806691"/>
                <a:ext cx="1076760" cy="8330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D63E7F38-1DB3-9E37-DFAD-9926DBA0F32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522644" y="3800571"/>
                  <a:ext cx="1089000" cy="84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B868A79D-31D2-212C-F0D6-9C2996C84469}"/>
                    </a:ext>
                  </a:extLst>
                </p14:cNvPr>
                <p14:cNvContentPartPr/>
                <p14:nvPr/>
              </p14:nvContentPartPr>
              <p14:xfrm>
                <a:off x="2645764" y="3832251"/>
                <a:ext cx="51480" cy="4791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B868A79D-31D2-212C-F0D6-9C2996C8446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39644" y="3826131"/>
                  <a:ext cx="637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6B2512F8-0DAB-7091-A191-44F1328B4B3E}"/>
                    </a:ext>
                  </a:extLst>
                </p14:cNvPr>
                <p14:cNvContentPartPr/>
                <p14:nvPr/>
              </p14:nvContentPartPr>
              <p14:xfrm>
                <a:off x="2628844" y="4089291"/>
                <a:ext cx="171360" cy="21240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6B2512F8-0DAB-7091-A191-44F1328B4B3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622724" y="4083171"/>
                  <a:ext cx="183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F5648EEC-2B95-0CF4-D650-69987691F0C5}"/>
                    </a:ext>
                  </a:extLst>
                </p14:cNvPr>
                <p14:cNvContentPartPr/>
                <p14:nvPr/>
              </p14:nvContentPartPr>
              <p14:xfrm>
                <a:off x="3698044" y="5181171"/>
                <a:ext cx="14040" cy="2340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F5648EEC-2B95-0CF4-D650-69987691F0C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691924" y="5175051"/>
                  <a:ext cx="26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806D9774-86C1-5CBE-9F71-EEEEC3C223FD}"/>
                    </a:ext>
                  </a:extLst>
                </p14:cNvPr>
                <p14:cNvContentPartPr/>
                <p14:nvPr/>
              </p14:nvContentPartPr>
              <p14:xfrm>
                <a:off x="3690124" y="5130411"/>
                <a:ext cx="1993320" cy="6912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806D9774-86C1-5CBE-9F71-EEEEC3C223F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684004" y="5124291"/>
                  <a:ext cx="2005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4D470D00-F473-EA4E-DF74-DDD6C4190E28}"/>
                    </a:ext>
                  </a:extLst>
                </p14:cNvPr>
                <p14:cNvContentPartPr/>
                <p14:nvPr/>
              </p14:nvContentPartPr>
              <p14:xfrm>
                <a:off x="5622604" y="5168211"/>
                <a:ext cx="708480" cy="70884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4D470D00-F473-EA4E-DF74-DDD6C4190E2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616484" y="5162091"/>
                  <a:ext cx="7207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3AA0C12C-00CA-CFD0-549B-07597E9CA1AA}"/>
                    </a:ext>
                  </a:extLst>
                </p14:cNvPr>
                <p14:cNvContentPartPr/>
                <p14:nvPr/>
              </p14:nvContentPartPr>
              <p14:xfrm>
                <a:off x="3113404" y="4531731"/>
                <a:ext cx="605880" cy="8784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3AA0C12C-00CA-CFD0-549B-07597E9CA1A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07284" y="4525611"/>
                  <a:ext cx="618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C68C0C4C-BBF2-690F-3F99-9115FDFE5265}"/>
                    </a:ext>
                  </a:extLst>
                </p14:cNvPr>
                <p14:cNvContentPartPr/>
                <p14:nvPr/>
              </p14:nvContentPartPr>
              <p14:xfrm>
                <a:off x="3122044" y="3697611"/>
                <a:ext cx="178920" cy="3589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C68C0C4C-BBF2-690F-3F99-9115FDFE526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115924" y="3691491"/>
                  <a:ext cx="19116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907C8CCA-3B6B-A408-D260-B751BE33A2BA}"/>
                    </a:ext>
                  </a:extLst>
                </p14:cNvPr>
                <p14:cNvContentPartPr/>
                <p14:nvPr/>
              </p14:nvContentPartPr>
              <p14:xfrm>
                <a:off x="3213844" y="3701571"/>
                <a:ext cx="264600" cy="3171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907C8CCA-3B6B-A408-D260-B751BE33A2B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207724" y="3695451"/>
                  <a:ext cx="2768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04AAF983-E839-693A-D8D0-782F825AE70D}"/>
                    </a:ext>
                  </a:extLst>
                </p14:cNvPr>
                <p14:cNvContentPartPr/>
                <p14:nvPr/>
              </p14:nvContentPartPr>
              <p14:xfrm>
                <a:off x="6338644" y="5104491"/>
                <a:ext cx="730080" cy="8157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04AAF983-E839-693A-D8D0-782F825AE7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332524" y="5098371"/>
                  <a:ext cx="74232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341AB00D-56A3-0942-07C7-671B598F7889}"/>
                    </a:ext>
                  </a:extLst>
                </p14:cNvPr>
                <p14:cNvContentPartPr/>
                <p14:nvPr/>
              </p14:nvContentPartPr>
              <p14:xfrm>
                <a:off x="6862804" y="5107011"/>
                <a:ext cx="951480" cy="9684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341AB00D-56A3-0942-07C7-671B598F788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56684" y="5100891"/>
                  <a:ext cx="963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0E7BAD24-2F87-CCAD-5274-A773BFB643E5}"/>
                    </a:ext>
                  </a:extLst>
                </p14:cNvPr>
                <p14:cNvContentPartPr/>
                <p14:nvPr/>
              </p14:nvContentPartPr>
              <p14:xfrm>
                <a:off x="3014764" y="5588331"/>
                <a:ext cx="59760" cy="518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0E7BAD24-2F87-CCAD-5274-A773BFB643E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08644" y="5582211"/>
                  <a:ext cx="720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A0FCC3EB-8B92-A21E-E4DF-B08291A588FB}"/>
                    </a:ext>
                  </a:extLst>
                </p14:cNvPr>
                <p14:cNvContentPartPr/>
                <p14:nvPr/>
              </p14:nvContentPartPr>
              <p14:xfrm>
                <a:off x="2154724" y="5169291"/>
                <a:ext cx="4520160" cy="86148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A0FCC3EB-8B92-A21E-E4DF-B08291A588F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148604" y="5163171"/>
                  <a:ext cx="453240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7F0CCF47-6F99-A14C-2EF8-D55764B6DC93}"/>
                    </a:ext>
                  </a:extLst>
                </p14:cNvPr>
                <p14:cNvContentPartPr/>
                <p14:nvPr/>
              </p14:nvContentPartPr>
              <p14:xfrm>
                <a:off x="5874244" y="5130411"/>
                <a:ext cx="951120" cy="55548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7F0CCF47-6F99-A14C-2EF8-D55764B6DC9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68124" y="5124291"/>
                  <a:ext cx="96336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73CD0BC2-902F-F9EF-DB3F-49D984BE7F96}"/>
                    </a:ext>
                  </a:extLst>
                </p14:cNvPr>
                <p14:cNvContentPartPr/>
                <p14:nvPr/>
              </p14:nvContentPartPr>
              <p14:xfrm>
                <a:off x="1931524" y="5191611"/>
                <a:ext cx="1041480" cy="57276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73CD0BC2-902F-F9EF-DB3F-49D984BE7F9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925404" y="5185491"/>
                  <a:ext cx="105372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AD503A40-EDD0-3364-7FE3-5247E6D5BB27}"/>
                    </a:ext>
                  </a:extLst>
                </p14:cNvPr>
                <p14:cNvContentPartPr/>
                <p14:nvPr/>
              </p14:nvContentPartPr>
              <p14:xfrm>
                <a:off x="2737564" y="5409771"/>
                <a:ext cx="83160" cy="2520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AD503A40-EDD0-3364-7FE3-5247E6D5BB2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31444" y="5403651"/>
                  <a:ext cx="95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EBDB22D0-8A45-D0D9-819D-2CA7D519A64B}"/>
                    </a:ext>
                  </a:extLst>
                </p14:cNvPr>
                <p14:cNvContentPartPr/>
                <p14:nvPr/>
              </p14:nvContentPartPr>
              <p14:xfrm>
                <a:off x="1277404" y="4892811"/>
                <a:ext cx="2687760" cy="132444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EBDB22D0-8A45-D0D9-819D-2CA7D519A64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271284" y="4886691"/>
                  <a:ext cx="2700000" cy="13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C8396D06-823A-27B4-603B-D60EDFB4B29B}"/>
                    </a:ext>
                  </a:extLst>
                </p14:cNvPr>
                <p14:cNvContentPartPr/>
                <p14:nvPr/>
              </p14:nvContentPartPr>
              <p14:xfrm>
                <a:off x="4676164" y="4886691"/>
                <a:ext cx="587160" cy="31500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C8396D06-823A-27B4-603B-D60EDFB4B29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70044" y="4880571"/>
                  <a:ext cx="5994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AE6A5306-5044-77E4-F1F6-995BBCDD1C8A}"/>
                    </a:ext>
                  </a:extLst>
                </p14:cNvPr>
                <p14:cNvContentPartPr/>
                <p14:nvPr/>
              </p14:nvContentPartPr>
              <p14:xfrm>
                <a:off x="4285204" y="4967691"/>
                <a:ext cx="161640" cy="10152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AE6A5306-5044-77E4-F1F6-995BBCDD1C8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279084" y="4961571"/>
                  <a:ext cx="173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4E3B15F1-F18D-ACD1-5F1A-B8FC84ACACA1}"/>
                    </a:ext>
                  </a:extLst>
                </p14:cNvPr>
                <p14:cNvContentPartPr/>
                <p14:nvPr/>
              </p14:nvContentPartPr>
              <p14:xfrm>
                <a:off x="4437844" y="4870131"/>
                <a:ext cx="483120" cy="33804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4E3B15F1-F18D-ACD1-5F1A-B8FC84ACACA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431724" y="4864011"/>
                  <a:ext cx="495360" cy="35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8" name="墨迹 127">
                <a:extLst>
                  <a:ext uri="{FF2B5EF4-FFF2-40B4-BE49-F238E27FC236}">
                    <a16:creationId xmlns:a16="http://schemas.microsoft.com/office/drawing/2014/main" id="{22FE9858-1034-F8CE-36F3-E65B8D485BF6}"/>
                  </a:ext>
                </a:extLst>
              </p14:cNvPr>
              <p14:cNvContentPartPr/>
              <p14:nvPr/>
            </p14:nvContentPartPr>
            <p14:xfrm>
              <a:off x="4630804" y="5628651"/>
              <a:ext cx="122400" cy="703080"/>
            </p14:xfrm>
          </p:contentPart>
        </mc:Choice>
        <mc:Fallback>
          <p:pic>
            <p:nvPicPr>
              <p:cNvPr id="128" name="墨迹 127">
                <a:extLst>
                  <a:ext uri="{FF2B5EF4-FFF2-40B4-BE49-F238E27FC236}">
                    <a16:creationId xmlns:a16="http://schemas.microsoft.com/office/drawing/2014/main" id="{22FE9858-1034-F8CE-36F3-E65B8D485BF6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4624684" y="5622531"/>
                <a:ext cx="134640" cy="71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727BB0BA-9748-51E3-9F7B-8E8ED34BE49F}"/>
              </a:ext>
            </a:extLst>
          </p:cNvPr>
          <p:cNvGrpSpPr/>
          <p:nvPr/>
        </p:nvGrpSpPr>
        <p:grpSpPr>
          <a:xfrm>
            <a:off x="7591444" y="5489331"/>
            <a:ext cx="433440" cy="646200"/>
            <a:chOff x="7591444" y="5489331"/>
            <a:chExt cx="433440" cy="6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9" name="墨迹 128">
                  <a:extLst>
                    <a:ext uri="{FF2B5EF4-FFF2-40B4-BE49-F238E27FC236}">
                      <a16:creationId xmlns:a16="http://schemas.microsoft.com/office/drawing/2014/main" id="{48949B0E-C42B-6796-EA43-755D88B592EE}"/>
                    </a:ext>
                  </a:extLst>
                </p14:cNvPr>
                <p14:cNvContentPartPr/>
                <p14:nvPr/>
              </p14:nvContentPartPr>
              <p14:xfrm>
                <a:off x="7591444" y="5515611"/>
                <a:ext cx="231840" cy="619920"/>
              </p14:xfrm>
            </p:contentPart>
          </mc:Choice>
          <mc:Fallback>
            <p:pic>
              <p:nvPicPr>
                <p:cNvPr id="129" name="墨迹 128">
                  <a:extLst>
                    <a:ext uri="{FF2B5EF4-FFF2-40B4-BE49-F238E27FC236}">
                      <a16:creationId xmlns:a16="http://schemas.microsoft.com/office/drawing/2014/main" id="{48949B0E-C42B-6796-EA43-755D88B592E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585324" y="5509491"/>
                  <a:ext cx="24408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30" name="墨迹 129">
                  <a:extLst>
                    <a:ext uri="{FF2B5EF4-FFF2-40B4-BE49-F238E27FC236}">
                      <a16:creationId xmlns:a16="http://schemas.microsoft.com/office/drawing/2014/main" id="{9D4EE59E-A520-F6D7-A741-B437732D74DF}"/>
                    </a:ext>
                  </a:extLst>
                </p14:cNvPr>
                <p14:cNvContentPartPr/>
                <p14:nvPr/>
              </p14:nvContentPartPr>
              <p14:xfrm>
                <a:off x="7736884" y="5489331"/>
                <a:ext cx="288000" cy="271800"/>
              </p14:xfrm>
            </p:contentPart>
          </mc:Choice>
          <mc:Fallback>
            <p:pic>
              <p:nvPicPr>
                <p:cNvPr id="130" name="墨迹 129">
                  <a:extLst>
                    <a:ext uri="{FF2B5EF4-FFF2-40B4-BE49-F238E27FC236}">
                      <a16:creationId xmlns:a16="http://schemas.microsoft.com/office/drawing/2014/main" id="{9D4EE59E-A520-F6D7-A741-B437732D74D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730764" y="5483211"/>
                  <a:ext cx="30024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3784A614-2914-6767-F6AB-DBDD70ADA569}"/>
              </a:ext>
            </a:extLst>
          </p:cNvPr>
          <p:cNvGrpSpPr/>
          <p:nvPr/>
        </p:nvGrpSpPr>
        <p:grpSpPr>
          <a:xfrm>
            <a:off x="11266684" y="5396811"/>
            <a:ext cx="412560" cy="681840"/>
            <a:chOff x="11266684" y="5396811"/>
            <a:chExt cx="41256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ED6EFB2F-07CC-4807-B1E2-3B8A79A9DF5F}"/>
                    </a:ext>
                  </a:extLst>
                </p14:cNvPr>
                <p14:cNvContentPartPr/>
                <p14:nvPr/>
              </p14:nvContentPartPr>
              <p14:xfrm>
                <a:off x="11269564" y="5396811"/>
                <a:ext cx="98640" cy="63432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ED6EFB2F-07CC-4807-B1E2-3B8A79A9DF5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263444" y="5390691"/>
                  <a:ext cx="11088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33" name="墨迹 132">
                  <a:extLst>
                    <a:ext uri="{FF2B5EF4-FFF2-40B4-BE49-F238E27FC236}">
                      <a16:creationId xmlns:a16="http://schemas.microsoft.com/office/drawing/2014/main" id="{2AFF667D-706B-1E68-2D3B-E5316940146D}"/>
                    </a:ext>
                  </a:extLst>
                </p14:cNvPr>
                <p14:cNvContentPartPr/>
                <p14:nvPr/>
              </p14:nvContentPartPr>
              <p14:xfrm>
                <a:off x="11266684" y="5809371"/>
                <a:ext cx="412560" cy="269280"/>
              </p14:xfrm>
            </p:contentPart>
          </mc:Choice>
          <mc:Fallback>
            <p:pic>
              <p:nvPicPr>
                <p:cNvPr id="133" name="墨迹 132">
                  <a:extLst>
                    <a:ext uri="{FF2B5EF4-FFF2-40B4-BE49-F238E27FC236}">
                      <a16:creationId xmlns:a16="http://schemas.microsoft.com/office/drawing/2014/main" id="{2AFF667D-706B-1E68-2D3B-E5316940146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260564" y="5803251"/>
                  <a:ext cx="424800" cy="28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9512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972CA-1890-FEDF-128E-1C6046CD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E56C28F-36B1-E3D8-F21C-3F2FAD60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9.3.3 </a:t>
            </a:r>
            <a:r>
              <a:rPr lang="zh-CN" altLang="en-US" dirty="0"/>
              <a:t>电机</a:t>
            </a:r>
            <a:r>
              <a:rPr lang="en-US" altLang="zh-CN" dirty="0"/>
              <a:t>PI</a:t>
            </a:r>
            <a:r>
              <a:rPr lang="zh-CN" altLang="en-US" dirty="0"/>
              <a:t>控制注意事项</a:t>
            </a: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BB5A3EBF-5215-741A-70AA-FC3E27A036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4251858"/>
              </p:ext>
            </p:extLst>
          </p:nvPr>
        </p:nvGraphicFramePr>
        <p:xfrm>
          <a:off x="1293223" y="1124074"/>
          <a:ext cx="10347842" cy="3056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0B42024A-36F5-770B-11E8-23066137F64B}"/>
              </a:ext>
            </a:extLst>
          </p:cNvPr>
          <p:cNvSpPr txBox="1"/>
          <p:nvPr/>
        </p:nvSpPr>
        <p:spPr>
          <a:xfrm>
            <a:off x="1293222" y="4319341"/>
            <a:ext cx="10347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积分饱和</a:t>
            </a:r>
            <a:r>
              <a:rPr lang="zh-CN" altLang="en-US" dirty="0"/>
              <a:t>是指当控制系统的误差长时间存在（特别是大误差）时，积分项持续累积，导致积分值过大，最终使控制器输出达到物理极限或设定限幅值的情况。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F67588-1FE2-12A6-36B7-81E012C46D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22" y="5104899"/>
            <a:ext cx="2809875" cy="790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9B94339-E791-02B5-8BF3-912752795B89}"/>
                  </a:ext>
                </a:extLst>
              </p:cNvPr>
              <p:cNvSpPr txBox="1"/>
              <p:nvPr/>
            </p:nvSpPr>
            <p:spPr>
              <a:xfrm>
                <a:off x="4336868" y="5155604"/>
                <a:ext cx="7304196" cy="689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dirty="0"/>
                  <a:t>当误差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持续为正或负时，积分项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nary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dirty="0"/>
                  <a:t>会持续增大，可能超出执行器（如电机驱动器）的物理限制。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69B94339-E791-02B5-8BF3-912752795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868" y="5155604"/>
                <a:ext cx="7304196" cy="689163"/>
              </a:xfrm>
              <a:prstGeom prst="rect">
                <a:avLst/>
              </a:prstGeom>
              <a:blipFill>
                <a:blip r:embed="rId8"/>
                <a:stretch>
                  <a:fillRect l="-667" t="-79646" b="-75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779F2D6-24B1-2BC5-6885-992B0D39ED12}"/>
                  </a:ext>
                </a:extLst>
              </p14:cNvPr>
              <p14:cNvContentPartPr/>
              <p14:nvPr/>
            </p14:nvContentPartPr>
            <p14:xfrm>
              <a:off x="3219604" y="767931"/>
              <a:ext cx="1465560" cy="7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779F2D6-24B1-2BC5-6885-992B0D39ED1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13484" y="755691"/>
                <a:ext cx="14778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C1B24A66-2AF4-E328-743A-E6C605E7EDEE}"/>
                  </a:ext>
                </a:extLst>
              </p14:cNvPr>
              <p14:cNvContentPartPr/>
              <p14:nvPr/>
            </p14:nvContentPartPr>
            <p14:xfrm>
              <a:off x="2352724" y="1522851"/>
              <a:ext cx="714600" cy="216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C1B24A66-2AF4-E328-743A-E6C605E7EDE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46604" y="1516731"/>
                <a:ext cx="7268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9CAF8FB0-59A1-1D75-36D7-72782B306AAC}"/>
                  </a:ext>
                </a:extLst>
              </p14:cNvPr>
              <p14:cNvContentPartPr/>
              <p14:nvPr/>
            </p14:nvContentPartPr>
            <p14:xfrm>
              <a:off x="5314444" y="4232211"/>
              <a:ext cx="416880" cy="4168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9CAF8FB0-59A1-1D75-36D7-72782B306AA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08324" y="4226091"/>
                <a:ext cx="42912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A0C5007-AB19-0D34-31E2-3E036BC887F8}"/>
                  </a:ext>
                </a:extLst>
              </p14:cNvPr>
              <p14:cNvContentPartPr/>
              <p14:nvPr/>
            </p14:nvContentPartPr>
            <p14:xfrm>
              <a:off x="6530164" y="4219251"/>
              <a:ext cx="917640" cy="4413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A0C5007-AB19-0D34-31E2-3E036BC887F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524044" y="4213131"/>
                <a:ext cx="929880" cy="45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75D5CC-A354-0A80-1E91-71B720FB03A2}"/>
              </a:ext>
            </a:extLst>
          </p:cNvPr>
          <p:cNvGrpSpPr/>
          <p:nvPr/>
        </p:nvGrpSpPr>
        <p:grpSpPr>
          <a:xfrm>
            <a:off x="8481724" y="4513731"/>
            <a:ext cx="1365120" cy="249480"/>
            <a:chOff x="8481724" y="4513731"/>
            <a:chExt cx="136512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2A000042-FACD-1CFB-7477-0E77D0DAED04}"/>
                    </a:ext>
                  </a:extLst>
                </p14:cNvPr>
                <p14:cNvContentPartPr/>
                <p14:nvPr/>
              </p14:nvContentPartPr>
              <p14:xfrm>
                <a:off x="8481724" y="4513731"/>
                <a:ext cx="1330560" cy="2494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2A000042-FACD-1CFB-7477-0E77D0DAED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75604" y="4507611"/>
                  <a:ext cx="13428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71F2AD2-B7A2-27E3-E1FA-6AC62DD321F1}"/>
                    </a:ext>
                  </a:extLst>
                </p14:cNvPr>
                <p14:cNvContentPartPr/>
                <p14:nvPr/>
              </p14:nvContentPartPr>
              <p14:xfrm>
                <a:off x="9797164" y="4563051"/>
                <a:ext cx="49680" cy="1382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71F2AD2-B7A2-27E3-E1FA-6AC62DD321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791044" y="4556931"/>
                  <a:ext cx="61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0C1C1DFA-1050-6153-DCFB-DAA65A96BF7B}"/>
              </a:ext>
            </a:extLst>
          </p:cNvPr>
          <p:cNvGrpSpPr/>
          <p:nvPr/>
        </p:nvGrpSpPr>
        <p:grpSpPr>
          <a:xfrm>
            <a:off x="9736324" y="820491"/>
            <a:ext cx="1420560" cy="732960"/>
            <a:chOff x="9736324" y="820491"/>
            <a:chExt cx="142056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ED2FEC9D-6C38-3C27-957D-8E92EC9CF639}"/>
                    </a:ext>
                  </a:extLst>
                </p14:cNvPr>
                <p14:cNvContentPartPr/>
                <p14:nvPr/>
              </p14:nvContentPartPr>
              <p14:xfrm>
                <a:off x="9736324" y="1001571"/>
                <a:ext cx="349200" cy="255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ED2FEC9D-6C38-3C27-957D-8E92EC9CF63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730204" y="995451"/>
                  <a:ext cx="361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14CFB076-D392-299F-8BAA-EBD0236FB39A}"/>
                    </a:ext>
                  </a:extLst>
                </p14:cNvPr>
                <p14:cNvContentPartPr/>
                <p14:nvPr/>
              </p14:nvContentPartPr>
              <p14:xfrm>
                <a:off x="9823444" y="820491"/>
                <a:ext cx="59760" cy="5421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14CFB076-D392-299F-8BAA-EBD0236FB39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17324" y="814371"/>
                  <a:ext cx="720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70BF74F-4047-7E81-43D8-F154AB598183}"/>
                    </a:ext>
                  </a:extLst>
                </p14:cNvPr>
                <p14:cNvContentPartPr/>
                <p14:nvPr/>
              </p14:nvContentPartPr>
              <p14:xfrm>
                <a:off x="10124404" y="825891"/>
                <a:ext cx="30600" cy="47016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70BF74F-4047-7E81-43D8-F154AB59818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118284" y="819771"/>
                  <a:ext cx="428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950240F6-FD37-0FE3-8BBD-E608440C3118}"/>
                    </a:ext>
                  </a:extLst>
                </p14:cNvPr>
                <p14:cNvContentPartPr/>
                <p14:nvPr/>
              </p14:nvContentPartPr>
              <p14:xfrm>
                <a:off x="10395844" y="1238091"/>
                <a:ext cx="30600" cy="2502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950240F6-FD37-0FE3-8BBD-E608440C311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89724" y="1231971"/>
                  <a:ext cx="42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EDD23AB3-1092-FC10-CA70-3355FF6485D2}"/>
                    </a:ext>
                  </a:extLst>
                </p14:cNvPr>
                <p14:cNvContentPartPr/>
                <p14:nvPr/>
              </p14:nvContentPartPr>
              <p14:xfrm>
                <a:off x="10399804" y="1163931"/>
                <a:ext cx="131040" cy="2012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EDD23AB3-1092-FC10-CA70-3355FF6485D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393684" y="1157811"/>
                  <a:ext cx="143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15B5FDF8-5AC1-800D-5614-B52AEA2ADFC5}"/>
                    </a:ext>
                  </a:extLst>
                </p14:cNvPr>
                <p14:cNvContentPartPr/>
                <p14:nvPr/>
              </p14:nvContentPartPr>
              <p14:xfrm>
                <a:off x="10553524" y="1247091"/>
                <a:ext cx="224280" cy="1512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15B5FDF8-5AC1-800D-5614-B52AEA2ADFC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547404" y="1240971"/>
                  <a:ext cx="236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40ED079E-8C08-F7BC-18FB-F4F320F17AB2}"/>
                    </a:ext>
                  </a:extLst>
                </p14:cNvPr>
                <p14:cNvContentPartPr/>
                <p14:nvPr/>
              </p14:nvContentPartPr>
              <p14:xfrm>
                <a:off x="10823164" y="1209651"/>
                <a:ext cx="297360" cy="2433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40ED079E-8C08-F7BC-18FB-F4F320F17AB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17044" y="1203531"/>
                  <a:ext cx="309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AC0B254A-2D2B-6811-AA31-82FCF455B576}"/>
                    </a:ext>
                  </a:extLst>
                </p14:cNvPr>
                <p14:cNvContentPartPr/>
                <p14:nvPr/>
              </p14:nvContentPartPr>
              <p14:xfrm>
                <a:off x="10707604" y="1219011"/>
                <a:ext cx="99360" cy="1749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AC0B254A-2D2B-6811-AA31-82FCF455B57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701484" y="1212891"/>
                  <a:ext cx="111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7A06D77D-1253-602A-039D-9F9AFE4213A1}"/>
                    </a:ext>
                  </a:extLst>
                </p14:cNvPr>
                <p14:cNvContentPartPr/>
                <p14:nvPr/>
              </p14:nvContentPartPr>
              <p14:xfrm>
                <a:off x="10500604" y="1092651"/>
                <a:ext cx="301680" cy="3232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7A06D77D-1253-602A-039D-9F9AFE4213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494484" y="1086531"/>
                  <a:ext cx="3139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22148A1D-3192-A2CF-D5B7-24AF0CA1248E}"/>
                    </a:ext>
                  </a:extLst>
                </p14:cNvPr>
                <p14:cNvContentPartPr/>
                <p14:nvPr/>
              </p14:nvContentPartPr>
              <p14:xfrm>
                <a:off x="11078044" y="1249251"/>
                <a:ext cx="78840" cy="30420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22148A1D-3192-A2CF-D5B7-24AF0CA124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071924" y="1243131"/>
                  <a:ext cx="9108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1" name="墨迹 30">
                <a:extLst>
                  <a:ext uri="{FF2B5EF4-FFF2-40B4-BE49-F238E27FC236}">
                    <a16:creationId xmlns:a16="http://schemas.microsoft.com/office/drawing/2014/main" id="{79065679-57FB-4C74-1F26-84A18A1AAB4C}"/>
                  </a:ext>
                </a:extLst>
              </p14:cNvPr>
              <p14:cNvContentPartPr/>
              <p14:nvPr/>
            </p14:nvContentPartPr>
            <p14:xfrm>
              <a:off x="5522524" y="3550371"/>
              <a:ext cx="447480" cy="323640"/>
            </p14:xfrm>
          </p:contentPart>
        </mc:Choice>
        <mc:Fallback>
          <p:pic>
            <p:nvPicPr>
              <p:cNvPr id="31" name="墨迹 30">
                <a:extLst>
                  <a:ext uri="{FF2B5EF4-FFF2-40B4-BE49-F238E27FC236}">
                    <a16:creationId xmlns:a16="http://schemas.microsoft.com/office/drawing/2014/main" id="{79065679-57FB-4C74-1F26-84A18A1AAB4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516404" y="3544251"/>
                <a:ext cx="4597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2" name="墨迹 31">
                <a:extLst>
                  <a:ext uri="{FF2B5EF4-FFF2-40B4-BE49-F238E27FC236}">
                    <a16:creationId xmlns:a16="http://schemas.microsoft.com/office/drawing/2014/main" id="{0C576F32-ED88-7825-3D56-285712B0F9A3}"/>
                  </a:ext>
                </a:extLst>
              </p14:cNvPr>
              <p14:cNvContentPartPr/>
              <p14:nvPr/>
            </p14:nvContentPartPr>
            <p14:xfrm>
              <a:off x="3731164" y="4678611"/>
              <a:ext cx="1079280" cy="376920"/>
            </p14:xfrm>
          </p:contentPart>
        </mc:Choice>
        <mc:Fallback>
          <p:pic>
            <p:nvPicPr>
              <p:cNvPr id="32" name="墨迹 31">
                <a:extLst>
                  <a:ext uri="{FF2B5EF4-FFF2-40B4-BE49-F238E27FC236}">
                    <a16:creationId xmlns:a16="http://schemas.microsoft.com/office/drawing/2014/main" id="{0C576F32-ED88-7825-3D56-285712B0F9A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725044" y="4672491"/>
                <a:ext cx="1091520" cy="38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组合 41">
            <a:extLst>
              <a:ext uri="{FF2B5EF4-FFF2-40B4-BE49-F238E27FC236}">
                <a16:creationId xmlns:a16="http://schemas.microsoft.com/office/drawing/2014/main" id="{6F4869A0-17EE-6E70-EEF0-3B802672EB19}"/>
              </a:ext>
            </a:extLst>
          </p:cNvPr>
          <p:cNvGrpSpPr/>
          <p:nvPr/>
        </p:nvGrpSpPr>
        <p:grpSpPr>
          <a:xfrm>
            <a:off x="6912124" y="5724411"/>
            <a:ext cx="2921040" cy="842400"/>
            <a:chOff x="6912124" y="5724411"/>
            <a:chExt cx="2921040" cy="84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565B030D-E90B-4BE7-1008-0B220EAEDC98}"/>
                    </a:ext>
                  </a:extLst>
                </p14:cNvPr>
                <p14:cNvContentPartPr/>
                <p14:nvPr/>
              </p14:nvContentPartPr>
              <p14:xfrm>
                <a:off x="6912124" y="5881011"/>
                <a:ext cx="2252520" cy="6858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565B030D-E90B-4BE7-1008-0B220EAEDC9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906004" y="5874891"/>
                  <a:ext cx="2264760" cy="69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28AD07C7-BEAA-E33D-BAAA-07D7D08F5620}"/>
                    </a:ext>
                  </a:extLst>
                </p14:cNvPr>
                <p14:cNvContentPartPr/>
                <p14:nvPr/>
              </p14:nvContentPartPr>
              <p14:xfrm>
                <a:off x="7076644" y="5750691"/>
                <a:ext cx="1600200" cy="6242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28AD07C7-BEAA-E33D-BAAA-07D7D08F562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70524" y="5744571"/>
                  <a:ext cx="161244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252772B8-8CDA-3248-63FF-FBA40EC917BB}"/>
                    </a:ext>
                  </a:extLst>
                </p14:cNvPr>
                <p14:cNvContentPartPr/>
                <p14:nvPr/>
              </p14:nvContentPartPr>
              <p14:xfrm>
                <a:off x="7001404" y="6170091"/>
                <a:ext cx="82440" cy="2394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252772B8-8CDA-3248-63FF-FBA40EC917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995284" y="6163971"/>
                  <a:ext cx="94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2A5960FA-BDC2-2083-AFEC-1A8B493D5537}"/>
                    </a:ext>
                  </a:extLst>
                </p14:cNvPr>
                <p14:cNvContentPartPr/>
                <p14:nvPr/>
              </p14:nvContentPartPr>
              <p14:xfrm>
                <a:off x="8985004" y="5724411"/>
                <a:ext cx="848160" cy="6948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2A5960FA-BDC2-2083-AFEC-1A8B493D55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8884" y="5718291"/>
                  <a:ext cx="860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A09AB1CC-BB89-9FEB-1F48-024B492C534A}"/>
                    </a:ext>
                  </a:extLst>
                </p14:cNvPr>
                <p14:cNvContentPartPr/>
                <p14:nvPr/>
              </p14:nvContentPartPr>
              <p14:xfrm>
                <a:off x="8900044" y="5951931"/>
                <a:ext cx="916560" cy="144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A09AB1CC-BB89-9FEB-1F48-024B492C534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893924" y="5945811"/>
                  <a:ext cx="92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AD6D3F5E-D899-505B-6DE3-CA7F1E8BFB4D}"/>
                    </a:ext>
                  </a:extLst>
                </p14:cNvPr>
                <p14:cNvContentPartPr/>
                <p14:nvPr/>
              </p14:nvContentPartPr>
              <p14:xfrm>
                <a:off x="9006244" y="5881011"/>
                <a:ext cx="705960" cy="223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AD6D3F5E-D899-505B-6DE3-CA7F1E8BFB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00124" y="5874891"/>
                  <a:ext cx="71820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CAF04D7A-86AC-1FB8-CF89-924ECD26202D}"/>
                  </a:ext>
                </a:extLst>
              </p14:cNvPr>
              <p14:cNvContentPartPr/>
              <p14:nvPr/>
            </p14:nvContentPartPr>
            <p14:xfrm>
              <a:off x="2327884" y="3098931"/>
              <a:ext cx="1420920" cy="72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CAF04D7A-86AC-1FB8-CF89-924ECD26202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321764" y="3086691"/>
                <a:ext cx="1433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624F75FD-98F6-92B5-0A2D-85C23927CE45}"/>
                  </a:ext>
                </a:extLst>
              </p14:cNvPr>
              <p14:cNvContentPartPr/>
              <p14:nvPr/>
            </p14:nvContentPartPr>
            <p14:xfrm>
              <a:off x="3910084" y="2691051"/>
              <a:ext cx="619560" cy="470880"/>
            </p14:xfrm>
          </p:contentPart>
        </mc:Choice>
        <mc:Fallback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624F75FD-98F6-92B5-0A2D-85C23927CE4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903964" y="2684931"/>
                <a:ext cx="63180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6" name="墨迹 45">
                <a:extLst>
                  <a:ext uri="{FF2B5EF4-FFF2-40B4-BE49-F238E27FC236}">
                    <a16:creationId xmlns:a16="http://schemas.microsoft.com/office/drawing/2014/main" id="{61529111-E37D-C350-DA2E-C673E2EF40D5}"/>
                  </a:ext>
                </a:extLst>
              </p14:cNvPr>
              <p14:cNvContentPartPr/>
              <p14:nvPr/>
            </p14:nvContentPartPr>
            <p14:xfrm>
              <a:off x="6445204" y="2745771"/>
              <a:ext cx="1076400" cy="495000"/>
            </p14:xfrm>
          </p:contentPart>
        </mc:Choice>
        <mc:Fallback>
          <p:pic>
            <p:nvPicPr>
              <p:cNvPr id="46" name="墨迹 45">
                <a:extLst>
                  <a:ext uri="{FF2B5EF4-FFF2-40B4-BE49-F238E27FC236}">
                    <a16:creationId xmlns:a16="http://schemas.microsoft.com/office/drawing/2014/main" id="{61529111-E37D-C350-DA2E-C673E2EF40D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39084" y="2739651"/>
                <a:ext cx="1088640" cy="50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组合 66">
            <a:extLst>
              <a:ext uri="{FF2B5EF4-FFF2-40B4-BE49-F238E27FC236}">
                <a16:creationId xmlns:a16="http://schemas.microsoft.com/office/drawing/2014/main" id="{889749FD-2D04-3362-D36D-98A7194A03CC}"/>
              </a:ext>
            </a:extLst>
          </p:cNvPr>
          <p:cNvGrpSpPr/>
          <p:nvPr/>
        </p:nvGrpSpPr>
        <p:grpSpPr>
          <a:xfrm>
            <a:off x="9909124" y="2030451"/>
            <a:ext cx="2028960" cy="1907640"/>
            <a:chOff x="9909124" y="2030451"/>
            <a:chExt cx="2028960" cy="190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4BC8C962-9DF8-F172-B5A5-ACB49C0D9320}"/>
                    </a:ext>
                  </a:extLst>
                </p14:cNvPr>
                <p14:cNvContentPartPr/>
                <p14:nvPr/>
              </p14:nvContentPartPr>
              <p14:xfrm>
                <a:off x="9909124" y="2872851"/>
                <a:ext cx="1123920" cy="10652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4BC8C962-9DF8-F172-B5A5-ACB49C0D93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903004" y="2866731"/>
                  <a:ext cx="1136160" cy="10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8A793F42-BD0B-D8B3-2A15-52003C299822}"/>
                    </a:ext>
                  </a:extLst>
                </p14:cNvPr>
                <p14:cNvContentPartPr/>
                <p14:nvPr/>
              </p14:nvContentPartPr>
              <p14:xfrm>
                <a:off x="10913884" y="2812371"/>
                <a:ext cx="169560" cy="106452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8A793F42-BD0B-D8B3-2A15-52003C29982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07764" y="2806251"/>
                  <a:ext cx="181800" cy="10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0C6A7DA7-241F-3600-32BF-199576DB9F4C}"/>
                    </a:ext>
                  </a:extLst>
                </p14:cNvPr>
                <p14:cNvContentPartPr/>
                <p14:nvPr/>
              </p14:nvContentPartPr>
              <p14:xfrm>
                <a:off x="10032244" y="2299011"/>
                <a:ext cx="243000" cy="5803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0C6A7DA7-241F-3600-32BF-199576DB9F4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26124" y="2292891"/>
                  <a:ext cx="25524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96A923DD-FE6D-28D5-50F5-9C207B9FA7BB}"/>
                    </a:ext>
                  </a:extLst>
                </p14:cNvPr>
                <p14:cNvContentPartPr/>
                <p14:nvPr/>
              </p14:nvContentPartPr>
              <p14:xfrm>
                <a:off x="10582684" y="2231331"/>
                <a:ext cx="51120" cy="5335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96A923DD-FE6D-28D5-50F5-9C207B9FA7B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576564" y="2225211"/>
                  <a:ext cx="6336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2EFABA6A-BE0B-6CAC-FAAD-174621AEE961}"/>
                    </a:ext>
                  </a:extLst>
                </p14:cNvPr>
                <p14:cNvContentPartPr/>
                <p14:nvPr/>
              </p14:nvContentPartPr>
              <p14:xfrm>
                <a:off x="10104244" y="2107491"/>
                <a:ext cx="23400" cy="69372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2EFABA6A-BE0B-6CAC-FAAD-174621AEE96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098124" y="2101371"/>
                  <a:ext cx="3564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8B737B86-AEB9-E6F8-ED4E-A13B1DA055F9}"/>
                    </a:ext>
                  </a:extLst>
                </p14:cNvPr>
                <p14:cNvContentPartPr/>
                <p14:nvPr/>
              </p14:nvContentPartPr>
              <p14:xfrm>
                <a:off x="10571524" y="2193891"/>
                <a:ext cx="28800" cy="4831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8B737B86-AEB9-E6F8-ED4E-A13B1DA055F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565404" y="2187771"/>
                  <a:ext cx="4104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23AE380C-DFDD-B77F-11EA-F302A9CE98D0}"/>
                    </a:ext>
                  </a:extLst>
                </p14:cNvPr>
                <p14:cNvContentPartPr/>
                <p14:nvPr/>
              </p14:nvContentPartPr>
              <p14:xfrm>
                <a:off x="11067604" y="2191011"/>
                <a:ext cx="38160" cy="3045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23AE380C-DFDD-B77F-11EA-F302A9CE98D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061484" y="2184891"/>
                  <a:ext cx="504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9E4CAFE5-D283-6AA9-C353-ACC4EE9D13F8}"/>
                    </a:ext>
                  </a:extLst>
                </p14:cNvPr>
                <p14:cNvContentPartPr/>
                <p14:nvPr/>
              </p14:nvContentPartPr>
              <p14:xfrm>
                <a:off x="11237524" y="2239611"/>
                <a:ext cx="228240" cy="1800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9E4CAFE5-D283-6AA9-C353-ACC4EE9D13F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231404" y="2233491"/>
                  <a:ext cx="240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8CC75A74-786B-B899-C5BD-62E0AB2D96C2}"/>
                    </a:ext>
                  </a:extLst>
                </p14:cNvPr>
                <p14:cNvContentPartPr/>
                <p14:nvPr/>
              </p14:nvContentPartPr>
              <p14:xfrm>
                <a:off x="11510764" y="2030451"/>
                <a:ext cx="101160" cy="22824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8CC75A74-786B-B899-C5BD-62E0AB2D96C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504644" y="2024331"/>
                  <a:ext cx="1134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E7C2D254-55B5-6440-EF4C-3F00B26F9EC8}"/>
                    </a:ext>
                  </a:extLst>
                </p14:cNvPr>
                <p14:cNvContentPartPr/>
                <p14:nvPr/>
              </p14:nvContentPartPr>
              <p14:xfrm>
                <a:off x="11629564" y="2124771"/>
                <a:ext cx="213840" cy="45468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E7C2D254-55B5-6440-EF4C-3F00B26F9EC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623444" y="2118651"/>
                  <a:ext cx="22608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A30A297F-F27D-CF7A-48E0-9BB67004A78D}"/>
                    </a:ext>
                  </a:extLst>
                </p14:cNvPr>
                <p14:cNvContentPartPr/>
                <p14:nvPr/>
              </p14:nvContentPartPr>
              <p14:xfrm>
                <a:off x="11812804" y="2314131"/>
                <a:ext cx="125280" cy="2260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A30A297F-F27D-CF7A-48E0-9BB67004A7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806684" y="2308011"/>
                  <a:ext cx="1375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39157BB1-014F-A691-210B-A779328FE5BF}"/>
                    </a:ext>
                  </a:extLst>
                </p14:cNvPr>
                <p14:cNvContentPartPr/>
                <p14:nvPr/>
              </p14:nvContentPartPr>
              <p14:xfrm>
                <a:off x="10115404" y="2251491"/>
                <a:ext cx="38160" cy="57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39157BB1-014F-A691-210B-A779328FE5B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109284" y="2245371"/>
                  <a:ext cx="50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437948A8-4981-7793-4DE5-9AAC9FB09FB5}"/>
                    </a:ext>
                  </a:extLst>
                </p14:cNvPr>
                <p14:cNvContentPartPr/>
                <p14:nvPr/>
              </p14:nvContentPartPr>
              <p14:xfrm>
                <a:off x="10074724" y="2214051"/>
                <a:ext cx="545760" cy="6804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437948A8-4981-7793-4DE5-9AAC9FB09FB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68604" y="2207931"/>
                  <a:ext cx="558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9FAA33D9-05B8-705D-3193-FF20AE04F5DD}"/>
                    </a:ext>
                  </a:extLst>
                </p14:cNvPr>
                <p14:cNvContentPartPr/>
                <p14:nvPr/>
              </p14:nvContentPartPr>
              <p14:xfrm>
                <a:off x="9945484" y="2926851"/>
                <a:ext cx="1207080" cy="5580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9FAA33D9-05B8-705D-3193-FF20AE04F5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939364" y="2920731"/>
                  <a:ext cx="1219320" cy="6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5355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65F7-A38E-0F26-3943-842851D1C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5E6418-6DD6-F6D3-93DC-08A65609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9.3.4 PI</a:t>
            </a:r>
            <a:r>
              <a:rPr lang="zh-CN" altLang="en-US" sz="3600" dirty="0"/>
              <a:t>控制仿真演示</a:t>
            </a:r>
          </a:p>
        </p:txBody>
      </p:sp>
    </p:spTree>
    <p:extLst>
      <p:ext uri="{BB962C8B-B14F-4D97-AF65-F5344CB8AC3E}">
        <p14:creationId xmlns:p14="http://schemas.microsoft.com/office/powerpoint/2010/main" val="1692228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C307207-BCF1-3B6F-B133-716DA2CB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9.3.4 </a:t>
            </a:r>
            <a:r>
              <a:rPr lang="zh-CN" altLang="en-US" dirty="0"/>
              <a:t>纯</a:t>
            </a:r>
            <a:r>
              <a:rPr lang="en-US" altLang="zh-CN" dirty="0"/>
              <a:t>P V.S.</a:t>
            </a:r>
            <a:r>
              <a:rPr lang="zh-CN" altLang="en-US" dirty="0"/>
              <a:t> </a:t>
            </a:r>
            <a:r>
              <a:rPr lang="en-US" altLang="zh-CN" dirty="0"/>
              <a:t>PI</a:t>
            </a:r>
            <a:endParaRPr lang="zh-CN" altLang="en-US" dirty="0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132CF168-3E12-A76C-05FD-AC63F24B932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154731929"/>
              </p:ext>
            </p:extLst>
          </p:nvPr>
        </p:nvGraphicFramePr>
        <p:xfrm>
          <a:off x="325606" y="765322"/>
          <a:ext cx="5439467" cy="52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19B1CBCD-87BF-9971-4A19-D7AE2D22B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206" y="1185148"/>
            <a:ext cx="564085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纯 P 曲线：快速上升后稳定在 0.6m（稳态误差 0.4m）；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1F2329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1F2329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 曲线：上升略缓，最终稳定在 1.0m（稳态误差≈0）；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ED578D5-8226-9130-5191-3CB9DCCE2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816680"/>
              </p:ext>
            </p:extLst>
          </p:nvPr>
        </p:nvGraphicFramePr>
        <p:xfrm>
          <a:off x="5852160" y="1997858"/>
          <a:ext cx="6014235" cy="1084975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07593">
                  <a:extLst>
                    <a:ext uri="{9D8B030D-6E8A-4147-A177-3AD203B41FA5}">
                      <a16:colId xmlns:a16="http://schemas.microsoft.com/office/drawing/2014/main" val="1483526290"/>
                    </a:ext>
                  </a:extLst>
                </a:gridCol>
                <a:gridCol w="1177362">
                  <a:extLst>
                    <a:ext uri="{9D8B030D-6E8A-4147-A177-3AD203B41FA5}">
                      <a16:colId xmlns:a16="http://schemas.microsoft.com/office/drawing/2014/main" val="1683164853"/>
                    </a:ext>
                  </a:extLst>
                </a:gridCol>
                <a:gridCol w="2812275">
                  <a:extLst>
                    <a:ext uri="{9D8B030D-6E8A-4147-A177-3AD203B41FA5}">
                      <a16:colId xmlns:a16="http://schemas.microsoft.com/office/drawing/2014/main" val="3901535908"/>
                    </a:ext>
                  </a:extLst>
                </a:gridCol>
                <a:gridCol w="917005">
                  <a:extLst>
                    <a:ext uri="{9D8B030D-6E8A-4147-A177-3AD203B41FA5}">
                      <a16:colId xmlns:a16="http://schemas.microsoft.com/office/drawing/2014/main" val="146126018"/>
                    </a:ext>
                  </a:extLst>
                </a:gridCol>
              </a:tblGrid>
              <a:tr h="442317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控制模式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稳态误差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上升时间（到 </a:t>
                      </a:r>
                      <a:r>
                        <a:rPr lang="en-US" altLang="zh-CN" sz="1600" b="1">
                          <a:solidFill>
                            <a:srgbClr val="1F2329"/>
                          </a:solidFill>
                          <a:effectLst/>
                        </a:rPr>
                        <a:t>0.95 </a:t>
                      </a: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倍目标）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超调量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502814"/>
                  </a:ext>
                </a:extLst>
              </a:tr>
              <a:tr h="321329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纯 </a:t>
                      </a: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P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0.4m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1F2329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稳态误差超</a:t>
                      </a: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5%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highlight>
                          <a:srgbClr val="FFFF00"/>
                        </a:highlight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0%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385691"/>
                  </a:ext>
                </a:extLst>
              </a:tr>
              <a:tr h="321329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PI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≈0m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4.3s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5.1%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81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210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7A84-066D-9CBB-BBE0-1BC1E0F7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A7AC5B3-8C82-7BAB-BC15-F0A45445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9.3.4 </a:t>
            </a:r>
            <a:r>
              <a:rPr lang="zh-CN" altLang="en-US" dirty="0"/>
              <a:t>参数敏感性：</a:t>
            </a:r>
            <a:r>
              <a:rPr lang="en-US" altLang="zh-CN" dirty="0"/>
              <a:t>Ki/</a:t>
            </a:r>
            <a:r>
              <a:rPr lang="en-US" altLang="zh-CN" dirty="0" err="1"/>
              <a:t>Kp</a:t>
            </a:r>
            <a:r>
              <a:rPr lang="en-US" altLang="zh-CN" dirty="0"/>
              <a:t> </a:t>
            </a:r>
            <a:r>
              <a:rPr lang="zh-CN" altLang="en-US" dirty="0"/>
              <a:t>如何影响控制效果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23F212-4FFC-434F-683B-B352F6C11C75}"/>
              </a:ext>
            </a:extLst>
          </p:cNvPr>
          <p:cNvSpPr txBox="1"/>
          <p:nvPr/>
        </p:nvSpPr>
        <p:spPr>
          <a:xfrm>
            <a:off x="838199" y="1303634"/>
            <a:ext cx="3431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变化仿真（固定 </a:t>
            </a:r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=1.0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8659E7-C315-5E60-25F0-44FD058325DB}"/>
              </a:ext>
            </a:extLst>
          </p:cNvPr>
          <p:cNvSpPr txBox="1"/>
          <p:nvPr/>
        </p:nvSpPr>
        <p:spPr>
          <a:xfrm>
            <a:off x="838200" y="4038782"/>
            <a:ext cx="3431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Kp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变化仿真（固定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Ki=0.1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4054732-E7F3-5C2A-0539-2CC502849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648624"/>
              </p:ext>
            </p:extLst>
          </p:nvPr>
        </p:nvGraphicFramePr>
        <p:xfrm>
          <a:off x="838200" y="1672966"/>
          <a:ext cx="5162008" cy="157276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04109">
                  <a:extLst>
                    <a:ext uri="{9D8B030D-6E8A-4147-A177-3AD203B41FA5}">
                      <a16:colId xmlns:a16="http://schemas.microsoft.com/office/drawing/2014/main" val="2165985648"/>
                    </a:ext>
                  </a:extLst>
                </a:gridCol>
                <a:gridCol w="1276895">
                  <a:extLst>
                    <a:ext uri="{9D8B030D-6E8A-4147-A177-3AD203B41FA5}">
                      <a16:colId xmlns:a16="http://schemas.microsoft.com/office/drawing/2014/main" val="1154536726"/>
                    </a:ext>
                  </a:extLst>
                </a:gridCol>
                <a:gridCol w="1290502">
                  <a:extLst>
                    <a:ext uri="{9D8B030D-6E8A-4147-A177-3AD203B41FA5}">
                      <a16:colId xmlns:a16="http://schemas.microsoft.com/office/drawing/2014/main" val="1162042356"/>
                    </a:ext>
                  </a:extLst>
                </a:gridCol>
                <a:gridCol w="1290502">
                  <a:extLst>
                    <a:ext uri="{9D8B030D-6E8A-4147-A177-3AD203B41FA5}">
                      <a16:colId xmlns:a16="http://schemas.microsoft.com/office/drawing/2014/main" val="1747694767"/>
                    </a:ext>
                  </a:extLst>
                </a:gridCol>
              </a:tblGrid>
              <a:tr h="393191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1F2329"/>
                          </a:solidFill>
                          <a:effectLst/>
                        </a:rPr>
                        <a:t>Ki </a:t>
                      </a: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值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rgbClr val="1F2329"/>
                          </a:solidFill>
                          <a:effectLst/>
                        </a:rPr>
                        <a:t>上升时间</a:t>
                      </a:r>
                      <a:endParaRPr lang="zh-CN" altLang="en-US" sz="160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超调量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系统稳定性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460076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0.05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15s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1F2329"/>
                          </a:solidFill>
                          <a:effectLst/>
                        </a:rPr>
                        <a:t>≈</a:t>
                      </a: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0%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极稳定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579354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0.1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3.2s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rgbClr val="1F2329"/>
                          </a:solidFill>
                          <a:effectLst/>
                        </a:rPr>
                        <a:t>≈</a:t>
                      </a: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0%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>
                          <a:solidFill>
                            <a:srgbClr val="1F2329"/>
                          </a:solidFill>
                          <a:effectLst/>
                        </a:rPr>
                        <a:t>稳定</a:t>
                      </a:r>
                      <a:endParaRPr lang="zh-CN" alt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772758"/>
                  </a:ext>
                </a:extLst>
              </a:tr>
              <a:tr h="393191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0.2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2s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1.9%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0" dirty="0">
                          <a:solidFill>
                            <a:srgbClr val="1F2329"/>
                          </a:solidFill>
                          <a:effectLst/>
                        </a:rPr>
                        <a:t>稳定</a:t>
                      </a:r>
                      <a:endParaRPr lang="zh-CN" alt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031144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D1F5C4B-B93E-3A55-7092-F69DE95E5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96057"/>
              </p:ext>
            </p:extLst>
          </p:nvPr>
        </p:nvGraphicFramePr>
        <p:xfrm>
          <a:off x="838200" y="4408114"/>
          <a:ext cx="5162008" cy="1280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0502">
                  <a:extLst>
                    <a:ext uri="{9D8B030D-6E8A-4147-A177-3AD203B41FA5}">
                      <a16:colId xmlns:a16="http://schemas.microsoft.com/office/drawing/2014/main" val="381578916"/>
                    </a:ext>
                  </a:extLst>
                </a:gridCol>
                <a:gridCol w="1290502">
                  <a:extLst>
                    <a:ext uri="{9D8B030D-6E8A-4147-A177-3AD203B41FA5}">
                      <a16:colId xmlns:a16="http://schemas.microsoft.com/office/drawing/2014/main" val="3281639696"/>
                    </a:ext>
                  </a:extLst>
                </a:gridCol>
                <a:gridCol w="1290502">
                  <a:extLst>
                    <a:ext uri="{9D8B030D-6E8A-4147-A177-3AD203B41FA5}">
                      <a16:colId xmlns:a16="http://schemas.microsoft.com/office/drawing/2014/main" val="1648527845"/>
                    </a:ext>
                  </a:extLst>
                </a:gridCol>
                <a:gridCol w="1290502">
                  <a:extLst>
                    <a:ext uri="{9D8B030D-6E8A-4147-A177-3AD203B41FA5}">
                      <a16:colId xmlns:a16="http://schemas.microsoft.com/office/drawing/2014/main" val="3606294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en-US" sz="1600" b="1">
                          <a:solidFill>
                            <a:srgbClr val="1F2329"/>
                          </a:solidFill>
                          <a:effectLst/>
                        </a:rPr>
                        <a:t>Kp </a:t>
                      </a: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值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上升时间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超调量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buNone/>
                      </a:pPr>
                      <a:r>
                        <a:rPr lang="zh-CN" altLang="en-US" sz="1600" b="1">
                          <a:solidFill>
                            <a:srgbClr val="1F2329"/>
                          </a:solidFill>
                          <a:effectLst/>
                        </a:rPr>
                        <a:t>稳态误差</a:t>
                      </a:r>
                      <a:endParaRPr lang="zh-CN" altLang="en-US" sz="160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802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1.0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3.2s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>
                          <a:solidFill>
                            <a:srgbClr val="1F2329"/>
                          </a:solidFill>
                          <a:effectLst/>
                        </a:rPr>
                        <a:t>0%</a:t>
                      </a:r>
                      <a:endParaRPr lang="en-US" altLang="zh-CN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≈0m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438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5.0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1.0s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1.7%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≈0m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080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10.0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1F2329"/>
                          </a:solidFill>
                          <a:effectLst/>
                        </a:rPr>
                        <a:t>2.1s</a:t>
                      </a:r>
                      <a:endParaRPr lang="en-US" sz="160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altLang="zh-CN" sz="1600" b="0" dirty="0">
                          <a:solidFill>
                            <a:srgbClr val="1F2329"/>
                          </a:solidFill>
                          <a:effectLst/>
                        </a:rPr>
                        <a:t>18%</a:t>
                      </a:r>
                      <a:endParaRPr lang="en-US" altLang="zh-CN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00"/>
                        </a:lnSpc>
                        <a:buNone/>
                      </a:pPr>
                      <a:r>
                        <a:rPr lang="en-US" sz="1600" b="0" dirty="0">
                          <a:solidFill>
                            <a:srgbClr val="1F2329"/>
                          </a:solidFill>
                          <a:effectLst/>
                        </a:rPr>
                        <a:t>≈0m</a:t>
                      </a:r>
                      <a:endParaRPr lang="en-US" sz="160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252660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EC6DF01-C370-2A88-965C-929657F66B7B}"/>
              </a:ext>
            </a:extLst>
          </p:cNvPr>
          <p:cNvSpPr txBox="1"/>
          <p:nvPr/>
        </p:nvSpPr>
        <p:spPr>
          <a:xfrm>
            <a:off x="751113" y="605760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Ki </a:t>
            </a:r>
            <a:r>
              <a:rPr lang="zh-CN" altLang="en-US" sz="1600" dirty="0"/>
              <a:t>越大消除误差越快但易超调，</a:t>
            </a:r>
            <a:r>
              <a:rPr lang="en-US" altLang="zh-CN" sz="1600" dirty="0" err="1"/>
              <a:t>Kp</a:t>
            </a:r>
            <a:r>
              <a:rPr lang="en-US" altLang="zh-CN" sz="1600" dirty="0"/>
              <a:t> </a:t>
            </a:r>
            <a:r>
              <a:rPr lang="zh-CN" altLang="en-US" sz="1600" dirty="0"/>
              <a:t>越大响应越快但振荡风险越高。</a:t>
            </a:r>
          </a:p>
        </p:txBody>
      </p:sp>
    </p:spTree>
    <p:extLst>
      <p:ext uri="{BB962C8B-B14F-4D97-AF65-F5344CB8AC3E}">
        <p14:creationId xmlns:p14="http://schemas.microsoft.com/office/powerpoint/2010/main" val="1269367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6721</TotalTime>
  <Words>1462</Words>
  <Application>Microsoft Office PowerPoint</Application>
  <PresentationFormat>宽屏</PresentationFormat>
  <Paragraphs>204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Source Han Sans</vt:lpstr>
      <vt:lpstr>Source Han Sans CN Regular</vt:lpstr>
      <vt:lpstr>ui-sans-serif</vt:lpstr>
      <vt:lpstr>等线</vt:lpstr>
      <vt:lpstr>微软雅黑</vt:lpstr>
      <vt:lpstr>Arial</vt:lpstr>
      <vt:lpstr>Cambria Math</vt:lpstr>
      <vt:lpstr>Office 主题​​</vt:lpstr>
      <vt:lpstr>PowerPoint 演示文稿</vt:lpstr>
      <vt:lpstr>学习目标</vt:lpstr>
      <vt:lpstr>9.3.1 PI的基本结构与工作原理</vt:lpstr>
      <vt:lpstr>9.3.1. PI原理</vt:lpstr>
      <vt:lpstr>9.3.1. PI原理</vt:lpstr>
      <vt:lpstr>9.3.1. PI原理</vt:lpstr>
      <vt:lpstr>9.3.2 积分控制消除稳态误差</vt:lpstr>
      <vt:lpstr>9.3.2 积分项消除稳态误差</vt:lpstr>
      <vt:lpstr>9.3.2 积分项消除稳态误差</vt:lpstr>
      <vt:lpstr>9.3.2 积分项消除稳态误差</vt:lpstr>
      <vt:lpstr>9.3.3 PI控制在电机系统中的应用</vt:lpstr>
      <vt:lpstr>9.3.3 PI控制在电机中的核心应用场景</vt:lpstr>
      <vt:lpstr>9.3.3 电机系统中PI参数的物理意义</vt:lpstr>
      <vt:lpstr>9.3.3 电机PI控制注意事项</vt:lpstr>
      <vt:lpstr>9.3.4 PI控制仿真演示</vt:lpstr>
      <vt:lpstr>9.3.4 纯P V.S. PI</vt:lpstr>
      <vt:lpstr>9.3.4 参数敏感性：Ki/Kp 如何影响控制效果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181</cp:revision>
  <dcterms:created xsi:type="dcterms:W3CDTF">2025-05-21T06:55:53Z</dcterms:created>
  <dcterms:modified xsi:type="dcterms:W3CDTF">2026-01-14T09:27:02Z</dcterms:modified>
</cp:coreProperties>
</file>