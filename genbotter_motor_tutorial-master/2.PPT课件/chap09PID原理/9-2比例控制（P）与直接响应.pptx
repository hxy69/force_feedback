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8.xml" ContentType="application/vnd.openxmlformats-officedocument.drawingml.diagramData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802" r:id="rId3"/>
    <p:sldId id="800" r:id="rId4"/>
    <p:sldId id="805" r:id="rId5"/>
    <p:sldId id="807" r:id="rId6"/>
    <p:sldId id="808" r:id="rId7"/>
    <p:sldId id="806" r:id="rId8"/>
    <p:sldId id="809" r:id="rId9"/>
    <p:sldId id="810" r:id="rId10"/>
    <p:sldId id="811" r:id="rId11"/>
    <p:sldId id="812" r:id="rId12"/>
    <p:sldId id="28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08" d="100"/>
          <a:sy n="108" d="100"/>
        </p:scale>
        <p:origin x="4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lProcess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en-US" b="1" i="0" dirty="0"/>
            <a:t>比例控制的核心机制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95C8E83-F6A0-4268-AAA7-C0BD3FC34B8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比例控制如何响应误差</a:t>
          </a:r>
        </a:p>
      </dgm:t>
    </dgm:pt>
    <dgm:pt modelId="{608145EB-5688-4ECE-9794-38591543572B}" type="parTrans" cxnId="{E7A63E6E-094F-44C1-8284-DCF14F604E6E}">
      <dgm:prSet/>
      <dgm:spPr/>
      <dgm:t>
        <a:bodyPr/>
        <a:lstStyle/>
        <a:p>
          <a:endParaRPr lang="zh-CN" altLang="en-US"/>
        </a:p>
      </dgm:t>
    </dgm:pt>
    <dgm:pt modelId="{1D1260EB-3D51-4E36-AB75-E397CAFF4B01}" type="sibTrans" cxnId="{E7A63E6E-094F-44C1-8284-DCF14F604E6E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BA2B07BB-1966-44C8-99B1-CC6A0E73DF6A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b="0" i="0" dirty="0"/>
                <a:t>比例系数 </a:t>
              </a:r>
              <a14:m>
                <m:oMath xmlns:m="http://schemas.openxmlformats.org/officeDocument/2006/math">
                  <m:sSub>
                    <m:sSubPr>
                      <m:ctrlPr>
                        <a:rPr lang="ar-AE" altLang="zh-CN"/>
                      </m:ctrlPr>
                    </m:sSubPr>
                    <m:e>
                      <m:r>
                        <a:rPr lang="zh-CN" altLang="ar-AE" i="1"/>
                        <m:t>𝐾</m:t>
                      </m:r>
                    </m:e>
                    <m:sub>
                      <m:r>
                        <a:rPr lang="zh-CN" altLang="ar-AE" i="1"/>
                        <m:t>𝑝</m:t>
                      </m:r>
                    </m:sub>
                  </m:sSub>
                </m:oMath>
              </a14:m>
              <a:r>
                <a:rPr lang="ar-AE" b="0" i="0" dirty="0"/>
                <a:t> </a:t>
              </a:r>
              <a:r>
                <a:rPr lang="zh-CN" altLang="en-US" b="0" i="0" dirty="0"/>
                <a:t>的作用与影响</a:t>
              </a:r>
            </a:p>
          </dgm:t>
        </dgm:pt>
      </mc:Choice>
      <mc:Fallback>
        <dgm:pt modelId="{BA2B07BB-1966-44C8-99B1-CC6A0E73DF6A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b="0" i="0" dirty="0"/>
                <a:t>比例系数 </a:t>
              </a:r>
              <a:r>
                <a:rPr lang="zh-CN" altLang="ar-AE" i="0"/>
                <a:t>𝐾</a:t>
              </a:r>
              <a:r>
                <a:rPr lang="ar-AE" altLang="zh-CN" i="0"/>
                <a:t>_</a:t>
              </a:r>
              <a:r>
                <a:rPr lang="zh-CN" altLang="ar-AE" i="0"/>
                <a:t>𝑝</a:t>
              </a:r>
              <a:r>
                <a:rPr lang="ar-AE" b="0" i="0" dirty="0"/>
                <a:t> </a:t>
              </a:r>
              <a:r>
                <a:rPr lang="zh-CN" altLang="en-US" b="0" i="0" dirty="0"/>
                <a:t>的作用与影响</a:t>
              </a:r>
            </a:p>
          </dgm:t>
        </dgm:pt>
      </mc:Fallback>
    </mc:AlternateContent>
    <dgm:pt modelId="{19B4CFF3-63C0-4AE7-9CAE-64E24E02AAF4}" type="parTrans" cxnId="{B7FF1B04-97AF-4E36-A616-82C5821507B3}">
      <dgm:prSet/>
      <dgm:spPr/>
      <dgm:t>
        <a:bodyPr/>
        <a:lstStyle/>
        <a:p>
          <a:endParaRPr lang="zh-CN" altLang="en-US"/>
        </a:p>
      </dgm:t>
    </dgm:pt>
    <dgm:pt modelId="{BB73E8DD-22F4-40D4-9598-CFEBCA1CDC1C}" type="sibTrans" cxnId="{B7FF1B04-97AF-4E36-A616-82C5821507B3}">
      <dgm:prSet/>
      <dgm:spPr/>
      <dgm:t>
        <a:bodyPr/>
        <a:lstStyle/>
        <a:p>
          <a:endParaRPr lang="zh-CN" altLang="en-US"/>
        </a:p>
      </dgm:t>
    </dgm:pt>
    <dgm:pt modelId="{0834CAE3-4C22-48E0-B6CB-788093323B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纯比例控制的局限性</a:t>
          </a:r>
        </a:p>
      </dgm:t>
    </dgm:pt>
    <dgm:pt modelId="{57E5D967-CB32-4901-887B-A8974537CF13}" type="parTrans" cxnId="{18323BF4-F478-4162-888A-B6236416D0E0}">
      <dgm:prSet/>
      <dgm:spPr/>
      <dgm:t>
        <a:bodyPr/>
        <a:lstStyle/>
        <a:p>
          <a:endParaRPr lang="zh-CN" altLang="en-US"/>
        </a:p>
      </dgm:t>
    </dgm:pt>
    <dgm:pt modelId="{0DCFBB14-01F4-4987-B67C-66D9CB1587D7}" type="sibTrans" cxnId="{18323BF4-F478-4162-888A-B6236416D0E0}">
      <dgm:prSet/>
      <dgm:spPr/>
      <dgm:t>
        <a:bodyPr/>
        <a:lstStyle/>
        <a:p>
          <a:endParaRPr lang="zh-CN" altLang="en-US"/>
        </a:p>
      </dgm:t>
    </dgm:pt>
    <dgm:pt modelId="{9460E1BD-6986-4660-B25C-EE9F38CB64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在电机控制中的实际应用</a:t>
          </a:r>
        </a:p>
      </dgm:t>
    </dgm:pt>
    <dgm:pt modelId="{511DD790-241D-44EE-8232-24CEAE11297F}" type="parTrans" cxnId="{1B9243D4-51CD-4C0F-B320-89C28ED17A59}">
      <dgm:prSet/>
      <dgm:spPr/>
      <dgm:t>
        <a:bodyPr/>
        <a:lstStyle/>
        <a:p>
          <a:endParaRPr lang="zh-CN" altLang="en-US"/>
        </a:p>
      </dgm:t>
    </dgm:pt>
    <dgm:pt modelId="{56844DF6-2242-4342-BEA9-124B8804F4A6}" type="sibTrans" cxnId="{1B9243D4-51CD-4C0F-B320-89C28ED17A59}">
      <dgm:prSet/>
      <dgm:spPr/>
      <dgm:t>
        <a:bodyPr/>
        <a:lstStyle/>
        <a:p>
          <a:endParaRPr lang="zh-CN" altLang="en-US"/>
        </a:p>
      </dgm:t>
    </dgm:pt>
    <dgm:pt modelId="{493DCBAB-5278-47BC-B7EB-79211E387A05}">
      <dgm:prSet/>
      <dgm:spPr/>
      <dgm:t>
        <a:bodyPr/>
        <a:lstStyle/>
        <a:p>
          <a:pPr>
            <a:buNone/>
          </a:pPr>
          <a:r>
            <a:rPr lang="zh-CN" altLang="en-US" b="1" i="0" dirty="0"/>
            <a:t>关键词</a:t>
          </a:r>
          <a:r>
            <a:rPr lang="zh-CN" altLang="en-US" b="0" i="0" dirty="0"/>
            <a:t>：</a:t>
          </a:r>
        </a:p>
      </dgm:t>
    </dgm:pt>
    <dgm:pt modelId="{D1B9BC6F-BC4F-46B5-B87B-FDBF46A6CA9E}" type="parTrans" cxnId="{A398129B-869D-4427-9E7A-62C932C47888}">
      <dgm:prSet/>
      <dgm:spPr/>
      <dgm:t>
        <a:bodyPr/>
        <a:lstStyle/>
        <a:p>
          <a:endParaRPr lang="zh-CN" altLang="en-US"/>
        </a:p>
      </dgm:t>
    </dgm:pt>
    <dgm:pt modelId="{D3D78CF1-202D-4AC4-8C9B-BCED21F303D1}" type="sibTrans" cxnId="{A398129B-869D-4427-9E7A-62C932C47888}">
      <dgm:prSet/>
      <dgm:spPr/>
      <dgm:t>
        <a:bodyPr/>
        <a:lstStyle/>
        <a:p>
          <a:endParaRPr lang="zh-CN" altLang="en-US"/>
        </a:p>
      </dgm:t>
    </dgm:pt>
    <dgm:pt modelId="{63FDA0E4-EA1C-434D-BDA6-2BB1AD620E4F}">
      <dgm:prSet/>
      <dgm:spPr/>
      <dgm:t>
        <a:bodyPr/>
        <a:lstStyle/>
        <a:p>
          <a:pPr>
            <a:buNone/>
          </a:pPr>
          <a:r>
            <a:rPr lang="zh-CN" altLang="en-US" b="0" i="0" dirty="0"/>
            <a:t>快速响应</a:t>
          </a:r>
        </a:p>
      </dgm:t>
    </dgm:pt>
    <dgm:pt modelId="{97E46832-EF64-4DF7-B6CC-1594632C8C00}" type="parTrans" cxnId="{215F8904-9CC6-4BE1-8A18-5DF741A3F74A}">
      <dgm:prSet/>
      <dgm:spPr/>
      <dgm:t>
        <a:bodyPr/>
        <a:lstStyle/>
        <a:p>
          <a:endParaRPr lang="zh-CN" altLang="en-US"/>
        </a:p>
      </dgm:t>
    </dgm:pt>
    <dgm:pt modelId="{7F22CD4A-BE54-4EB2-8687-54A4D049D195}" type="sibTrans" cxnId="{215F8904-9CC6-4BE1-8A18-5DF741A3F74A}">
      <dgm:prSet/>
      <dgm:spPr/>
      <dgm:t>
        <a:bodyPr/>
        <a:lstStyle/>
        <a:p>
          <a:endParaRPr lang="zh-CN" altLang="en-US"/>
        </a:p>
      </dgm:t>
    </dgm:pt>
    <dgm:pt modelId="{13459637-8523-4E1A-8B73-74AD50F80526}">
      <dgm:prSet/>
      <dgm:spPr/>
      <dgm:t>
        <a:bodyPr/>
        <a:lstStyle/>
        <a:p>
          <a:pPr>
            <a:buNone/>
          </a:pPr>
          <a:r>
            <a:rPr lang="zh-CN" altLang="en-US" b="0" i="0" dirty="0"/>
            <a:t>稳态误差</a:t>
          </a:r>
        </a:p>
      </dgm:t>
    </dgm:pt>
    <dgm:pt modelId="{0AC7F73D-215F-4470-B8EA-78E8F56C08A2}" type="parTrans" cxnId="{D3ED1883-B8E1-4588-B054-BACB446F3FCA}">
      <dgm:prSet/>
      <dgm:spPr/>
      <dgm:t>
        <a:bodyPr/>
        <a:lstStyle/>
        <a:p>
          <a:endParaRPr lang="zh-CN" altLang="en-US"/>
        </a:p>
      </dgm:t>
    </dgm:pt>
    <dgm:pt modelId="{FD553801-1945-470F-A012-E95511C8FA39}" type="sibTrans" cxnId="{D3ED1883-B8E1-4588-B054-BACB446F3FCA}">
      <dgm:prSet/>
      <dgm:spPr/>
      <dgm:t>
        <a:bodyPr/>
        <a:lstStyle/>
        <a:p>
          <a:endParaRPr lang="zh-CN" altLang="en-US"/>
        </a:p>
      </dgm:t>
    </dgm:pt>
    <dgm:pt modelId="{C574F575-5070-4AD2-8B03-29A5DD0DACFE}">
      <dgm:prSet/>
      <dgm:spPr/>
      <dgm:t>
        <a:bodyPr/>
        <a:lstStyle/>
        <a:p>
          <a:pPr>
            <a:buNone/>
          </a:pPr>
          <a:r>
            <a:rPr lang="zh-CN" altLang="en-US" b="0" i="0" dirty="0"/>
            <a:t>比例系数</a:t>
          </a:r>
        </a:p>
      </dgm:t>
    </dgm:pt>
    <dgm:pt modelId="{2E97CC38-FD3F-4F95-B3D1-BFA034706C2A}" type="parTrans" cxnId="{EFC72451-420D-4008-8119-8DB29D426E2A}">
      <dgm:prSet/>
      <dgm:spPr/>
      <dgm:t>
        <a:bodyPr/>
        <a:lstStyle/>
        <a:p>
          <a:endParaRPr lang="zh-CN" altLang="en-US"/>
        </a:p>
      </dgm:t>
    </dgm:pt>
    <dgm:pt modelId="{1E3234D8-88A3-4245-8234-6786F1AFD739}" type="sibTrans" cxnId="{EFC72451-420D-4008-8119-8DB29D426E2A}">
      <dgm:prSet/>
      <dgm:spPr/>
      <dgm:t>
        <a:bodyPr/>
        <a:lstStyle/>
        <a:p>
          <a:endParaRPr lang="zh-CN" altLang="en-US"/>
        </a:p>
      </dgm:t>
    </dgm:pt>
    <dgm:pt modelId="{9E8E901E-1B72-45DC-ACAA-3FD49F42DF37}">
      <dgm:prSet/>
      <dgm:spPr/>
      <dgm:t>
        <a:bodyPr/>
        <a:lstStyle/>
        <a:p>
          <a:pPr>
            <a:buNone/>
          </a:pPr>
          <a:r>
            <a:rPr lang="zh-CN" altLang="en-US" b="0" i="0"/>
            <a:t>电机调速</a:t>
          </a:r>
          <a:endParaRPr lang="zh-CN" altLang="en-US" b="0" i="0" dirty="0"/>
        </a:p>
      </dgm:t>
    </dgm:pt>
    <dgm:pt modelId="{E7DEBF40-9836-492A-9FDA-2A8D34446153}" type="parTrans" cxnId="{7E01A88B-11BA-43D7-9B85-5E90F25F2354}">
      <dgm:prSet/>
      <dgm:spPr/>
      <dgm:t>
        <a:bodyPr/>
        <a:lstStyle/>
        <a:p>
          <a:endParaRPr lang="zh-CN" altLang="en-US"/>
        </a:p>
      </dgm:t>
    </dgm:pt>
    <dgm:pt modelId="{A1439770-4DBB-4773-9B75-32D3A87876D6}" type="sibTrans" cxnId="{7E01A88B-11BA-43D7-9B85-5E90F25F2354}">
      <dgm:prSet/>
      <dgm:spPr/>
      <dgm:t>
        <a:bodyPr/>
        <a:lstStyle/>
        <a:p>
          <a:endParaRPr lang="zh-CN" altLang="en-US"/>
        </a:p>
      </dgm:t>
    </dgm:pt>
    <dgm:pt modelId="{4DE9A416-8F1F-444A-A8EB-F7720A05073A}" type="pres">
      <dgm:prSet presAssocID="{8CD2E5DB-863B-4C72-909B-8B419B7117A4}" presName="theList" presStyleCnt="0">
        <dgm:presLayoutVars>
          <dgm:dir/>
          <dgm:animLvl val="lvl"/>
          <dgm:resizeHandles val="exact"/>
        </dgm:presLayoutVars>
      </dgm:prSet>
      <dgm:spPr/>
    </dgm:pt>
    <dgm:pt modelId="{AFDFF954-3B7B-4505-9ACD-EAE43C9206B7}" type="pres">
      <dgm:prSet presAssocID="{E64E6344-03F3-41EA-B2B3-D9F732B8BD60}" presName="compNode" presStyleCnt="0"/>
      <dgm:spPr/>
    </dgm:pt>
    <dgm:pt modelId="{7AAFABA2-6887-4D65-A261-6AA89E1FAA1C}" type="pres">
      <dgm:prSet presAssocID="{E64E6344-03F3-41EA-B2B3-D9F732B8BD60}" presName="aNode" presStyleLbl="bgShp" presStyleIdx="0" presStyleCnt="2"/>
      <dgm:spPr/>
    </dgm:pt>
    <dgm:pt modelId="{602140E5-2002-4EF4-A164-96E485DE50A3}" type="pres">
      <dgm:prSet presAssocID="{E64E6344-03F3-41EA-B2B3-D9F732B8BD60}" presName="textNode" presStyleLbl="bgShp" presStyleIdx="0" presStyleCnt="2"/>
      <dgm:spPr/>
    </dgm:pt>
    <dgm:pt modelId="{03AEEF93-09FB-4567-9790-10D746F0C562}" type="pres">
      <dgm:prSet presAssocID="{E64E6344-03F3-41EA-B2B3-D9F732B8BD60}" presName="compChildNode" presStyleCnt="0"/>
      <dgm:spPr/>
    </dgm:pt>
    <dgm:pt modelId="{A69D080A-CAB7-4020-A7B3-EDB320BD9A20}" type="pres">
      <dgm:prSet presAssocID="{E64E6344-03F3-41EA-B2B3-D9F732B8BD60}" presName="theInnerList" presStyleCnt="0"/>
      <dgm:spPr/>
    </dgm:pt>
    <dgm:pt modelId="{D1F1BA98-F64B-4C92-8A23-E4BC5D96E6B0}" type="pres">
      <dgm:prSet presAssocID="{D95C8E83-F6A0-4268-AAA7-C0BD3FC34B84}" presName="childNode" presStyleLbl="node1" presStyleIdx="0" presStyleCnt="8">
        <dgm:presLayoutVars>
          <dgm:bulletEnabled val="1"/>
        </dgm:presLayoutVars>
      </dgm:prSet>
      <dgm:spPr/>
    </dgm:pt>
    <dgm:pt modelId="{FAAF8370-2275-4F37-AD64-B92FA22C8536}" type="pres">
      <dgm:prSet presAssocID="{D95C8E83-F6A0-4268-AAA7-C0BD3FC34B84}" presName="aSpace2" presStyleCnt="0"/>
      <dgm:spPr/>
    </dgm:pt>
    <dgm:pt modelId="{39A7C365-41EA-43B8-A9B5-CA3A7009585B}" type="pres">
      <dgm:prSet presAssocID="{BA2B07BB-1966-44C8-99B1-CC6A0E73DF6A}" presName="childNode" presStyleLbl="node1" presStyleIdx="1" presStyleCnt="8">
        <dgm:presLayoutVars>
          <dgm:bulletEnabled val="1"/>
        </dgm:presLayoutVars>
      </dgm:prSet>
      <dgm:spPr/>
    </dgm:pt>
    <dgm:pt modelId="{80DCD8B4-D387-4125-94EB-10F2A41B0C76}" type="pres">
      <dgm:prSet presAssocID="{BA2B07BB-1966-44C8-99B1-CC6A0E73DF6A}" presName="aSpace2" presStyleCnt="0"/>
      <dgm:spPr/>
    </dgm:pt>
    <dgm:pt modelId="{9831184A-D313-4433-AF25-8DCAC700FABC}" type="pres">
      <dgm:prSet presAssocID="{0834CAE3-4C22-48E0-B6CB-788093323B39}" presName="childNode" presStyleLbl="node1" presStyleIdx="2" presStyleCnt="8">
        <dgm:presLayoutVars>
          <dgm:bulletEnabled val="1"/>
        </dgm:presLayoutVars>
      </dgm:prSet>
      <dgm:spPr/>
    </dgm:pt>
    <dgm:pt modelId="{F146851B-027B-4464-97F3-BB5658A1FFB5}" type="pres">
      <dgm:prSet presAssocID="{0834CAE3-4C22-48E0-B6CB-788093323B39}" presName="aSpace2" presStyleCnt="0"/>
      <dgm:spPr/>
    </dgm:pt>
    <dgm:pt modelId="{3287DFB9-B4AD-4F46-96BE-ADB9A218D27A}" type="pres">
      <dgm:prSet presAssocID="{9460E1BD-6986-4660-B25C-EE9F38CB645C}" presName="childNode" presStyleLbl="node1" presStyleIdx="3" presStyleCnt="8">
        <dgm:presLayoutVars>
          <dgm:bulletEnabled val="1"/>
        </dgm:presLayoutVars>
      </dgm:prSet>
      <dgm:spPr/>
    </dgm:pt>
    <dgm:pt modelId="{BA57C08B-B6DD-4FD4-B5D7-ACA97801A477}" type="pres">
      <dgm:prSet presAssocID="{E64E6344-03F3-41EA-B2B3-D9F732B8BD60}" presName="aSpace" presStyleCnt="0"/>
      <dgm:spPr/>
    </dgm:pt>
    <dgm:pt modelId="{39EDEF9E-85EE-4FDA-81F9-2C028559A644}" type="pres">
      <dgm:prSet presAssocID="{493DCBAB-5278-47BC-B7EB-79211E387A05}" presName="compNode" presStyleCnt="0"/>
      <dgm:spPr/>
    </dgm:pt>
    <dgm:pt modelId="{17173D44-8217-4C48-B8E8-3F7FE5E4072C}" type="pres">
      <dgm:prSet presAssocID="{493DCBAB-5278-47BC-B7EB-79211E387A05}" presName="aNode" presStyleLbl="bgShp" presStyleIdx="1" presStyleCnt="2"/>
      <dgm:spPr/>
    </dgm:pt>
    <dgm:pt modelId="{19AC2B39-C7B0-433D-9CD6-3BDB504017CC}" type="pres">
      <dgm:prSet presAssocID="{493DCBAB-5278-47BC-B7EB-79211E387A05}" presName="textNode" presStyleLbl="bgShp" presStyleIdx="1" presStyleCnt="2"/>
      <dgm:spPr/>
    </dgm:pt>
    <dgm:pt modelId="{3EDBEE3C-52D3-4B0B-9F98-7DF7F9656283}" type="pres">
      <dgm:prSet presAssocID="{493DCBAB-5278-47BC-B7EB-79211E387A05}" presName="compChildNode" presStyleCnt="0"/>
      <dgm:spPr/>
    </dgm:pt>
    <dgm:pt modelId="{771585CE-BD76-40AC-83E6-DA1E06BEEE3B}" type="pres">
      <dgm:prSet presAssocID="{493DCBAB-5278-47BC-B7EB-79211E387A05}" presName="theInnerList" presStyleCnt="0"/>
      <dgm:spPr/>
    </dgm:pt>
    <dgm:pt modelId="{1A69C594-8111-443F-B3FF-00B384511EAC}" type="pres">
      <dgm:prSet presAssocID="{63FDA0E4-EA1C-434D-BDA6-2BB1AD620E4F}" presName="childNode" presStyleLbl="node1" presStyleIdx="4" presStyleCnt="8">
        <dgm:presLayoutVars>
          <dgm:bulletEnabled val="1"/>
        </dgm:presLayoutVars>
      </dgm:prSet>
      <dgm:spPr/>
    </dgm:pt>
    <dgm:pt modelId="{3D257E5F-0788-410E-952F-9EC1F9A473C4}" type="pres">
      <dgm:prSet presAssocID="{63FDA0E4-EA1C-434D-BDA6-2BB1AD620E4F}" presName="aSpace2" presStyleCnt="0"/>
      <dgm:spPr/>
    </dgm:pt>
    <dgm:pt modelId="{409B190F-DFB0-4803-939A-772105A8E841}" type="pres">
      <dgm:prSet presAssocID="{13459637-8523-4E1A-8B73-74AD50F80526}" presName="childNode" presStyleLbl="node1" presStyleIdx="5" presStyleCnt="8">
        <dgm:presLayoutVars>
          <dgm:bulletEnabled val="1"/>
        </dgm:presLayoutVars>
      </dgm:prSet>
      <dgm:spPr/>
    </dgm:pt>
    <dgm:pt modelId="{81D4129C-26E5-4D7C-9FE0-6C2FFE7911E1}" type="pres">
      <dgm:prSet presAssocID="{13459637-8523-4E1A-8B73-74AD50F80526}" presName="aSpace2" presStyleCnt="0"/>
      <dgm:spPr/>
    </dgm:pt>
    <dgm:pt modelId="{1D5D0BF1-5D28-43BD-A487-85DF9D513FAD}" type="pres">
      <dgm:prSet presAssocID="{C574F575-5070-4AD2-8B03-29A5DD0DACFE}" presName="childNode" presStyleLbl="node1" presStyleIdx="6" presStyleCnt="8">
        <dgm:presLayoutVars>
          <dgm:bulletEnabled val="1"/>
        </dgm:presLayoutVars>
      </dgm:prSet>
      <dgm:spPr/>
    </dgm:pt>
    <dgm:pt modelId="{D107AC8F-8A43-472D-9975-1E2F73EF473E}" type="pres">
      <dgm:prSet presAssocID="{C574F575-5070-4AD2-8B03-29A5DD0DACFE}" presName="aSpace2" presStyleCnt="0"/>
      <dgm:spPr/>
    </dgm:pt>
    <dgm:pt modelId="{69986619-8371-4E40-B20F-B10E0AB790EB}" type="pres">
      <dgm:prSet presAssocID="{9E8E901E-1B72-45DC-ACAA-3FD49F42DF37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B7FF1B04-97AF-4E36-A616-82C5821507B3}" srcId="{E64E6344-03F3-41EA-B2B3-D9F732B8BD60}" destId="{BA2B07BB-1966-44C8-99B1-CC6A0E73DF6A}" srcOrd="1" destOrd="0" parTransId="{19B4CFF3-63C0-4AE7-9CAE-64E24E02AAF4}" sibTransId="{BB73E8DD-22F4-40D4-9598-CFEBCA1CDC1C}"/>
    <dgm:cxn modelId="{215F8904-9CC6-4BE1-8A18-5DF741A3F74A}" srcId="{493DCBAB-5278-47BC-B7EB-79211E387A05}" destId="{63FDA0E4-EA1C-434D-BDA6-2BB1AD620E4F}" srcOrd="0" destOrd="0" parTransId="{97E46832-EF64-4DF7-B6CC-1594632C8C00}" sibTransId="{7F22CD4A-BE54-4EB2-8687-54A4D049D195}"/>
    <dgm:cxn modelId="{FACBAA0A-4242-4847-A902-DC5645481632}" type="presOf" srcId="{493DCBAB-5278-47BC-B7EB-79211E387A05}" destId="{17173D44-8217-4C48-B8E8-3F7FE5E4072C}" srcOrd="0" destOrd="0" presId="urn:microsoft.com/office/officeart/2005/8/layout/lProcess2"/>
    <dgm:cxn modelId="{429A0A32-35BF-4BD9-8587-37BF99340545}" type="presOf" srcId="{E64E6344-03F3-41EA-B2B3-D9F732B8BD60}" destId="{602140E5-2002-4EF4-A164-96E485DE50A3}" srcOrd="1" destOrd="0" presId="urn:microsoft.com/office/officeart/2005/8/layout/lProcess2"/>
    <dgm:cxn modelId="{448E3E5B-9709-4CAB-98E4-2B2B69DB43A2}" type="presOf" srcId="{9460E1BD-6986-4660-B25C-EE9F38CB645C}" destId="{3287DFB9-B4AD-4F46-96BE-ADB9A218D27A}" srcOrd="0" destOrd="0" presId="urn:microsoft.com/office/officeart/2005/8/layout/lProcess2"/>
    <dgm:cxn modelId="{6E235162-1926-4376-8FB2-D81411C3EDA9}" type="presOf" srcId="{E64E6344-03F3-41EA-B2B3-D9F732B8BD60}" destId="{7AAFABA2-6887-4D65-A261-6AA89E1FAA1C}" srcOrd="0" destOrd="0" presId="urn:microsoft.com/office/officeart/2005/8/layout/lProcess2"/>
    <dgm:cxn modelId="{E7A63E6E-094F-44C1-8284-DCF14F604E6E}" srcId="{E64E6344-03F3-41EA-B2B3-D9F732B8BD60}" destId="{D95C8E83-F6A0-4268-AAA7-C0BD3FC34B84}" srcOrd="0" destOrd="0" parTransId="{608145EB-5688-4ECE-9794-38591543572B}" sibTransId="{1D1260EB-3D51-4E36-AB75-E397CAFF4B01}"/>
    <dgm:cxn modelId="{EFC72451-420D-4008-8119-8DB29D426E2A}" srcId="{493DCBAB-5278-47BC-B7EB-79211E387A05}" destId="{C574F575-5070-4AD2-8B03-29A5DD0DACFE}" srcOrd="2" destOrd="0" parTransId="{2E97CC38-FD3F-4F95-B3D1-BFA034706C2A}" sibTransId="{1E3234D8-88A3-4245-8234-6786F1AFD739}"/>
    <dgm:cxn modelId="{9F728953-24D5-4E04-85AD-E25F7C72A4DF}" type="presOf" srcId="{C574F575-5070-4AD2-8B03-29A5DD0DACFE}" destId="{1D5D0BF1-5D28-43BD-A487-85DF9D513FAD}" srcOrd="0" destOrd="0" presId="urn:microsoft.com/office/officeart/2005/8/layout/lProcess2"/>
    <dgm:cxn modelId="{C22EC153-2B31-464A-8262-9ED50C108904}" type="presOf" srcId="{BA2B07BB-1966-44C8-99B1-CC6A0E73DF6A}" destId="{39A7C365-41EA-43B8-A9B5-CA3A7009585B}" srcOrd="0" destOrd="0" presId="urn:microsoft.com/office/officeart/2005/8/layout/lProcess2"/>
    <dgm:cxn modelId="{7A5B9B82-8C0C-4E06-B5DB-760794CA9B9D}" type="presOf" srcId="{0834CAE3-4C22-48E0-B6CB-788093323B39}" destId="{9831184A-D313-4433-AF25-8DCAC700FABC}" srcOrd="0" destOrd="0" presId="urn:microsoft.com/office/officeart/2005/8/layout/lProcess2"/>
    <dgm:cxn modelId="{D3ED1883-B8E1-4588-B054-BACB446F3FCA}" srcId="{493DCBAB-5278-47BC-B7EB-79211E387A05}" destId="{13459637-8523-4E1A-8B73-74AD50F80526}" srcOrd="1" destOrd="0" parTransId="{0AC7F73D-215F-4470-B8EA-78E8F56C08A2}" sibTransId="{FD553801-1945-470F-A012-E95511C8FA39}"/>
    <dgm:cxn modelId="{71E44083-779A-4BB5-A0EF-B7CC5CFDC5A1}" type="presOf" srcId="{13459637-8523-4E1A-8B73-74AD50F80526}" destId="{409B190F-DFB0-4803-939A-772105A8E841}" srcOrd="0" destOrd="0" presId="urn:microsoft.com/office/officeart/2005/8/layout/lProcess2"/>
    <dgm:cxn modelId="{7E01A88B-11BA-43D7-9B85-5E90F25F2354}" srcId="{493DCBAB-5278-47BC-B7EB-79211E387A05}" destId="{9E8E901E-1B72-45DC-ACAA-3FD49F42DF37}" srcOrd="3" destOrd="0" parTransId="{E7DEBF40-9836-492A-9FDA-2A8D34446153}" sibTransId="{A1439770-4DBB-4773-9B75-32D3A87876D6}"/>
    <dgm:cxn modelId="{333F028F-E162-4A2D-88E4-3F21047663DB}" type="presOf" srcId="{493DCBAB-5278-47BC-B7EB-79211E387A05}" destId="{19AC2B39-C7B0-433D-9CD6-3BDB504017CC}" srcOrd="1" destOrd="0" presId="urn:microsoft.com/office/officeart/2005/8/layout/lProcess2"/>
    <dgm:cxn modelId="{A398129B-869D-4427-9E7A-62C932C47888}" srcId="{8CD2E5DB-863B-4C72-909B-8B419B7117A4}" destId="{493DCBAB-5278-47BC-B7EB-79211E387A05}" srcOrd="1" destOrd="0" parTransId="{D1B9BC6F-BC4F-46B5-B87B-FDBF46A6CA9E}" sibTransId="{D3D78CF1-202D-4AC4-8C9B-BCED21F303D1}"/>
    <dgm:cxn modelId="{5948BC9B-4A06-461F-941E-24565DCA8030}" type="presOf" srcId="{8CD2E5DB-863B-4C72-909B-8B419B7117A4}" destId="{4DE9A416-8F1F-444A-A8EB-F7720A05073A}" srcOrd="0" destOrd="0" presId="urn:microsoft.com/office/officeart/2005/8/layout/lProcess2"/>
    <dgm:cxn modelId="{615C8EC7-72D8-4890-B6A5-7A52B3E67A85}" type="presOf" srcId="{D95C8E83-F6A0-4268-AAA7-C0BD3FC34B84}" destId="{D1F1BA98-F64B-4C92-8A23-E4BC5D96E6B0}" srcOrd="0" destOrd="0" presId="urn:microsoft.com/office/officeart/2005/8/layout/lProcess2"/>
    <dgm:cxn modelId="{872ECDC9-985B-4AA5-A57A-7D9BCD5E9BD2}" type="presOf" srcId="{63FDA0E4-EA1C-434D-BDA6-2BB1AD620E4F}" destId="{1A69C594-8111-443F-B3FF-00B384511EAC}" srcOrd="0" destOrd="0" presId="urn:microsoft.com/office/officeart/2005/8/layout/lProcess2"/>
    <dgm:cxn modelId="{1B9243D4-51CD-4C0F-B320-89C28ED17A59}" srcId="{E64E6344-03F3-41EA-B2B3-D9F732B8BD60}" destId="{9460E1BD-6986-4660-B25C-EE9F38CB645C}" srcOrd="3" destOrd="0" parTransId="{511DD790-241D-44EE-8232-24CEAE11297F}" sibTransId="{56844DF6-2242-4342-BEA9-124B8804F4A6}"/>
    <dgm:cxn modelId="{F226FAEB-2B5A-4E6C-B9D6-D51382796CDC}" type="presOf" srcId="{9E8E901E-1B72-45DC-ACAA-3FD49F42DF37}" destId="{69986619-8371-4E40-B20F-B10E0AB790EB}" srcOrd="0" destOrd="0" presId="urn:microsoft.com/office/officeart/2005/8/layout/lProcess2"/>
    <dgm:cxn modelId="{18323BF4-F478-4162-888A-B6236416D0E0}" srcId="{E64E6344-03F3-41EA-B2B3-D9F732B8BD60}" destId="{0834CAE3-4C22-48E0-B6CB-788093323B39}" srcOrd="2" destOrd="0" parTransId="{57E5D967-CB32-4901-887B-A8974537CF13}" sibTransId="{0DCFBB14-01F4-4987-B67C-66D9CB1587D7}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F46ACE24-6F2F-4A12-B858-3F20D8EEC598}" type="presParOf" srcId="{4DE9A416-8F1F-444A-A8EB-F7720A05073A}" destId="{AFDFF954-3B7B-4505-9ACD-EAE43C9206B7}" srcOrd="0" destOrd="0" presId="urn:microsoft.com/office/officeart/2005/8/layout/lProcess2"/>
    <dgm:cxn modelId="{C5543929-D60B-4ABE-ADCC-66312E7B5C73}" type="presParOf" srcId="{AFDFF954-3B7B-4505-9ACD-EAE43C9206B7}" destId="{7AAFABA2-6887-4D65-A261-6AA89E1FAA1C}" srcOrd="0" destOrd="0" presId="urn:microsoft.com/office/officeart/2005/8/layout/lProcess2"/>
    <dgm:cxn modelId="{327742EA-33E5-4F2E-AA05-85002B2EEE36}" type="presParOf" srcId="{AFDFF954-3B7B-4505-9ACD-EAE43C9206B7}" destId="{602140E5-2002-4EF4-A164-96E485DE50A3}" srcOrd="1" destOrd="0" presId="urn:microsoft.com/office/officeart/2005/8/layout/lProcess2"/>
    <dgm:cxn modelId="{D4962A20-341A-4E1E-80B6-2FE2D799881C}" type="presParOf" srcId="{AFDFF954-3B7B-4505-9ACD-EAE43C9206B7}" destId="{03AEEF93-09FB-4567-9790-10D746F0C562}" srcOrd="2" destOrd="0" presId="urn:microsoft.com/office/officeart/2005/8/layout/lProcess2"/>
    <dgm:cxn modelId="{373EF596-6B64-4D29-9744-085A256C5A1E}" type="presParOf" srcId="{03AEEF93-09FB-4567-9790-10D746F0C562}" destId="{A69D080A-CAB7-4020-A7B3-EDB320BD9A20}" srcOrd="0" destOrd="0" presId="urn:microsoft.com/office/officeart/2005/8/layout/lProcess2"/>
    <dgm:cxn modelId="{28B3BEFC-6F0C-41D6-9CCC-C7A3ABE6FF35}" type="presParOf" srcId="{A69D080A-CAB7-4020-A7B3-EDB320BD9A20}" destId="{D1F1BA98-F64B-4C92-8A23-E4BC5D96E6B0}" srcOrd="0" destOrd="0" presId="urn:microsoft.com/office/officeart/2005/8/layout/lProcess2"/>
    <dgm:cxn modelId="{59314965-7AF8-4A4B-BAF1-B5F02E383F32}" type="presParOf" srcId="{A69D080A-CAB7-4020-A7B3-EDB320BD9A20}" destId="{FAAF8370-2275-4F37-AD64-B92FA22C8536}" srcOrd="1" destOrd="0" presId="urn:microsoft.com/office/officeart/2005/8/layout/lProcess2"/>
    <dgm:cxn modelId="{1CF5E7EA-ACBB-40CF-A0EC-55A2342AD07A}" type="presParOf" srcId="{A69D080A-CAB7-4020-A7B3-EDB320BD9A20}" destId="{39A7C365-41EA-43B8-A9B5-CA3A7009585B}" srcOrd="2" destOrd="0" presId="urn:microsoft.com/office/officeart/2005/8/layout/lProcess2"/>
    <dgm:cxn modelId="{1F1E9D60-D77D-419E-8B25-6D2D684BF565}" type="presParOf" srcId="{A69D080A-CAB7-4020-A7B3-EDB320BD9A20}" destId="{80DCD8B4-D387-4125-94EB-10F2A41B0C76}" srcOrd="3" destOrd="0" presId="urn:microsoft.com/office/officeart/2005/8/layout/lProcess2"/>
    <dgm:cxn modelId="{AFC9B233-C163-4CF4-B45B-2B258D585DC7}" type="presParOf" srcId="{A69D080A-CAB7-4020-A7B3-EDB320BD9A20}" destId="{9831184A-D313-4433-AF25-8DCAC700FABC}" srcOrd="4" destOrd="0" presId="urn:microsoft.com/office/officeart/2005/8/layout/lProcess2"/>
    <dgm:cxn modelId="{FE9EB537-C5D1-4448-BD59-D22E3DCD166C}" type="presParOf" srcId="{A69D080A-CAB7-4020-A7B3-EDB320BD9A20}" destId="{F146851B-027B-4464-97F3-BB5658A1FFB5}" srcOrd="5" destOrd="0" presId="urn:microsoft.com/office/officeart/2005/8/layout/lProcess2"/>
    <dgm:cxn modelId="{4E0802B1-D3D4-4FD1-A0FA-C6BB7BBFA032}" type="presParOf" srcId="{A69D080A-CAB7-4020-A7B3-EDB320BD9A20}" destId="{3287DFB9-B4AD-4F46-96BE-ADB9A218D27A}" srcOrd="6" destOrd="0" presId="urn:microsoft.com/office/officeart/2005/8/layout/lProcess2"/>
    <dgm:cxn modelId="{D40B3F08-2E14-4415-AEDA-DEDF7F22E1E0}" type="presParOf" srcId="{4DE9A416-8F1F-444A-A8EB-F7720A05073A}" destId="{BA57C08B-B6DD-4FD4-B5D7-ACA97801A477}" srcOrd="1" destOrd="0" presId="urn:microsoft.com/office/officeart/2005/8/layout/lProcess2"/>
    <dgm:cxn modelId="{BBABF088-4121-4ECF-AC08-D85F7BE9D859}" type="presParOf" srcId="{4DE9A416-8F1F-444A-A8EB-F7720A05073A}" destId="{39EDEF9E-85EE-4FDA-81F9-2C028559A644}" srcOrd="2" destOrd="0" presId="urn:microsoft.com/office/officeart/2005/8/layout/lProcess2"/>
    <dgm:cxn modelId="{12A7A002-51A9-4272-8907-51E61D0598C9}" type="presParOf" srcId="{39EDEF9E-85EE-4FDA-81F9-2C028559A644}" destId="{17173D44-8217-4C48-B8E8-3F7FE5E4072C}" srcOrd="0" destOrd="0" presId="urn:microsoft.com/office/officeart/2005/8/layout/lProcess2"/>
    <dgm:cxn modelId="{7F30EF69-D029-4472-BC73-336819B12D5E}" type="presParOf" srcId="{39EDEF9E-85EE-4FDA-81F9-2C028559A644}" destId="{19AC2B39-C7B0-433D-9CD6-3BDB504017CC}" srcOrd="1" destOrd="0" presId="urn:microsoft.com/office/officeart/2005/8/layout/lProcess2"/>
    <dgm:cxn modelId="{F3D342E0-AD99-44CC-8391-B3D8786F1142}" type="presParOf" srcId="{39EDEF9E-85EE-4FDA-81F9-2C028559A644}" destId="{3EDBEE3C-52D3-4B0B-9F98-7DF7F9656283}" srcOrd="2" destOrd="0" presId="urn:microsoft.com/office/officeart/2005/8/layout/lProcess2"/>
    <dgm:cxn modelId="{94503566-1EF3-45D4-82D7-6B8274D8ACC4}" type="presParOf" srcId="{3EDBEE3C-52D3-4B0B-9F98-7DF7F9656283}" destId="{771585CE-BD76-40AC-83E6-DA1E06BEEE3B}" srcOrd="0" destOrd="0" presId="urn:microsoft.com/office/officeart/2005/8/layout/lProcess2"/>
    <dgm:cxn modelId="{95700EEC-118E-4B01-8828-7659B05526CE}" type="presParOf" srcId="{771585CE-BD76-40AC-83E6-DA1E06BEEE3B}" destId="{1A69C594-8111-443F-B3FF-00B384511EAC}" srcOrd="0" destOrd="0" presId="urn:microsoft.com/office/officeart/2005/8/layout/lProcess2"/>
    <dgm:cxn modelId="{8A2D2637-046F-4E12-89BC-9AF949D4DB9C}" type="presParOf" srcId="{771585CE-BD76-40AC-83E6-DA1E06BEEE3B}" destId="{3D257E5F-0788-410E-952F-9EC1F9A473C4}" srcOrd="1" destOrd="0" presId="urn:microsoft.com/office/officeart/2005/8/layout/lProcess2"/>
    <dgm:cxn modelId="{C3D58F52-B672-473D-8922-FA8F23B11329}" type="presParOf" srcId="{771585CE-BD76-40AC-83E6-DA1E06BEEE3B}" destId="{409B190F-DFB0-4803-939A-772105A8E841}" srcOrd="2" destOrd="0" presId="urn:microsoft.com/office/officeart/2005/8/layout/lProcess2"/>
    <dgm:cxn modelId="{3BEE1E3E-DDF0-423A-B27D-05B63D07A344}" type="presParOf" srcId="{771585CE-BD76-40AC-83E6-DA1E06BEEE3B}" destId="{81D4129C-26E5-4D7C-9FE0-6C2FFE7911E1}" srcOrd="3" destOrd="0" presId="urn:microsoft.com/office/officeart/2005/8/layout/lProcess2"/>
    <dgm:cxn modelId="{11D2CB3B-88E9-4B3C-B52B-917B9110D91F}" type="presParOf" srcId="{771585CE-BD76-40AC-83E6-DA1E06BEEE3B}" destId="{1D5D0BF1-5D28-43BD-A487-85DF9D513FAD}" srcOrd="4" destOrd="0" presId="urn:microsoft.com/office/officeart/2005/8/layout/lProcess2"/>
    <dgm:cxn modelId="{A10503A8-23C8-4183-901C-3AB797D21562}" type="presParOf" srcId="{771585CE-BD76-40AC-83E6-DA1E06BEEE3B}" destId="{D107AC8F-8A43-472D-9975-1E2F73EF473E}" srcOrd="5" destOrd="0" presId="urn:microsoft.com/office/officeart/2005/8/layout/lProcess2"/>
    <dgm:cxn modelId="{367B6C22-BCBC-4BF5-8C67-114550C6A90D}" type="presParOf" srcId="{771585CE-BD76-40AC-83E6-DA1E06BEEE3B}" destId="{69986619-8371-4E40-B20F-B10E0AB790EB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lProcess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en-US" b="1" i="0" dirty="0"/>
            <a:t>比例控制的核心机制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95C8E83-F6A0-4268-AAA7-C0BD3FC34B8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比例控制如何响应误差</a:t>
          </a:r>
        </a:p>
      </dgm:t>
    </dgm:pt>
    <dgm:pt modelId="{608145EB-5688-4ECE-9794-38591543572B}" type="parTrans" cxnId="{E7A63E6E-094F-44C1-8284-DCF14F604E6E}">
      <dgm:prSet/>
      <dgm:spPr/>
      <dgm:t>
        <a:bodyPr/>
        <a:lstStyle/>
        <a:p>
          <a:endParaRPr lang="zh-CN" altLang="en-US"/>
        </a:p>
      </dgm:t>
    </dgm:pt>
    <dgm:pt modelId="{1D1260EB-3D51-4E36-AB75-E397CAFF4B01}" type="sibTrans" cxnId="{E7A63E6E-094F-44C1-8284-DCF14F604E6E}">
      <dgm:prSet/>
      <dgm:spPr/>
      <dgm:t>
        <a:bodyPr/>
        <a:lstStyle/>
        <a:p>
          <a:endParaRPr lang="zh-CN" altLang="en-US"/>
        </a:p>
      </dgm:t>
    </dgm:pt>
    <dgm:pt modelId="{BA2B07BB-1966-44C8-99B1-CC6A0E73DF6A}">
      <dgm:prSet/>
      <dgm:spPr>
        <a:blipFill>
          <a:blip xmlns:r="http://schemas.openxmlformats.org/officeDocument/2006/relationships" r:embed="rId1"/>
          <a:stretch>
            <a:fillRect l="-1601" r="-1456" b="-10744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19B4CFF3-63C0-4AE7-9CAE-64E24E02AAF4}" type="parTrans" cxnId="{B7FF1B04-97AF-4E36-A616-82C5821507B3}">
      <dgm:prSet/>
      <dgm:spPr/>
      <dgm:t>
        <a:bodyPr/>
        <a:lstStyle/>
        <a:p>
          <a:endParaRPr lang="zh-CN" altLang="en-US"/>
        </a:p>
      </dgm:t>
    </dgm:pt>
    <dgm:pt modelId="{BB73E8DD-22F4-40D4-9598-CFEBCA1CDC1C}" type="sibTrans" cxnId="{B7FF1B04-97AF-4E36-A616-82C5821507B3}">
      <dgm:prSet/>
      <dgm:spPr/>
      <dgm:t>
        <a:bodyPr/>
        <a:lstStyle/>
        <a:p>
          <a:endParaRPr lang="zh-CN" altLang="en-US"/>
        </a:p>
      </dgm:t>
    </dgm:pt>
    <dgm:pt modelId="{0834CAE3-4C22-48E0-B6CB-788093323B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纯比例控制的局限性</a:t>
          </a:r>
        </a:p>
      </dgm:t>
    </dgm:pt>
    <dgm:pt modelId="{57E5D967-CB32-4901-887B-A8974537CF13}" type="parTrans" cxnId="{18323BF4-F478-4162-888A-B6236416D0E0}">
      <dgm:prSet/>
      <dgm:spPr/>
      <dgm:t>
        <a:bodyPr/>
        <a:lstStyle/>
        <a:p>
          <a:endParaRPr lang="zh-CN" altLang="en-US"/>
        </a:p>
      </dgm:t>
    </dgm:pt>
    <dgm:pt modelId="{0DCFBB14-01F4-4987-B67C-66D9CB1587D7}" type="sibTrans" cxnId="{18323BF4-F478-4162-888A-B6236416D0E0}">
      <dgm:prSet/>
      <dgm:spPr/>
      <dgm:t>
        <a:bodyPr/>
        <a:lstStyle/>
        <a:p>
          <a:endParaRPr lang="zh-CN" altLang="en-US"/>
        </a:p>
      </dgm:t>
    </dgm:pt>
    <dgm:pt modelId="{9460E1BD-6986-4660-B25C-EE9F38CB64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 dirty="0"/>
            <a:t>在电机控制中的实际应用</a:t>
          </a:r>
        </a:p>
      </dgm:t>
    </dgm:pt>
    <dgm:pt modelId="{511DD790-241D-44EE-8232-24CEAE11297F}" type="parTrans" cxnId="{1B9243D4-51CD-4C0F-B320-89C28ED17A59}">
      <dgm:prSet/>
      <dgm:spPr/>
      <dgm:t>
        <a:bodyPr/>
        <a:lstStyle/>
        <a:p>
          <a:endParaRPr lang="zh-CN" altLang="en-US"/>
        </a:p>
      </dgm:t>
    </dgm:pt>
    <dgm:pt modelId="{56844DF6-2242-4342-BEA9-124B8804F4A6}" type="sibTrans" cxnId="{1B9243D4-51CD-4C0F-B320-89C28ED17A59}">
      <dgm:prSet/>
      <dgm:spPr/>
      <dgm:t>
        <a:bodyPr/>
        <a:lstStyle/>
        <a:p>
          <a:endParaRPr lang="zh-CN" altLang="en-US"/>
        </a:p>
      </dgm:t>
    </dgm:pt>
    <dgm:pt modelId="{493DCBAB-5278-47BC-B7EB-79211E387A05}">
      <dgm:prSet/>
      <dgm:spPr/>
      <dgm:t>
        <a:bodyPr/>
        <a:lstStyle/>
        <a:p>
          <a:pPr>
            <a:buNone/>
          </a:pPr>
          <a:r>
            <a:rPr lang="zh-CN" altLang="en-US" b="1" i="0" dirty="0"/>
            <a:t>关键词</a:t>
          </a:r>
          <a:r>
            <a:rPr lang="zh-CN" altLang="en-US" b="0" i="0" dirty="0"/>
            <a:t>：</a:t>
          </a:r>
        </a:p>
      </dgm:t>
    </dgm:pt>
    <dgm:pt modelId="{D1B9BC6F-BC4F-46B5-B87B-FDBF46A6CA9E}" type="parTrans" cxnId="{A398129B-869D-4427-9E7A-62C932C47888}">
      <dgm:prSet/>
      <dgm:spPr/>
      <dgm:t>
        <a:bodyPr/>
        <a:lstStyle/>
        <a:p>
          <a:endParaRPr lang="zh-CN" altLang="en-US"/>
        </a:p>
      </dgm:t>
    </dgm:pt>
    <dgm:pt modelId="{D3D78CF1-202D-4AC4-8C9B-BCED21F303D1}" type="sibTrans" cxnId="{A398129B-869D-4427-9E7A-62C932C47888}">
      <dgm:prSet/>
      <dgm:spPr/>
      <dgm:t>
        <a:bodyPr/>
        <a:lstStyle/>
        <a:p>
          <a:endParaRPr lang="zh-CN" altLang="en-US"/>
        </a:p>
      </dgm:t>
    </dgm:pt>
    <dgm:pt modelId="{63FDA0E4-EA1C-434D-BDA6-2BB1AD620E4F}">
      <dgm:prSet/>
      <dgm:spPr/>
      <dgm:t>
        <a:bodyPr/>
        <a:lstStyle/>
        <a:p>
          <a:pPr>
            <a:buNone/>
          </a:pPr>
          <a:r>
            <a:rPr lang="zh-CN" altLang="en-US" b="0" i="0" dirty="0"/>
            <a:t>快速响应</a:t>
          </a:r>
        </a:p>
      </dgm:t>
    </dgm:pt>
    <dgm:pt modelId="{97E46832-EF64-4DF7-B6CC-1594632C8C00}" type="parTrans" cxnId="{215F8904-9CC6-4BE1-8A18-5DF741A3F74A}">
      <dgm:prSet/>
      <dgm:spPr/>
      <dgm:t>
        <a:bodyPr/>
        <a:lstStyle/>
        <a:p>
          <a:endParaRPr lang="zh-CN" altLang="en-US"/>
        </a:p>
      </dgm:t>
    </dgm:pt>
    <dgm:pt modelId="{7F22CD4A-BE54-4EB2-8687-54A4D049D195}" type="sibTrans" cxnId="{215F8904-9CC6-4BE1-8A18-5DF741A3F74A}">
      <dgm:prSet/>
      <dgm:spPr/>
      <dgm:t>
        <a:bodyPr/>
        <a:lstStyle/>
        <a:p>
          <a:endParaRPr lang="zh-CN" altLang="en-US"/>
        </a:p>
      </dgm:t>
    </dgm:pt>
    <dgm:pt modelId="{13459637-8523-4E1A-8B73-74AD50F80526}">
      <dgm:prSet/>
      <dgm:spPr/>
      <dgm:t>
        <a:bodyPr/>
        <a:lstStyle/>
        <a:p>
          <a:pPr>
            <a:buNone/>
          </a:pPr>
          <a:r>
            <a:rPr lang="zh-CN" altLang="en-US" b="0" i="0" dirty="0"/>
            <a:t>稳态误差</a:t>
          </a:r>
        </a:p>
      </dgm:t>
    </dgm:pt>
    <dgm:pt modelId="{0AC7F73D-215F-4470-B8EA-78E8F56C08A2}" type="parTrans" cxnId="{D3ED1883-B8E1-4588-B054-BACB446F3FCA}">
      <dgm:prSet/>
      <dgm:spPr/>
      <dgm:t>
        <a:bodyPr/>
        <a:lstStyle/>
        <a:p>
          <a:endParaRPr lang="zh-CN" altLang="en-US"/>
        </a:p>
      </dgm:t>
    </dgm:pt>
    <dgm:pt modelId="{FD553801-1945-470F-A012-E95511C8FA39}" type="sibTrans" cxnId="{D3ED1883-B8E1-4588-B054-BACB446F3FCA}">
      <dgm:prSet/>
      <dgm:spPr/>
      <dgm:t>
        <a:bodyPr/>
        <a:lstStyle/>
        <a:p>
          <a:endParaRPr lang="zh-CN" altLang="en-US"/>
        </a:p>
      </dgm:t>
    </dgm:pt>
    <dgm:pt modelId="{C574F575-5070-4AD2-8B03-29A5DD0DACFE}">
      <dgm:prSet/>
      <dgm:spPr/>
      <dgm:t>
        <a:bodyPr/>
        <a:lstStyle/>
        <a:p>
          <a:pPr>
            <a:buNone/>
          </a:pPr>
          <a:r>
            <a:rPr lang="zh-CN" altLang="en-US" b="0" i="0" dirty="0"/>
            <a:t>比例系数</a:t>
          </a:r>
        </a:p>
      </dgm:t>
    </dgm:pt>
    <dgm:pt modelId="{2E97CC38-FD3F-4F95-B3D1-BFA034706C2A}" type="parTrans" cxnId="{EFC72451-420D-4008-8119-8DB29D426E2A}">
      <dgm:prSet/>
      <dgm:spPr/>
      <dgm:t>
        <a:bodyPr/>
        <a:lstStyle/>
        <a:p>
          <a:endParaRPr lang="zh-CN" altLang="en-US"/>
        </a:p>
      </dgm:t>
    </dgm:pt>
    <dgm:pt modelId="{1E3234D8-88A3-4245-8234-6786F1AFD739}" type="sibTrans" cxnId="{EFC72451-420D-4008-8119-8DB29D426E2A}">
      <dgm:prSet/>
      <dgm:spPr/>
      <dgm:t>
        <a:bodyPr/>
        <a:lstStyle/>
        <a:p>
          <a:endParaRPr lang="zh-CN" altLang="en-US"/>
        </a:p>
      </dgm:t>
    </dgm:pt>
    <dgm:pt modelId="{9E8E901E-1B72-45DC-ACAA-3FD49F42DF37}">
      <dgm:prSet/>
      <dgm:spPr/>
      <dgm:t>
        <a:bodyPr/>
        <a:lstStyle/>
        <a:p>
          <a:pPr>
            <a:buNone/>
          </a:pPr>
          <a:r>
            <a:rPr lang="zh-CN" altLang="en-US" b="0" i="0"/>
            <a:t>电机调速</a:t>
          </a:r>
          <a:endParaRPr lang="zh-CN" altLang="en-US" b="0" i="0" dirty="0"/>
        </a:p>
      </dgm:t>
    </dgm:pt>
    <dgm:pt modelId="{E7DEBF40-9836-492A-9FDA-2A8D34446153}" type="parTrans" cxnId="{7E01A88B-11BA-43D7-9B85-5E90F25F2354}">
      <dgm:prSet/>
      <dgm:spPr/>
      <dgm:t>
        <a:bodyPr/>
        <a:lstStyle/>
        <a:p>
          <a:endParaRPr lang="zh-CN" altLang="en-US"/>
        </a:p>
      </dgm:t>
    </dgm:pt>
    <dgm:pt modelId="{A1439770-4DBB-4773-9B75-32D3A87876D6}" type="sibTrans" cxnId="{7E01A88B-11BA-43D7-9B85-5E90F25F2354}">
      <dgm:prSet/>
      <dgm:spPr/>
      <dgm:t>
        <a:bodyPr/>
        <a:lstStyle/>
        <a:p>
          <a:endParaRPr lang="zh-CN" altLang="en-US"/>
        </a:p>
      </dgm:t>
    </dgm:pt>
    <dgm:pt modelId="{4DE9A416-8F1F-444A-A8EB-F7720A05073A}" type="pres">
      <dgm:prSet presAssocID="{8CD2E5DB-863B-4C72-909B-8B419B7117A4}" presName="theList" presStyleCnt="0">
        <dgm:presLayoutVars>
          <dgm:dir/>
          <dgm:animLvl val="lvl"/>
          <dgm:resizeHandles val="exact"/>
        </dgm:presLayoutVars>
      </dgm:prSet>
      <dgm:spPr/>
    </dgm:pt>
    <dgm:pt modelId="{AFDFF954-3B7B-4505-9ACD-EAE43C9206B7}" type="pres">
      <dgm:prSet presAssocID="{E64E6344-03F3-41EA-B2B3-D9F732B8BD60}" presName="compNode" presStyleCnt="0"/>
      <dgm:spPr/>
    </dgm:pt>
    <dgm:pt modelId="{7AAFABA2-6887-4D65-A261-6AA89E1FAA1C}" type="pres">
      <dgm:prSet presAssocID="{E64E6344-03F3-41EA-B2B3-D9F732B8BD60}" presName="aNode" presStyleLbl="bgShp" presStyleIdx="0" presStyleCnt="2"/>
      <dgm:spPr/>
    </dgm:pt>
    <dgm:pt modelId="{602140E5-2002-4EF4-A164-96E485DE50A3}" type="pres">
      <dgm:prSet presAssocID="{E64E6344-03F3-41EA-B2B3-D9F732B8BD60}" presName="textNode" presStyleLbl="bgShp" presStyleIdx="0" presStyleCnt="2"/>
      <dgm:spPr/>
    </dgm:pt>
    <dgm:pt modelId="{03AEEF93-09FB-4567-9790-10D746F0C562}" type="pres">
      <dgm:prSet presAssocID="{E64E6344-03F3-41EA-B2B3-D9F732B8BD60}" presName="compChildNode" presStyleCnt="0"/>
      <dgm:spPr/>
    </dgm:pt>
    <dgm:pt modelId="{A69D080A-CAB7-4020-A7B3-EDB320BD9A20}" type="pres">
      <dgm:prSet presAssocID="{E64E6344-03F3-41EA-B2B3-D9F732B8BD60}" presName="theInnerList" presStyleCnt="0"/>
      <dgm:spPr/>
    </dgm:pt>
    <dgm:pt modelId="{D1F1BA98-F64B-4C92-8A23-E4BC5D96E6B0}" type="pres">
      <dgm:prSet presAssocID="{D95C8E83-F6A0-4268-AAA7-C0BD3FC34B84}" presName="childNode" presStyleLbl="node1" presStyleIdx="0" presStyleCnt="8">
        <dgm:presLayoutVars>
          <dgm:bulletEnabled val="1"/>
        </dgm:presLayoutVars>
      </dgm:prSet>
      <dgm:spPr/>
    </dgm:pt>
    <dgm:pt modelId="{FAAF8370-2275-4F37-AD64-B92FA22C8536}" type="pres">
      <dgm:prSet presAssocID="{D95C8E83-F6A0-4268-AAA7-C0BD3FC34B84}" presName="aSpace2" presStyleCnt="0"/>
      <dgm:spPr/>
    </dgm:pt>
    <dgm:pt modelId="{39A7C365-41EA-43B8-A9B5-CA3A7009585B}" type="pres">
      <dgm:prSet presAssocID="{BA2B07BB-1966-44C8-99B1-CC6A0E73DF6A}" presName="childNode" presStyleLbl="node1" presStyleIdx="1" presStyleCnt="8">
        <dgm:presLayoutVars>
          <dgm:bulletEnabled val="1"/>
        </dgm:presLayoutVars>
      </dgm:prSet>
      <dgm:spPr/>
    </dgm:pt>
    <dgm:pt modelId="{80DCD8B4-D387-4125-94EB-10F2A41B0C76}" type="pres">
      <dgm:prSet presAssocID="{BA2B07BB-1966-44C8-99B1-CC6A0E73DF6A}" presName="aSpace2" presStyleCnt="0"/>
      <dgm:spPr/>
    </dgm:pt>
    <dgm:pt modelId="{9831184A-D313-4433-AF25-8DCAC700FABC}" type="pres">
      <dgm:prSet presAssocID="{0834CAE3-4C22-48E0-B6CB-788093323B39}" presName="childNode" presStyleLbl="node1" presStyleIdx="2" presStyleCnt="8">
        <dgm:presLayoutVars>
          <dgm:bulletEnabled val="1"/>
        </dgm:presLayoutVars>
      </dgm:prSet>
      <dgm:spPr/>
    </dgm:pt>
    <dgm:pt modelId="{F146851B-027B-4464-97F3-BB5658A1FFB5}" type="pres">
      <dgm:prSet presAssocID="{0834CAE3-4C22-48E0-B6CB-788093323B39}" presName="aSpace2" presStyleCnt="0"/>
      <dgm:spPr/>
    </dgm:pt>
    <dgm:pt modelId="{3287DFB9-B4AD-4F46-96BE-ADB9A218D27A}" type="pres">
      <dgm:prSet presAssocID="{9460E1BD-6986-4660-B25C-EE9F38CB645C}" presName="childNode" presStyleLbl="node1" presStyleIdx="3" presStyleCnt="8">
        <dgm:presLayoutVars>
          <dgm:bulletEnabled val="1"/>
        </dgm:presLayoutVars>
      </dgm:prSet>
      <dgm:spPr/>
    </dgm:pt>
    <dgm:pt modelId="{BA57C08B-B6DD-4FD4-B5D7-ACA97801A477}" type="pres">
      <dgm:prSet presAssocID="{E64E6344-03F3-41EA-B2B3-D9F732B8BD60}" presName="aSpace" presStyleCnt="0"/>
      <dgm:spPr/>
    </dgm:pt>
    <dgm:pt modelId="{39EDEF9E-85EE-4FDA-81F9-2C028559A644}" type="pres">
      <dgm:prSet presAssocID="{493DCBAB-5278-47BC-B7EB-79211E387A05}" presName="compNode" presStyleCnt="0"/>
      <dgm:spPr/>
    </dgm:pt>
    <dgm:pt modelId="{17173D44-8217-4C48-B8E8-3F7FE5E4072C}" type="pres">
      <dgm:prSet presAssocID="{493DCBAB-5278-47BC-B7EB-79211E387A05}" presName="aNode" presStyleLbl="bgShp" presStyleIdx="1" presStyleCnt="2"/>
      <dgm:spPr/>
    </dgm:pt>
    <dgm:pt modelId="{19AC2B39-C7B0-433D-9CD6-3BDB504017CC}" type="pres">
      <dgm:prSet presAssocID="{493DCBAB-5278-47BC-B7EB-79211E387A05}" presName="textNode" presStyleLbl="bgShp" presStyleIdx="1" presStyleCnt="2"/>
      <dgm:spPr/>
    </dgm:pt>
    <dgm:pt modelId="{3EDBEE3C-52D3-4B0B-9F98-7DF7F9656283}" type="pres">
      <dgm:prSet presAssocID="{493DCBAB-5278-47BC-B7EB-79211E387A05}" presName="compChildNode" presStyleCnt="0"/>
      <dgm:spPr/>
    </dgm:pt>
    <dgm:pt modelId="{771585CE-BD76-40AC-83E6-DA1E06BEEE3B}" type="pres">
      <dgm:prSet presAssocID="{493DCBAB-5278-47BC-B7EB-79211E387A05}" presName="theInnerList" presStyleCnt="0"/>
      <dgm:spPr/>
    </dgm:pt>
    <dgm:pt modelId="{1A69C594-8111-443F-B3FF-00B384511EAC}" type="pres">
      <dgm:prSet presAssocID="{63FDA0E4-EA1C-434D-BDA6-2BB1AD620E4F}" presName="childNode" presStyleLbl="node1" presStyleIdx="4" presStyleCnt="8">
        <dgm:presLayoutVars>
          <dgm:bulletEnabled val="1"/>
        </dgm:presLayoutVars>
      </dgm:prSet>
      <dgm:spPr/>
    </dgm:pt>
    <dgm:pt modelId="{3D257E5F-0788-410E-952F-9EC1F9A473C4}" type="pres">
      <dgm:prSet presAssocID="{63FDA0E4-EA1C-434D-BDA6-2BB1AD620E4F}" presName="aSpace2" presStyleCnt="0"/>
      <dgm:spPr/>
    </dgm:pt>
    <dgm:pt modelId="{409B190F-DFB0-4803-939A-772105A8E841}" type="pres">
      <dgm:prSet presAssocID="{13459637-8523-4E1A-8B73-74AD50F80526}" presName="childNode" presStyleLbl="node1" presStyleIdx="5" presStyleCnt="8">
        <dgm:presLayoutVars>
          <dgm:bulletEnabled val="1"/>
        </dgm:presLayoutVars>
      </dgm:prSet>
      <dgm:spPr/>
    </dgm:pt>
    <dgm:pt modelId="{81D4129C-26E5-4D7C-9FE0-6C2FFE7911E1}" type="pres">
      <dgm:prSet presAssocID="{13459637-8523-4E1A-8B73-74AD50F80526}" presName="aSpace2" presStyleCnt="0"/>
      <dgm:spPr/>
    </dgm:pt>
    <dgm:pt modelId="{1D5D0BF1-5D28-43BD-A487-85DF9D513FAD}" type="pres">
      <dgm:prSet presAssocID="{C574F575-5070-4AD2-8B03-29A5DD0DACFE}" presName="childNode" presStyleLbl="node1" presStyleIdx="6" presStyleCnt="8">
        <dgm:presLayoutVars>
          <dgm:bulletEnabled val="1"/>
        </dgm:presLayoutVars>
      </dgm:prSet>
      <dgm:spPr/>
    </dgm:pt>
    <dgm:pt modelId="{D107AC8F-8A43-472D-9975-1E2F73EF473E}" type="pres">
      <dgm:prSet presAssocID="{C574F575-5070-4AD2-8B03-29A5DD0DACFE}" presName="aSpace2" presStyleCnt="0"/>
      <dgm:spPr/>
    </dgm:pt>
    <dgm:pt modelId="{69986619-8371-4E40-B20F-B10E0AB790EB}" type="pres">
      <dgm:prSet presAssocID="{9E8E901E-1B72-45DC-ACAA-3FD49F42DF37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B7FF1B04-97AF-4E36-A616-82C5821507B3}" srcId="{E64E6344-03F3-41EA-B2B3-D9F732B8BD60}" destId="{BA2B07BB-1966-44C8-99B1-CC6A0E73DF6A}" srcOrd="1" destOrd="0" parTransId="{19B4CFF3-63C0-4AE7-9CAE-64E24E02AAF4}" sibTransId="{BB73E8DD-22F4-40D4-9598-CFEBCA1CDC1C}"/>
    <dgm:cxn modelId="{215F8904-9CC6-4BE1-8A18-5DF741A3F74A}" srcId="{493DCBAB-5278-47BC-B7EB-79211E387A05}" destId="{63FDA0E4-EA1C-434D-BDA6-2BB1AD620E4F}" srcOrd="0" destOrd="0" parTransId="{97E46832-EF64-4DF7-B6CC-1594632C8C00}" sibTransId="{7F22CD4A-BE54-4EB2-8687-54A4D049D195}"/>
    <dgm:cxn modelId="{FACBAA0A-4242-4847-A902-DC5645481632}" type="presOf" srcId="{493DCBAB-5278-47BC-B7EB-79211E387A05}" destId="{17173D44-8217-4C48-B8E8-3F7FE5E4072C}" srcOrd="0" destOrd="0" presId="urn:microsoft.com/office/officeart/2005/8/layout/lProcess2"/>
    <dgm:cxn modelId="{429A0A32-35BF-4BD9-8587-37BF99340545}" type="presOf" srcId="{E64E6344-03F3-41EA-B2B3-D9F732B8BD60}" destId="{602140E5-2002-4EF4-A164-96E485DE50A3}" srcOrd="1" destOrd="0" presId="urn:microsoft.com/office/officeart/2005/8/layout/lProcess2"/>
    <dgm:cxn modelId="{448E3E5B-9709-4CAB-98E4-2B2B69DB43A2}" type="presOf" srcId="{9460E1BD-6986-4660-B25C-EE9F38CB645C}" destId="{3287DFB9-B4AD-4F46-96BE-ADB9A218D27A}" srcOrd="0" destOrd="0" presId="urn:microsoft.com/office/officeart/2005/8/layout/lProcess2"/>
    <dgm:cxn modelId="{6E235162-1926-4376-8FB2-D81411C3EDA9}" type="presOf" srcId="{E64E6344-03F3-41EA-B2B3-D9F732B8BD60}" destId="{7AAFABA2-6887-4D65-A261-6AA89E1FAA1C}" srcOrd="0" destOrd="0" presId="urn:microsoft.com/office/officeart/2005/8/layout/lProcess2"/>
    <dgm:cxn modelId="{E7A63E6E-094F-44C1-8284-DCF14F604E6E}" srcId="{E64E6344-03F3-41EA-B2B3-D9F732B8BD60}" destId="{D95C8E83-F6A0-4268-AAA7-C0BD3FC34B84}" srcOrd="0" destOrd="0" parTransId="{608145EB-5688-4ECE-9794-38591543572B}" sibTransId="{1D1260EB-3D51-4E36-AB75-E397CAFF4B01}"/>
    <dgm:cxn modelId="{EFC72451-420D-4008-8119-8DB29D426E2A}" srcId="{493DCBAB-5278-47BC-B7EB-79211E387A05}" destId="{C574F575-5070-4AD2-8B03-29A5DD0DACFE}" srcOrd="2" destOrd="0" parTransId="{2E97CC38-FD3F-4F95-B3D1-BFA034706C2A}" sibTransId="{1E3234D8-88A3-4245-8234-6786F1AFD739}"/>
    <dgm:cxn modelId="{9F728953-24D5-4E04-85AD-E25F7C72A4DF}" type="presOf" srcId="{C574F575-5070-4AD2-8B03-29A5DD0DACFE}" destId="{1D5D0BF1-5D28-43BD-A487-85DF9D513FAD}" srcOrd="0" destOrd="0" presId="urn:microsoft.com/office/officeart/2005/8/layout/lProcess2"/>
    <dgm:cxn modelId="{C22EC153-2B31-464A-8262-9ED50C108904}" type="presOf" srcId="{BA2B07BB-1966-44C8-99B1-CC6A0E73DF6A}" destId="{39A7C365-41EA-43B8-A9B5-CA3A7009585B}" srcOrd="0" destOrd="0" presId="urn:microsoft.com/office/officeart/2005/8/layout/lProcess2"/>
    <dgm:cxn modelId="{7A5B9B82-8C0C-4E06-B5DB-760794CA9B9D}" type="presOf" srcId="{0834CAE3-4C22-48E0-B6CB-788093323B39}" destId="{9831184A-D313-4433-AF25-8DCAC700FABC}" srcOrd="0" destOrd="0" presId="urn:microsoft.com/office/officeart/2005/8/layout/lProcess2"/>
    <dgm:cxn modelId="{D3ED1883-B8E1-4588-B054-BACB446F3FCA}" srcId="{493DCBAB-5278-47BC-B7EB-79211E387A05}" destId="{13459637-8523-4E1A-8B73-74AD50F80526}" srcOrd="1" destOrd="0" parTransId="{0AC7F73D-215F-4470-B8EA-78E8F56C08A2}" sibTransId="{FD553801-1945-470F-A012-E95511C8FA39}"/>
    <dgm:cxn modelId="{71E44083-779A-4BB5-A0EF-B7CC5CFDC5A1}" type="presOf" srcId="{13459637-8523-4E1A-8B73-74AD50F80526}" destId="{409B190F-DFB0-4803-939A-772105A8E841}" srcOrd="0" destOrd="0" presId="urn:microsoft.com/office/officeart/2005/8/layout/lProcess2"/>
    <dgm:cxn modelId="{7E01A88B-11BA-43D7-9B85-5E90F25F2354}" srcId="{493DCBAB-5278-47BC-B7EB-79211E387A05}" destId="{9E8E901E-1B72-45DC-ACAA-3FD49F42DF37}" srcOrd="3" destOrd="0" parTransId="{E7DEBF40-9836-492A-9FDA-2A8D34446153}" sibTransId="{A1439770-4DBB-4773-9B75-32D3A87876D6}"/>
    <dgm:cxn modelId="{333F028F-E162-4A2D-88E4-3F21047663DB}" type="presOf" srcId="{493DCBAB-5278-47BC-B7EB-79211E387A05}" destId="{19AC2B39-C7B0-433D-9CD6-3BDB504017CC}" srcOrd="1" destOrd="0" presId="urn:microsoft.com/office/officeart/2005/8/layout/lProcess2"/>
    <dgm:cxn modelId="{A398129B-869D-4427-9E7A-62C932C47888}" srcId="{8CD2E5DB-863B-4C72-909B-8B419B7117A4}" destId="{493DCBAB-5278-47BC-B7EB-79211E387A05}" srcOrd="1" destOrd="0" parTransId="{D1B9BC6F-BC4F-46B5-B87B-FDBF46A6CA9E}" sibTransId="{D3D78CF1-202D-4AC4-8C9B-BCED21F303D1}"/>
    <dgm:cxn modelId="{5948BC9B-4A06-461F-941E-24565DCA8030}" type="presOf" srcId="{8CD2E5DB-863B-4C72-909B-8B419B7117A4}" destId="{4DE9A416-8F1F-444A-A8EB-F7720A05073A}" srcOrd="0" destOrd="0" presId="urn:microsoft.com/office/officeart/2005/8/layout/lProcess2"/>
    <dgm:cxn modelId="{615C8EC7-72D8-4890-B6A5-7A52B3E67A85}" type="presOf" srcId="{D95C8E83-F6A0-4268-AAA7-C0BD3FC34B84}" destId="{D1F1BA98-F64B-4C92-8A23-E4BC5D96E6B0}" srcOrd="0" destOrd="0" presId="urn:microsoft.com/office/officeart/2005/8/layout/lProcess2"/>
    <dgm:cxn modelId="{872ECDC9-985B-4AA5-A57A-7D9BCD5E9BD2}" type="presOf" srcId="{63FDA0E4-EA1C-434D-BDA6-2BB1AD620E4F}" destId="{1A69C594-8111-443F-B3FF-00B384511EAC}" srcOrd="0" destOrd="0" presId="urn:microsoft.com/office/officeart/2005/8/layout/lProcess2"/>
    <dgm:cxn modelId="{1B9243D4-51CD-4C0F-B320-89C28ED17A59}" srcId="{E64E6344-03F3-41EA-B2B3-D9F732B8BD60}" destId="{9460E1BD-6986-4660-B25C-EE9F38CB645C}" srcOrd="3" destOrd="0" parTransId="{511DD790-241D-44EE-8232-24CEAE11297F}" sibTransId="{56844DF6-2242-4342-BEA9-124B8804F4A6}"/>
    <dgm:cxn modelId="{F226FAEB-2B5A-4E6C-B9D6-D51382796CDC}" type="presOf" srcId="{9E8E901E-1B72-45DC-ACAA-3FD49F42DF37}" destId="{69986619-8371-4E40-B20F-B10E0AB790EB}" srcOrd="0" destOrd="0" presId="urn:microsoft.com/office/officeart/2005/8/layout/lProcess2"/>
    <dgm:cxn modelId="{18323BF4-F478-4162-888A-B6236416D0E0}" srcId="{E64E6344-03F3-41EA-B2B3-D9F732B8BD60}" destId="{0834CAE3-4C22-48E0-B6CB-788093323B39}" srcOrd="2" destOrd="0" parTransId="{57E5D967-CB32-4901-887B-A8974537CF13}" sibTransId="{0DCFBB14-01F4-4987-B67C-66D9CB1587D7}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F46ACE24-6F2F-4A12-B858-3F20D8EEC598}" type="presParOf" srcId="{4DE9A416-8F1F-444A-A8EB-F7720A05073A}" destId="{AFDFF954-3B7B-4505-9ACD-EAE43C9206B7}" srcOrd="0" destOrd="0" presId="urn:microsoft.com/office/officeart/2005/8/layout/lProcess2"/>
    <dgm:cxn modelId="{C5543929-D60B-4ABE-ADCC-66312E7B5C73}" type="presParOf" srcId="{AFDFF954-3B7B-4505-9ACD-EAE43C9206B7}" destId="{7AAFABA2-6887-4D65-A261-6AA89E1FAA1C}" srcOrd="0" destOrd="0" presId="urn:microsoft.com/office/officeart/2005/8/layout/lProcess2"/>
    <dgm:cxn modelId="{327742EA-33E5-4F2E-AA05-85002B2EEE36}" type="presParOf" srcId="{AFDFF954-3B7B-4505-9ACD-EAE43C9206B7}" destId="{602140E5-2002-4EF4-A164-96E485DE50A3}" srcOrd="1" destOrd="0" presId="urn:microsoft.com/office/officeart/2005/8/layout/lProcess2"/>
    <dgm:cxn modelId="{D4962A20-341A-4E1E-80B6-2FE2D799881C}" type="presParOf" srcId="{AFDFF954-3B7B-4505-9ACD-EAE43C9206B7}" destId="{03AEEF93-09FB-4567-9790-10D746F0C562}" srcOrd="2" destOrd="0" presId="urn:microsoft.com/office/officeart/2005/8/layout/lProcess2"/>
    <dgm:cxn modelId="{373EF596-6B64-4D29-9744-085A256C5A1E}" type="presParOf" srcId="{03AEEF93-09FB-4567-9790-10D746F0C562}" destId="{A69D080A-CAB7-4020-A7B3-EDB320BD9A20}" srcOrd="0" destOrd="0" presId="urn:microsoft.com/office/officeart/2005/8/layout/lProcess2"/>
    <dgm:cxn modelId="{28B3BEFC-6F0C-41D6-9CCC-C7A3ABE6FF35}" type="presParOf" srcId="{A69D080A-CAB7-4020-A7B3-EDB320BD9A20}" destId="{D1F1BA98-F64B-4C92-8A23-E4BC5D96E6B0}" srcOrd="0" destOrd="0" presId="urn:microsoft.com/office/officeart/2005/8/layout/lProcess2"/>
    <dgm:cxn modelId="{59314965-7AF8-4A4B-BAF1-B5F02E383F32}" type="presParOf" srcId="{A69D080A-CAB7-4020-A7B3-EDB320BD9A20}" destId="{FAAF8370-2275-4F37-AD64-B92FA22C8536}" srcOrd="1" destOrd="0" presId="urn:microsoft.com/office/officeart/2005/8/layout/lProcess2"/>
    <dgm:cxn modelId="{1CF5E7EA-ACBB-40CF-A0EC-55A2342AD07A}" type="presParOf" srcId="{A69D080A-CAB7-4020-A7B3-EDB320BD9A20}" destId="{39A7C365-41EA-43B8-A9B5-CA3A7009585B}" srcOrd="2" destOrd="0" presId="urn:microsoft.com/office/officeart/2005/8/layout/lProcess2"/>
    <dgm:cxn modelId="{1F1E9D60-D77D-419E-8B25-6D2D684BF565}" type="presParOf" srcId="{A69D080A-CAB7-4020-A7B3-EDB320BD9A20}" destId="{80DCD8B4-D387-4125-94EB-10F2A41B0C76}" srcOrd="3" destOrd="0" presId="urn:microsoft.com/office/officeart/2005/8/layout/lProcess2"/>
    <dgm:cxn modelId="{AFC9B233-C163-4CF4-B45B-2B258D585DC7}" type="presParOf" srcId="{A69D080A-CAB7-4020-A7B3-EDB320BD9A20}" destId="{9831184A-D313-4433-AF25-8DCAC700FABC}" srcOrd="4" destOrd="0" presId="urn:microsoft.com/office/officeart/2005/8/layout/lProcess2"/>
    <dgm:cxn modelId="{FE9EB537-C5D1-4448-BD59-D22E3DCD166C}" type="presParOf" srcId="{A69D080A-CAB7-4020-A7B3-EDB320BD9A20}" destId="{F146851B-027B-4464-97F3-BB5658A1FFB5}" srcOrd="5" destOrd="0" presId="urn:microsoft.com/office/officeart/2005/8/layout/lProcess2"/>
    <dgm:cxn modelId="{4E0802B1-D3D4-4FD1-A0FA-C6BB7BBFA032}" type="presParOf" srcId="{A69D080A-CAB7-4020-A7B3-EDB320BD9A20}" destId="{3287DFB9-B4AD-4F46-96BE-ADB9A218D27A}" srcOrd="6" destOrd="0" presId="urn:microsoft.com/office/officeart/2005/8/layout/lProcess2"/>
    <dgm:cxn modelId="{D40B3F08-2E14-4415-AEDA-DEDF7F22E1E0}" type="presParOf" srcId="{4DE9A416-8F1F-444A-A8EB-F7720A05073A}" destId="{BA57C08B-B6DD-4FD4-B5D7-ACA97801A477}" srcOrd="1" destOrd="0" presId="urn:microsoft.com/office/officeart/2005/8/layout/lProcess2"/>
    <dgm:cxn modelId="{BBABF088-4121-4ECF-AC08-D85F7BE9D859}" type="presParOf" srcId="{4DE9A416-8F1F-444A-A8EB-F7720A05073A}" destId="{39EDEF9E-85EE-4FDA-81F9-2C028559A644}" srcOrd="2" destOrd="0" presId="urn:microsoft.com/office/officeart/2005/8/layout/lProcess2"/>
    <dgm:cxn modelId="{12A7A002-51A9-4272-8907-51E61D0598C9}" type="presParOf" srcId="{39EDEF9E-85EE-4FDA-81F9-2C028559A644}" destId="{17173D44-8217-4C48-B8E8-3F7FE5E4072C}" srcOrd="0" destOrd="0" presId="urn:microsoft.com/office/officeart/2005/8/layout/lProcess2"/>
    <dgm:cxn modelId="{7F30EF69-D029-4472-BC73-336819B12D5E}" type="presParOf" srcId="{39EDEF9E-85EE-4FDA-81F9-2C028559A644}" destId="{19AC2B39-C7B0-433D-9CD6-3BDB504017CC}" srcOrd="1" destOrd="0" presId="urn:microsoft.com/office/officeart/2005/8/layout/lProcess2"/>
    <dgm:cxn modelId="{F3D342E0-AD99-44CC-8391-B3D8786F1142}" type="presParOf" srcId="{39EDEF9E-85EE-4FDA-81F9-2C028559A644}" destId="{3EDBEE3C-52D3-4B0B-9F98-7DF7F9656283}" srcOrd="2" destOrd="0" presId="urn:microsoft.com/office/officeart/2005/8/layout/lProcess2"/>
    <dgm:cxn modelId="{94503566-1EF3-45D4-82D7-6B8274D8ACC4}" type="presParOf" srcId="{3EDBEE3C-52D3-4B0B-9F98-7DF7F9656283}" destId="{771585CE-BD76-40AC-83E6-DA1E06BEEE3B}" srcOrd="0" destOrd="0" presId="urn:microsoft.com/office/officeart/2005/8/layout/lProcess2"/>
    <dgm:cxn modelId="{95700EEC-118E-4B01-8828-7659B05526CE}" type="presParOf" srcId="{771585CE-BD76-40AC-83E6-DA1E06BEEE3B}" destId="{1A69C594-8111-443F-B3FF-00B384511EAC}" srcOrd="0" destOrd="0" presId="urn:microsoft.com/office/officeart/2005/8/layout/lProcess2"/>
    <dgm:cxn modelId="{8A2D2637-046F-4E12-89BC-9AF949D4DB9C}" type="presParOf" srcId="{771585CE-BD76-40AC-83E6-DA1E06BEEE3B}" destId="{3D257E5F-0788-410E-952F-9EC1F9A473C4}" srcOrd="1" destOrd="0" presId="urn:microsoft.com/office/officeart/2005/8/layout/lProcess2"/>
    <dgm:cxn modelId="{C3D58F52-B672-473D-8922-FA8F23B11329}" type="presParOf" srcId="{771585CE-BD76-40AC-83E6-DA1E06BEEE3B}" destId="{409B190F-DFB0-4803-939A-772105A8E841}" srcOrd="2" destOrd="0" presId="urn:microsoft.com/office/officeart/2005/8/layout/lProcess2"/>
    <dgm:cxn modelId="{3BEE1E3E-DDF0-423A-B27D-05B63D07A344}" type="presParOf" srcId="{771585CE-BD76-40AC-83E6-DA1E06BEEE3B}" destId="{81D4129C-26E5-4D7C-9FE0-6C2FFE7911E1}" srcOrd="3" destOrd="0" presId="urn:microsoft.com/office/officeart/2005/8/layout/lProcess2"/>
    <dgm:cxn modelId="{11D2CB3B-88E9-4B3C-B52B-917B9110D91F}" type="presParOf" srcId="{771585CE-BD76-40AC-83E6-DA1E06BEEE3B}" destId="{1D5D0BF1-5D28-43BD-A487-85DF9D513FAD}" srcOrd="4" destOrd="0" presId="urn:microsoft.com/office/officeart/2005/8/layout/lProcess2"/>
    <dgm:cxn modelId="{A10503A8-23C8-4183-901C-3AB797D21562}" type="presParOf" srcId="{771585CE-BD76-40AC-83E6-DA1E06BEEE3B}" destId="{D107AC8F-8A43-472D-9975-1E2F73EF473E}" srcOrd="5" destOrd="0" presId="urn:microsoft.com/office/officeart/2005/8/layout/lProcess2"/>
    <dgm:cxn modelId="{367B6C22-BCBC-4BF5-8C67-114550C6A90D}" type="presParOf" srcId="{771585CE-BD76-40AC-83E6-DA1E06BEEE3B}" destId="{69986619-8371-4E40-B20F-B10E0AB790EB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8A7176-96DD-41A8-AA21-6626CB79F1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AF159644-538E-4830-A14F-B09B2E2BAB7D}">
      <dgm:prSet/>
      <dgm:spPr/>
      <dgm:t>
        <a:bodyPr/>
        <a:lstStyle/>
        <a:p>
          <a:r>
            <a:rPr lang="en-US" b="1" i="0"/>
            <a:t>P</a:t>
          </a:r>
          <a:r>
            <a:rPr lang="zh-CN" b="1" i="0"/>
            <a:t>：比例控制 </a:t>
          </a:r>
          <a:r>
            <a:rPr lang="en-US" b="1" i="0"/>
            <a:t>- "</a:t>
          </a:r>
          <a:r>
            <a:rPr lang="zh-CN" b="1" i="0"/>
            <a:t>看现在</a:t>
          </a:r>
          <a:r>
            <a:rPr lang="en-US" b="1" i="0"/>
            <a:t>"</a:t>
          </a:r>
          <a:endParaRPr lang="zh-CN"/>
        </a:p>
      </dgm:t>
    </dgm:pt>
    <dgm:pt modelId="{72C8C215-6B66-47E3-B0E3-A0DD0ECAA895}" type="parTrans" cxnId="{8CD5EB76-2D87-4308-8977-97205A308F73}">
      <dgm:prSet/>
      <dgm:spPr/>
      <dgm:t>
        <a:bodyPr/>
        <a:lstStyle/>
        <a:p>
          <a:endParaRPr lang="zh-CN" altLang="en-US"/>
        </a:p>
      </dgm:t>
    </dgm:pt>
    <dgm:pt modelId="{DF7AB36D-F6EA-4017-88C1-3105CD8951A9}" type="sibTrans" cxnId="{8CD5EB76-2D87-4308-8977-97205A308F73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D19F6CDC-362F-4EBB-A753-626A29613D17}">
          <dgm:prSet/>
          <dgm:spPr/>
          <dgm:t>
            <a:bodyPr/>
            <a:lstStyle/>
            <a:p>
              <a:r>
                <a:rPr lang="zh-CN" b="0" i="0"/>
                <a:t>控制律：</a:t>
              </a:r>
              <a14:m>
                <m:oMath xmlns:m="http://schemas.openxmlformats.org/officeDocument/2006/math">
                  <m:r>
                    <a:rPr lang="zh-CN" i="1"/>
                    <m:t>𝑢</m:t>
                  </m:r>
                  <m:d>
                    <m:dPr>
                      <m:ctrlPr>
                        <a:rPr lang="zh-CN" i="1"/>
                      </m:ctrlPr>
                    </m:dPr>
                    <m:e>
                      <m:r>
                        <a:rPr lang="zh-CN" i="1"/>
                        <m:t>𝑡</m:t>
                      </m:r>
                    </m:e>
                  </m:d>
                  <m:r>
                    <a:rPr lang="en-US" i="0"/>
                    <m:t>=</m:t>
                  </m:r>
                  <m:sSub>
                    <m:sSubPr>
                      <m:ctrlPr>
                        <a:rPr lang="zh-CN" i="1"/>
                      </m:ctrlPr>
                    </m:sSubPr>
                    <m:e>
                      <m:r>
                        <a:rPr lang="zh-CN" i="1"/>
                        <m:t>𝐾</m:t>
                      </m:r>
                    </m:e>
                    <m:sub>
                      <m:r>
                        <a:rPr lang="zh-CN" i="1"/>
                        <m:t>𝑝</m:t>
                      </m:r>
                    </m:sub>
                  </m:sSub>
                  <m:r>
                    <a:rPr lang="zh-CN" i="0"/>
                    <m:t>⋅</m:t>
                  </m:r>
                  <m:r>
                    <a:rPr lang="zh-CN" i="1"/>
                    <m:t>𝑒</m:t>
                  </m:r>
                  <m:d>
                    <m:dPr>
                      <m:ctrlPr>
                        <a:rPr lang="zh-CN" i="1"/>
                      </m:ctrlPr>
                    </m:dPr>
                    <m:e>
                      <m:r>
                        <a:rPr lang="zh-CN" i="1"/>
                        <m:t>𝑡</m:t>
                      </m:r>
                    </m:e>
                  </m:d>
                </m:oMath>
              </a14:m>
              <a:endParaRPr lang="zh-CN"/>
            </a:p>
          </dgm:t>
        </dgm:pt>
      </mc:Choice>
      <mc:Fallback>
        <dgm:pt modelId="{D19F6CDC-362F-4EBB-A753-626A29613D17}">
          <dgm:prSet/>
          <dgm:spPr/>
          <dgm:t>
            <a:bodyPr/>
            <a:lstStyle/>
            <a:p>
              <a:r>
                <a:rPr lang="zh-CN" b="0" i="0"/>
                <a:t>控制律：</a:t>
              </a:r>
              <a:r>
                <a:rPr lang="zh-CN" i="0"/>
                <a:t>𝑢</a:t>
              </a:r>
              <a:r>
                <a:rPr lang="en-US" altLang="zh-CN" i="0"/>
                <a:t>(</a:t>
              </a:r>
              <a:r>
                <a:rPr lang="zh-CN" i="0"/>
                <a:t>𝑡</a:t>
              </a:r>
              <a:r>
                <a:rPr lang="en-US" altLang="zh-CN" i="0"/>
                <a:t>)</a:t>
              </a:r>
              <a:r>
                <a:rPr lang="en-US" i="0"/>
                <a:t>=</a:t>
              </a:r>
              <a:r>
                <a:rPr lang="zh-CN" i="0"/>
                <a:t>𝐾</a:t>
              </a:r>
              <a:r>
                <a:rPr lang="en-US" altLang="zh-CN" i="0"/>
                <a:t>_</a:t>
              </a:r>
              <a:r>
                <a:rPr lang="zh-CN" i="0"/>
                <a:t>𝑝⋅𝑒</a:t>
              </a:r>
              <a:r>
                <a:rPr lang="en-US" altLang="zh-CN" i="0"/>
                <a:t>(</a:t>
              </a:r>
              <a:r>
                <a:rPr lang="zh-CN" i="0"/>
                <a:t>𝑡</a:t>
              </a:r>
              <a:r>
                <a:rPr lang="en-US" altLang="zh-CN" i="0"/>
                <a:t>)</a:t>
              </a:r>
              <a:endParaRPr lang="zh-CN"/>
            </a:p>
          </dgm:t>
        </dgm:pt>
      </mc:Fallback>
    </mc:AlternateContent>
    <dgm:pt modelId="{C485DE92-F8F7-4ACC-82A8-2B2B898B15E9}" type="parTrans" cxnId="{1A7C34AF-4D97-487A-848B-F485BC9A0BA9}">
      <dgm:prSet/>
      <dgm:spPr/>
      <dgm:t>
        <a:bodyPr/>
        <a:lstStyle/>
        <a:p>
          <a:endParaRPr lang="zh-CN" altLang="en-US"/>
        </a:p>
      </dgm:t>
    </dgm:pt>
    <dgm:pt modelId="{1806E5BB-69EB-49E5-B809-DDF81584AFD5}" type="sibTrans" cxnId="{1A7C34AF-4D97-487A-848B-F485BC9A0BA9}">
      <dgm:prSet/>
      <dgm:spPr/>
      <dgm:t>
        <a:bodyPr/>
        <a:lstStyle/>
        <a:p>
          <a:endParaRPr lang="zh-CN" altLang="en-US"/>
        </a:p>
      </dgm:t>
    </dgm:pt>
    <dgm:pt modelId="{E1188C67-17F8-4769-981F-B1A3A370235C}">
      <dgm:prSet/>
      <dgm:spPr/>
      <dgm:t>
        <a:bodyPr/>
        <a:lstStyle/>
        <a:p>
          <a:r>
            <a:rPr lang="zh-CN" b="0" i="0"/>
            <a:t>核心思想：</a:t>
          </a:r>
          <a:r>
            <a:rPr lang="zh-CN" b="1" i="0"/>
            <a:t>误差有多大，控制就多强</a:t>
          </a:r>
          <a:endParaRPr lang="zh-CN"/>
        </a:p>
      </dgm:t>
    </dgm:pt>
    <dgm:pt modelId="{A38F790C-DC0C-49CF-B088-CBED0C4FAAFB}" type="parTrans" cxnId="{40F8BF74-8FA3-4D4E-8226-0F80D9C8B9F3}">
      <dgm:prSet/>
      <dgm:spPr/>
      <dgm:t>
        <a:bodyPr/>
        <a:lstStyle/>
        <a:p>
          <a:endParaRPr lang="zh-CN" altLang="en-US"/>
        </a:p>
      </dgm:t>
    </dgm:pt>
    <dgm:pt modelId="{41997BF3-3F40-434E-9E6C-5F09F6AEEE8A}" type="sibTrans" cxnId="{40F8BF74-8FA3-4D4E-8226-0F80D9C8B9F3}">
      <dgm:prSet/>
      <dgm:spPr/>
      <dgm:t>
        <a:bodyPr/>
        <a:lstStyle/>
        <a:p>
          <a:endParaRPr lang="zh-CN" altLang="en-US"/>
        </a:p>
      </dgm:t>
    </dgm:pt>
    <dgm:pt modelId="{1CD3EC5C-55C3-44E1-9E16-1F76459809C0}">
      <dgm:prSet/>
      <dgm:spPr/>
      <dgm:t>
        <a:bodyPr/>
        <a:lstStyle/>
        <a:p>
          <a:r>
            <a:rPr lang="zh-CN" b="0" i="0"/>
            <a:t>像条件反射：立即响应，毫不拖延</a:t>
          </a:r>
          <a:endParaRPr lang="zh-CN"/>
        </a:p>
      </dgm:t>
    </dgm:pt>
    <dgm:pt modelId="{1C2FE7FB-4F1D-4EAD-9134-8E6942E69784}" type="parTrans" cxnId="{6DC020E9-BA5F-4E41-9CC7-0D7AB7358FFA}">
      <dgm:prSet/>
      <dgm:spPr/>
      <dgm:t>
        <a:bodyPr/>
        <a:lstStyle/>
        <a:p>
          <a:endParaRPr lang="zh-CN" altLang="en-US"/>
        </a:p>
      </dgm:t>
    </dgm:pt>
    <dgm:pt modelId="{000A0105-1159-4495-9669-C757B0900B5A}" type="sibTrans" cxnId="{6DC020E9-BA5F-4E41-9CC7-0D7AB7358FFA}">
      <dgm:prSet/>
      <dgm:spPr/>
      <dgm:t>
        <a:bodyPr/>
        <a:lstStyle/>
        <a:p>
          <a:endParaRPr lang="zh-CN" altLang="en-US"/>
        </a:p>
      </dgm:t>
    </dgm:pt>
    <dgm:pt modelId="{D5715C7F-34C1-4874-85FD-415B8E280487}">
      <dgm:prSet/>
      <dgm:spPr/>
      <dgm:t>
        <a:bodyPr/>
        <a:lstStyle/>
        <a:p>
          <a:r>
            <a:rPr lang="zh-CN" b="1" i="0"/>
            <a:t>水箱例子中</a:t>
          </a:r>
          <a:r>
            <a:rPr lang="zh-CN" b="0" i="0"/>
            <a:t>：</a:t>
          </a:r>
          <a:endParaRPr lang="zh-CN"/>
        </a:p>
      </dgm:t>
    </dgm:pt>
    <dgm:pt modelId="{79094983-4068-4FDA-9024-EB3C14670FC8}" type="parTrans" cxnId="{3724BA99-05F6-4F0D-BCB2-705ED611BF57}">
      <dgm:prSet/>
      <dgm:spPr/>
      <dgm:t>
        <a:bodyPr/>
        <a:lstStyle/>
        <a:p>
          <a:endParaRPr lang="zh-CN" altLang="en-US"/>
        </a:p>
      </dgm:t>
    </dgm:pt>
    <dgm:pt modelId="{6D6C0020-0162-4BC9-A0D6-2849544239D4}" type="sibTrans" cxnId="{3724BA99-05F6-4F0D-BCB2-705ED611BF57}">
      <dgm:prSet/>
      <dgm:spPr/>
      <dgm:t>
        <a:bodyPr/>
        <a:lstStyle/>
        <a:p>
          <a:endParaRPr lang="zh-CN" altLang="en-US"/>
        </a:p>
      </dgm:t>
    </dgm:pt>
    <dgm:pt modelId="{5E798AC1-4806-4DEA-9257-6331A65ADD35}">
      <dgm:prSet/>
      <dgm:spPr/>
      <dgm:t>
        <a:bodyPr/>
        <a:lstStyle/>
        <a:p>
          <a:r>
            <a:rPr lang="zh-CN" b="0" i="0"/>
            <a:t>水位差</a:t>
          </a:r>
          <a:r>
            <a:rPr lang="en-US" b="0" i="0"/>
            <a:t>0.2m → </a:t>
          </a:r>
          <a:r>
            <a:rPr lang="zh-CN" b="0" i="0"/>
            <a:t>阀门开度增加</a:t>
          </a:r>
          <a:r>
            <a:rPr lang="en-US" b="0" i="0"/>
            <a:t>0.2</a:t>
          </a:r>
          <a:r>
            <a:rPr lang="zh-CN" b="0" i="0"/>
            <a:t>倍</a:t>
          </a:r>
          <a:endParaRPr lang="zh-CN"/>
        </a:p>
      </dgm:t>
    </dgm:pt>
    <dgm:pt modelId="{C04EF123-73AE-450F-ACB2-280DAF949F43}" type="parTrans" cxnId="{CE9603E8-1CE3-48B7-997B-1A92FF08725A}">
      <dgm:prSet/>
      <dgm:spPr/>
      <dgm:t>
        <a:bodyPr/>
        <a:lstStyle/>
        <a:p>
          <a:endParaRPr lang="zh-CN" altLang="en-US"/>
        </a:p>
      </dgm:t>
    </dgm:pt>
    <dgm:pt modelId="{97B606FB-06A7-4A11-BA2B-D45BBB999FF9}" type="sibTrans" cxnId="{CE9603E8-1CE3-48B7-997B-1A92FF08725A}">
      <dgm:prSet/>
      <dgm:spPr/>
      <dgm:t>
        <a:bodyPr/>
        <a:lstStyle/>
        <a:p>
          <a:endParaRPr lang="zh-CN" altLang="en-US"/>
        </a:p>
      </dgm:t>
    </dgm:pt>
    <dgm:pt modelId="{CED89462-7B1F-4751-BE0F-1C60280436A1}">
      <dgm:prSet/>
      <dgm:spPr/>
      <dgm:t>
        <a:bodyPr/>
        <a:lstStyle/>
        <a:p>
          <a:r>
            <a:rPr lang="zh-CN" b="0" i="0"/>
            <a:t>水位差</a:t>
          </a:r>
          <a:r>
            <a:rPr lang="en-US" b="0" i="0"/>
            <a:t>0.5m → </a:t>
          </a:r>
          <a:r>
            <a:rPr lang="zh-CN" b="0" i="0"/>
            <a:t>阀门开度增加</a:t>
          </a:r>
          <a:r>
            <a:rPr lang="en-US" b="0" i="0"/>
            <a:t>0.5</a:t>
          </a:r>
          <a:r>
            <a:rPr lang="zh-CN" b="0" i="0"/>
            <a:t>倍</a:t>
          </a:r>
          <a:endParaRPr lang="zh-CN"/>
        </a:p>
      </dgm:t>
    </dgm:pt>
    <dgm:pt modelId="{8313C709-F012-4DE2-9FE8-4CFD67E56876}" type="parTrans" cxnId="{B23DB6FE-D95E-4396-965D-AF88E0F9A1E8}">
      <dgm:prSet/>
      <dgm:spPr/>
      <dgm:t>
        <a:bodyPr/>
        <a:lstStyle/>
        <a:p>
          <a:endParaRPr lang="zh-CN" altLang="en-US"/>
        </a:p>
      </dgm:t>
    </dgm:pt>
    <dgm:pt modelId="{6D5B8B5D-6C6D-4091-8A49-0E17691688EC}" type="sibTrans" cxnId="{B23DB6FE-D95E-4396-965D-AF88E0F9A1E8}">
      <dgm:prSet/>
      <dgm:spPr/>
      <dgm:t>
        <a:bodyPr/>
        <a:lstStyle/>
        <a:p>
          <a:endParaRPr lang="zh-CN" altLang="en-US"/>
        </a:p>
      </dgm:t>
    </dgm:pt>
    <dgm:pt modelId="{58DB8D12-2268-4388-83C4-12D58D35587D}" type="pres">
      <dgm:prSet presAssocID="{1E8A7176-96DD-41A8-AA21-6626CB79F1AB}" presName="linear" presStyleCnt="0">
        <dgm:presLayoutVars>
          <dgm:animLvl val="lvl"/>
          <dgm:resizeHandles val="exact"/>
        </dgm:presLayoutVars>
      </dgm:prSet>
      <dgm:spPr/>
    </dgm:pt>
    <dgm:pt modelId="{62E0E384-784E-4888-9EBB-27734CC078C5}" type="pres">
      <dgm:prSet presAssocID="{AF159644-538E-4830-A14F-B09B2E2BAB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990D82C-8D6B-450A-B427-179E3A2AE32E}" type="pres">
      <dgm:prSet presAssocID="{AF159644-538E-4830-A14F-B09B2E2BAB7D}" presName="childText" presStyleLbl="revTx" presStyleIdx="0" presStyleCnt="2">
        <dgm:presLayoutVars>
          <dgm:bulletEnabled val="1"/>
        </dgm:presLayoutVars>
      </dgm:prSet>
      <dgm:spPr/>
    </dgm:pt>
    <dgm:pt modelId="{5FCA39BF-2B8A-4526-8648-DD8B50C40FC3}" type="pres">
      <dgm:prSet presAssocID="{D5715C7F-34C1-4874-85FD-415B8E2804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89439F-1F21-40A4-9CA2-D742601A35AD}" type="pres">
      <dgm:prSet presAssocID="{D5715C7F-34C1-4874-85FD-415B8E2804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F5DB027-71CF-4C68-8D97-653BD8F64B2E}" type="presOf" srcId="{D19F6CDC-362F-4EBB-A753-626A29613D17}" destId="{6990D82C-8D6B-450A-B427-179E3A2AE32E}" srcOrd="0" destOrd="0" presId="urn:microsoft.com/office/officeart/2005/8/layout/vList2"/>
    <dgm:cxn modelId="{40F8BF74-8FA3-4D4E-8226-0F80D9C8B9F3}" srcId="{AF159644-538E-4830-A14F-B09B2E2BAB7D}" destId="{E1188C67-17F8-4769-981F-B1A3A370235C}" srcOrd="1" destOrd="0" parTransId="{A38F790C-DC0C-49CF-B088-CBED0C4FAAFB}" sibTransId="{41997BF3-3F40-434E-9E6C-5F09F6AEEE8A}"/>
    <dgm:cxn modelId="{8CD5EB76-2D87-4308-8977-97205A308F73}" srcId="{1E8A7176-96DD-41A8-AA21-6626CB79F1AB}" destId="{AF159644-538E-4830-A14F-B09B2E2BAB7D}" srcOrd="0" destOrd="0" parTransId="{72C8C215-6B66-47E3-B0E3-A0DD0ECAA895}" sibTransId="{DF7AB36D-F6EA-4017-88C1-3105CD8951A9}"/>
    <dgm:cxn modelId="{6C21B181-DC74-4EAD-880A-8AB14549E20C}" type="presOf" srcId="{AF159644-538E-4830-A14F-B09B2E2BAB7D}" destId="{62E0E384-784E-4888-9EBB-27734CC078C5}" srcOrd="0" destOrd="0" presId="urn:microsoft.com/office/officeart/2005/8/layout/vList2"/>
    <dgm:cxn modelId="{3724BA99-05F6-4F0D-BCB2-705ED611BF57}" srcId="{1E8A7176-96DD-41A8-AA21-6626CB79F1AB}" destId="{D5715C7F-34C1-4874-85FD-415B8E280487}" srcOrd="1" destOrd="0" parTransId="{79094983-4068-4FDA-9024-EB3C14670FC8}" sibTransId="{6D6C0020-0162-4BC9-A0D6-2849544239D4}"/>
    <dgm:cxn modelId="{DF69979F-DA7E-449C-8D87-192C58DDDAE6}" type="presOf" srcId="{E1188C67-17F8-4769-981F-B1A3A370235C}" destId="{6990D82C-8D6B-450A-B427-179E3A2AE32E}" srcOrd="0" destOrd="1" presId="urn:microsoft.com/office/officeart/2005/8/layout/vList2"/>
    <dgm:cxn modelId="{C42E5DAD-0410-40A6-861D-DB2EBA84C495}" type="presOf" srcId="{1E8A7176-96DD-41A8-AA21-6626CB79F1AB}" destId="{58DB8D12-2268-4388-83C4-12D58D35587D}" srcOrd="0" destOrd="0" presId="urn:microsoft.com/office/officeart/2005/8/layout/vList2"/>
    <dgm:cxn modelId="{1A7C34AF-4D97-487A-848B-F485BC9A0BA9}" srcId="{AF159644-538E-4830-A14F-B09B2E2BAB7D}" destId="{D19F6CDC-362F-4EBB-A753-626A29613D17}" srcOrd="0" destOrd="0" parTransId="{C485DE92-F8F7-4ACC-82A8-2B2B898B15E9}" sibTransId="{1806E5BB-69EB-49E5-B809-DDF81584AFD5}"/>
    <dgm:cxn modelId="{524510D4-8983-417F-9BC3-153D561AB9C3}" type="presOf" srcId="{D5715C7F-34C1-4874-85FD-415B8E280487}" destId="{5FCA39BF-2B8A-4526-8648-DD8B50C40FC3}" srcOrd="0" destOrd="0" presId="urn:microsoft.com/office/officeart/2005/8/layout/vList2"/>
    <dgm:cxn modelId="{B3CF49DA-82E4-47DE-A41A-478ABE02E2DB}" type="presOf" srcId="{1CD3EC5C-55C3-44E1-9E16-1F76459809C0}" destId="{6990D82C-8D6B-450A-B427-179E3A2AE32E}" srcOrd="0" destOrd="2" presId="urn:microsoft.com/office/officeart/2005/8/layout/vList2"/>
    <dgm:cxn modelId="{D61FE6DB-9675-493B-87F1-0263B7C41F68}" type="presOf" srcId="{CED89462-7B1F-4751-BE0F-1C60280436A1}" destId="{7D89439F-1F21-40A4-9CA2-D742601A35AD}" srcOrd="0" destOrd="1" presId="urn:microsoft.com/office/officeart/2005/8/layout/vList2"/>
    <dgm:cxn modelId="{CE9603E8-1CE3-48B7-997B-1A92FF08725A}" srcId="{D5715C7F-34C1-4874-85FD-415B8E280487}" destId="{5E798AC1-4806-4DEA-9257-6331A65ADD35}" srcOrd="0" destOrd="0" parTransId="{C04EF123-73AE-450F-ACB2-280DAF949F43}" sibTransId="{97B606FB-06A7-4A11-BA2B-D45BBB999FF9}"/>
    <dgm:cxn modelId="{6DC020E9-BA5F-4E41-9CC7-0D7AB7358FFA}" srcId="{AF159644-538E-4830-A14F-B09B2E2BAB7D}" destId="{1CD3EC5C-55C3-44E1-9E16-1F76459809C0}" srcOrd="2" destOrd="0" parTransId="{1C2FE7FB-4F1D-4EAD-9134-8E6942E69784}" sibTransId="{000A0105-1159-4495-9669-C757B0900B5A}"/>
    <dgm:cxn modelId="{470DE8F0-0F9F-4E01-9A82-E5BCE170534D}" type="presOf" srcId="{5E798AC1-4806-4DEA-9257-6331A65ADD35}" destId="{7D89439F-1F21-40A4-9CA2-D742601A35AD}" srcOrd="0" destOrd="0" presId="urn:microsoft.com/office/officeart/2005/8/layout/vList2"/>
    <dgm:cxn modelId="{B23DB6FE-D95E-4396-965D-AF88E0F9A1E8}" srcId="{D5715C7F-34C1-4874-85FD-415B8E280487}" destId="{CED89462-7B1F-4751-BE0F-1C60280436A1}" srcOrd="1" destOrd="0" parTransId="{8313C709-F012-4DE2-9FE8-4CFD67E56876}" sibTransId="{6D5B8B5D-6C6D-4091-8A49-0E17691688EC}"/>
    <dgm:cxn modelId="{53A10AD6-F518-475E-8160-A75F2780650E}" type="presParOf" srcId="{58DB8D12-2268-4388-83C4-12D58D35587D}" destId="{62E0E384-784E-4888-9EBB-27734CC078C5}" srcOrd="0" destOrd="0" presId="urn:microsoft.com/office/officeart/2005/8/layout/vList2"/>
    <dgm:cxn modelId="{4F1B5978-AA8F-43F5-9F46-8C66DB1D5E83}" type="presParOf" srcId="{58DB8D12-2268-4388-83C4-12D58D35587D}" destId="{6990D82C-8D6B-450A-B427-179E3A2AE32E}" srcOrd="1" destOrd="0" presId="urn:microsoft.com/office/officeart/2005/8/layout/vList2"/>
    <dgm:cxn modelId="{CE0514F1-9CF4-47C7-AA53-0BDF58EED1CA}" type="presParOf" srcId="{58DB8D12-2268-4388-83C4-12D58D35587D}" destId="{5FCA39BF-2B8A-4526-8648-DD8B50C40FC3}" srcOrd="2" destOrd="0" presId="urn:microsoft.com/office/officeart/2005/8/layout/vList2"/>
    <dgm:cxn modelId="{6669EC12-90FC-4A1F-83C0-31AD09271F18}" type="presParOf" srcId="{58DB8D12-2268-4388-83C4-12D58D35587D}" destId="{7D89439F-1F21-40A4-9CA2-D742601A35A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8A7176-96DD-41A8-AA21-6626CB79F1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AF159644-538E-4830-A14F-B09B2E2BAB7D}">
      <dgm:prSet/>
      <dgm:spPr/>
      <dgm:t>
        <a:bodyPr/>
        <a:lstStyle/>
        <a:p>
          <a:r>
            <a:rPr lang="en-US" b="1" i="0"/>
            <a:t>P</a:t>
          </a:r>
          <a:r>
            <a:rPr lang="zh-CN" b="1" i="0"/>
            <a:t>：比例控制 </a:t>
          </a:r>
          <a:r>
            <a:rPr lang="en-US" b="1" i="0"/>
            <a:t>- "</a:t>
          </a:r>
          <a:r>
            <a:rPr lang="zh-CN" b="1" i="0"/>
            <a:t>看现在</a:t>
          </a:r>
          <a:r>
            <a:rPr lang="en-US" b="1" i="0"/>
            <a:t>"</a:t>
          </a:r>
          <a:endParaRPr lang="zh-CN"/>
        </a:p>
      </dgm:t>
    </dgm:pt>
    <dgm:pt modelId="{72C8C215-6B66-47E3-B0E3-A0DD0ECAA895}" type="parTrans" cxnId="{8CD5EB76-2D87-4308-8977-97205A308F73}">
      <dgm:prSet/>
      <dgm:spPr/>
      <dgm:t>
        <a:bodyPr/>
        <a:lstStyle/>
        <a:p>
          <a:endParaRPr lang="zh-CN" altLang="en-US"/>
        </a:p>
      </dgm:t>
    </dgm:pt>
    <dgm:pt modelId="{DF7AB36D-F6EA-4017-88C1-3105CD8951A9}" type="sibTrans" cxnId="{8CD5EB76-2D87-4308-8977-97205A308F73}">
      <dgm:prSet/>
      <dgm:spPr/>
      <dgm:t>
        <a:bodyPr/>
        <a:lstStyle/>
        <a:p>
          <a:endParaRPr lang="zh-CN" altLang="en-US"/>
        </a:p>
      </dgm:t>
    </dgm:pt>
    <dgm:pt modelId="{D19F6CDC-362F-4EBB-A753-626A29613D17}">
      <dgm:prSet/>
      <dgm:spPr>
        <a:blipFill>
          <a:blip xmlns:r="http://schemas.openxmlformats.org/officeDocument/2006/relationships" r:embed="rId1"/>
          <a:stretch>
            <a:fillRect l="-483" t="-7614" b="-12183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C485DE92-F8F7-4ACC-82A8-2B2B898B15E9}" type="parTrans" cxnId="{1A7C34AF-4D97-487A-848B-F485BC9A0BA9}">
      <dgm:prSet/>
      <dgm:spPr/>
      <dgm:t>
        <a:bodyPr/>
        <a:lstStyle/>
        <a:p>
          <a:endParaRPr lang="zh-CN" altLang="en-US"/>
        </a:p>
      </dgm:t>
    </dgm:pt>
    <dgm:pt modelId="{1806E5BB-69EB-49E5-B809-DDF81584AFD5}" type="sibTrans" cxnId="{1A7C34AF-4D97-487A-848B-F485BC9A0BA9}">
      <dgm:prSet/>
      <dgm:spPr/>
      <dgm:t>
        <a:bodyPr/>
        <a:lstStyle/>
        <a:p>
          <a:endParaRPr lang="zh-CN" altLang="en-US"/>
        </a:p>
      </dgm:t>
    </dgm:pt>
    <dgm:pt modelId="{E1188C67-17F8-4769-981F-B1A3A370235C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A38F790C-DC0C-49CF-B088-CBED0C4FAAFB}" type="parTrans" cxnId="{40F8BF74-8FA3-4D4E-8226-0F80D9C8B9F3}">
      <dgm:prSet/>
      <dgm:spPr/>
      <dgm:t>
        <a:bodyPr/>
        <a:lstStyle/>
        <a:p>
          <a:endParaRPr lang="zh-CN" altLang="en-US"/>
        </a:p>
      </dgm:t>
    </dgm:pt>
    <dgm:pt modelId="{41997BF3-3F40-434E-9E6C-5F09F6AEEE8A}" type="sibTrans" cxnId="{40F8BF74-8FA3-4D4E-8226-0F80D9C8B9F3}">
      <dgm:prSet/>
      <dgm:spPr/>
      <dgm:t>
        <a:bodyPr/>
        <a:lstStyle/>
        <a:p>
          <a:endParaRPr lang="zh-CN" altLang="en-US"/>
        </a:p>
      </dgm:t>
    </dgm:pt>
    <dgm:pt modelId="{1CD3EC5C-55C3-44E1-9E16-1F76459809C0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1C2FE7FB-4F1D-4EAD-9134-8E6942E69784}" type="parTrans" cxnId="{6DC020E9-BA5F-4E41-9CC7-0D7AB7358FFA}">
      <dgm:prSet/>
      <dgm:spPr/>
      <dgm:t>
        <a:bodyPr/>
        <a:lstStyle/>
        <a:p>
          <a:endParaRPr lang="zh-CN" altLang="en-US"/>
        </a:p>
      </dgm:t>
    </dgm:pt>
    <dgm:pt modelId="{000A0105-1159-4495-9669-C757B0900B5A}" type="sibTrans" cxnId="{6DC020E9-BA5F-4E41-9CC7-0D7AB7358FFA}">
      <dgm:prSet/>
      <dgm:spPr/>
      <dgm:t>
        <a:bodyPr/>
        <a:lstStyle/>
        <a:p>
          <a:endParaRPr lang="zh-CN" altLang="en-US"/>
        </a:p>
      </dgm:t>
    </dgm:pt>
    <dgm:pt modelId="{D5715C7F-34C1-4874-85FD-415B8E280487}">
      <dgm:prSet/>
      <dgm:spPr/>
      <dgm:t>
        <a:bodyPr/>
        <a:lstStyle/>
        <a:p>
          <a:r>
            <a:rPr lang="zh-CN" b="1" i="0"/>
            <a:t>水箱例子中</a:t>
          </a:r>
          <a:r>
            <a:rPr lang="zh-CN" b="0" i="0"/>
            <a:t>：</a:t>
          </a:r>
          <a:endParaRPr lang="zh-CN"/>
        </a:p>
      </dgm:t>
    </dgm:pt>
    <dgm:pt modelId="{79094983-4068-4FDA-9024-EB3C14670FC8}" type="parTrans" cxnId="{3724BA99-05F6-4F0D-BCB2-705ED611BF57}">
      <dgm:prSet/>
      <dgm:spPr/>
      <dgm:t>
        <a:bodyPr/>
        <a:lstStyle/>
        <a:p>
          <a:endParaRPr lang="zh-CN" altLang="en-US"/>
        </a:p>
      </dgm:t>
    </dgm:pt>
    <dgm:pt modelId="{6D6C0020-0162-4BC9-A0D6-2849544239D4}" type="sibTrans" cxnId="{3724BA99-05F6-4F0D-BCB2-705ED611BF57}">
      <dgm:prSet/>
      <dgm:spPr/>
      <dgm:t>
        <a:bodyPr/>
        <a:lstStyle/>
        <a:p>
          <a:endParaRPr lang="zh-CN" altLang="en-US"/>
        </a:p>
      </dgm:t>
    </dgm:pt>
    <dgm:pt modelId="{5E798AC1-4806-4DEA-9257-6331A65ADD35}">
      <dgm:prSet/>
      <dgm:spPr/>
      <dgm:t>
        <a:bodyPr/>
        <a:lstStyle/>
        <a:p>
          <a:r>
            <a:rPr lang="zh-CN" b="0" i="0"/>
            <a:t>水位差</a:t>
          </a:r>
          <a:r>
            <a:rPr lang="en-US" b="0" i="0"/>
            <a:t>0.2m → </a:t>
          </a:r>
          <a:r>
            <a:rPr lang="zh-CN" b="0" i="0"/>
            <a:t>阀门开度增加</a:t>
          </a:r>
          <a:r>
            <a:rPr lang="en-US" b="0" i="0"/>
            <a:t>0.2</a:t>
          </a:r>
          <a:r>
            <a:rPr lang="zh-CN" b="0" i="0"/>
            <a:t>倍</a:t>
          </a:r>
          <a:endParaRPr lang="zh-CN"/>
        </a:p>
      </dgm:t>
    </dgm:pt>
    <dgm:pt modelId="{C04EF123-73AE-450F-ACB2-280DAF949F43}" type="parTrans" cxnId="{CE9603E8-1CE3-48B7-997B-1A92FF08725A}">
      <dgm:prSet/>
      <dgm:spPr/>
      <dgm:t>
        <a:bodyPr/>
        <a:lstStyle/>
        <a:p>
          <a:endParaRPr lang="zh-CN" altLang="en-US"/>
        </a:p>
      </dgm:t>
    </dgm:pt>
    <dgm:pt modelId="{97B606FB-06A7-4A11-BA2B-D45BBB999FF9}" type="sibTrans" cxnId="{CE9603E8-1CE3-48B7-997B-1A92FF08725A}">
      <dgm:prSet/>
      <dgm:spPr/>
      <dgm:t>
        <a:bodyPr/>
        <a:lstStyle/>
        <a:p>
          <a:endParaRPr lang="zh-CN" altLang="en-US"/>
        </a:p>
      </dgm:t>
    </dgm:pt>
    <dgm:pt modelId="{CED89462-7B1F-4751-BE0F-1C60280436A1}">
      <dgm:prSet/>
      <dgm:spPr/>
      <dgm:t>
        <a:bodyPr/>
        <a:lstStyle/>
        <a:p>
          <a:r>
            <a:rPr lang="zh-CN" b="0" i="0"/>
            <a:t>水位差</a:t>
          </a:r>
          <a:r>
            <a:rPr lang="en-US" b="0" i="0"/>
            <a:t>0.5m → </a:t>
          </a:r>
          <a:r>
            <a:rPr lang="zh-CN" b="0" i="0"/>
            <a:t>阀门开度增加</a:t>
          </a:r>
          <a:r>
            <a:rPr lang="en-US" b="0" i="0"/>
            <a:t>0.5</a:t>
          </a:r>
          <a:r>
            <a:rPr lang="zh-CN" b="0" i="0"/>
            <a:t>倍</a:t>
          </a:r>
          <a:endParaRPr lang="zh-CN"/>
        </a:p>
      </dgm:t>
    </dgm:pt>
    <dgm:pt modelId="{8313C709-F012-4DE2-9FE8-4CFD67E56876}" type="parTrans" cxnId="{B23DB6FE-D95E-4396-965D-AF88E0F9A1E8}">
      <dgm:prSet/>
      <dgm:spPr/>
      <dgm:t>
        <a:bodyPr/>
        <a:lstStyle/>
        <a:p>
          <a:endParaRPr lang="zh-CN" altLang="en-US"/>
        </a:p>
      </dgm:t>
    </dgm:pt>
    <dgm:pt modelId="{6D5B8B5D-6C6D-4091-8A49-0E17691688EC}" type="sibTrans" cxnId="{B23DB6FE-D95E-4396-965D-AF88E0F9A1E8}">
      <dgm:prSet/>
      <dgm:spPr/>
      <dgm:t>
        <a:bodyPr/>
        <a:lstStyle/>
        <a:p>
          <a:endParaRPr lang="zh-CN" altLang="en-US"/>
        </a:p>
      </dgm:t>
    </dgm:pt>
    <dgm:pt modelId="{58DB8D12-2268-4388-83C4-12D58D35587D}" type="pres">
      <dgm:prSet presAssocID="{1E8A7176-96DD-41A8-AA21-6626CB79F1AB}" presName="linear" presStyleCnt="0">
        <dgm:presLayoutVars>
          <dgm:animLvl val="lvl"/>
          <dgm:resizeHandles val="exact"/>
        </dgm:presLayoutVars>
      </dgm:prSet>
      <dgm:spPr/>
    </dgm:pt>
    <dgm:pt modelId="{62E0E384-784E-4888-9EBB-27734CC078C5}" type="pres">
      <dgm:prSet presAssocID="{AF159644-538E-4830-A14F-B09B2E2BAB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990D82C-8D6B-450A-B427-179E3A2AE32E}" type="pres">
      <dgm:prSet presAssocID="{AF159644-538E-4830-A14F-B09B2E2BAB7D}" presName="childText" presStyleLbl="revTx" presStyleIdx="0" presStyleCnt="2">
        <dgm:presLayoutVars>
          <dgm:bulletEnabled val="1"/>
        </dgm:presLayoutVars>
      </dgm:prSet>
      <dgm:spPr/>
    </dgm:pt>
    <dgm:pt modelId="{5FCA39BF-2B8A-4526-8648-DD8B50C40FC3}" type="pres">
      <dgm:prSet presAssocID="{D5715C7F-34C1-4874-85FD-415B8E2804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89439F-1F21-40A4-9CA2-D742601A35AD}" type="pres">
      <dgm:prSet presAssocID="{D5715C7F-34C1-4874-85FD-415B8E2804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F5DB027-71CF-4C68-8D97-653BD8F64B2E}" type="presOf" srcId="{D19F6CDC-362F-4EBB-A753-626A29613D17}" destId="{6990D82C-8D6B-450A-B427-179E3A2AE32E}" srcOrd="0" destOrd="0" presId="urn:microsoft.com/office/officeart/2005/8/layout/vList2"/>
    <dgm:cxn modelId="{40F8BF74-8FA3-4D4E-8226-0F80D9C8B9F3}" srcId="{AF159644-538E-4830-A14F-B09B2E2BAB7D}" destId="{E1188C67-17F8-4769-981F-B1A3A370235C}" srcOrd="1" destOrd="0" parTransId="{A38F790C-DC0C-49CF-B088-CBED0C4FAAFB}" sibTransId="{41997BF3-3F40-434E-9E6C-5F09F6AEEE8A}"/>
    <dgm:cxn modelId="{8CD5EB76-2D87-4308-8977-97205A308F73}" srcId="{1E8A7176-96DD-41A8-AA21-6626CB79F1AB}" destId="{AF159644-538E-4830-A14F-B09B2E2BAB7D}" srcOrd="0" destOrd="0" parTransId="{72C8C215-6B66-47E3-B0E3-A0DD0ECAA895}" sibTransId="{DF7AB36D-F6EA-4017-88C1-3105CD8951A9}"/>
    <dgm:cxn modelId="{6C21B181-DC74-4EAD-880A-8AB14549E20C}" type="presOf" srcId="{AF159644-538E-4830-A14F-B09B2E2BAB7D}" destId="{62E0E384-784E-4888-9EBB-27734CC078C5}" srcOrd="0" destOrd="0" presId="urn:microsoft.com/office/officeart/2005/8/layout/vList2"/>
    <dgm:cxn modelId="{3724BA99-05F6-4F0D-BCB2-705ED611BF57}" srcId="{1E8A7176-96DD-41A8-AA21-6626CB79F1AB}" destId="{D5715C7F-34C1-4874-85FD-415B8E280487}" srcOrd="1" destOrd="0" parTransId="{79094983-4068-4FDA-9024-EB3C14670FC8}" sibTransId="{6D6C0020-0162-4BC9-A0D6-2849544239D4}"/>
    <dgm:cxn modelId="{DF69979F-DA7E-449C-8D87-192C58DDDAE6}" type="presOf" srcId="{E1188C67-17F8-4769-981F-B1A3A370235C}" destId="{6990D82C-8D6B-450A-B427-179E3A2AE32E}" srcOrd="0" destOrd="1" presId="urn:microsoft.com/office/officeart/2005/8/layout/vList2"/>
    <dgm:cxn modelId="{C42E5DAD-0410-40A6-861D-DB2EBA84C495}" type="presOf" srcId="{1E8A7176-96DD-41A8-AA21-6626CB79F1AB}" destId="{58DB8D12-2268-4388-83C4-12D58D35587D}" srcOrd="0" destOrd="0" presId="urn:microsoft.com/office/officeart/2005/8/layout/vList2"/>
    <dgm:cxn modelId="{1A7C34AF-4D97-487A-848B-F485BC9A0BA9}" srcId="{AF159644-538E-4830-A14F-B09B2E2BAB7D}" destId="{D19F6CDC-362F-4EBB-A753-626A29613D17}" srcOrd="0" destOrd="0" parTransId="{C485DE92-F8F7-4ACC-82A8-2B2B898B15E9}" sibTransId="{1806E5BB-69EB-49E5-B809-DDF81584AFD5}"/>
    <dgm:cxn modelId="{524510D4-8983-417F-9BC3-153D561AB9C3}" type="presOf" srcId="{D5715C7F-34C1-4874-85FD-415B8E280487}" destId="{5FCA39BF-2B8A-4526-8648-DD8B50C40FC3}" srcOrd="0" destOrd="0" presId="urn:microsoft.com/office/officeart/2005/8/layout/vList2"/>
    <dgm:cxn modelId="{B3CF49DA-82E4-47DE-A41A-478ABE02E2DB}" type="presOf" srcId="{1CD3EC5C-55C3-44E1-9E16-1F76459809C0}" destId="{6990D82C-8D6B-450A-B427-179E3A2AE32E}" srcOrd="0" destOrd="2" presId="urn:microsoft.com/office/officeart/2005/8/layout/vList2"/>
    <dgm:cxn modelId="{D61FE6DB-9675-493B-87F1-0263B7C41F68}" type="presOf" srcId="{CED89462-7B1F-4751-BE0F-1C60280436A1}" destId="{7D89439F-1F21-40A4-9CA2-D742601A35AD}" srcOrd="0" destOrd="1" presId="urn:microsoft.com/office/officeart/2005/8/layout/vList2"/>
    <dgm:cxn modelId="{CE9603E8-1CE3-48B7-997B-1A92FF08725A}" srcId="{D5715C7F-34C1-4874-85FD-415B8E280487}" destId="{5E798AC1-4806-4DEA-9257-6331A65ADD35}" srcOrd="0" destOrd="0" parTransId="{C04EF123-73AE-450F-ACB2-280DAF949F43}" sibTransId="{97B606FB-06A7-4A11-BA2B-D45BBB999FF9}"/>
    <dgm:cxn modelId="{6DC020E9-BA5F-4E41-9CC7-0D7AB7358FFA}" srcId="{AF159644-538E-4830-A14F-B09B2E2BAB7D}" destId="{1CD3EC5C-55C3-44E1-9E16-1F76459809C0}" srcOrd="2" destOrd="0" parTransId="{1C2FE7FB-4F1D-4EAD-9134-8E6942E69784}" sibTransId="{000A0105-1159-4495-9669-C757B0900B5A}"/>
    <dgm:cxn modelId="{470DE8F0-0F9F-4E01-9A82-E5BCE170534D}" type="presOf" srcId="{5E798AC1-4806-4DEA-9257-6331A65ADD35}" destId="{7D89439F-1F21-40A4-9CA2-D742601A35AD}" srcOrd="0" destOrd="0" presId="urn:microsoft.com/office/officeart/2005/8/layout/vList2"/>
    <dgm:cxn modelId="{B23DB6FE-D95E-4396-965D-AF88E0F9A1E8}" srcId="{D5715C7F-34C1-4874-85FD-415B8E280487}" destId="{CED89462-7B1F-4751-BE0F-1C60280436A1}" srcOrd="1" destOrd="0" parTransId="{8313C709-F012-4DE2-9FE8-4CFD67E56876}" sibTransId="{6D5B8B5D-6C6D-4091-8A49-0E17691688EC}"/>
    <dgm:cxn modelId="{53A10AD6-F518-475E-8160-A75F2780650E}" type="presParOf" srcId="{58DB8D12-2268-4388-83C4-12D58D35587D}" destId="{62E0E384-784E-4888-9EBB-27734CC078C5}" srcOrd="0" destOrd="0" presId="urn:microsoft.com/office/officeart/2005/8/layout/vList2"/>
    <dgm:cxn modelId="{4F1B5978-AA8F-43F5-9F46-8C66DB1D5E83}" type="presParOf" srcId="{58DB8D12-2268-4388-83C4-12D58D35587D}" destId="{6990D82C-8D6B-450A-B427-179E3A2AE32E}" srcOrd="1" destOrd="0" presId="urn:microsoft.com/office/officeart/2005/8/layout/vList2"/>
    <dgm:cxn modelId="{CE0514F1-9CF4-47C7-AA53-0BDF58EED1CA}" type="presParOf" srcId="{58DB8D12-2268-4388-83C4-12D58D35587D}" destId="{5FCA39BF-2B8A-4526-8648-DD8B50C40FC3}" srcOrd="2" destOrd="0" presId="urn:microsoft.com/office/officeart/2005/8/layout/vList2"/>
    <dgm:cxn modelId="{6669EC12-90FC-4A1F-83C0-31AD09271F18}" type="presParOf" srcId="{58DB8D12-2268-4388-83C4-12D58D35587D}" destId="{7D89439F-1F21-40A4-9CA2-D742601A35A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08453E-8B7A-49BF-8BB2-EE45794009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C401A84-983F-4709-A9EB-69F68D3A9133}">
      <dgm:prSet/>
      <dgm:spPr/>
      <dgm:t>
        <a:bodyPr/>
        <a:lstStyle/>
        <a:p>
          <a:r>
            <a:rPr lang="zh-CN" b="0">
              <a:latin typeface="微软雅黑" panose="020B0503020204020204" pitchFamily="34" charset="-122"/>
              <a:ea typeface="微软雅黑" panose="020B0503020204020204" pitchFamily="34" charset="-122"/>
            </a:rPr>
            <a:t>设想的控制场景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42A9133-4CBB-4845-B86E-BB089FA201BA}" type="parTrans" cxnId="{12E2F94B-79E8-42B7-B641-ECED85A38BD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CF6345-9067-4812-A16E-9198B25210FD}" type="sibTrans" cxnId="{12E2F94B-79E8-42B7-B641-ECED85A38BD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2FB8D-8246-457A-981C-673797803C38}">
      <dgm:prSet/>
      <dgm:spPr/>
      <dgm:t>
        <a:bodyPr/>
        <a:lstStyle/>
        <a:p>
          <a:r>
            <a:rPr lang="zh-CN" b="0">
              <a:latin typeface="微软雅黑" panose="020B0503020204020204" pitchFamily="34" charset="-122"/>
              <a:ea typeface="微软雅黑" panose="020B0503020204020204" pitchFamily="34" charset="-122"/>
            </a:rPr>
            <a:t>目标转速：</a:t>
          </a:r>
          <a:r>
            <a:rPr lang="en-US" b="0">
              <a:latin typeface="微软雅黑" panose="020B0503020204020204" pitchFamily="34" charset="-122"/>
              <a:ea typeface="微软雅黑" panose="020B0503020204020204" pitchFamily="34" charset="-122"/>
            </a:rPr>
            <a:t>1000 RPM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3D8C04-2BF1-4363-932C-A69743090BE8}" type="parTrans" cxnId="{CF53585B-F9B7-4618-80A6-E47FE34C82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8AAF88-73F5-4A15-9711-5C5836C6AE69}" type="sibTrans" cxnId="{CF53585B-F9B7-4618-80A6-E47FE34C82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40DC4B4-22F3-450E-A751-825336389BAE}">
      <dgm:prSet/>
      <dgm:spPr/>
      <dgm:t>
        <a:bodyPr/>
        <a:lstStyle/>
        <a:p>
          <a:r>
            <a:rPr lang="zh-CN" b="0" dirty="0">
              <a:latin typeface="微软雅黑" panose="020B0503020204020204" pitchFamily="34" charset="-122"/>
              <a:ea typeface="微软雅黑" panose="020B0503020204020204" pitchFamily="34" charset="-122"/>
            </a:rPr>
            <a:t>当前转速：</a:t>
          </a:r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800 RPM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129629-B436-4B95-B3EE-D29CFE6EE1C3}" type="parTrans" cxnId="{D855F187-E38C-48A0-AEEE-6E43E7E42B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C031D7-6BD4-4C8B-AEF2-EB3245BCD85D}" type="sibTrans" cxnId="{D855F187-E38C-48A0-AEEE-6E43E7E42B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86CA2D-CEF7-4D9A-B25E-36C60316875E}">
      <dgm:prSet/>
      <dgm:spPr/>
      <dgm:t>
        <a:bodyPr/>
        <a:lstStyle/>
        <a:p>
          <a:r>
            <a:rPr lang="zh-CN" b="0" dirty="0">
              <a:latin typeface="微软雅黑" panose="020B0503020204020204" pitchFamily="34" charset="-122"/>
              <a:ea typeface="微软雅黑" panose="020B0503020204020204" pitchFamily="34" charset="-122"/>
            </a:rPr>
            <a:t>误差：</a:t>
          </a:r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200 RPM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75B58A-B95E-40C2-A07D-7BBC388CDEAF}" type="parTrans" cxnId="{8567D4A8-75D5-4093-9590-B4F7BD35034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92490D1-6B05-48A7-86DF-FBC6874AC283}" type="sibTrans" cxnId="{8567D4A8-75D5-4093-9590-B4F7BD35034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23F26E9-E0DE-40A1-994B-052A3EAB089E}">
      <dgm:prSet/>
      <dgm:spPr/>
      <dgm:t>
        <a:bodyPr/>
        <a:lstStyle/>
        <a:p>
          <a:r>
            <a:rPr lang="en-US" b="0" dirty="0" err="1">
              <a:latin typeface="微软雅黑" panose="020B0503020204020204" pitchFamily="34" charset="-122"/>
              <a:ea typeface="微软雅黑" panose="020B0503020204020204" pitchFamily="34" charset="-122"/>
            </a:rPr>
            <a:t>Kp</a:t>
          </a:r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 = 0.05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26DA4B-32F9-4C6B-ADEB-A45DB53BDA2F}" type="parTrans" cxnId="{B5475CA1-B2C0-47F8-BED7-9D9198E002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4505A2-3108-4011-B143-30C5DBB41405}" type="sibTrans" cxnId="{B5475CA1-B2C0-47F8-BED7-9D9198E002F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906EEB-6D4D-493B-BEB0-3120C976197E}">
      <dgm:prSet/>
      <dgm:spPr/>
      <dgm:t>
        <a:bodyPr/>
        <a:lstStyle/>
        <a:p>
          <a:r>
            <a: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纯比例</a:t>
          </a:r>
          <a:r>
            <a:rPr lang="zh-CN" b="0" dirty="0">
              <a:latin typeface="微软雅黑" panose="020B0503020204020204" pitchFamily="34" charset="-122"/>
              <a:ea typeface="微软雅黑" panose="020B0503020204020204" pitchFamily="34" charset="-122"/>
            </a:rPr>
            <a:t>控制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D73E6C-C25F-4073-AAB9-A194E3413862}" type="parTrans" cxnId="{CE105C31-2AC5-4F42-9C04-ED1084FFAEC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B31E2A-09C5-4302-822A-859992B40CA4}" type="sibTrans" cxnId="{CE105C31-2AC5-4F42-9C04-ED1084FFAEC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CD27F8-4D09-423C-A9BF-D715399B8803}">
      <dgm:prSet/>
      <dgm:spPr/>
      <dgm:t>
        <a:bodyPr/>
        <a:lstStyle/>
        <a:p>
          <a:r>
            <a:rPr lang="zh-CN" b="0" dirty="0">
              <a:latin typeface="微软雅黑" panose="020B0503020204020204" pitchFamily="34" charset="-122"/>
              <a:ea typeface="微软雅黑" panose="020B0503020204020204" pitchFamily="34" charset="-122"/>
            </a:rPr>
            <a:t>输出 </a:t>
          </a:r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= 0.05 × 200 = 10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CEA9AE-24FF-4B6B-8967-46A0EBFE151E}" type="parTrans" cxnId="{836BB4F2-2F9A-4EBC-9D4C-E288320EE4C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14EA47-8234-4701-971C-65A3A9338CA5}" type="sibTrans" cxnId="{836BB4F2-2F9A-4EBC-9D4C-E288320EE4C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377BFC-DDBC-4DE0-83B0-CAA82195A984}">
      <dgm:prSet/>
      <dgm:spPr/>
      <dgm:t>
        <a:bodyPr/>
        <a:lstStyle/>
        <a:p>
          <a:pPr>
            <a:buNone/>
          </a:pPr>
          <a:r>
            <a:rPr lang="zh-CN" altLang="en-US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实际效果</a:t>
          </a:r>
          <a:r>
            <a:rPr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CFBC968-A9F3-4746-83FC-F0CFB6DF0C01}" type="parTrans" cxnId="{0CAB05AC-D1BB-40C4-A5D1-05F2F25F51D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40CE0B-8323-4631-AC40-D4C5244B9F3A}" type="sibTrans" cxnId="{0CAB05AC-D1BB-40C4-A5D1-05F2F25F51D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7E8A9D-0CD2-41C2-B57D-A9ECD83727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 dirty="0">
              <a:latin typeface="微软雅黑" panose="020B0503020204020204" pitchFamily="34" charset="-122"/>
              <a:ea typeface="微软雅黑" panose="020B0503020204020204" pitchFamily="34" charset="-122"/>
            </a:rPr>
            <a:t>快速响应</a:t>
          </a:r>
          <a:r>
            <a:rPr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</a:rPr>
            <a:t>：转速差大时，立即增加功率</a:t>
          </a:r>
        </a:p>
      </dgm:t>
    </dgm:pt>
    <dgm:pt modelId="{84D49A9D-989C-41FC-816B-56329D5AF034}" type="parTrans" cxnId="{1848F707-BAB9-4085-AE07-A6DDC8E9149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2D96F2-FBDC-467B-874C-2ACD03B8D00E}" type="sibTrans" cxnId="{1848F707-BAB9-4085-AE07-A6DDC8E91496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96714A-BBE6-4153-8C19-48762EB2FA8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自然减速</a:t>
          </a:r>
          <a:r>
            <a:rPr lang="zh-CN" altLang="en-US" b="0" i="0">
              <a:latin typeface="微软雅黑" panose="020B0503020204020204" pitchFamily="34" charset="-122"/>
              <a:ea typeface="微软雅黑" panose="020B0503020204020204" pitchFamily="34" charset="-122"/>
            </a:rPr>
            <a:t>：接近目标时，功率自动减小</a:t>
          </a:r>
        </a:p>
      </dgm:t>
    </dgm:pt>
    <dgm:pt modelId="{9CEF7919-69C0-4EFC-BEBD-9C76910F2358}" type="parTrans" cxnId="{6E0269C5-DC1C-4F25-8ABB-DDCD1C64B2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5C0B63-7ED0-4814-8C17-9E6F68B36427}" type="sibTrans" cxnId="{6E0269C5-DC1C-4F25-8ABB-DDCD1C64B2E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171F400-49AF-4AB6-8706-C9ACEE8E95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>
              <a:latin typeface="微软雅黑" panose="020B0503020204020204" pitchFamily="34" charset="-122"/>
              <a:ea typeface="微软雅黑" panose="020B0503020204020204" pitchFamily="34" charset="-122"/>
            </a:rPr>
            <a:t>但</a:t>
          </a:r>
          <a:r>
            <a:rPr lang="en-US" altLang="zh-CN" b="1" i="0">
              <a:latin typeface="微软雅黑" panose="020B0503020204020204" pitchFamily="34" charset="-122"/>
              <a:ea typeface="微软雅黑" panose="020B0503020204020204" pitchFamily="34" charset="-122"/>
            </a:rPr>
            <a:t>...</a:t>
          </a:r>
          <a:r>
            <a:rPr lang="zh-CN" altLang="en-US" b="0" i="0">
              <a:latin typeface="微软雅黑" panose="020B0503020204020204" pitchFamily="34" charset="-122"/>
              <a:ea typeface="微软雅黑" panose="020B0503020204020204" pitchFamily="34" charset="-122"/>
            </a:rPr>
            <a:t>：负载变化时，转速无法保持精确</a:t>
          </a:r>
        </a:p>
      </dgm:t>
    </dgm:pt>
    <dgm:pt modelId="{70A381DA-CFD7-409D-B54C-2A9E7AB61D89}" type="parTrans" cxnId="{4073D00D-7FF7-4669-B156-C03FE63C3F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355F5E-7B99-4360-A9ED-F899EBD74029}" type="sibTrans" cxnId="{4073D00D-7FF7-4669-B156-C03FE63C3F9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07B21C-6490-45F2-AC56-595EBCC2B37E}">
      <dgm:prSet/>
      <dgm:spPr/>
      <dgm:t>
        <a:bodyPr/>
        <a:lstStyle/>
        <a:p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PWM</a:t>
          </a:r>
          <a:r>
            <a:rPr lang="zh-CN" b="0" dirty="0">
              <a:latin typeface="微软雅黑" panose="020B0503020204020204" pitchFamily="34" charset="-122"/>
              <a:ea typeface="微软雅黑" panose="020B0503020204020204" pitchFamily="34" charset="-122"/>
            </a:rPr>
            <a:t>占空比增加</a:t>
          </a:r>
          <a:r>
            <a:rPr lang="en-US" b="0" dirty="0">
              <a:latin typeface="微软雅黑" panose="020B0503020204020204" pitchFamily="34" charset="-122"/>
              <a:ea typeface="微软雅黑" panose="020B0503020204020204" pitchFamily="34" charset="-122"/>
            </a:rPr>
            <a:t>10%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571C3D5-1C18-4C9F-BA21-5B2A61480D41}" type="parTrans" cxnId="{EEE21BF1-D542-4087-BDC6-983F9FD70F5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88FD28-ECD3-4C0F-AA44-CB85552D8F16}" type="sibTrans" cxnId="{EEE21BF1-D542-4087-BDC6-983F9FD70F5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2A3035-4E80-49CD-AA19-F0AB4139995D}" type="pres">
      <dgm:prSet presAssocID="{0108453E-8B7A-49BF-8BB2-EE457940093E}" presName="linear" presStyleCnt="0">
        <dgm:presLayoutVars>
          <dgm:animLvl val="lvl"/>
          <dgm:resizeHandles val="exact"/>
        </dgm:presLayoutVars>
      </dgm:prSet>
      <dgm:spPr/>
    </dgm:pt>
    <dgm:pt modelId="{2B0B7F7B-4E66-46E1-8A5C-34C48F02172A}" type="pres">
      <dgm:prSet presAssocID="{9C401A84-983F-4709-A9EB-69F68D3A91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AE29D2-87BA-4836-B2F2-FF240A8BEC72}" type="pres">
      <dgm:prSet presAssocID="{9C401A84-983F-4709-A9EB-69F68D3A9133}" presName="childText" presStyleLbl="revTx" presStyleIdx="0" presStyleCnt="3">
        <dgm:presLayoutVars>
          <dgm:bulletEnabled val="1"/>
        </dgm:presLayoutVars>
      </dgm:prSet>
      <dgm:spPr/>
    </dgm:pt>
    <dgm:pt modelId="{C3FB13BF-66B9-45AA-AF19-087505A9C356}" type="pres">
      <dgm:prSet presAssocID="{8D906EEB-6D4D-493B-BEB0-3120C97619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AA64D21-40C9-4C45-A962-708A1A826928}" type="pres">
      <dgm:prSet presAssocID="{8D906EEB-6D4D-493B-BEB0-3120C976197E}" presName="childText" presStyleLbl="revTx" presStyleIdx="1" presStyleCnt="3">
        <dgm:presLayoutVars>
          <dgm:bulletEnabled val="1"/>
        </dgm:presLayoutVars>
      </dgm:prSet>
      <dgm:spPr/>
    </dgm:pt>
    <dgm:pt modelId="{48DDB438-61D8-46E5-800D-F83FD0728A7B}" type="pres">
      <dgm:prSet presAssocID="{B2377BFC-DDBC-4DE0-83B0-CAA82195A98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E086CA-13B1-44D0-9923-F9DA0478E118}" type="pres">
      <dgm:prSet presAssocID="{B2377BFC-DDBC-4DE0-83B0-CAA82195A98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3D85B01-006A-4DD5-8857-678DEB100FE2}" type="presOf" srcId="{79B2FB8D-8246-457A-981C-673797803C38}" destId="{92AE29D2-87BA-4836-B2F2-FF240A8BEC72}" srcOrd="0" destOrd="0" presId="urn:microsoft.com/office/officeart/2005/8/layout/vList2"/>
    <dgm:cxn modelId="{1848F707-BAB9-4085-AE07-A6DDC8E91496}" srcId="{B2377BFC-DDBC-4DE0-83B0-CAA82195A984}" destId="{AB7E8A9D-0CD2-41C2-B57D-A9ECD837272F}" srcOrd="0" destOrd="0" parTransId="{84D49A9D-989C-41FC-816B-56329D5AF034}" sibTransId="{E42D96F2-FBDC-467B-874C-2ACD03B8D00E}"/>
    <dgm:cxn modelId="{4073D00D-7FF7-4669-B156-C03FE63C3F9C}" srcId="{B2377BFC-DDBC-4DE0-83B0-CAA82195A984}" destId="{B171F400-49AF-4AB6-8706-C9ACEE8E95A0}" srcOrd="2" destOrd="0" parTransId="{70A381DA-CFD7-409D-B54C-2A9E7AB61D89}" sibTransId="{FF355F5E-7B99-4360-A9ED-F899EBD74029}"/>
    <dgm:cxn modelId="{7A6CBD20-024A-49DB-BB45-D8CB69672E8C}" type="presOf" srcId="{C907B21C-6490-45F2-AC56-595EBCC2B37E}" destId="{2AA64D21-40C9-4C45-A962-708A1A826928}" srcOrd="0" destOrd="1" presId="urn:microsoft.com/office/officeart/2005/8/layout/vList2"/>
    <dgm:cxn modelId="{CE105C31-2AC5-4F42-9C04-ED1084FFAEC1}" srcId="{0108453E-8B7A-49BF-8BB2-EE457940093E}" destId="{8D906EEB-6D4D-493B-BEB0-3120C976197E}" srcOrd="1" destOrd="0" parTransId="{D6D73E6C-C25F-4073-AAB9-A194E3413862}" sibTransId="{ABB31E2A-09C5-4302-822A-859992B40CA4}"/>
    <dgm:cxn modelId="{CF53585B-F9B7-4618-80A6-E47FE34C82DB}" srcId="{9C401A84-983F-4709-A9EB-69F68D3A9133}" destId="{79B2FB8D-8246-457A-981C-673797803C38}" srcOrd="0" destOrd="0" parTransId="{E53D8C04-2BF1-4363-932C-A69743090BE8}" sibTransId="{B08AAF88-73F5-4A15-9711-5C5836C6AE69}"/>
    <dgm:cxn modelId="{3C73E15F-BDB2-459B-AC08-422E669C8B93}" type="presOf" srcId="{AB7E8A9D-0CD2-41C2-B57D-A9ECD837272F}" destId="{EAE086CA-13B1-44D0-9923-F9DA0478E118}" srcOrd="0" destOrd="0" presId="urn:microsoft.com/office/officeart/2005/8/layout/vList2"/>
    <dgm:cxn modelId="{12E2F94B-79E8-42B7-B641-ECED85A38BD8}" srcId="{0108453E-8B7A-49BF-8BB2-EE457940093E}" destId="{9C401A84-983F-4709-A9EB-69F68D3A9133}" srcOrd="0" destOrd="0" parTransId="{242A9133-4CBB-4845-B86E-BB089FA201BA}" sibTransId="{2BCF6345-9067-4812-A16E-9198B25210FD}"/>
    <dgm:cxn modelId="{11368670-AFD6-4354-961D-2DB439A02688}" type="presOf" srcId="{0108453E-8B7A-49BF-8BB2-EE457940093E}" destId="{C82A3035-4E80-49CD-AA19-F0AB4139995D}" srcOrd="0" destOrd="0" presId="urn:microsoft.com/office/officeart/2005/8/layout/vList2"/>
    <dgm:cxn modelId="{EC6CE174-3760-4F68-9AAA-BB723F3925E8}" type="presOf" srcId="{9C401A84-983F-4709-A9EB-69F68D3A9133}" destId="{2B0B7F7B-4E66-46E1-8A5C-34C48F02172A}" srcOrd="0" destOrd="0" presId="urn:microsoft.com/office/officeart/2005/8/layout/vList2"/>
    <dgm:cxn modelId="{D855F187-E38C-48A0-AEEE-6E43E7E42B9C}" srcId="{9C401A84-983F-4709-A9EB-69F68D3A9133}" destId="{340DC4B4-22F3-450E-A751-825336389BAE}" srcOrd="1" destOrd="0" parTransId="{1A129629-B436-4B95-B3EE-D29CFE6EE1C3}" sibTransId="{BCC031D7-6BD4-4C8B-AEF2-EB3245BCD85D}"/>
    <dgm:cxn modelId="{C3B19292-7250-43B0-A7FF-E0FBB12F0EA6}" type="presOf" srcId="{340DC4B4-22F3-450E-A751-825336389BAE}" destId="{92AE29D2-87BA-4836-B2F2-FF240A8BEC72}" srcOrd="0" destOrd="1" presId="urn:microsoft.com/office/officeart/2005/8/layout/vList2"/>
    <dgm:cxn modelId="{0BBA4693-A9BC-40BF-8560-A6E048C4042E}" type="presOf" srcId="{5E86CA2D-CEF7-4D9A-B25E-36C60316875E}" destId="{92AE29D2-87BA-4836-B2F2-FF240A8BEC72}" srcOrd="0" destOrd="2" presId="urn:microsoft.com/office/officeart/2005/8/layout/vList2"/>
    <dgm:cxn modelId="{B5475CA1-B2C0-47F8-BED7-9D9198E002F0}" srcId="{9C401A84-983F-4709-A9EB-69F68D3A9133}" destId="{623F26E9-E0DE-40A1-994B-052A3EAB089E}" srcOrd="3" destOrd="0" parTransId="{6526DA4B-32F9-4C6B-ADEB-A45DB53BDA2F}" sibTransId="{F64505A2-3108-4011-B143-30C5DBB41405}"/>
    <dgm:cxn modelId="{7BCFFDA2-DEBC-40FB-AD6A-F14E7CEAA73B}" type="presOf" srcId="{B2377BFC-DDBC-4DE0-83B0-CAA82195A984}" destId="{48DDB438-61D8-46E5-800D-F83FD0728A7B}" srcOrd="0" destOrd="0" presId="urn:microsoft.com/office/officeart/2005/8/layout/vList2"/>
    <dgm:cxn modelId="{D1CFF3A6-2685-422F-8E1E-AFDBD7165676}" type="presOf" srcId="{8D906EEB-6D4D-493B-BEB0-3120C976197E}" destId="{C3FB13BF-66B9-45AA-AF19-087505A9C356}" srcOrd="0" destOrd="0" presId="urn:microsoft.com/office/officeart/2005/8/layout/vList2"/>
    <dgm:cxn modelId="{AFF783A8-EBAA-4D47-94D3-F5B306D480F7}" type="presOf" srcId="{623F26E9-E0DE-40A1-994B-052A3EAB089E}" destId="{92AE29D2-87BA-4836-B2F2-FF240A8BEC72}" srcOrd="0" destOrd="3" presId="urn:microsoft.com/office/officeart/2005/8/layout/vList2"/>
    <dgm:cxn modelId="{8567D4A8-75D5-4093-9590-B4F7BD350342}" srcId="{9C401A84-983F-4709-A9EB-69F68D3A9133}" destId="{5E86CA2D-CEF7-4D9A-B25E-36C60316875E}" srcOrd="2" destOrd="0" parTransId="{2F75B58A-B95E-40C2-A07D-7BBC388CDEAF}" sibTransId="{192490D1-6B05-48A7-86DF-FBC6874AC283}"/>
    <dgm:cxn modelId="{0CAB05AC-D1BB-40C4-A5D1-05F2F25F51D7}" srcId="{0108453E-8B7A-49BF-8BB2-EE457940093E}" destId="{B2377BFC-DDBC-4DE0-83B0-CAA82195A984}" srcOrd="2" destOrd="0" parTransId="{6CFBC968-A9F3-4746-83FC-F0CFB6DF0C01}" sibTransId="{9040CE0B-8323-4631-AC40-D4C5244B9F3A}"/>
    <dgm:cxn modelId="{15F890AD-6201-411D-AE2A-E7BBEAA8348D}" type="presOf" srcId="{3196714A-BBE6-4153-8C19-48762EB2FA81}" destId="{EAE086CA-13B1-44D0-9923-F9DA0478E118}" srcOrd="0" destOrd="1" presId="urn:microsoft.com/office/officeart/2005/8/layout/vList2"/>
    <dgm:cxn modelId="{63DEB3B8-B7BD-4E5B-B88D-A8C3880F8304}" type="presOf" srcId="{50CD27F8-4D09-423C-A9BF-D715399B8803}" destId="{2AA64D21-40C9-4C45-A962-708A1A826928}" srcOrd="0" destOrd="0" presId="urn:microsoft.com/office/officeart/2005/8/layout/vList2"/>
    <dgm:cxn modelId="{6E0269C5-DC1C-4F25-8ABB-DDCD1C64B2EC}" srcId="{B2377BFC-DDBC-4DE0-83B0-CAA82195A984}" destId="{3196714A-BBE6-4153-8C19-48762EB2FA81}" srcOrd="1" destOrd="0" parTransId="{9CEF7919-69C0-4EFC-BEBD-9C76910F2358}" sibTransId="{6A5C0B63-7ED0-4814-8C17-9E6F68B36427}"/>
    <dgm:cxn modelId="{5A2CCCD1-FF95-434E-AC89-B022420B2468}" type="presOf" srcId="{B171F400-49AF-4AB6-8706-C9ACEE8E95A0}" destId="{EAE086CA-13B1-44D0-9923-F9DA0478E118}" srcOrd="0" destOrd="2" presId="urn:microsoft.com/office/officeart/2005/8/layout/vList2"/>
    <dgm:cxn modelId="{EEE21BF1-D542-4087-BDC6-983F9FD70F58}" srcId="{8D906EEB-6D4D-493B-BEB0-3120C976197E}" destId="{C907B21C-6490-45F2-AC56-595EBCC2B37E}" srcOrd="1" destOrd="0" parTransId="{F571C3D5-1C18-4C9F-BA21-5B2A61480D41}" sibTransId="{8D88FD28-ECD3-4C0F-AA44-CB85552D8F16}"/>
    <dgm:cxn modelId="{836BB4F2-2F9A-4EBC-9D4C-E288320EE4C4}" srcId="{8D906EEB-6D4D-493B-BEB0-3120C976197E}" destId="{50CD27F8-4D09-423C-A9BF-D715399B8803}" srcOrd="0" destOrd="0" parTransId="{8ACEA9AE-24FF-4B6B-8967-46A0EBFE151E}" sibTransId="{2D14EA47-8234-4701-971C-65A3A9338CA5}"/>
    <dgm:cxn modelId="{91799FEF-78F6-4A44-BF06-DAB8C72DDA37}" type="presParOf" srcId="{C82A3035-4E80-49CD-AA19-F0AB4139995D}" destId="{2B0B7F7B-4E66-46E1-8A5C-34C48F02172A}" srcOrd="0" destOrd="0" presId="urn:microsoft.com/office/officeart/2005/8/layout/vList2"/>
    <dgm:cxn modelId="{39831E0D-588F-451D-8331-4C893E5593AF}" type="presParOf" srcId="{C82A3035-4E80-49CD-AA19-F0AB4139995D}" destId="{92AE29D2-87BA-4836-B2F2-FF240A8BEC72}" srcOrd="1" destOrd="0" presId="urn:microsoft.com/office/officeart/2005/8/layout/vList2"/>
    <dgm:cxn modelId="{896340BD-75B3-4DCF-98E8-431EEFCD9F21}" type="presParOf" srcId="{C82A3035-4E80-49CD-AA19-F0AB4139995D}" destId="{C3FB13BF-66B9-45AA-AF19-087505A9C356}" srcOrd="2" destOrd="0" presId="urn:microsoft.com/office/officeart/2005/8/layout/vList2"/>
    <dgm:cxn modelId="{EAEA6F70-A0E9-49DB-B18B-E2681B8952DD}" type="presParOf" srcId="{C82A3035-4E80-49CD-AA19-F0AB4139995D}" destId="{2AA64D21-40C9-4C45-A962-708A1A826928}" srcOrd="3" destOrd="0" presId="urn:microsoft.com/office/officeart/2005/8/layout/vList2"/>
    <dgm:cxn modelId="{682E76BB-5BFE-4E7E-B0E9-D8E47E1FA0C4}" type="presParOf" srcId="{C82A3035-4E80-49CD-AA19-F0AB4139995D}" destId="{48DDB438-61D8-46E5-800D-F83FD0728A7B}" srcOrd="4" destOrd="0" presId="urn:microsoft.com/office/officeart/2005/8/layout/vList2"/>
    <dgm:cxn modelId="{FC95EAF7-3E5E-4DEA-9F9C-14BB84DD6F0C}" type="presParOf" srcId="{C82A3035-4E80-49CD-AA19-F0AB4139995D}" destId="{EAE086CA-13B1-44D0-9923-F9DA0478E11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AE5255-3A57-4887-9671-2025F0BF38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AD5D877-33E8-4AFC-85FE-BB548DB244AE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哲学思考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</a:p>
      </dgm:t>
    </dgm:pt>
    <dgm:pt modelId="{24166978-C5AF-46E9-9959-4AC496523CB8}" type="parTrans" cxnId="{2C06655A-E0E6-4437-93CD-97D4DDD839A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5CFAEF6-9957-4CC8-A24F-A41DFE14D80C}" type="sibTrans" cxnId="{2C06655A-E0E6-4437-93CD-97D4DDD839A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B6FC8D-9455-4F91-B2DB-65ECBB3A27F3}">
      <dgm:prSet/>
      <dgm:spPr/>
      <dgm:t>
        <a:bodyPr/>
        <a:lstStyle/>
        <a:p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P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控制是 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行动派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：看到问题马上解决</a:t>
          </a:r>
        </a:p>
      </dgm:t>
    </dgm:pt>
    <dgm:pt modelId="{0ABE1983-B120-4EE8-B490-889F0F26995B}" type="parTrans" cxnId="{BD5383E7-A840-4C82-9D1A-BCA8C457C33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EFCB152-422D-47E1-AE2C-7D6843350CEE}" type="sibTrans" cxnId="{BD5383E7-A840-4C82-9D1A-BCA8C457C33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9C41B09-7E62-4814-AD22-E961D9F8D105}">
      <dgm:prSet/>
      <dgm:spPr/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但过于 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短视</a:t>
          </a:r>
          <a:r>
            <a:rPr 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：只看现在，不顾过去和未来</a:t>
          </a:r>
        </a:p>
      </dgm:t>
    </dgm:pt>
    <dgm:pt modelId="{02167A01-D7B4-4B8B-A4BE-AD12179170E0}" type="parTrans" cxnId="{5FAD9C2F-ED20-40A6-8D76-079D46C588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58CA98-6793-4759-B6E7-6E9BF64891E6}" type="sibTrans" cxnId="{5FAD9C2F-ED20-40A6-8D76-079D46C58884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931D895-0221-460D-A06E-240BD20DB964}" type="pres">
      <dgm:prSet presAssocID="{D1AE5255-3A57-4887-9671-2025F0BF38F9}" presName="linear" presStyleCnt="0">
        <dgm:presLayoutVars>
          <dgm:animLvl val="lvl"/>
          <dgm:resizeHandles val="exact"/>
        </dgm:presLayoutVars>
      </dgm:prSet>
      <dgm:spPr/>
    </dgm:pt>
    <dgm:pt modelId="{8DAE0130-AE12-443D-AA26-0194019B7DEE}" type="pres">
      <dgm:prSet presAssocID="{4AD5D877-33E8-4AFC-85FE-BB548DB244A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5CCBD50-809B-4631-8A9D-4CE106DC2D0E}" type="pres">
      <dgm:prSet presAssocID="{4AD5D877-33E8-4AFC-85FE-BB548DB244A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D2B8724-EEDD-4910-B683-4C28D5D50124}" type="presOf" srcId="{29C41B09-7E62-4814-AD22-E961D9F8D105}" destId="{D5CCBD50-809B-4631-8A9D-4CE106DC2D0E}" srcOrd="0" destOrd="1" presId="urn:microsoft.com/office/officeart/2005/8/layout/vList2"/>
    <dgm:cxn modelId="{5FAD9C2F-ED20-40A6-8D76-079D46C58884}" srcId="{4AD5D877-33E8-4AFC-85FE-BB548DB244AE}" destId="{29C41B09-7E62-4814-AD22-E961D9F8D105}" srcOrd="1" destOrd="0" parTransId="{02167A01-D7B4-4B8B-A4BE-AD12179170E0}" sibTransId="{8A58CA98-6793-4759-B6E7-6E9BF64891E6}"/>
    <dgm:cxn modelId="{8DE08846-F337-4D93-B3D3-975D8EA34B55}" type="presOf" srcId="{4AD5D877-33E8-4AFC-85FE-BB548DB244AE}" destId="{8DAE0130-AE12-443D-AA26-0194019B7DEE}" srcOrd="0" destOrd="0" presId="urn:microsoft.com/office/officeart/2005/8/layout/vList2"/>
    <dgm:cxn modelId="{2C06655A-E0E6-4437-93CD-97D4DDD839A8}" srcId="{D1AE5255-3A57-4887-9671-2025F0BF38F9}" destId="{4AD5D877-33E8-4AFC-85FE-BB548DB244AE}" srcOrd="0" destOrd="0" parTransId="{24166978-C5AF-46E9-9959-4AC496523CB8}" sibTransId="{55CFAEF6-9957-4CC8-A24F-A41DFE14D80C}"/>
    <dgm:cxn modelId="{5927637E-92C4-4041-826D-87240AB1A249}" type="presOf" srcId="{EEB6FC8D-9455-4F91-B2DB-65ECBB3A27F3}" destId="{D5CCBD50-809B-4631-8A9D-4CE106DC2D0E}" srcOrd="0" destOrd="0" presId="urn:microsoft.com/office/officeart/2005/8/layout/vList2"/>
    <dgm:cxn modelId="{BFE8ABD9-A9F4-4EE3-8264-7C79F7627657}" type="presOf" srcId="{D1AE5255-3A57-4887-9671-2025F0BF38F9}" destId="{1931D895-0221-460D-A06E-240BD20DB964}" srcOrd="0" destOrd="0" presId="urn:microsoft.com/office/officeart/2005/8/layout/vList2"/>
    <dgm:cxn modelId="{BD5383E7-A840-4C82-9D1A-BCA8C457C337}" srcId="{4AD5D877-33E8-4AFC-85FE-BB548DB244AE}" destId="{EEB6FC8D-9455-4F91-B2DB-65ECBB3A27F3}" srcOrd="0" destOrd="0" parTransId="{0ABE1983-B120-4EE8-B490-889F0F26995B}" sibTransId="{6EFCB152-422D-47E1-AE2C-7D6843350CEE}"/>
    <dgm:cxn modelId="{FE5E7FF8-EBE4-4B55-931B-35F22050CF65}" type="presParOf" srcId="{1931D895-0221-460D-A06E-240BD20DB964}" destId="{8DAE0130-AE12-443D-AA26-0194019B7DEE}" srcOrd="0" destOrd="0" presId="urn:microsoft.com/office/officeart/2005/8/layout/vList2"/>
    <dgm:cxn modelId="{C4DE3039-6283-43B9-9BAB-F9E1CDFE62FF}" type="presParOf" srcId="{1931D895-0221-460D-A06E-240BD20DB964}" destId="{D5CCBD50-809B-4631-8A9D-4CE106DC2D0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3C3DDFE-F9D8-4F19-A84B-C121E63295D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83F85F53-3906-46AF-928B-60A2BCBE9E89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比例控制的核心要点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</a:p>
      </dgm:t>
    </dgm:pt>
    <dgm:pt modelId="{D66E3DFD-0E43-48AB-B80F-BE707E4F50C5}" type="parTrans" cxnId="{AC53D67B-E8CA-41AC-8DB6-E589A8724B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C1F010-6C9F-4956-8678-C08F0A194241}" type="sibTrans" cxnId="{AC53D67B-E8CA-41AC-8DB6-E589A8724B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mc:AlternateContent xmlns:mc="http://schemas.openxmlformats.org/markup-compatibility/2006">
      <mc:Choice xmlns:a14="http://schemas.microsoft.com/office/drawing/2010/main" Requires="a14">
        <dgm:pt modelId="{1E52CDE9-240D-47E7-B5C8-0209F6A35A9E}">
          <dgm:prSet/>
          <dgm:spPr/>
          <dgm:t>
            <a:bodyPr/>
            <a:lstStyle/>
            <a:p>
              <a:r>
                <a:rPr 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原理简单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14:m>
                <m:oMath xmlns:m="http://schemas.openxmlformats.org/officeDocument/2006/math">
                  <m:r>
                    <a:rPr lang="zh-CN" i="1"/>
                    <m:t>𝑢</m:t>
                  </m:r>
                  <m:r>
                    <a:rPr lang="en-US"/>
                    <m:t>=</m:t>
                  </m:r>
                  <m:sSub>
                    <m:sSubPr>
                      <m:ctrlPr>
                        <a:rPr lang="zh-CN" i="1"/>
                      </m:ctrlPr>
                    </m:sSubPr>
                    <m:e>
                      <m:r>
                        <a:rPr lang="zh-CN" i="1"/>
                        <m:t>𝐾</m:t>
                      </m:r>
                    </m:e>
                    <m:sub>
                      <m:r>
                        <a:rPr lang="zh-CN" i="1"/>
                        <m:t>𝑝</m:t>
                      </m:r>
                    </m:sub>
                  </m:sSub>
                  <m:r>
                    <a:rPr lang="zh-CN"/>
                    <m:t>⋅</m:t>
                  </m:r>
                  <m:r>
                    <a:rPr lang="zh-CN" i="1"/>
                    <m:t>𝑒</m:t>
                  </m:r>
                </m:oMath>
              </a14:m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，误差决定控制</a:t>
              </a:r>
            </a:p>
          </dgm:t>
        </dgm:pt>
      </mc:Choice>
      <mc:Fallback>
        <dgm:pt modelId="{1E52CDE9-240D-47E7-B5C8-0209F6A35A9E}">
          <dgm:prSet/>
          <dgm:spPr/>
          <dgm:t>
            <a:bodyPr/>
            <a:lstStyle/>
            <a:p>
              <a:r>
                <a:rPr 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原理简单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i="0"/>
                <a:t>𝑢</a:t>
              </a:r>
              <a:r>
                <a:rPr lang="en-US" i="0"/>
                <a:t>=</a:t>
              </a:r>
              <a:r>
                <a:rPr lang="zh-CN" i="0"/>
                <a:t>𝐾</a:t>
              </a:r>
              <a:r>
                <a:rPr lang="en-US" altLang="zh-CN" i="0"/>
                <a:t>_</a:t>
              </a:r>
              <a:r>
                <a:rPr lang="zh-CN" i="0"/>
                <a:t>𝑝⋅𝑒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，误差决定控制</a:t>
              </a:r>
            </a:p>
          </dgm:t>
        </dgm:pt>
      </mc:Fallback>
    </mc:AlternateContent>
    <dgm:pt modelId="{39BA1B54-CA93-408D-9D1F-D42701A6509C}" type="parTrans" cxnId="{73E80FFC-ECEC-4BB8-ADA1-2D06ECA919E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B5859B-F0DA-4D4E-ACC2-1683339FEDE9}" type="sibTrans" cxnId="{73E80FFC-ECEC-4BB8-ADA1-2D06ECA919E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94500DA-A8AD-42B6-9C8D-64BA1F1CE5FC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响应快速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：立即行动，适合动态响应要求高的场合</a:t>
          </a:r>
        </a:p>
      </dgm:t>
    </dgm:pt>
    <dgm:pt modelId="{B66CEA13-8DE6-4630-A281-D14F74E6C4CE}" type="parTrans" cxnId="{C561BCA9-E487-422E-9913-5631325369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DE6E01F-6476-4EF1-838E-50B4754CB0DA}" type="sibTrans" cxnId="{C561BCA9-E487-422E-9913-5631325369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71C222-E1D3-4D8C-A021-5F7AC63F2C4F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天生缺陷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：存在稳态误差，无法完全消除</a:t>
          </a:r>
        </a:p>
      </dgm:t>
    </dgm:pt>
    <dgm:pt modelId="{101CC4C4-37CA-412A-ACEC-712EEEBC0A08}" type="parTrans" cxnId="{1E769F87-A53D-4935-983F-53E1D1869D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51781B-BCA3-4CC0-957B-8E4A10A64489}" type="sibTrans" cxnId="{1E769F87-A53D-4935-983F-53E1D1869D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mc:AlternateContent xmlns:mc="http://schemas.openxmlformats.org/markup-compatibility/2006">
      <mc:Choice xmlns:a14="http://schemas.microsoft.com/office/drawing/2010/main" Requires="a14">
        <dgm:pt modelId="{CBA2E313-D6CA-4DD4-9518-B6F4C235B491}">
          <dgm:prSet/>
          <dgm:spPr/>
          <dgm:t>
            <a:bodyPr/>
            <a:lstStyle/>
            <a:p>
              <a:r>
                <a:rPr 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参数关键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14:m>
                <m:oMath xmlns:m="http://schemas.openxmlformats.org/officeDocument/2006/math">
                  <m:sSub>
                    <m:sSubPr>
                      <m:ctrlPr>
                        <a:rPr lang="zh-CN" i="1"/>
                      </m:ctrlPr>
                    </m:sSubPr>
                    <m:e>
                      <m:r>
                        <a:rPr lang="zh-CN" i="1"/>
                        <m:t>𝐾</m:t>
                      </m:r>
                    </m:e>
                    <m:sub>
                      <m:r>
                        <a:rPr lang="zh-CN" i="1"/>
                        <m:t>𝑝</m:t>
                      </m:r>
                    </m:sub>
                  </m:sSub>
                </m:oMath>
              </a14:m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 大小决定系统</a:t>
              </a: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性格</a:t>
              </a: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endParaRPr 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dgm:t>
        </dgm:pt>
      </mc:Choice>
      <mc:Fallback>
        <dgm:pt modelId="{CBA2E313-D6CA-4DD4-9518-B6F4C235B491}">
          <dgm:prSet/>
          <dgm:spPr/>
          <dgm:t>
            <a:bodyPr/>
            <a:lstStyle/>
            <a:p>
              <a:r>
                <a:rPr 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参数关键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i="0"/>
                <a:t>𝐾</a:t>
              </a:r>
              <a:r>
                <a:rPr lang="en-US" altLang="zh-CN" i="0"/>
                <a:t>_</a:t>
              </a:r>
              <a:r>
                <a:rPr lang="zh-CN" i="0"/>
                <a:t>𝑝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 大小决定系统</a:t>
              </a: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r>
                <a:rPr 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性格</a:t>
              </a: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endParaRPr 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dgm:t>
        </dgm:pt>
      </mc:Fallback>
    </mc:AlternateContent>
    <dgm:pt modelId="{5E275F8C-73D7-4A3E-A188-841E838A03D5}" type="parTrans" cxnId="{DEC93BE8-6006-4350-BEF1-16225C128E9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121A5F-5783-4A1C-A946-16B0402B96F3}" type="sibTrans" cxnId="{DEC93BE8-6006-4350-BEF1-16225C128E9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9D9809E-73A3-4162-8F98-0B3BFCED9097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电机应用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：简单调速可用，高精度需配合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I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控制</a:t>
          </a:r>
        </a:p>
      </dgm:t>
    </dgm:pt>
    <dgm:pt modelId="{C9EF315F-CE78-43CD-B22A-1549D04598AE}" type="parTrans" cxnId="{D9B96095-96AF-45CE-92F4-B121D0F9B8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CE6E13-3946-48E5-A3C8-607DBF32FAE0}" type="sibTrans" cxnId="{D9B96095-96AF-45CE-92F4-B121D0F9B8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785B95-4F8E-4463-A32A-15A4C74245BD}" type="pres">
      <dgm:prSet presAssocID="{F3C3DDFE-F9D8-4F19-A84B-C121E63295D8}" presName="Name0" presStyleCnt="0">
        <dgm:presLayoutVars>
          <dgm:dir/>
          <dgm:animLvl val="lvl"/>
          <dgm:resizeHandles val="exact"/>
        </dgm:presLayoutVars>
      </dgm:prSet>
      <dgm:spPr/>
    </dgm:pt>
    <dgm:pt modelId="{510C7AE7-AFD3-4CCE-B4F1-F8DA695F31D8}" type="pres">
      <dgm:prSet presAssocID="{83F85F53-3906-46AF-928B-60A2BCBE9E89}" presName="composite" presStyleCnt="0"/>
      <dgm:spPr/>
    </dgm:pt>
    <dgm:pt modelId="{6F77DA29-B57B-40DC-9A8A-63791E19E579}" type="pres">
      <dgm:prSet presAssocID="{83F85F53-3906-46AF-928B-60A2BCBE9E8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60EB4ED-28C7-4AA7-B551-2CED0A45B710}" type="pres">
      <dgm:prSet presAssocID="{83F85F53-3906-46AF-928B-60A2BCBE9E8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115951F-544E-476F-9D25-D911E935EEBB}" type="presOf" srcId="{F3C3DDFE-F9D8-4F19-A84B-C121E63295D8}" destId="{FA785B95-4F8E-4463-A32A-15A4C74245BD}" srcOrd="0" destOrd="0" presId="urn:microsoft.com/office/officeart/2005/8/layout/hList1"/>
    <dgm:cxn modelId="{B721E231-85EE-4E6B-B680-1593066DE60C}" type="presOf" srcId="{CBA2E313-D6CA-4DD4-9518-B6F4C235B491}" destId="{B60EB4ED-28C7-4AA7-B551-2CED0A45B710}" srcOrd="0" destOrd="3" presId="urn:microsoft.com/office/officeart/2005/8/layout/hList1"/>
    <dgm:cxn modelId="{5892EA3B-5F68-4965-9428-A074E4A5C418}" type="presOf" srcId="{83F85F53-3906-46AF-928B-60A2BCBE9E89}" destId="{6F77DA29-B57B-40DC-9A8A-63791E19E579}" srcOrd="0" destOrd="0" presId="urn:microsoft.com/office/officeart/2005/8/layout/hList1"/>
    <dgm:cxn modelId="{80BBE25F-A927-4A28-986A-5682E427D850}" type="presOf" srcId="{F9D9809E-73A3-4162-8F98-0B3BFCED9097}" destId="{B60EB4ED-28C7-4AA7-B551-2CED0A45B710}" srcOrd="0" destOrd="4" presId="urn:microsoft.com/office/officeart/2005/8/layout/hList1"/>
    <dgm:cxn modelId="{AC53D67B-E8CA-41AC-8DB6-E589A8724BAB}" srcId="{F3C3DDFE-F9D8-4F19-A84B-C121E63295D8}" destId="{83F85F53-3906-46AF-928B-60A2BCBE9E89}" srcOrd="0" destOrd="0" parTransId="{D66E3DFD-0E43-48AB-B80F-BE707E4F50C5}" sibTransId="{43C1F010-6C9F-4956-8678-C08F0A194241}"/>
    <dgm:cxn modelId="{1E769F87-A53D-4935-983F-53E1D1869D3F}" srcId="{83F85F53-3906-46AF-928B-60A2BCBE9E89}" destId="{BB71C222-E1D3-4D8C-A021-5F7AC63F2C4F}" srcOrd="2" destOrd="0" parTransId="{101CC4C4-37CA-412A-ACEC-712EEEBC0A08}" sibTransId="{4951781B-BCA3-4CC0-957B-8E4A10A64489}"/>
    <dgm:cxn modelId="{D9B96095-96AF-45CE-92F4-B121D0F9B8EB}" srcId="{83F85F53-3906-46AF-928B-60A2BCBE9E89}" destId="{F9D9809E-73A3-4162-8F98-0B3BFCED9097}" srcOrd="4" destOrd="0" parTransId="{C9EF315F-CE78-43CD-B22A-1549D04598AE}" sibTransId="{C8CE6E13-3946-48E5-A3C8-607DBF32FAE0}"/>
    <dgm:cxn modelId="{2DAE76A3-214F-458F-AA7C-C1556C788927}" type="presOf" srcId="{1E52CDE9-240D-47E7-B5C8-0209F6A35A9E}" destId="{B60EB4ED-28C7-4AA7-B551-2CED0A45B710}" srcOrd="0" destOrd="0" presId="urn:microsoft.com/office/officeart/2005/8/layout/hList1"/>
    <dgm:cxn modelId="{C561BCA9-E487-422E-9913-5631325369EB}" srcId="{83F85F53-3906-46AF-928B-60A2BCBE9E89}" destId="{F94500DA-A8AD-42B6-9C8D-64BA1F1CE5FC}" srcOrd="1" destOrd="0" parTransId="{B66CEA13-8DE6-4630-A281-D14F74E6C4CE}" sibTransId="{FDE6E01F-6476-4EF1-838E-50B4754CB0DA}"/>
    <dgm:cxn modelId="{63140FB4-F6EF-4673-AF6F-DB0B632124BA}" type="presOf" srcId="{F94500DA-A8AD-42B6-9C8D-64BA1F1CE5FC}" destId="{B60EB4ED-28C7-4AA7-B551-2CED0A45B710}" srcOrd="0" destOrd="1" presId="urn:microsoft.com/office/officeart/2005/8/layout/hList1"/>
    <dgm:cxn modelId="{9DE243C9-093F-4DBB-BEDB-D82D380D995C}" type="presOf" srcId="{BB71C222-E1D3-4D8C-A021-5F7AC63F2C4F}" destId="{B60EB4ED-28C7-4AA7-B551-2CED0A45B710}" srcOrd="0" destOrd="2" presId="urn:microsoft.com/office/officeart/2005/8/layout/hList1"/>
    <dgm:cxn modelId="{DEC93BE8-6006-4350-BEF1-16225C128E91}" srcId="{83F85F53-3906-46AF-928B-60A2BCBE9E89}" destId="{CBA2E313-D6CA-4DD4-9518-B6F4C235B491}" srcOrd="3" destOrd="0" parTransId="{5E275F8C-73D7-4A3E-A188-841E838A03D5}" sibTransId="{42121A5F-5783-4A1C-A946-16B0402B96F3}"/>
    <dgm:cxn modelId="{73E80FFC-ECEC-4BB8-ADA1-2D06ECA919E1}" srcId="{83F85F53-3906-46AF-928B-60A2BCBE9E89}" destId="{1E52CDE9-240D-47E7-B5C8-0209F6A35A9E}" srcOrd="0" destOrd="0" parTransId="{39BA1B54-CA93-408D-9D1F-D42701A6509C}" sibTransId="{F0B5859B-F0DA-4D4E-ACC2-1683339FEDE9}"/>
    <dgm:cxn modelId="{1F393107-DF94-4131-BD20-7BFE633B221E}" type="presParOf" srcId="{FA785B95-4F8E-4463-A32A-15A4C74245BD}" destId="{510C7AE7-AFD3-4CCE-B4F1-F8DA695F31D8}" srcOrd="0" destOrd="0" presId="urn:microsoft.com/office/officeart/2005/8/layout/hList1"/>
    <dgm:cxn modelId="{B486B477-653C-4C44-9552-02D2C83B1955}" type="presParOf" srcId="{510C7AE7-AFD3-4CCE-B4F1-F8DA695F31D8}" destId="{6F77DA29-B57B-40DC-9A8A-63791E19E579}" srcOrd="0" destOrd="0" presId="urn:microsoft.com/office/officeart/2005/8/layout/hList1"/>
    <dgm:cxn modelId="{2A9886C7-A5D6-4373-A290-E723C48C0A79}" type="presParOf" srcId="{510C7AE7-AFD3-4CCE-B4F1-F8DA695F31D8}" destId="{B60EB4ED-28C7-4AA7-B551-2CED0A45B7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C3DDFE-F9D8-4F19-A84B-C121E63295D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83F85F53-3906-46AF-928B-60A2BCBE9E89}">
      <dgm:prSet/>
      <dgm:spPr/>
      <dgm:t>
        <a:bodyPr/>
        <a:lstStyle/>
        <a:p>
          <a:r>
            <a:rPr lang="zh-CN" b="1">
              <a:latin typeface="微软雅黑" panose="020B0503020204020204" pitchFamily="34" charset="-122"/>
              <a:ea typeface="微软雅黑" panose="020B0503020204020204" pitchFamily="34" charset="-122"/>
            </a:rPr>
            <a:t>比例控制的核心要点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</a:p>
      </dgm:t>
    </dgm:pt>
    <dgm:pt modelId="{D66E3DFD-0E43-48AB-B80F-BE707E4F50C5}" type="parTrans" cxnId="{AC53D67B-E8CA-41AC-8DB6-E589A8724B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C1F010-6C9F-4956-8678-C08F0A194241}" type="sibTrans" cxnId="{AC53D67B-E8CA-41AC-8DB6-E589A8724B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52CDE9-240D-47E7-B5C8-0209F6A35A9E}">
      <dgm:prSet/>
      <dgm:spPr>
        <a:blipFill>
          <a:blip xmlns:r="http://schemas.openxmlformats.org/officeDocument/2006/relationships" r:embed="rId1"/>
          <a:stretch>
            <a:fillRect l="-1708" t="-1273" b="-1273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39BA1B54-CA93-408D-9D1F-D42701A6509C}" type="parTrans" cxnId="{73E80FFC-ECEC-4BB8-ADA1-2D06ECA919E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B5859B-F0DA-4D4E-ACC2-1683339FEDE9}" type="sibTrans" cxnId="{73E80FFC-ECEC-4BB8-ADA1-2D06ECA919E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94500DA-A8AD-42B6-9C8D-64BA1F1CE5FC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B66CEA13-8DE6-4630-A281-D14F74E6C4CE}" type="parTrans" cxnId="{C561BCA9-E487-422E-9913-5631325369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DE6E01F-6476-4EF1-838E-50B4754CB0DA}" type="sibTrans" cxnId="{C561BCA9-E487-422E-9913-5631325369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71C222-E1D3-4D8C-A021-5F7AC63F2C4F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101CC4C4-37CA-412A-ACEC-712EEEBC0A08}" type="parTrans" cxnId="{1E769F87-A53D-4935-983F-53E1D1869D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51781B-BCA3-4CC0-957B-8E4A10A64489}" type="sibTrans" cxnId="{1E769F87-A53D-4935-983F-53E1D1869D3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BA2E313-D6CA-4DD4-9518-B6F4C235B491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5E275F8C-73D7-4A3E-A188-841E838A03D5}" type="parTrans" cxnId="{DEC93BE8-6006-4350-BEF1-16225C128E9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121A5F-5783-4A1C-A946-16B0402B96F3}" type="sibTrans" cxnId="{DEC93BE8-6006-4350-BEF1-16225C128E9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9D9809E-73A3-4162-8F98-0B3BFCED9097}">
      <dgm:prSet/>
      <dgm:spPr/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C9EF315F-CE78-43CD-B22A-1549D04598AE}" type="parTrans" cxnId="{D9B96095-96AF-45CE-92F4-B121D0F9B8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CE6E13-3946-48E5-A3C8-607DBF32FAE0}" type="sibTrans" cxnId="{D9B96095-96AF-45CE-92F4-B121D0F9B8E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785B95-4F8E-4463-A32A-15A4C74245BD}" type="pres">
      <dgm:prSet presAssocID="{F3C3DDFE-F9D8-4F19-A84B-C121E63295D8}" presName="Name0" presStyleCnt="0">
        <dgm:presLayoutVars>
          <dgm:dir/>
          <dgm:animLvl val="lvl"/>
          <dgm:resizeHandles val="exact"/>
        </dgm:presLayoutVars>
      </dgm:prSet>
      <dgm:spPr/>
    </dgm:pt>
    <dgm:pt modelId="{510C7AE7-AFD3-4CCE-B4F1-F8DA695F31D8}" type="pres">
      <dgm:prSet presAssocID="{83F85F53-3906-46AF-928B-60A2BCBE9E89}" presName="composite" presStyleCnt="0"/>
      <dgm:spPr/>
    </dgm:pt>
    <dgm:pt modelId="{6F77DA29-B57B-40DC-9A8A-63791E19E579}" type="pres">
      <dgm:prSet presAssocID="{83F85F53-3906-46AF-928B-60A2BCBE9E8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60EB4ED-28C7-4AA7-B551-2CED0A45B710}" type="pres">
      <dgm:prSet presAssocID="{83F85F53-3906-46AF-928B-60A2BCBE9E8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115951F-544E-476F-9D25-D911E935EEBB}" type="presOf" srcId="{F3C3DDFE-F9D8-4F19-A84B-C121E63295D8}" destId="{FA785B95-4F8E-4463-A32A-15A4C74245BD}" srcOrd="0" destOrd="0" presId="urn:microsoft.com/office/officeart/2005/8/layout/hList1"/>
    <dgm:cxn modelId="{B721E231-85EE-4E6B-B680-1593066DE60C}" type="presOf" srcId="{CBA2E313-D6CA-4DD4-9518-B6F4C235B491}" destId="{B60EB4ED-28C7-4AA7-B551-2CED0A45B710}" srcOrd="0" destOrd="3" presId="urn:microsoft.com/office/officeart/2005/8/layout/hList1"/>
    <dgm:cxn modelId="{5892EA3B-5F68-4965-9428-A074E4A5C418}" type="presOf" srcId="{83F85F53-3906-46AF-928B-60A2BCBE9E89}" destId="{6F77DA29-B57B-40DC-9A8A-63791E19E579}" srcOrd="0" destOrd="0" presId="urn:microsoft.com/office/officeart/2005/8/layout/hList1"/>
    <dgm:cxn modelId="{80BBE25F-A927-4A28-986A-5682E427D850}" type="presOf" srcId="{F9D9809E-73A3-4162-8F98-0B3BFCED9097}" destId="{B60EB4ED-28C7-4AA7-B551-2CED0A45B710}" srcOrd="0" destOrd="4" presId="urn:microsoft.com/office/officeart/2005/8/layout/hList1"/>
    <dgm:cxn modelId="{AC53D67B-E8CA-41AC-8DB6-E589A8724BAB}" srcId="{F3C3DDFE-F9D8-4F19-A84B-C121E63295D8}" destId="{83F85F53-3906-46AF-928B-60A2BCBE9E89}" srcOrd="0" destOrd="0" parTransId="{D66E3DFD-0E43-48AB-B80F-BE707E4F50C5}" sibTransId="{43C1F010-6C9F-4956-8678-C08F0A194241}"/>
    <dgm:cxn modelId="{1E769F87-A53D-4935-983F-53E1D1869D3F}" srcId="{83F85F53-3906-46AF-928B-60A2BCBE9E89}" destId="{BB71C222-E1D3-4D8C-A021-5F7AC63F2C4F}" srcOrd="2" destOrd="0" parTransId="{101CC4C4-37CA-412A-ACEC-712EEEBC0A08}" sibTransId="{4951781B-BCA3-4CC0-957B-8E4A10A64489}"/>
    <dgm:cxn modelId="{D9B96095-96AF-45CE-92F4-B121D0F9B8EB}" srcId="{83F85F53-3906-46AF-928B-60A2BCBE9E89}" destId="{F9D9809E-73A3-4162-8F98-0B3BFCED9097}" srcOrd="4" destOrd="0" parTransId="{C9EF315F-CE78-43CD-B22A-1549D04598AE}" sibTransId="{C8CE6E13-3946-48E5-A3C8-607DBF32FAE0}"/>
    <dgm:cxn modelId="{2DAE76A3-214F-458F-AA7C-C1556C788927}" type="presOf" srcId="{1E52CDE9-240D-47E7-B5C8-0209F6A35A9E}" destId="{B60EB4ED-28C7-4AA7-B551-2CED0A45B710}" srcOrd="0" destOrd="0" presId="urn:microsoft.com/office/officeart/2005/8/layout/hList1"/>
    <dgm:cxn modelId="{C561BCA9-E487-422E-9913-5631325369EB}" srcId="{83F85F53-3906-46AF-928B-60A2BCBE9E89}" destId="{F94500DA-A8AD-42B6-9C8D-64BA1F1CE5FC}" srcOrd="1" destOrd="0" parTransId="{B66CEA13-8DE6-4630-A281-D14F74E6C4CE}" sibTransId="{FDE6E01F-6476-4EF1-838E-50B4754CB0DA}"/>
    <dgm:cxn modelId="{63140FB4-F6EF-4673-AF6F-DB0B632124BA}" type="presOf" srcId="{F94500DA-A8AD-42B6-9C8D-64BA1F1CE5FC}" destId="{B60EB4ED-28C7-4AA7-B551-2CED0A45B710}" srcOrd="0" destOrd="1" presId="urn:microsoft.com/office/officeart/2005/8/layout/hList1"/>
    <dgm:cxn modelId="{9DE243C9-093F-4DBB-BEDB-D82D380D995C}" type="presOf" srcId="{BB71C222-E1D3-4D8C-A021-5F7AC63F2C4F}" destId="{B60EB4ED-28C7-4AA7-B551-2CED0A45B710}" srcOrd="0" destOrd="2" presId="urn:microsoft.com/office/officeart/2005/8/layout/hList1"/>
    <dgm:cxn modelId="{DEC93BE8-6006-4350-BEF1-16225C128E91}" srcId="{83F85F53-3906-46AF-928B-60A2BCBE9E89}" destId="{CBA2E313-D6CA-4DD4-9518-B6F4C235B491}" srcOrd="3" destOrd="0" parTransId="{5E275F8C-73D7-4A3E-A188-841E838A03D5}" sibTransId="{42121A5F-5783-4A1C-A946-16B0402B96F3}"/>
    <dgm:cxn modelId="{73E80FFC-ECEC-4BB8-ADA1-2D06ECA919E1}" srcId="{83F85F53-3906-46AF-928B-60A2BCBE9E89}" destId="{1E52CDE9-240D-47E7-B5C8-0209F6A35A9E}" srcOrd="0" destOrd="0" parTransId="{39BA1B54-CA93-408D-9D1F-D42701A6509C}" sibTransId="{F0B5859B-F0DA-4D4E-ACC2-1683339FEDE9}"/>
    <dgm:cxn modelId="{1F393107-DF94-4131-BD20-7BFE633B221E}" type="presParOf" srcId="{FA785B95-4F8E-4463-A32A-15A4C74245BD}" destId="{510C7AE7-AFD3-4CCE-B4F1-F8DA695F31D8}" srcOrd="0" destOrd="0" presId="urn:microsoft.com/office/officeart/2005/8/layout/hList1"/>
    <dgm:cxn modelId="{B486B477-653C-4C44-9552-02D2C83B1955}" type="presParOf" srcId="{510C7AE7-AFD3-4CCE-B4F1-F8DA695F31D8}" destId="{6F77DA29-B57B-40DC-9A8A-63791E19E579}" srcOrd="0" destOrd="0" presId="urn:microsoft.com/office/officeart/2005/8/layout/hList1"/>
    <dgm:cxn modelId="{2A9886C7-A5D6-4373-A290-E723C48C0A79}" type="presParOf" srcId="{510C7AE7-AFD3-4CCE-B4F1-F8DA695F31D8}" destId="{B60EB4ED-28C7-4AA7-B551-2CED0A45B7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FABA2-6887-4D65-A261-6AA89E1FAA1C}">
      <dsp:nvSpPr>
        <dsp:cNvPr id="0" name=""/>
        <dsp:cNvSpPr/>
      </dsp:nvSpPr>
      <dsp:spPr>
        <a:xfrm>
          <a:off x="5429" y="0"/>
          <a:ext cx="5222999" cy="50074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200" b="1" i="0" kern="1200" dirty="0"/>
            <a:t>比例控制的核心机制</a:t>
          </a:r>
          <a:endParaRPr lang="zh-CN" sz="4200" kern="1200" dirty="0"/>
        </a:p>
      </dsp:txBody>
      <dsp:txXfrm>
        <a:off x="5429" y="0"/>
        <a:ext cx="5222999" cy="1502228"/>
      </dsp:txXfrm>
    </dsp:sp>
    <dsp:sp modelId="{D1F1BA98-F64B-4C92-8A23-E4BC5D96E6B0}">
      <dsp:nvSpPr>
        <dsp:cNvPr id="0" name=""/>
        <dsp:cNvSpPr/>
      </dsp:nvSpPr>
      <dsp:spPr>
        <a:xfrm>
          <a:off x="527729" y="1502350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0" i="0" kern="1200" dirty="0"/>
            <a:t>比例控制如何响应误差</a:t>
          </a:r>
        </a:p>
      </dsp:txBody>
      <dsp:txXfrm>
        <a:off x="549095" y="1523716"/>
        <a:ext cx="4135667" cy="686743"/>
      </dsp:txXfrm>
    </dsp:sp>
    <dsp:sp modelId="{39A7C365-41EA-43B8-A9B5-CA3A7009585B}">
      <dsp:nvSpPr>
        <dsp:cNvPr id="0" name=""/>
        <dsp:cNvSpPr/>
      </dsp:nvSpPr>
      <dsp:spPr>
        <a:xfrm>
          <a:off x="527729" y="2344053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0" i="0" kern="1200" dirty="0"/>
            <a:t>比例系数 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AE" altLang="zh-CN" sz="2600" kern="1200"/>
                  </m:ctrlPr>
                </m:sSubPr>
                <m:e>
                  <m:r>
                    <a:rPr lang="zh-CN" altLang="ar-AE" sz="2600" i="1" kern="1200"/>
                    <m:t>𝐾</m:t>
                  </m:r>
                </m:e>
                <m:sub>
                  <m:r>
                    <a:rPr lang="zh-CN" altLang="ar-AE" sz="2600" i="1" kern="1200"/>
                    <m:t>𝑝</m:t>
                  </m:r>
                </m:sub>
              </m:sSub>
            </m:oMath>
          </a14:m>
          <a:r>
            <a:rPr lang="ar-AE" sz="2600" b="0" i="0" kern="1200" dirty="0"/>
            <a:t> </a:t>
          </a:r>
          <a:r>
            <a:rPr lang="zh-CN" altLang="en-US" sz="2600" b="0" i="0" kern="1200" dirty="0"/>
            <a:t>的作用与影响</a:t>
          </a:r>
        </a:p>
      </dsp:txBody>
      <dsp:txXfrm>
        <a:off x="549095" y="2365419"/>
        <a:ext cx="4135667" cy="686743"/>
      </dsp:txXfrm>
    </dsp:sp>
    <dsp:sp modelId="{9831184A-D313-4433-AF25-8DCAC700FABC}">
      <dsp:nvSpPr>
        <dsp:cNvPr id="0" name=""/>
        <dsp:cNvSpPr/>
      </dsp:nvSpPr>
      <dsp:spPr>
        <a:xfrm>
          <a:off x="527729" y="3185756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0" i="0" kern="1200" dirty="0"/>
            <a:t>纯比例控制的局限性</a:t>
          </a:r>
        </a:p>
      </dsp:txBody>
      <dsp:txXfrm>
        <a:off x="549095" y="3207122"/>
        <a:ext cx="4135667" cy="686743"/>
      </dsp:txXfrm>
    </dsp:sp>
    <dsp:sp modelId="{3287DFB9-B4AD-4F46-96BE-ADB9A218D27A}">
      <dsp:nvSpPr>
        <dsp:cNvPr id="0" name=""/>
        <dsp:cNvSpPr/>
      </dsp:nvSpPr>
      <dsp:spPr>
        <a:xfrm>
          <a:off x="527729" y="4027458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0" i="0" kern="1200" dirty="0"/>
            <a:t>在电机控制中的实际应用</a:t>
          </a:r>
        </a:p>
      </dsp:txBody>
      <dsp:txXfrm>
        <a:off x="549095" y="4048824"/>
        <a:ext cx="4135667" cy="686743"/>
      </dsp:txXfrm>
    </dsp:sp>
    <dsp:sp modelId="{17173D44-8217-4C48-B8E8-3F7FE5E4072C}">
      <dsp:nvSpPr>
        <dsp:cNvPr id="0" name=""/>
        <dsp:cNvSpPr/>
      </dsp:nvSpPr>
      <dsp:spPr>
        <a:xfrm>
          <a:off x="5620153" y="0"/>
          <a:ext cx="5222999" cy="50074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200" b="1" i="0" kern="1200" dirty="0"/>
            <a:t>关键词</a:t>
          </a:r>
          <a:r>
            <a:rPr lang="zh-CN" altLang="en-US" sz="4200" b="0" i="0" kern="1200" dirty="0"/>
            <a:t>：</a:t>
          </a:r>
        </a:p>
      </dsp:txBody>
      <dsp:txXfrm>
        <a:off x="5620153" y="0"/>
        <a:ext cx="5222999" cy="1502228"/>
      </dsp:txXfrm>
    </dsp:sp>
    <dsp:sp modelId="{1A69C594-8111-443F-B3FF-00B384511EAC}">
      <dsp:nvSpPr>
        <dsp:cNvPr id="0" name=""/>
        <dsp:cNvSpPr/>
      </dsp:nvSpPr>
      <dsp:spPr>
        <a:xfrm>
          <a:off x="6142453" y="1502350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0" i="0" kern="1200" dirty="0"/>
            <a:t>快速响应</a:t>
          </a:r>
        </a:p>
      </dsp:txBody>
      <dsp:txXfrm>
        <a:off x="6163819" y="1523716"/>
        <a:ext cx="4135667" cy="686743"/>
      </dsp:txXfrm>
    </dsp:sp>
    <dsp:sp modelId="{409B190F-DFB0-4803-939A-772105A8E841}">
      <dsp:nvSpPr>
        <dsp:cNvPr id="0" name=""/>
        <dsp:cNvSpPr/>
      </dsp:nvSpPr>
      <dsp:spPr>
        <a:xfrm>
          <a:off x="6142453" y="2344053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0" i="0" kern="1200" dirty="0"/>
            <a:t>稳态误差</a:t>
          </a:r>
        </a:p>
      </dsp:txBody>
      <dsp:txXfrm>
        <a:off x="6163819" y="2365419"/>
        <a:ext cx="4135667" cy="686743"/>
      </dsp:txXfrm>
    </dsp:sp>
    <dsp:sp modelId="{1D5D0BF1-5D28-43BD-A487-85DF9D513FAD}">
      <dsp:nvSpPr>
        <dsp:cNvPr id="0" name=""/>
        <dsp:cNvSpPr/>
      </dsp:nvSpPr>
      <dsp:spPr>
        <a:xfrm>
          <a:off x="6142453" y="3185756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0" i="0" kern="1200" dirty="0"/>
            <a:t>比例系数</a:t>
          </a:r>
        </a:p>
      </dsp:txBody>
      <dsp:txXfrm>
        <a:off x="6163819" y="3207122"/>
        <a:ext cx="4135667" cy="686743"/>
      </dsp:txXfrm>
    </dsp:sp>
    <dsp:sp modelId="{69986619-8371-4E40-B20F-B10E0AB790EB}">
      <dsp:nvSpPr>
        <dsp:cNvPr id="0" name=""/>
        <dsp:cNvSpPr/>
      </dsp:nvSpPr>
      <dsp:spPr>
        <a:xfrm>
          <a:off x="6142453" y="4027458"/>
          <a:ext cx="4178399" cy="7294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0" i="0" kern="1200"/>
            <a:t>电机调速</a:t>
          </a:r>
          <a:endParaRPr lang="zh-CN" altLang="en-US" sz="2600" b="0" i="0" kern="1200" dirty="0"/>
        </a:p>
      </dsp:txBody>
      <dsp:txXfrm>
        <a:off x="6163819" y="4048824"/>
        <a:ext cx="4135667" cy="686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0E384-784E-4888-9EBB-27734CC078C5}">
      <dsp:nvSpPr>
        <dsp:cNvPr id="0" name=""/>
        <dsp:cNvSpPr/>
      </dsp:nvSpPr>
      <dsp:spPr>
        <a:xfrm>
          <a:off x="0" y="98253"/>
          <a:ext cx="5041900" cy="7107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/>
            <a:t>P</a:t>
          </a:r>
          <a:r>
            <a:rPr lang="zh-CN" sz="2700" b="1" i="0" kern="1200"/>
            <a:t>：比例控制 </a:t>
          </a:r>
          <a:r>
            <a:rPr lang="en-US" sz="2700" b="1" i="0" kern="1200"/>
            <a:t>- "</a:t>
          </a:r>
          <a:r>
            <a:rPr lang="zh-CN" sz="2700" b="1" i="0" kern="1200"/>
            <a:t>看现在</a:t>
          </a:r>
          <a:r>
            <a:rPr lang="en-US" sz="2700" b="1" i="0" kern="1200"/>
            <a:t>"</a:t>
          </a:r>
          <a:endParaRPr lang="zh-CN" sz="2700" kern="1200"/>
        </a:p>
      </dsp:txBody>
      <dsp:txXfrm>
        <a:off x="34697" y="132950"/>
        <a:ext cx="4972506" cy="641381"/>
      </dsp:txXfrm>
    </dsp:sp>
    <dsp:sp modelId="{6990D82C-8D6B-450A-B427-179E3A2AE32E}">
      <dsp:nvSpPr>
        <dsp:cNvPr id="0" name=""/>
        <dsp:cNvSpPr/>
      </dsp:nvSpPr>
      <dsp:spPr>
        <a:xfrm>
          <a:off x="0" y="809028"/>
          <a:ext cx="5041900" cy="1201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8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b="0" i="0" kern="1200"/>
            <a:t>控制律：</a:t>
          </a:r>
          <a14:m xmlns:a14="http://schemas.microsoft.com/office/drawing/2010/main">
            <m:oMath xmlns:m="http://schemas.openxmlformats.org/officeDocument/2006/math">
              <m:r>
                <a:rPr lang="zh-CN" sz="2100" i="1" kern="1200"/>
                <m:t>𝑢</m:t>
              </m:r>
              <m:d>
                <m:dPr>
                  <m:ctrlPr>
                    <a:rPr lang="zh-CN" sz="2100" i="1" kern="1200"/>
                  </m:ctrlPr>
                </m:dPr>
                <m:e>
                  <m:r>
                    <a:rPr lang="zh-CN" sz="2100" i="1" kern="1200"/>
                    <m:t>𝑡</m:t>
                  </m:r>
                </m:e>
              </m:d>
              <m:r>
                <a:rPr lang="en-US" sz="2100" i="0" kern="1200"/>
                <m:t>=</m:t>
              </m:r>
              <m:sSub>
                <m:sSubPr>
                  <m:ctrlPr>
                    <a:rPr lang="zh-CN" sz="2100" i="1" kern="1200"/>
                  </m:ctrlPr>
                </m:sSubPr>
                <m:e>
                  <m:r>
                    <a:rPr lang="zh-CN" sz="2100" i="1" kern="1200"/>
                    <m:t>𝐾</m:t>
                  </m:r>
                </m:e>
                <m:sub>
                  <m:r>
                    <a:rPr lang="zh-CN" sz="2100" i="1" kern="1200"/>
                    <m:t>𝑝</m:t>
                  </m:r>
                </m:sub>
              </m:sSub>
              <m:r>
                <a:rPr lang="zh-CN" sz="2100" i="0" kern="1200"/>
                <m:t>⋅</m:t>
              </m:r>
              <m:r>
                <a:rPr lang="zh-CN" sz="2100" i="1" kern="1200"/>
                <m:t>𝑒</m:t>
              </m:r>
              <m:d>
                <m:dPr>
                  <m:ctrlPr>
                    <a:rPr lang="zh-CN" sz="2100" i="1" kern="1200"/>
                  </m:ctrlPr>
                </m:dPr>
                <m:e>
                  <m:r>
                    <a:rPr lang="zh-CN" sz="2100" i="1" kern="1200"/>
                    <m:t>𝑡</m:t>
                  </m:r>
                </m:e>
              </m:d>
            </m:oMath>
          </a14:m>
          <a:endParaRPr lang="zh-C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b="0" i="0" kern="1200"/>
            <a:t>核心思想：</a:t>
          </a:r>
          <a:r>
            <a:rPr lang="zh-CN" sz="2100" b="1" i="0" kern="1200"/>
            <a:t>误差有多大，控制就多强</a:t>
          </a:r>
          <a:endParaRPr lang="zh-C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b="0" i="0" kern="1200"/>
            <a:t>像条件反射：立即响应，毫不拖延</a:t>
          </a:r>
          <a:endParaRPr lang="zh-CN" sz="2100" kern="1200"/>
        </a:p>
      </dsp:txBody>
      <dsp:txXfrm>
        <a:off x="0" y="809028"/>
        <a:ext cx="5041900" cy="1201634"/>
      </dsp:txXfrm>
    </dsp:sp>
    <dsp:sp modelId="{5FCA39BF-2B8A-4526-8648-DD8B50C40FC3}">
      <dsp:nvSpPr>
        <dsp:cNvPr id="0" name=""/>
        <dsp:cNvSpPr/>
      </dsp:nvSpPr>
      <dsp:spPr>
        <a:xfrm>
          <a:off x="0" y="2010662"/>
          <a:ext cx="5041900" cy="7107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b="1" i="0" kern="1200"/>
            <a:t>水箱例子中</a:t>
          </a:r>
          <a:r>
            <a:rPr lang="zh-CN" sz="2700" b="0" i="0" kern="1200"/>
            <a:t>：</a:t>
          </a:r>
          <a:endParaRPr lang="zh-CN" sz="2700" kern="1200"/>
        </a:p>
      </dsp:txBody>
      <dsp:txXfrm>
        <a:off x="34697" y="2045359"/>
        <a:ext cx="4972506" cy="641381"/>
      </dsp:txXfrm>
    </dsp:sp>
    <dsp:sp modelId="{7D89439F-1F21-40A4-9CA2-D742601A35AD}">
      <dsp:nvSpPr>
        <dsp:cNvPr id="0" name=""/>
        <dsp:cNvSpPr/>
      </dsp:nvSpPr>
      <dsp:spPr>
        <a:xfrm>
          <a:off x="0" y="2721437"/>
          <a:ext cx="5041900" cy="810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8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b="0" i="0" kern="1200"/>
            <a:t>水位差</a:t>
          </a:r>
          <a:r>
            <a:rPr lang="en-US" sz="2100" b="0" i="0" kern="1200"/>
            <a:t>0.2m → </a:t>
          </a:r>
          <a:r>
            <a:rPr lang="zh-CN" sz="2100" b="0" i="0" kern="1200"/>
            <a:t>阀门开度增加</a:t>
          </a:r>
          <a:r>
            <a:rPr lang="en-US" sz="2100" b="0" i="0" kern="1200"/>
            <a:t>0.2</a:t>
          </a:r>
          <a:r>
            <a:rPr lang="zh-CN" sz="2100" b="0" i="0" kern="1200"/>
            <a:t>倍</a:t>
          </a:r>
          <a:endParaRPr lang="zh-C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b="0" i="0" kern="1200"/>
            <a:t>水位差</a:t>
          </a:r>
          <a:r>
            <a:rPr lang="en-US" sz="2100" b="0" i="0" kern="1200"/>
            <a:t>0.5m → </a:t>
          </a:r>
          <a:r>
            <a:rPr lang="zh-CN" sz="2100" b="0" i="0" kern="1200"/>
            <a:t>阀门开度增加</a:t>
          </a:r>
          <a:r>
            <a:rPr lang="en-US" sz="2100" b="0" i="0" kern="1200"/>
            <a:t>0.5</a:t>
          </a:r>
          <a:r>
            <a:rPr lang="zh-CN" sz="2100" b="0" i="0" kern="1200"/>
            <a:t>倍</a:t>
          </a:r>
          <a:endParaRPr lang="zh-CN" sz="2100" kern="1200"/>
        </a:p>
      </dsp:txBody>
      <dsp:txXfrm>
        <a:off x="0" y="2721437"/>
        <a:ext cx="5041900" cy="8104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B7F7B-4E66-46E1-8A5C-34C48F02172A}">
      <dsp:nvSpPr>
        <dsp:cNvPr id="0" name=""/>
        <dsp:cNvSpPr/>
      </dsp:nvSpPr>
      <dsp:spPr>
        <a:xfrm>
          <a:off x="0" y="106840"/>
          <a:ext cx="558024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设想的控制场景</a:t>
          </a:r>
          <a:endParaRPr lang="zh-CN" sz="18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134084"/>
        <a:ext cx="5525756" cy="503601"/>
      </dsp:txXfrm>
    </dsp:sp>
    <dsp:sp modelId="{92AE29D2-87BA-4836-B2F2-FF240A8BEC72}">
      <dsp:nvSpPr>
        <dsp:cNvPr id="0" name=""/>
        <dsp:cNvSpPr/>
      </dsp:nvSpPr>
      <dsp:spPr>
        <a:xfrm>
          <a:off x="0" y="664930"/>
          <a:ext cx="5580244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7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目标转速：</a:t>
          </a:r>
          <a:r>
            <a:rPr lang="en-US" sz="14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1000 RPM</a:t>
          </a:r>
          <a:endParaRPr lang="zh-CN" sz="1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当前转速：</a:t>
          </a: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800 RPM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误差：</a:t>
          </a: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200 RPM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Kp</a:t>
          </a: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= 0.05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64930"/>
        <a:ext cx="5580244" cy="1341360"/>
      </dsp:txXfrm>
    </dsp:sp>
    <dsp:sp modelId="{C3FB13BF-66B9-45AA-AF19-087505A9C356}">
      <dsp:nvSpPr>
        <dsp:cNvPr id="0" name=""/>
        <dsp:cNvSpPr/>
      </dsp:nvSpPr>
      <dsp:spPr>
        <a:xfrm>
          <a:off x="0" y="2006290"/>
          <a:ext cx="558024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纯比例</a:t>
          </a:r>
          <a:r>
            <a:rPr lang="zh-CN" sz="18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2033534"/>
        <a:ext cx="5525756" cy="503601"/>
      </dsp:txXfrm>
    </dsp:sp>
    <dsp:sp modelId="{2AA64D21-40C9-4C45-A962-708A1A826928}">
      <dsp:nvSpPr>
        <dsp:cNvPr id="0" name=""/>
        <dsp:cNvSpPr/>
      </dsp:nvSpPr>
      <dsp:spPr>
        <a:xfrm>
          <a:off x="0" y="2564380"/>
          <a:ext cx="5580244" cy="670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7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输出 </a:t>
          </a: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= 0.05 × 200 = 10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PWM</a:t>
          </a:r>
          <a:r>
            <a:rPr lang="zh-CN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占空比增加</a:t>
          </a:r>
          <a:r>
            <a:rPr lang="en-US" sz="14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10%</a:t>
          </a:r>
          <a:endParaRPr lang="zh-CN" sz="1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564380"/>
        <a:ext cx="5580244" cy="670680"/>
      </dsp:txXfrm>
    </dsp:sp>
    <dsp:sp modelId="{48DDB438-61D8-46E5-800D-F83FD0728A7B}">
      <dsp:nvSpPr>
        <dsp:cNvPr id="0" name=""/>
        <dsp:cNvSpPr/>
      </dsp:nvSpPr>
      <dsp:spPr>
        <a:xfrm>
          <a:off x="0" y="3235060"/>
          <a:ext cx="5580244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实际效果</a:t>
          </a:r>
          <a:r>
            <a:rPr lang="zh-CN" altLang="en-US" sz="18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44" y="3262304"/>
        <a:ext cx="5525756" cy="503601"/>
      </dsp:txXfrm>
    </dsp:sp>
    <dsp:sp modelId="{EAE086CA-13B1-44D0-9923-F9DA0478E118}">
      <dsp:nvSpPr>
        <dsp:cNvPr id="0" name=""/>
        <dsp:cNvSpPr/>
      </dsp:nvSpPr>
      <dsp:spPr>
        <a:xfrm>
          <a:off x="0" y="3793150"/>
          <a:ext cx="5580244" cy="1006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7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zh-CN" altLang="en-US" sz="1400" b="1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快速响应</a:t>
          </a:r>
          <a:r>
            <a:rPr lang="zh-CN" altLang="en-US" sz="1400" b="0" i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：转速差大时，立即增加功率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zh-CN" altLang="en-US" sz="14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自然减速</a:t>
          </a:r>
          <a:r>
            <a:rPr lang="zh-CN" altLang="en-US" sz="1400" b="0" i="0" kern="1200">
              <a:latin typeface="微软雅黑" panose="020B0503020204020204" pitchFamily="34" charset="-122"/>
              <a:ea typeface="微软雅黑" panose="020B0503020204020204" pitchFamily="34" charset="-122"/>
            </a:rPr>
            <a:t>：接近目标时，功率自动减小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zh-CN" altLang="en-US" sz="14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但</a:t>
          </a:r>
          <a:r>
            <a:rPr lang="en-US" altLang="zh-CN" sz="1400" b="1" i="0" kern="1200">
              <a:latin typeface="微软雅黑" panose="020B0503020204020204" pitchFamily="34" charset="-122"/>
              <a:ea typeface="微软雅黑" panose="020B0503020204020204" pitchFamily="34" charset="-122"/>
            </a:rPr>
            <a:t>...</a:t>
          </a:r>
          <a:r>
            <a:rPr lang="zh-CN" altLang="en-US" sz="1400" b="0" i="0" kern="1200">
              <a:latin typeface="微软雅黑" panose="020B0503020204020204" pitchFamily="34" charset="-122"/>
              <a:ea typeface="微软雅黑" panose="020B0503020204020204" pitchFamily="34" charset="-122"/>
            </a:rPr>
            <a:t>：负载变化时，转速无法保持精确</a:t>
          </a:r>
        </a:p>
      </dsp:txBody>
      <dsp:txXfrm>
        <a:off x="0" y="3793150"/>
        <a:ext cx="5580244" cy="10060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E0130-AE12-443D-AA26-0194019B7DEE}">
      <dsp:nvSpPr>
        <dsp:cNvPr id="0" name=""/>
        <dsp:cNvSpPr/>
      </dsp:nvSpPr>
      <dsp:spPr>
        <a:xfrm>
          <a:off x="0" y="6630"/>
          <a:ext cx="5359398" cy="589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9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哲学思考</a:t>
          </a: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</a:p>
      </dsp:txBody>
      <dsp:txXfrm>
        <a:off x="28757" y="35387"/>
        <a:ext cx="5301884" cy="531581"/>
      </dsp:txXfrm>
    </dsp:sp>
    <dsp:sp modelId="{D5CCBD50-809B-4631-8A9D-4CE106DC2D0E}">
      <dsp:nvSpPr>
        <dsp:cNvPr id="0" name=""/>
        <dsp:cNvSpPr/>
      </dsp:nvSpPr>
      <dsp:spPr>
        <a:xfrm>
          <a:off x="0" y="595726"/>
          <a:ext cx="5359398" cy="727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6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</a:t>
          </a:r>
          <a:r>
            <a:rPr 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控制是 </a:t>
          </a:r>
          <a:r>
            <a:rPr lang="en-US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行动派</a:t>
          </a:r>
          <a:r>
            <a:rPr lang="en-US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：看到问题马上解决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但过于 </a:t>
          </a:r>
          <a:r>
            <a:rPr lang="en-US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短视</a:t>
          </a:r>
          <a:r>
            <a:rPr lang="en-US" sz="15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：只看现在，不顾过去和未来</a:t>
          </a:r>
        </a:p>
      </dsp:txBody>
      <dsp:txXfrm>
        <a:off x="0" y="595726"/>
        <a:ext cx="5359398" cy="7276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7DA29-B57B-40DC-9A8A-63791E19E579}">
      <dsp:nvSpPr>
        <dsp:cNvPr id="0" name=""/>
        <dsp:cNvSpPr/>
      </dsp:nvSpPr>
      <dsp:spPr>
        <a:xfrm>
          <a:off x="0" y="36437"/>
          <a:ext cx="10688441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比例控制的核心要点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</a:p>
      </dsp:txBody>
      <dsp:txXfrm>
        <a:off x="0" y="36437"/>
        <a:ext cx="10688441" cy="979200"/>
      </dsp:txXfrm>
    </dsp:sp>
    <dsp:sp modelId="{B60EB4ED-28C7-4AA7-B551-2CED0A45B710}">
      <dsp:nvSpPr>
        <dsp:cNvPr id="0" name=""/>
        <dsp:cNvSpPr/>
      </dsp:nvSpPr>
      <dsp:spPr>
        <a:xfrm>
          <a:off x="0" y="1015637"/>
          <a:ext cx="10688441" cy="42931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原理简单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14:m xmlns:a14="http://schemas.microsoft.com/office/drawing/2010/main">
            <m:oMath xmlns:m="http://schemas.openxmlformats.org/officeDocument/2006/math">
              <m:r>
                <a:rPr lang="zh-CN" sz="3400" i="1" kern="1200"/>
                <m:t>𝑢</m:t>
              </m:r>
              <m:r>
                <a:rPr lang="en-US" sz="3400" kern="1200"/>
                <m:t>=</m:t>
              </m:r>
              <m:sSub>
                <m:sSubPr>
                  <m:ctrlPr>
                    <a:rPr lang="zh-CN" sz="3400" i="1" kern="1200"/>
                  </m:ctrlPr>
                </m:sSubPr>
                <m:e>
                  <m:r>
                    <a:rPr lang="zh-CN" sz="3400" i="1" kern="1200"/>
                    <m:t>𝐾</m:t>
                  </m:r>
                </m:e>
                <m:sub>
                  <m:r>
                    <a:rPr lang="zh-CN" sz="3400" i="1" kern="1200"/>
                    <m:t>𝑝</m:t>
                  </m:r>
                </m:sub>
              </m:sSub>
              <m:r>
                <a:rPr lang="zh-CN" sz="3400" kern="1200"/>
                <m:t>⋅</m:t>
              </m:r>
              <m:r>
                <a:rPr lang="zh-CN" sz="3400" i="1" kern="1200"/>
                <m:t>𝑒</m:t>
              </m:r>
            </m:oMath>
          </a14:m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，误差决定控制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响应快速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：立即行动，适合动态响应要求高的场合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天生缺陷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：存在稳态误差，无法完全消除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参数关键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zh-CN" sz="3400" i="1" kern="1200"/>
                  </m:ctrlPr>
                </m:sSubPr>
                <m:e>
                  <m:r>
                    <a:rPr lang="zh-CN" sz="3400" i="1" kern="1200"/>
                    <m:t>𝐾</m:t>
                  </m:r>
                </m:e>
                <m:sub>
                  <m:r>
                    <a:rPr lang="zh-CN" sz="3400" i="1" kern="1200"/>
                    <m:t>𝑝</m:t>
                  </m:r>
                </m:sub>
              </m:sSub>
            </m:oMath>
          </a14:m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 大小决定系统</a:t>
          </a:r>
          <a:r>
            <a:rPr lang="en-US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性格</a:t>
          </a:r>
          <a:r>
            <a:rPr lang="en-US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"</a:t>
          </a:r>
          <a:endParaRPr lang="zh-CN" sz="3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4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电机应用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：简单调速可用，高精度需配合</a:t>
          </a:r>
          <a:r>
            <a:rPr lang="en-US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I</a:t>
          </a:r>
          <a:r>
            <a:rPr lang="zh-CN" sz="3400" kern="1200">
              <a:latin typeface="微软雅黑" panose="020B0503020204020204" pitchFamily="34" charset="-122"/>
              <a:ea typeface="微软雅黑" panose="020B0503020204020204" pitchFamily="34" charset="-122"/>
            </a:rPr>
            <a:t>控制</a:t>
          </a:r>
        </a:p>
      </dsp:txBody>
      <dsp:txXfrm>
        <a:off x="0" y="1015637"/>
        <a:ext cx="10688441" cy="4293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02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601657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比例控制（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）与直接响应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【09-02】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内容占位符 2">
                <a:extLst>
                  <a:ext uri="{FF2B5EF4-FFF2-40B4-BE49-F238E27FC236}">
                    <a16:creationId xmlns:a16="http://schemas.microsoft.com/office/drawing/2014/main" id="{4418066D-7B8A-06B6-8BF8-68AAD7754025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558333264"/>
                  </p:ext>
                </p:extLst>
              </p:nvPr>
            </p:nvGraphicFramePr>
            <p:xfrm>
              <a:off x="792480" y="1306286"/>
              <a:ext cx="10848583" cy="500742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3" name="内容占位符 2">
                <a:extLst>
                  <a:ext uri="{FF2B5EF4-FFF2-40B4-BE49-F238E27FC236}">
                    <a16:creationId xmlns:a16="http://schemas.microsoft.com/office/drawing/2014/main" id="{4418066D-7B8A-06B6-8BF8-68AAD7754025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558333264"/>
                  </p:ext>
                </p:extLst>
              </p:nvPr>
            </p:nvGraphicFramePr>
            <p:xfrm>
              <a:off x="792480" y="1306286"/>
              <a:ext cx="10848583" cy="500742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 </a:t>
            </a:r>
            <a:r>
              <a:rPr lang="en-US" altLang="zh-CN" dirty="0"/>
              <a:t>PID</a:t>
            </a:r>
            <a:r>
              <a:rPr lang="zh-CN" altLang="en-US" dirty="0"/>
              <a:t>中的“</a:t>
            </a:r>
            <a:r>
              <a:rPr lang="en-US" altLang="zh-CN" dirty="0"/>
              <a:t>P</a:t>
            </a:r>
            <a:r>
              <a:rPr lang="zh-CN" altLang="en-US" dirty="0"/>
              <a:t>”</a:t>
            </a:r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E4DD0103-7FDF-86D5-32D0-8AC4726E49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725306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PID = </a:t>
            </a:r>
            <a:r>
              <a:rPr lang="en-US" altLang="zh-CN" sz="3600" b="1" dirty="0">
                <a:solidFill>
                  <a:srgbClr val="FF0000"/>
                </a:solidFill>
              </a:rPr>
              <a:t>P</a:t>
            </a:r>
            <a:r>
              <a:rPr lang="en-US" altLang="zh-CN" b="1" dirty="0"/>
              <a:t> + I + D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292F825-B381-D4A7-98D9-D8E03A34EAE6}"/>
              </a:ext>
            </a:extLst>
          </p:cNvPr>
          <p:cNvSpPr txBox="1"/>
          <p:nvPr/>
        </p:nvSpPr>
        <p:spPr>
          <a:xfrm>
            <a:off x="4775200" y="374795"/>
            <a:ext cx="184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Proportional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图示 31">
                <a:extLst>
                  <a:ext uri="{FF2B5EF4-FFF2-40B4-BE49-F238E27FC236}">
                    <a16:creationId xmlns:a16="http://schemas.microsoft.com/office/drawing/2014/main" id="{7C80FB62-CF59-7712-D28F-7449EA4FDDB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58290697"/>
                  </p:ext>
                </p:extLst>
              </p:nvPr>
            </p:nvGraphicFramePr>
            <p:xfrm>
              <a:off x="520700" y="1950648"/>
              <a:ext cx="5041900" cy="36300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32" name="图示 31">
                <a:extLst>
                  <a:ext uri="{FF2B5EF4-FFF2-40B4-BE49-F238E27FC236}">
                    <a16:creationId xmlns:a16="http://schemas.microsoft.com/office/drawing/2014/main" id="{7C80FB62-CF59-7712-D28F-7449EA4FDDB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58290697"/>
                  </p:ext>
                </p:extLst>
              </p:nvPr>
            </p:nvGraphicFramePr>
            <p:xfrm>
              <a:off x="520700" y="1950648"/>
              <a:ext cx="5041900" cy="36300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56EF24B4-F33D-A625-C8EF-9EBDD9F5246D}"/>
              </a:ext>
            </a:extLst>
          </p:cNvPr>
          <p:cNvSpPr txBox="1"/>
          <p:nvPr/>
        </p:nvSpPr>
        <p:spPr>
          <a:xfrm>
            <a:off x="6859110" y="5804142"/>
            <a:ext cx="533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反应直接，没有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记忆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，没有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quote-cjk-patch"/>
              </a:rPr>
              <a:t>预测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endParaRPr lang="zh-CN" alt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6D8180A-4309-ACD8-1685-728EA8C2EE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586" y="2067700"/>
            <a:ext cx="6539414" cy="363009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FECE07A-EA68-C6BE-F791-8FD8551E21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170279"/>
            <a:ext cx="2715684" cy="780369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1247E42-0B22-F316-390A-E51AE39DD0A9}"/>
              </a:ext>
            </a:extLst>
          </p:cNvPr>
          <p:cNvCxnSpPr>
            <a:cxnSpLocks/>
          </p:cNvCxnSpPr>
          <p:nvPr/>
        </p:nvCxnSpPr>
        <p:spPr>
          <a:xfrm>
            <a:off x="10650583" y="2952750"/>
            <a:ext cx="0" cy="86201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4870C91-AB89-EAF8-AAE3-413C1CC27E18}"/>
              </a:ext>
            </a:extLst>
          </p:cNvPr>
          <p:cNvSpPr txBox="1"/>
          <p:nvPr/>
        </p:nvSpPr>
        <p:spPr>
          <a:xfrm>
            <a:off x="10740570" y="3244334"/>
            <a:ext cx="1203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稳态误差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406492E2-8391-BB84-0BF6-CF9F25B543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2.</a:t>
                </a:r>
                <a:r>
                  <a:rPr lang="zh-CN" altLang="en-US" b="1" dirty="0"/>
                  <a:t>比例系数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i="1"/>
                          <m:t>𝐾</m:t>
                        </m:r>
                      </m:e>
                      <m:sub>
                        <m:r>
                          <a:rPr lang="zh-CN" altLang="ar-AE" i="1"/>
                          <m:t>𝑝</m:t>
                        </m:r>
                      </m:sub>
                    </m:sSub>
                  </m:oMath>
                </a14:m>
                <a:r>
                  <a:rPr lang="zh-CN" altLang="ar-AE" b="1" dirty="0"/>
                  <a:t>：</a:t>
                </a:r>
                <a:r>
                  <a:rPr lang="zh-CN" altLang="en-US" b="1" dirty="0"/>
                  <a:t>控制器的</a:t>
                </a:r>
                <a:r>
                  <a:rPr lang="en-US" altLang="zh-CN" b="1" dirty="0"/>
                  <a:t>"</a:t>
                </a:r>
                <a:r>
                  <a:rPr lang="zh-CN" altLang="en-US" b="1" dirty="0"/>
                  <a:t>性格</a:t>
                </a:r>
                <a:r>
                  <a:rPr lang="en-US" altLang="zh-CN" b="1" dirty="0"/>
                  <a:t>"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406492E2-8391-BB84-0BF6-CF9F25B543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36" t="-66154" b="-7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内容占位符 8">
                <a:extLst>
                  <a:ext uri="{FF2B5EF4-FFF2-40B4-BE49-F238E27FC236}">
                    <a16:creationId xmlns:a16="http://schemas.microsoft.com/office/drawing/2014/main" id="{40330BB3-95E0-9658-9DB7-E1E1781CFE4F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20134584"/>
                  </p:ext>
                </p:extLst>
              </p:nvPr>
            </p:nvGraphicFramePr>
            <p:xfrm>
              <a:off x="486023" y="2028392"/>
              <a:ext cx="6350205" cy="3191131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343903">
                      <a:extLst>
                        <a:ext uri="{9D8B030D-6E8A-4147-A177-3AD203B41FA5}">
                          <a16:colId xmlns:a16="http://schemas.microsoft.com/office/drawing/2014/main" val="1896795852"/>
                        </a:ext>
                      </a:extLst>
                    </a:gridCol>
                    <a:gridCol w="2202142">
                      <a:extLst>
                        <a:ext uri="{9D8B030D-6E8A-4147-A177-3AD203B41FA5}">
                          <a16:colId xmlns:a16="http://schemas.microsoft.com/office/drawing/2014/main" val="1037082743"/>
                        </a:ext>
                      </a:extLst>
                    </a:gridCol>
                    <a:gridCol w="2804160">
                      <a:extLst>
                        <a:ext uri="{9D8B030D-6E8A-4147-A177-3AD203B41FA5}">
                          <a16:colId xmlns:a16="http://schemas.microsoft.com/office/drawing/2014/main" val="2649346228"/>
                        </a:ext>
                      </a:extLst>
                    </a:gridCol>
                  </a:tblGrid>
                  <a:tr h="3692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zh-CN" b="1"/>
                                  </m:ctrlPr>
                                </m:sSubPr>
                                <m:e>
                                  <m:r>
                                    <a:rPr lang="zh-CN" altLang="ar-AE" b="1" i="1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zh-CN" altLang="ar-AE" b="1" i="1" smtClean="0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b="1" dirty="0">
                              <a:effectLst/>
                            </a:rPr>
                            <a:t> </a:t>
                          </a:r>
                          <a:r>
                            <a:rPr lang="zh-CN" altLang="en-US" b="1" dirty="0">
                              <a:effectLst/>
                            </a:rPr>
                            <a:t>大小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系统表现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优缺点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896078"/>
                      </a:ext>
                    </a:extLst>
                  </a:tr>
                  <a:tr h="757168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太小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反应迟钝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响应慢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到达目标时间长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稳定，不易振荡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但可能永远到不了目标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747521083"/>
                      </a:ext>
                    </a:extLst>
                  </a:tr>
                  <a:tr h="757168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适中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响应适中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稳定到达目标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有一定稳态误差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平衡性好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适合大多数应用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854169422"/>
                      </a:ext>
                    </a:extLst>
                  </a:tr>
                  <a:tr h="757168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太大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反应强烈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快速接近目标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容易超调振荡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响应快但可能不稳定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电机可能抖动或发热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7489594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内容占位符 8">
                <a:extLst>
                  <a:ext uri="{FF2B5EF4-FFF2-40B4-BE49-F238E27FC236}">
                    <a16:creationId xmlns:a16="http://schemas.microsoft.com/office/drawing/2014/main" id="{40330BB3-95E0-9658-9DB7-E1E1781CFE4F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20134584"/>
                  </p:ext>
                </p:extLst>
              </p:nvPr>
            </p:nvGraphicFramePr>
            <p:xfrm>
              <a:off x="486023" y="2028392"/>
              <a:ext cx="6350205" cy="3191131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343903">
                      <a:extLst>
                        <a:ext uri="{9D8B030D-6E8A-4147-A177-3AD203B41FA5}">
                          <a16:colId xmlns:a16="http://schemas.microsoft.com/office/drawing/2014/main" val="1896795852"/>
                        </a:ext>
                      </a:extLst>
                    </a:gridCol>
                    <a:gridCol w="2202142">
                      <a:extLst>
                        <a:ext uri="{9D8B030D-6E8A-4147-A177-3AD203B41FA5}">
                          <a16:colId xmlns:a16="http://schemas.microsoft.com/office/drawing/2014/main" val="1037082743"/>
                        </a:ext>
                      </a:extLst>
                    </a:gridCol>
                    <a:gridCol w="2804160">
                      <a:extLst>
                        <a:ext uri="{9D8B030D-6E8A-4147-A177-3AD203B41FA5}">
                          <a16:colId xmlns:a16="http://schemas.microsoft.com/office/drawing/2014/main" val="2649346228"/>
                        </a:ext>
                      </a:extLst>
                    </a:gridCol>
                  </a:tblGrid>
                  <a:tr h="4462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R="152400" marT="95250" marB="95250" anchor="ctr">
                        <a:blipFill>
                          <a:blip r:embed="rId4"/>
                          <a:stretch>
                            <a:fillRect l="-452" t="-5479" r="-372851" b="-628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系统表现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优缺点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896078"/>
                      </a:ext>
                    </a:extLst>
                  </a:tr>
                  <a:tr h="91497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太小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反应迟钝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响应慢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到达目标时间长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稳定，不易振荡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但可能永远到不了目标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747521083"/>
                      </a:ext>
                    </a:extLst>
                  </a:tr>
                  <a:tr h="91497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适中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响应适中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稳定到达目标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有一定稳态误差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平衡性好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适合大多数应用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854169422"/>
                      </a:ext>
                    </a:extLst>
                  </a:tr>
                  <a:tr h="91497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>
                              <a:effectLst/>
                            </a:rPr>
                            <a:t>太大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反应强烈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快速接近目标</a:t>
                          </a:r>
                          <a:br>
                            <a:rPr lang="zh-CN" altLang="en-US" b="0">
                              <a:effectLst/>
                            </a:rPr>
                          </a:br>
                          <a:r>
                            <a:rPr lang="zh-CN" altLang="en-US" b="0">
                              <a:effectLst/>
                            </a:rPr>
                            <a:t>容易超调振荡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响应快但可能不稳定</a:t>
                          </a:r>
                          <a:br>
                            <a:rPr lang="zh-CN" altLang="en-US" b="0" dirty="0">
                              <a:effectLst/>
                            </a:rPr>
                          </a:br>
                          <a:r>
                            <a:rPr lang="zh-CN" altLang="en-US" b="0" dirty="0">
                              <a:effectLst/>
                            </a:rPr>
                            <a:t>电机可能抖动或发热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7489594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2803A935-3360-C280-A969-CE0AD20E43E6}"/>
              </a:ext>
            </a:extLst>
          </p:cNvPr>
          <p:cNvSpPr txBox="1"/>
          <p:nvPr/>
        </p:nvSpPr>
        <p:spPr>
          <a:xfrm>
            <a:off x="486023" y="12691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solidFill>
                  <a:srgbClr val="0F1115"/>
                </a:solidFill>
                <a:effectLst/>
                <a:latin typeface="KaTeX_Math"/>
              </a:rPr>
              <a:t>Kp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决定了控制的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力度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与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灵敏度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E512F7C-5FEC-EBE9-6119-1E5CD7AAFB9E}"/>
                  </a:ext>
                </a:extLst>
              </p:cNvPr>
              <p:cNvSpPr txBox="1"/>
              <p:nvPr/>
            </p:nvSpPr>
            <p:spPr>
              <a:xfrm>
                <a:off x="7036526" y="4828775"/>
                <a:ext cx="415398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简单说</a:t>
                </a: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AE" altLang="zh-CN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是控制器的</a:t>
                </a:r>
                <a:r>
                  <a:rPr lang="en-US" altLang="zh-CN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"</a:t>
                </a: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急性子</a:t>
                </a:r>
                <a:r>
                  <a:rPr lang="en-US" altLang="zh-CN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"</a:t>
                </a: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程度</a:t>
                </a:r>
                <a:endParaRPr lang="zh-CN" altLang="en-US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E512F7C-5FEC-EBE9-6119-1E5CD7AAF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526" y="4828775"/>
                <a:ext cx="4153988" cy="390748"/>
              </a:xfrm>
              <a:prstGeom prst="rect">
                <a:avLst/>
              </a:prstGeom>
              <a:blipFill>
                <a:blip r:embed="rId5"/>
                <a:stretch>
                  <a:fillRect l="-1173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纯比例控制的局限性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D50C1C-6CAF-EF63-8A40-5410C2F6E21F}"/>
              </a:ext>
            </a:extLst>
          </p:cNvPr>
          <p:cNvSpPr txBox="1"/>
          <p:nvPr/>
        </p:nvSpPr>
        <p:spPr>
          <a:xfrm>
            <a:off x="912068" y="1200930"/>
            <a:ext cx="4331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稳态误差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：比例控制的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天生缺陷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 descr="警告 纯色填充">
            <a:extLst>
              <a:ext uri="{FF2B5EF4-FFF2-40B4-BE49-F238E27FC236}">
                <a16:creationId xmlns:a16="http://schemas.microsoft.com/office/drawing/2014/main" id="{38C075AD-947F-F2CF-AEC8-A41060721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84" y="1174682"/>
            <a:ext cx="514160" cy="514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F1D6C7E-FB51-1FD3-3F28-F37354790AFC}"/>
                  </a:ext>
                </a:extLst>
              </p:cNvPr>
              <p:cNvSpPr txBox="1"/>
              <p:nvPr/>
            </p:nvSpPr>
            <p:spPr>
              <a:xfrm>
                <a:off x="389554" y="1786234"/>
                <a:ext cx="5987072" cy="4608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1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为什么会有稳态误差？</a:t>
                </a:r>
                <a:endParaRPr lang="zh-CN" altLang="en-US" sz="1600" b="0" i="0" dirty="0">
                  <a:solidFill>
                    <a:srgbClr val="0F1115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控制输出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sz="16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zh-CN" altLang="en-US" sz="1600" b="0" i="0" dirty="0">
                  <a:solidFill>
                    <a:srgbClr val="0F1115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要维持稳定，需要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外界干扰</a:t>
                </a: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依赖于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，所以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必须 ≠ 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矛盾</a:t>
                </a: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：要稳定就必须有误差</a:t>
                </a:r>
              </a:p>
              <a:p>
                <a:pPr algn="l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1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水箱例子</a:t>
                </a: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（出水流量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=0.2</a:t>
                </a: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目标水位：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1.0m</a:t>
                </a: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时，最终水位≈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0.8m</a:t>
                </a: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为什么？需要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抵消出水，但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，所以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1600" b="0" i="0" dirty="0">
                  <a:solidFill>
                    <a:srgbClr val="0F1115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rgbClr val="0F111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除非出水流量为</a:t>
                </a:r>
                <a:r>
                  <a:rPr lang="en-US" altLang="zh-CN" sz="1600" dirty="0">
                    <a:solidFill>
                      <a:srgbClr val="0F111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1600" dirty="0">
                    <a:solidFill>
                      <a:srgbClr val="0F111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，纯比例控制才能到达目标水位</a:t>
                </a:r>
                <a:endParaRPr lang="zh-CN" altLang="en-US" sz="1600" b="0" i="0" dirty="0">
                  <a:solidFill>
                    <a:srgbClr val="0F1115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1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结论</a:t>
                </a: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：纯</a:t>
                </a:r>
                <a:r>
                  <a:rPr lang="en-US" altLang="zh-CN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1600" b="0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</a:t>
                </a:r>
                <a:r>
                  <a:rPr lang="zh-CN" altLang="en-US" sz="1600" b="1" i="0" dirty="0">
                    <a:solidFill>
                      <a:srgbClr val="0F1115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永远无法完全消除误差</a:t>
                </a:r>
                <a:endParaRPr lang="zh-CN" altLang="en-US" sz="1600" b="0" i="0" dirty="0">
                  <a:solidFill>
                    <a:srgbClr val="0F1115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F1D6C7E-FB51-1FD3-3F28-F37354790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54" y="1786234"/>
                <a:ext cx="5987072" cy="4608441"/>
              </a:xfrm>
              <a:prstGeom prst="rect">
                <a:avLst/>
              </a:prstGeom>
              <a:blipFill>
                <a:blip r:embed="rId5"/>
                <a:stretch>
                  <a:fillRect l="-611" t="-397" b="-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A1B4A37B-2D42-4158-0898-5D25078721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074" y="2159323"/>
            <a:ext cx="4191180" cy="120436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93BEC02-595B-5570-EC4D-5B2206089CF4}"/>
              </a:ext>
            </a:extLst>
          </p:cNvPr>
          <p:cNvSpPr txBox="1"/>
          <p:nvPr/>
        </p:nvSpPr>
        <p:spPr>
          <a:xfrm>
            <a:off x="6376626" y="1298094"/>
            <a:ext cx="4153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从公式就可以看出来，矛盾不可调和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4A19FD-25E2-90BE-A668-D2D058209FD3}"/>
              </a:ext>
            </a:extLst>
          </p:cNvPr>
          <p:cNvSpPr txBox="1"/>
          <p:nvPr/>
        </p:nvSpPr>
        <p:spPr>
          <a:xfrm>
            <a:off x="5994646" y="3367442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450"/>
              </a:spcBef>
              <a:spcAft>
                <a:spcPts val="600"/>
              </a:spcAft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一个人欠了信用卡，如果每月结余的钱仅够还利息，那他一辈子也还不清。</a:t>
            </a:r>
            <a:endParaRPr lang="zh-CN" altLang="en-US" sz="1800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电机控制中的纯比例比例控制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AB8A9CF6-E2AB-0AD6-5FA8-1A1503DF95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7893" y="1045148"/>
            <a:ext cx="3715170" cy="653023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直流电机速度控制示例</a:t>
            </a:r>
            <a:endParaRPr lang="zh-CN" altLang="en-US" sz="2000" dirty="0"/>
          </a:p>
        </p:txBody>
      </p:sp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BA4F08C9-18F0-623F-E4A3-97AED38FF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2088795"/>
              </p:ext>
            </p:extLst>
          </p:nvPr>
        </p:nvGraphicFramePr>
        <p:xfrm>
          <a:off x="585425" y="1577195"/>
          <a:ext cx="5580244" cy="4906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1D7801EB-E539-A13D-4894-8F501812DC41}"/>
              </a:ext>
            </a:extLst>
          </p:cNvPr>
          <p:cNvSpPr txBox="1"/>
          <p:nvPr/>
        </p:nvSpPr>
        <p:spPr>
          <a:xfrm>
            <a:off x="6992983" y="1698171"/>
            <a:ext cx="3500846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应用场景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对精度要求不高的风扇控制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简单的电机调速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响应速度优先的场合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仿真演示</a:t>
            </a:r>
            <a:r>
              <a:rPr lang="en-US" altLang="zh-CN" dirty="0"/>
              <a:t>——</a:t>
            </a:r>
            <a:r>
              <a:rPr lang="zh-CN" altLang="en-US" dirty="0"/>
              <a:t>不同</a:t>
            </a:r>
            <a:r>
              <a:rPr lang="en-US" altLang="zh-CN" dirty="0" err="1"/>
              <a:t>Kp</a:t>
            </a:r>
            <a:r>
              <a:rPr lang="zh-CN" altLang="en-US" dirty="0"/>
              <a:t>的控制效果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04A80-9872-4D45-2679-44C0D29CC6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670440"/>
          </a:xfrm>
        </p:spPr>
        <p:txBody>
          <a:bodyPr/>
          <a:lstStyle/>
          <a:p>
            <a:r>
              <a:rPr lang="zh-CN" altLang="en-US" b="1" dirty="0"/>
              <a:t>使用水箱水位控制的仿真程序观察纯比例（</a:t>
            </a:r>
            <a:r>
              <a:rPr lang="en-US" altLang="zh-CN" b="1" dirty="0"/>
              <a:t>P</a:t>
            </a:r>
            <a:r>
              <a:rPr lang="zh-CN" altLang="en-US" b="1" dirty="0"/>
              <a:t>）控制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33D4211-2C31-86C4-4604-8FE168FB1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682773"/>
                  </p:ext>
                </p:extLst>
              </p:nvPr>
            </p:nvGraphicFramePr>
            <p:xfrm>
              <a:off x="1543594" y="1917040"/>
              <a:ext cx="9969137" cy="2535054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830381">
                      <a:extLst>
                        <a:ext uri="{9D8B030D-6E8A-4147-A177-3AD203B41FA5}">
                          <a16:colId xmlns:a16="http://schemas.microsoft.com/office/drawing/2014/main" val="3593726630"/>
                        </a:ext>
                      </a:extLst>
                    </a:gridCol>
                    <a:gridCol w="1399556">
                      <a:extLst>
                        <a:ext uri="{9D8B030D-6E8A-4147-A177-3AD203B41FA5}">
                          <a16:colId xmlns:a16="http://schemas.microsoft.com/office/drawing/2014/main" val="2086948181"/>
                        </a:ext>
                      </a:extLst>
                    </a:gridCol>
                    <a:gridCol w="1695452">
                      <a:extLst>
                        <a:ext uri="{9D8B030D-6E8A-4147-A177-3AD203B41FA5}">
                          <a16:colId xmlns:a16="http://schemas.microsoft.com/office/drawing/2014/main" val="1339408656"/>
                        </a:ext>
                      </a:extLst>
                    </a:gridCol>
                    <a:gridCol w="3530904">
                      <a:extLst>
                        <a:ext uri="{9D8B030D-6E8A-4147-A177-3AD203B41FA5}">
                          <a16:colId xmlns:a16="http://schemas.microsoft.com/office/drawing/2014/main" val="4032662580"/>
                        </a:ext>
                      </a:extLst>
                    </a:gridCol>
                    <a:gridCol w="2512844">
                      <a:extLst>
                        <a:ext uri="{9D8B030D-6E8A-4147-A177-3AD203B41FA5}">
                          <a16:colId xmlns:a16="http://schemas.microsoft.com/office/drawing/2014/main" val="2769734960"/>
                        </a:ext>
                      </a:extLst>
                    </a:gridCol>
                  </a:tblGrid>
                  <a:tr h="5567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实验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b="1"/>
                                    </m:ctrlPr>
                                  </m:sSubPr>
                                  <m:e>
                                    <m:r>
                                      <a:rPr lang="zh-CN" altLang="ar-AE" b="1" i="1" smtClean="0">
                                        <a:latin typeface="Cambria Math" panose="020405030504060302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zh-CN" altLang="ar-AE" b="1" i="1" smtClean="0">
                                        <a:latin typeface="Cambria Math" panose="02040503050406030204" pitchFamily="18" charset="0"/>
                                      </a:rPr>
                                      <m:t>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  <a:latin typeface="quote-cjk-patch"/>
                            </a:rPr>
                            <a:t>出水量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响应曲线特征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稳态误差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69943661"/>
                      </a:ext>
                    </a:extLst>
                  </a:tr>
                  <a:tr h="35734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0.5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缓慢上升，无超调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较大</a:t>
                          </a:r>
                          <a:r>
                            <a:rPr lang="en-US" altLang="zh-CN" b="0" dirty="0">
                              <a:effectLst/>
                            </a:rPr>
                            <a:t>(≈0.4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634022"/>
                      </a:ext>
                    </a:extLst>
                  </a:tr>
                  <a:tr h="55677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>
                              <a:effectLst/>
                            </a:rPr>
                            <a:t>2</a:t>
                          </a:r>
                          <a:endParaRPr lang="en-US" altLang="zh-CN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适中速度，轻微超调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较小</a:t>
                          </a:r>
                          <a:r>
                            <a:rPr lang="en-US" altLang="zh-CN" b="0" dirty="0">
                              <a:effectLst/>
                            </a:rPr>
                            <a:t>(≈0.02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3130644"/>
                      </a:ext>
                    </a:extLst>
                  </a:tr>
                  <a:tr h="55677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>
                              <a:effectLst/>
                            </a:rPr>
                            <a:t>3</a:t>
                          </a:r>
                          <a:endParaRPr lang="en-US" altLang="zh-CN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20.0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快速上升，超调明显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很小</a:t>
                          </a:r>
                          <a:r>
                            <a:rPr lang="en-US" altLang="zh-CN" b="0" dirty="0">
                              <a:effectLst/>
                            </a:rPr>
                            <a:t>(≈0.01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770702"/>
                      </a:ext>
                    </a:extLst>
                  </a:tr>
                  <a:tr h="35734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4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100.0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剧烈振荡，不稳定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无法稳定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3335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33D4211-2C31-86C4-4604-8FE168FB1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682773"/>
                  </p:ext>
                </p:extLst>
              </p:nvPr>
            </p:nvGraphicFramePr>
            <p:xfrm>
              <a:off x="1543594" y="1917040"/>
              <a:ext cx="9969137" cy="2535054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830381">
                      <a:extLst>
                        <a:ext uri="{9D8B030D-6E8A-4147-A177-3AD203B41FA5}">
                          <a16:colId xmlns:a16="http://schemas.microsoft.com/office/drawing/2014/main" val="3593726630"/>
                        </a:ext>
                      </a:extLst>
                    </a:gridCol>
                    <a:gridCol w="1399556">
                      <a:extLst>
                        <a:ext uri="{9D8B030D-6E8A-4147-A177-3AD203B41FA5}">
                          <a16:colId xmlns:a16="http://schemas.microsoft.com/office/drawing/2014/main" val="2086948181"/>
                        </a:ext>
                      </a:extLst>
                    </a:gridCol>
                    <a:gridCol w="1695452">
                      <a:extLst>
                        <a:ext uri="{9D8B030D-6E8A-4147-A177-3AD203B41FA5}">
                          <a16:colId xmlns:a16="http://schemas.microsoft.com/office/drawing/2014/main" val="1339408656"/>
                        </a:ext>
                      </a:extLst>
                    </a:gridCol>
                    <a:gridCol w="3530904">
                      <a:extLst>
                        <a:ext uri="{9D8B030D-6E8A-4147-A177-3AD203B41FA5}">
                          <a16:colId xmlns:a16="http://schemas.microsoft.com/office/drawing/2014/main" val="4032662580"/>
                        </a:ext>
                      </a:extLst>
                    </a:gridCol>
                    <a:gridCol w="2512844">
                      <a:extLst>
                        <a:ext uri="{9D8B030D-6E8A-4147-A177-3AD203B41FA5}">
                          <a16:colId xmlns:a16="http://schemas.microsoft.com/office/drawing/2014/main" val="2769734960"/>
                        </a:ext>
                      </a:extLst>
                    </a:gridCol>
                  </a:tblGrid>
                  <a:tr h="55677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实验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52400" marR="152400" marT="95250" marB="95250" anchor="ctr">
                        <a:blipFill>
                          <a:blip r:embed="rId3"/>
                          <a:stretch>
                            <a:fillRect l="-59565" t="-1087" r="-553043" b="-361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  <a:latin typeface="quote-cjk-patch"/>
                            </a:rPr>
                            <a:t>出水量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响应曲线特征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稳态误差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69943661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0.5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缓慢上升，无超调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较大</a:t>
                          </a:r>
                          <a:r>
                            <a:rPr lang="en-US" altLang="zh-CN" b="0" dirty="0">
                              <a:effectLst/>
                            </a:rPr>
                            <a:t>(≈0.4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634022"/>
                      </a:ext>
                    </a:extLst>
                  </a:tr>
                  <a:tr h="55677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>
                              <a:effectLst/>
                            </a:rPr>
                            <a:t>2</a:t>
                          </a:r>
                          <a:endParaRPr lang="en-US" altLang="zh-CN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适中速度，轻微超调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较小</a:t>
                          </a:r>
                          <a:r>
                            <a:rPr lang="en-US" altLang="zh-CN" b="0" dirty="0">
                              <a:effectLst/>
                            </a:rPr>
                            <a:t>(≈0.02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3130644"/>
                      </a:ext>
                    </a:extLst>
                  </a:tr>
                  <a:tr h="556770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>
                              <a:effectLst/>
                            </a:rPr>
                            <a:t>3</a:t>
                          </a:r>
                          <a:endParaRPr lang="en-US" altLang="zh-CN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20.0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快速上升，超调明显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很小</a:t>
                          </a:r>
                          <a:r>
                            <a:rPr lang="en-US" altLang="zh-CN" b="0" dirty="0">
                              <a:effectLst/>
                            </a:rPr>
                            <a:t>(≈0.01</a:t>
                          </a:r>
                          <a:r>
                            <a:rPr lang="en-US" b="0" dirty="0">
                              <a:effectLst/>
                            </a:rPr>
                            <a:t>m)</a:t>
                          </a:r>
                          <a:endParaRPr 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770702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4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</a:rPr>
                            <a:t>100.0</a:t>
                          </a:r>
                          <a:endParaRPr lang="en-US" altLang="zh-CN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altLang="zh-CN" b="0" dirty="0">
                              <a:effectLst/>
                              <a:latin typeface="quote-cjk-patch"/>
                            </a:rPr>
                            <a:t>0.2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剧烈振荡，不稳定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无法稳定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3335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131D11-099F-7770-D96C-5E5DB6B7CF55}"/>
                  </a:ext>
                </a:extLst>
              </p:cNvPr>
              <p:cNvSpPr txBox="1"/>
              <p:nvPr/>
            </p:nvSpPr>
            <p:spPr>
              <a:xfrm>
                <a:off x="1543594" y="4472420"/>
                <a:ext cx="60960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发现</a:t>
                </a: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↑ → 响应快↑，稳定性↓，稳态误差↓但≠</a:t>
                </a:r>
                <a:r>
                  <a:rPr lang="en-US" altLang="zh-CN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0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131D11-099F-7770-D96C-5E5DB6B7C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594" y="4472420"/>
                <a:ext cx="6096000" cy="390748"/>
              </a:xfrm>
              <a:prstGeom prst="rect">
                <a:avLst/>
              </a:prstGeom>
              <a:blipFill>
                <a:blip r:embed="rId4"/>
                <a:stretch>
                  <a:fillRect l="-800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D81A9-715B-5627-C30E-34E14511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比例控制的</a:t>
            </a:r>
            <a:r>
              <a:rPr lang="en-US" altLang="zh-CN" dirty="0"/>
              <a:t>"</a:t>
            </a:r>
            <a:r>
              <a:rPr lang="zh-CN" altLang="en-US" dirty="0"/>
              <a:t>两面性</a:t>
            </a:r>
            <a:r>
              <a:rPr lang="en-US" altLang="zh-CN" dirty="0"/>
              <a:t>"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D175860F-FF8B-0A90-E2FE-CC5005FFCBF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87739270"/>
              </p:ext>
            </p:extLst>
          </p:nvPr>
        </p:nvGraphicFramePr>
        <p:xfrm>
          <a:off x="1017228" y="3977197"/>
          <a:ext cx="5359398" cy="1329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DD3BC0F1-87A8-D45D-A34F-AD69F21A96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90" y="1415880"/>
            <a:ext cx="2697392" cy="106476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238AB90-0BC2-F38F-5C50-72CBA6F3C05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500709" y="1231214"/>
            <a:ext cx="1215684" cy="553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76C48DC-8224-25B5-6DFF-D2C565BC0052}"/>
              </a:ext>
            </a:extLst>
          </p:cNvPr>
          <p:cNvSpPr txBox="1"/>
          <p:nvPr/>
        </p:nvSpPr>
        <p:spPr>
          <a:xfrm>
            <a:off x="7100599" y="95421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一个参数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81D64D-52DB-EAB6-7A8D-F27BF56201F3}"/>
              </a:ext>
            </a:extLst>
          </p:cNvPr>
          <p:cNvSpPr txBox="1"/>
          <p:nvPr/>
        </p:nvSpPr>
        <p:spPr>
          <a:xfrm>
            <a:off x="9392575" y="954215"/>
            <a:ext cx="248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当前时刻，无需累积、无需微分，即时响应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DD1CF6D-5BBE-0C76-3166-A7C6456CB87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507984" y="1415880"/>
            <a:ext cx="1127465" cy="368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F35E4763-BC07-E245-4C2A-980226B0AA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217" y="2275889"/>
            <a:ext cx="4751534" cy="4582111"/>
          </a:xfrm>
          <a:prstGeom prst="rect">
            <a:avLst/>
          </a:prstGeom>
        </p:spPr>
      </p:pic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1F78904-9ED2-FEB1-A956-231A08CD5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73630"/>
              </p:ext>
            </p:extLst>
          </p:nvPr>
        </p:nvGraphicFramePr>
        <p:xfrm>
          <a:off x="902105" y="1231214"/>
          <a:ext cx="5235112" cy="25714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17556">
                  <a:extLst>
                    <a:ext uri="{9D8B030D-6E8A-4147-A177-3AD203B41FA5}">
                      <a16:colId xmlns:a16="http://schemas.microsoft.com/office/drawing/2014/main" val="1114564553"/>
                    </a:ext>
                  </a:extLst>
                </a:gridCol>
                <a:gridCol w="2617556">
                  <a:extLst>
                    <a:ext uri="{9D8B030D-6E8A-4147-A177-3AD203B41FA5}">
                      <a16:colId xmlns:a16="http://schemas.microsoft.com/office/drawing/2014/main" val="866114074"/>
                    </a:ext>
                  </a:extLst>
                </a:gridCol>
              </a:tblGrid>
              <a:tr h="64286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优势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劣势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3460241"/>
                  </a:ext>
                </a:extLst>
              </a:tr>
              <a:tr h="642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响应快、简单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稳态误差不可避免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40308350"/>
                  </a:ext>
                </a:extLst>
              </a:tr>
              <a:tr h="642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不易积分饱和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精度有限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04606867"/>
                  </a:ext>
                </a:extLst>
              </a:tr>
              <a:tr h="6428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适合动态响应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易振荡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9017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7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FD1BD-E082-7AF6-D96F-FB6A5F71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从水箱到电机控制，受控对象的类比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D60DA2C3-C3B4-887E-2652-AA3D3A944AE4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4137047602"/>
                  </p:ext>
                </p:extLst>
              </p:nvPr>
            </p:nvGraphicFramePr>
            <p:xfrm>
              <a:off x="477317" y="1567391"/>
              <a:ext cx="7162800" cy="2594232"/>
            </p:xfrm>
            <a:graphic>
              <a:graphicData uri="http://schemas.openxmlformats.org/drawingml/2006/table">
                <a:tbl>
                  <a:tblPr>
                    <a:tableStyleId>{8799B23B-EC83-4686-B30A-512413B5E67A}</a:tableStyleId>
                  </a:tblPr>
                  <a:tblGrid>
                    <a:gridCol w="2387600">
                      <a:extLst>
                        <a:ext uri="{9D8B030D-6E8A-4147-A177-3AD203B41FA5}">
                          <a16:colId xmlns:a16="http://schemas.microsoft.com/office/drawing/2014/main" val="2221693333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538237861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249024808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水箱控制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电机控制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共同点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6787615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水位 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/>
                                <m:t>h</m:t>
                              </m:r>
                            </m:oMath>
                          </a14:m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转速 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/>
                                <m:t>𝜔</m:t>
                              </m:r>
                            </m:oMath>
                          </a14:m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被控量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42393558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目标水位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目标转速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设定值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19614761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进水量 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/>
                                <m:t>𝑢</m:t>
                              </m:r>
                            </m:oMath>
                          </a14:m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电压</a:t>
                          </a:r>
                          <a:r>
                            <a:rPr lang="en-US" altLang="zh-CN" b="0">
                              <a:effectLst/>
                            </a:rPr>
                            <a:t>/</a:t>
                          </a:r>
                          <a:r>
                            <a:rPr lang="zh-CN" altLang="en-US" b="0">
                              <a:effectLst/>
                            </a:rPr>
                            <a:t>电流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控制量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0723488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出水量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负载转矩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干扰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42802969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/>
                                    </m:ctrlPr>
                                  </m:sSubPr>
                                  <m:e>
                                    <m:r>
                                      <a:rPr lang="zh-CN" altLang="ar-AE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/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/>
                                    </m:ctrlPr>
                                  </m:sSubPr>
                                  <m:e>
                                    <m:r>
                                      <a:rPr lang="zh-CN" altLang="ar-AE"/>
                                      <m:t>𝐾</m:t>
                                    </m:r>
                                  </m:e>
                                  <m:sub>
                                    <m:r>
                                      <a:rPr lang="zh-CN" altLang="ar-AE"/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比例系数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9136678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内容占位符 5">
                <a:extLst>
                  <a:ext uri="{FF2B5EF4-FFF2-40B4-BE49-F238E27FC236}">
                    <a16:creationId xmlns:a16="http://schemas.microsoft.com/office/drawing/2014/main" id="{D60DA2C3-C3B4-887E-2652-AA3D3A944AE4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4137047602"/>
                  </p:ext>
                </p:extLst>
              </p:nvPr>
            </p:nvGraphicFramePr>
            <p:xfrm>
              <a:off x="477317" y="1567391"/>
              <a:ext cx="7162800" cy="2594232"/>
            </p:xfrm>
            <a:graphic>
              <a:graphicData uri="http://schemas.openxmlformats.org/drawingml/2006/table">
                <a:tbl>
                  <a:tblPr>
                    <a:tableStyleId>{8799B23B-EC83-4686-B30A-512413B5E67A}</a:tableStyleId>
                  </a:tblPr>
                  <a:tblGrid>
                    <a:gridCol w="2387600">
                      <a:extLst>
                        <a:ext uri="{9D8B030D-6E8A-4147-A177-3AD203B41FA5}">
                          <a16:colId xmlns:a16="http://schemas.microsoft.com/office/drawing/2014/main" val="2221693333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538237861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2490248089"/>
                        </a:ext>
                      </a:extLst>
                    </a:gridCol>
                  </a:tblGrid>
                  <a:tr h="4323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水箱控制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电机控制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1" dirty="0">
                              <a:effectLst/>
                            </a:rPr>
                            <a:t>共同点</a:t>
                          </a:r>
                          <a:endParaRPr lang="zh-CN" altLang="en-US" b="1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678761555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R="152400" marT="95250" marB="95250" anchor="ctr">
                        <a:blipFill>
                          <a:blip r:embed="rId2"/>
                          <a:stretch>
                            <a:fillRect l="-255" t="-102817" r="-200510" b="-4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52400" marR="152400" marT="95250" marB="95250" anchor="ctr">
                        <a:blipFill>
                          <a:blip r:embed="rId2"/>
                          <a:stretch>
                            <a:fillRect l="-100255" t="-102817" r="-100510" b="-4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被控量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4239355897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目标水位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目标转速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设定值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1961476144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R="152400" marT="95250" marB="95250" anchor="ctr">
                        <a:blipFill>
                          <a:blip r:embed="rId2"/>
                          <a:stretch>
                            <a:fillRect l="-255" t="-302817" r="-200510" b="-2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>
                              <a:effectLst/>
                            </a:rPr>
                            <a:t>电压</a:t>
                          </a:r>
                          <a:r>
                            <a:rPr lang="en-US" altLang="zh-CN" b="0">
                              <a:effectLst/>
                            </a:rPr>
                            <a:t>/</a:t>
                          </a:r>
                          <a:r>
                            <a:rPr lang="zh-CN" altLang="en-US" b="0">
                              <a:effectLst/>
                            </a:rPr>
                            <a:t>电流</a:t>
                          </a:r>
                          <a:endParaRPr lang="zh-CN" altLang="en-US" b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控制量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072348838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出水量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负载转矩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干扰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4280296954"/>
                      </a:ext>
                    </a:extLst>
                  </a:tr>
                  <a:tr h="43237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R="152400" marT="95250" marB="95250" anchor="ctr">
                        <a:blipFill>
                          <a:blip r:embed="rId2"/>
                          <a:stretch>
                            <a:fillRect l="-255" t="-502817" r="-200510" b="-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52400" marR="152400" marT="95250" marB="95250" anchor="ctr">
                        <a:blipFill>
                          <a:blip r:embed="rId2"/>
                          <a:stretch>
                            <a:fillRect l="-100255" t="-502817" r="-100510" b="-11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zh-CN" altLang="en-US" b="0" dirty="0">
                              <a:effectLst/>
                            </a:rPr>
                            <a:t>比例系数</a:t>
                          </a:r>
                          <a:endParaRPr lang="zh-CN" altLang="en-US" b="0" dirty="0">
                            <a:effectLst/>
                            <a:latin typeface="quote-cjk-patch"/>
                          </a:endParaRPr>
                        </a:p>
                      </a:txBody>
                      <a:tcPr marL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9136678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4C3764E-6F10-05A4-CC41-39A578E2366A}"/>
                  </a:ext>
                </a:extLst>
              </p:cNvPr>
              <p:cNvSpPr txBox="1"/>
              <p:nvPr/>
            </p:nvSpPr>
            <p:spPr>
              <a:xfrm>
                <a:off x="7802879" y="1567391"/>
                <a:ext cx="4014653" cy="1965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电机有惯性（转动惯量）</a:t>
                </a: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电机有电磁时间常数</a:t>
                </a: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电机负载可能突变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zh-CN" alt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因此：</a:t>
                </a:r>
                <a:r>
                  <a:rPr lang="zh-CN" alt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电机控制中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的选择更需谨慎</a:t>
                </a:r>
                <a:endParaRPr lang="zh-CN" altLang="en-US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4C3764E-6F10-05A4-CC41-39A578E2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79" y="1567391"/>
                <a:ext cx="4014653" cy="1965538"/>
              </a:xfrm>
              <a:prstGeom prst="rect">
                <a:avLst/>
              </a:prstGeom>
              <a:blipFill>
                <a:blip r:embed="rId3"/>
                <a:stretch>
                  <a:fillRect l="-1214" t="-1548" r="-607" b="-2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46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28ED6-EA6B-5571-9541-E62D1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1752FD3-21BC-4E9A-1F89-F4A4850347EF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860277891"/>
                  </p:ext>
                </p:extLst>
              </p:nvPr>
            </p:nvGraphicFramePr>
            <p:xfrm>
              <a:off x="952624" y="1053857"/>
              <a:ext cx="10688441" cy="534525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D1752FD3-21BC-4E9A-1F89-F4A4850347EF}"/>
                  </a:ext>
                </a:extLst>
              </p:cNvPr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860277891"/>
                  </p:ext>
                </p:extLst>
              </p:nvPr>
            </p:nvGraphicFramePr>
            <p:xfrm>
              <a:off x="952624" y="1053857"/>
              <a:ext cx="10688441" cy="534525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769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3DFFC-0DD2-C208-C6D8-DD0C6B67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C30E17-2DB8-6047-1661-2509041EB84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zh-CN" altLang="en-US" sz="2400" dirty="0"/>
                  <a:t>为什么比例控制器无法完全消除稳态误差？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zh-CN" altLang="en-US" sz="2400" dirty="0"/>
                  <a:t>在电机启动过程中，如果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/>
                        </m:ctrlPr>
                      </m:sSubPr>
                      <m:e>
                        <m:r>
                          <a:rPr lang="zh-CN" altLang="en-US" sz="2400" i="1"/>
                          <m:t>𝐾</m:t>
                        </m:r>
                      </m:e>
                      <m:sub>
                        <m:r>
                          <a:rPr lang="zh-CN" altLang="en-US" sz="2400" i="1"/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/>
                  <a:t> 设置过大，会发生什么现象？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zh-CN" altLang="en-US" sz="2400" dirty="0"/>
                  <a:t>对于一个响应要求快但允许一定误差的系统，应该用大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/>
                        </m:ctrlPr>
                      </m:sSubPr>
                      <m:e>
                        <m:r>
                          <a:rPr lang="zh-CN" altLang="en-US" sz="2400" i="1"/>
                          <m:t>𝐾</m:t>
                        </m:r>
                      </m:e>
                      <m:sub>
                        <m:r>
                          <a:rPr lang="zh-CN" altLang="en-US" sz="2400" i="1"/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/>
                  <a:t> 还是小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/>
                        </m:ctrlPr>
                      </m:sSubPr>
                      <m:e>
                        <m:r>
                          <a:rPr lang="zh-CN" altLang="en-US" sz="2400" i="1"/>
                          <m:t>𝐾</m:t>
                        </m:r>
                      </m:e>
                      <m:sub>
                        <m:r>
                          <a:rPr lang="zh-CN" altLang="en-US" sz="2400" i="1"/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/>
                  <a:t>？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zh-CN" altLang="en-US" sz="2400" dirty="0"/>
                  <a:t>你能想到现实生活中哪些控制是纯比例控制？</a:t>
                </a:r>
                <a:br>
                  <a:rPr lang="zh-CN" altLang="en-US" sz="2400" dirty="0"/>
                </a:b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C30E17-2DB8-6047-1661-2509041EB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026" t="-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6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6605</TotalTime>
  <Words>866</Words>
  <Application>Microsoft Office PowerPoint</Application>
  <PresentationFormat>宽屏</PresentationFormat>
  <Paragraphs>167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KaTeX_Main</vt:lpstr>
      <vt:lpstr>KaTeX_Math</vt:lpstr>
      <vt:lpstr>quote-cjk-patch</vt:lpstr>
      <vt:lpstr>Source Han Sans</vt:lpstr>
      <vt:lpstr>Source Han Sans CN Regular</vt:lpstr>
      <vt:lpstr>等线</vt:lpstr>
      <vt:lpstr>微软雅黑</vt:lpstr>
      <vt:lpstr>Arial</vt:lpstr>
      <vt:lpstr>Cambria Math</vt:lpstr>
      <vt:lpstr>Office 主题​​</vt:lpstr>
      <vt:lpstr>PowerPoint 演示文稿</vt:lpstr>
      <vt:lpstr>学习目标</vt:lpstr>
      <vt:lpstr>1.  PID中的“P”</vt:lpstr>
      <vt:lpstr>2.比例系数 K_p：控制器的"性格"</vt:lpstr>
      <vt:lpstr>3. 纯比例控制的局限性</vt:lpstr>
      <vt:lpstr>4. 电机控制中的纯比例比例控制</vt:lpstr>
      <vt:lpstr>5. 仿真演示——不同Kp的控制效果</vt:lpstr>
      <vt:lpstr>6. 比例控制的"两面性"</vt:lpstr>
      <vt:lpstr>7. 从水箱到电机控制，受控对象的类比</vt:lpstr>
      <vt:lpstr>小结</vt:lpstr>
      <vt:lpstr>思考题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185</cp:revision>
  <dcterms:created xsi:type="dcterms:W3CDTF">2025-05-21T06:55:53Z</dcterms:created>
  <dcterms:modified xsi:type="dcterms:W3CDTF">2026-01-09T06:19:40Z</dcterms:modified>
</cp:coreProperties>
</file>