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9" r:id="rId2"/>
    <p:sldId id="802" r:id="rId3"/>
    <p:sldId id="800" r:id="rId4"/>
    <p:sldId id="804" r:id="rId5"/>
    <p:sldId id="805" r:id="rId6"/>
    <p:sldId id="28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85FB7-14D1-4146-8BB1-D591D423DED8}" type="doc">
      <dgm:prSet loTypeId="urn:microsoft.com/office/officeart/2008/layout/VerticalCircleList" loCatId="list" qsTypeId="urn:microsoft.com/office/officeart/2005/8/quickstyle/simple1#1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310F82C0-62DB-47BD-BCD6-E8B2C8E0C519}">
      <dgm:prSet custT="1"/>
      <dgm:spPr/>
      <dgm:t>
        <a:bodyPr/>
        <a:lstStyle/>
        <a:p>
          <a:r>
            <a: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学习目标</a:t>
          </a:r>
        </a:p>
      </dgm:t>
    </dgm:pt>
    <dgm:pt modelId="{E4E2BD36-BC80-4551-BBF3-D5A49BF95391}" type="parTrans" cxnId="{2A057DF9-0B17-4BC7-A917-ECD1B1CBA36E}">
      <dgm:prSet/>
      <dgm:spPr/>
      <dgm:t>
        <a:bodyPr/>
        <a:lstStyle/>
        <a:p>
          <a:endParaRPr lang="zh-CN" altLang="en-US" sz="3200"/>
        </a:p>
      </dgm:t>
    </dgm:pt>
    <dgm:pt modelId="{3F2B362D-DD8B-4BC0-B74C-A22F95B42EBA}" type="sibTrans" cxnId="{2A057DF9-0B17-4BC7-A917-ECD1B1CBA36E}">
      <dgm:prSet/>
      <dgm:spPr/>
      <dgm:t>
        <a:bodyPr/>
        <a:lstStyle/>
        <a:p>
          <a:endParaRPr lang="zh-CN" altLang="en-US" sz="3200"/>
        </a:p>
      </dgm:t>
    </dgm:pt>
    <dgm:pt modelId="{B50695CC-325B-42D1-8903-AC61EB74D7D8}">
      <dgm:prSet custT="1"/>
      <dgm:spPr/>
      <dgm:t>
        <a:bodyPr/>
        <a:lstStyle/>
        <a:p>
          <a:r>
            <a:rPr lang="zh-CN" altLang="en-US" sz="3200" dirty="0"/>
            <a:t>常见的仿真软件是什么？</a:t>
          </a:r>
        </a:p>
      </dgm:t>
    </dgm:pt>
    <dgm:pt modelId="{B4721567-47EE-440B-9A13-18DC926121E9}" type="parTrans" cxnId="{8E7EA3C5-113C-41F7-B713-01A2D06234B2}">
      <dgm:prSet/>
      <dgm:spPr/>
      <dgm:t>
        <a:bodyPr/>
        <a:lstStyle/>
        <a:p>
          <a:endParaRPr lang="zh-CN" altLang="en-US" sz="3200"/>
        </a:p>
      </dgm:t>
    </dgm:pt>
    <dgm:pt modelId="{F28B6526-77BB-47DC-81D8-A0869445594D}" type="sibTrans" cxnId="{8E7EA3C5-113C-41F7-B713-01A2D06234B2}">
      <dgm:prSet/>
      <dgm:spPr/>
      <dgm:t>
        <a:bodyPr/>
        <a:lstStyle/>
        <a:p>
          <a:endParaRPr lang="zh-CN" altLang="en-US" sz="3200"/>
        </a:p>
      </dgm:t>
    </dgm:pt>
    <dgm:pt modelId="{B1C286F5-DF55-4D12-8364-EB11D872B4B6}">
      <dgm:prSet custT="1"/>
      <dgm:spPr/>
      <dgm:t>
        <a:bodyPr/>
        <a:lstStyle/>
        <a:p>
          <a:r>
            <a:rPr lang="en-US" altLang="zh-CN" sz="3200" dirty="0"/>
            <a:t>Python</a:t>
          </a:r>
          <a:r>
            <a:rPr lang="zh-CN" altLang="en-US" sz="3200"/>
            <a:t>仿真系统实例演示</a:t>
          </a:r>
          <a:endParaRPr lang="zh-CN" altLang="en-US" sz="3200" dirty="0"/>
        </a:p>
      </dgm:t>
    </dgm:pt>
    <dgm:pt modelId="{021A6D5C-A8BA-421A-8BE8-1475F380D84B}" type="parTrans" cxnId="{E07AE0DF-7B55-4153-871B-31488EC21683}">
      <dgm:prSet/>
      <dgm:spPr/>
      <dgm:t>
        <a:bodyPr/>
        <a:lstStyle/>
        <a:p>
          <a:endParaRPr lang="zh-CN" altLang="en-US" sz="3200"/>
        </a:p>
      </dgm:t>
    </dgm:pt>
    <dgm:pt modelId="{BFF25E7A-C9E8-4628-933E-41DED4FDED2C}" type="sibTrans" cxnId="{E07AE0DF-7B55-4153-871B-31488EC21683}">
      <dgm:prSet/>
      <dgm:spPr/>
      <dgm:t>
        <a:bodyPr/>
        <a:lstStyle/>
        <a:p>
          <a:endParaRPr lang="zh-CN" altLang="en-US" sz="3200"/>
        </a:p>
      </dgm:t>
    </dgm:pt>
    <dgm:pt modelId="{D5D6723F-9E7C-433E-A76A-4DD2464CE0E2}">
      <dgm:prSet custT="1"/>
      <dgm:spPr/>
      <dgm:t>
        <a:bodyPr/>
        <a:lstStyle/>
        <a:p>
          <a:r>
            <a:rPr lang="zh-CN" altLang="en-US" sz="3200" b="1" dirty="0"/>
            <a:t>为什么要用仿真系统</a:t>
          </a:r>
          <a:endParaRPr lang="zh-CN" altLang="en-US" sz="3200" dirty="0"/>
        </a:p>
      </dgm:t>
    </dgm:pt>
    <dgm:pt modelId="{BC2FB8B5-8D45-4142-8285-BACDF3AEE733}" type="parTrans" cxnId="{F426661E-F545-43BF-83DF-5579D094EE8B}">
      <dgm:prSet/>
      <dgm:spPr/>
      <dgm:t>
        <a:bodyPr/>
        <a:lstStyle/>
        <a:p>
          <a:endParaRPr lang="zh-CN" altLang="en-US" sz="3200"/>
        </a:p>
      </dgm:t>
    </dgm:pt>
    <dgm:pt modelId="{34DE6EDE-3457-4433-8B50-86EE9668F19A}" type="sibTrans" cxnId="{F426661E-F545-43BF-83DF-5579D094EE8B}">
      <dgm:prSet/>
      <dgm:spPr/>
      <dgm:t>
        <a:bodyPr/>
        <a:lstStyle/>
        <a:p>
          <a:endParaRPr lang="zh-CN" altLang="en-US" sz="3200"/>
        </a:p>
      </dgm:t>
    </dgm:pt>
    <dgm:pt modelId="{E63735E4-51B5-4726-8DD9-14F6FDEF6E3A}" type="pres">
      <dgm:prSet presAssocID="{F9E85FB7-14D1-4146-8BB1-D591D423DED8}" presName="Name0" presStyleCnt="0">
        <dgm:presLayoutVars>
          <dgm:dir/>
        </dgm:presLayoutVars>
      </dgm:prSet>
      <dgm:spPr/>
    </dgm:pt>
    <dgm:pt modelId="{F0407AAC-BF36-4933-9722-BEB7DB5652B6}" type="pres">
      <dgm:prSet presAssocID="{310F82C0-62DB-47BD-BCD6-E8B2C8E0C519}" presName="withChildren" presStyleCnt="0"/>
      <dgm:spPr/>
    </dgm:pt>
    <dgm:pt modelId="{D61ACFDC-FF5B-4955-A86A-A36B2ED374CD}" type="pres">
      <dgm:prSet presAssocID="{310F82C0-62DB-47BD-BCD6-E8B2C8E0C519}" presName="bigCircle" presStyleLbl="vennNode1" presStyleIdx="0" presStyleCnt="4" custScaleX="200091"/>
      <dgm:spPr/>
    </dgm:pt>
    <dgm:pt modelId="{8B88DECD-C779-46D7-87ED-7FF2262DE312}" type="pres">
      <dgm:prSet presAssocID="{310F82C0-62DB-47BD-BCD6-E8B2C8E0C519}" presName="medCircle" presStyleLbl="vennNode1" presStyleIdx="1" presStyleCnt="4"/>
      <dgm:spPr/>
    </dgm:pt>
    <dgm:pt modelId="{29B8B654-A61C-4E4E-979B-93E0C9501199}" type="pres">
      <dgm:prSet presAssocID="{310F82C0-62DB-47BD-BCD6-E8B2C8E0C519}" presName="txLvl1" presStyleLbl="revTx" presStyleIdx="0" presStyleCnt="4" custLinFactNeighborX="8974" custLinFactNeighborY="-2717"/>
      <dgm:spPr/>
    </dgm:pt>
    <dgm:pt modelId="{224C3053-61AC-41F0-92B2-5A1310B06163}" type="pres">
      <dgm:prSet presAssocID="{310F82C0-62DB-47BD-BCD6-E8B2C8E0C519}" presName="lin" presStyleCnt="0"/>
      <dgm:spPr/>
    </dgm:pt>
    <dgm:pt modelId="{7C2F5F63-22F6-4138-879F-E621AAA7E03E}" type="pres">
      <dgm:prSet presAssocID="{D5D6723F-9E7C-433E-A76A-4DD2464CE0E2}" presName="txLvl2" presStyleLbl="revTx" presStyleIdx="1" presStyleCnt="4" custLinFactY="28253" custLinFactNeighborX="508" custLinFactNeighborY="100000"/>
      <dgm:spPr/>
    </dgm:pt>
    <dgm:pt modelId="{1001C6BC-CB82-4F36-82D3-BC0DBCF140CF}" type="pres">
      <dgm:prSet presAssocID="{34DE6EDE-3457-4433-8B50-86EE9668F19A}" presName="smCircle" presStyleLbl="vennNode1" presStyleIdx="2" presStyleCnt="4" custLinFactX="-145085" custLinFactNeighborX="-200000" custLinFactNeighborY="-13272"/>
      <dgm:spPr/>
    </dgm:pt>
    <dgm:pt modelId="{5F76BA36-D67E-493C-A011-E2BCD9B6AC05}" type="pres">
      <dgm:prSet presAssocID="{B50695CC-325B-42D1-8903-AC61EB74D7D8}" presName="txLvl2" presStyleLbl="revTx" presStyleIdx="2" presStyleCnt="4" custLinFactY="100000" custLinFactNeighborX="847" custLinFactNeighborY="183161"/>
      <dgm:spPr/>
    </dgm:pt>
    <dgm:pt modelId="{0E1ED0A5-E98A-4799-B0D1-49C0956D867C}" type="pres">
      <dgm:prSet presAssocID="{F28B6526-77BB-47DC-81D8-A0869445594D}" presName="smCircle" presStyleLbl="vennNode1" presStyleIdx="3" presStyleCnt="4" custLinFactX="-145085" custLinFactNeighborX="-200000" custLinFactNeighborY="65750"/>
      <dgm:spPr/>
    </dgm:pt>
    <dgm:pt modelId="{DAD1D525-CF84-4B87-99EF-FC53287AD6B4}" type="pres">
      <dgm:prSet presAssocID="{B1C286F5-DF55-4D12-8364-EB11D872B4B6}" presName="txLvl2" presStyleLbl="revTx" presStyleIdx="3" presStyleCnt="4" custLinFactY="198079" custLinFactNeighborX="-169" custLinFactNeighborY="200000"/>
      <dgm:spPr/>
    </dgm:pt>
  </dgm:ptLst>
  <dgm:cxnLst>
    <dgm:cxn modelId="{C4A1000A-F576-470C-87F0-7496274DEFA8}" type="presOf" srcId="{B1C286F5-DF55-4D12-8364-EB11D872B4B6}" destId="{DAD1D525-CF84-4B87-99EF-FC53287AD6B4}" srcOrd="0" destOrd="0" presId="urn:microsoft.com/office/officeart/2008/layout/VerticalCircleList"/>
    <dgm:cxn modelId="{99D4471C-D9F3-4B0B-8B21-9ED7D0C3EFB4}" type="presOf" srcId="{310F82C0-62DB-47BD-BCD6-E8B2C8E0C519}" destId="{29B8B654-A61C-4E4E-979B-93E0C9501199}" srcOrd="0" destOrd="0" presId="urn:microsoft.com/office/officeart/2008/layout/VerticalCircleList"/>
    <dgm:cxn modelId="{F426661E-F545-43BF-83DF-5579D094EE8B}" srcId="{310F82C0-62DB-47BD-BCD6-E8B2C8E0C519}" destId="{D5D6723F-9E7C-433E-A76A-4DD2464CE0E2}" srcOrd="0" destOrd="0" parTransId="{BC2FB8B5-8D45-4142-8285-BACDF3AEE733}" sibTransId="{34DE6EDE-3457-4433-8B50-86EE9668F19A}"/>
    <dgm:cxn modelId="{DF1B4B67-8503-4D56-AE90-A805BF2EBEF6}" type="presOf" srcId="{F9E85FB7-14D1-4146-8BB1-D591D423DED8}" destId="{E63735E4-51B5-4726-8DD9-14F6FDEF6E3A}" srcOrd="0" destOrd="0" presId="urn:microsoft.com/office/officeart/2008/layout/VerticalCircleList"/>
    <dgm:cxn modelId="{C0A7CA56-98D5-4840-B916-5F9B9031FF89}" type="presOf" srcId="{D5D6723F-9E7C-433E-A76A-4DD2464CE0E2}" destId="{7C2F5F63-22F6-4138-879F-E621AAA7E03E}" srcOrd="0" destOrd="0" presId="urn:microsoft.com/office/officeart/2008/layout/VerticalCircleList"/>
    <dgm:cxn modelId="{E5C998AA-79BF-4894-9A3E-EA853C9FB3B6}" type="presOf" srcId="{B50695CC-325B-42D1-8903-AC61EB74D7D8}" destId="{5F76BA36-D67E-493C-A011-E2BCD9B6AC05}" srcOrd="0" destOrd="0" presId="urn:microsoft.com/office/officeart/2008/layout/VerticalCircleList"/>
    <dgm:cxn modelId="{8E7EA3C5-113C-41F7-B713-01A2D06234B2}" srcId="{310F82C0-62DB-47BD-BCD6-E8B2C8E0C519}" destId="{B50695CC-325B-42D1-8903-AC61EB74D7D8}" srcOrd="1" destOrd="0" parTransId="{B4721567-47EE-440B-9A13-18DC926121E9}" sibTransId="{F28B6526-77BB-47DC-81D8-A0869445594D}"/>
    <dgm:cxn modelId="{E07AE0DF-7B55-4153-871B-31488EC21683}" srcId="{310F82C0-62DB-47BD-BCD6-E8B2C8E0C519}" destId="{B1C286F5-DF55-4D12-8364-EB11D872B4B6}" srcOrd="2" destOrd="0" parTransId="{021A6D5C-A8BA-421A-8BE8-1475F380D84B}" sibTransId="{BFF25E7A-C9E8-4628-933E-41DED4FDED2C}"/>
    <dgm:cxn modelId="{2A057DF9-0B17-4BC7-A917-ECD1B1CBA36E}" srcId="{F9E85FB7-14D1-4146-8BB1-D591D423DED8}" destId="{310F82C0-62DB-47BD-BCD6-E8B2C8E0C519}" srcOrd="0" destOrd="0" parTransId="{E4E2BD36-BC80-4551-BBF3-D5A49BF95391}" sibTransId="{3F2B362D-DD8B-4BC0-B74C-A22F95B42EBA}"/>
    <dgm:cxn modelId="{280D6205-BB66-4141-86DA-5A51A2FB796D}" type="presParOf" srcId="{E63735E4-51B5-4726-8DD9-14F6FDEF6E3A}" destId="{F0407AAC-BF36-4933-9722-BEB7DB5652B6}" srcOrd="0" destOrd="0" presId="urn:microsoft.com/office/officeart/2008/layout/VerticalCircleList"/>
    <dgm:cxn modelId="{05679D40-F31B-4E29-879C-3FCCA0209B62}" type="presParOf" srcId="{F0407AAC-BF36-4933-9722-BEB7DB5652B6}" destId="{D61ACFDC-FF5B-4955-A86A-A36B2ED374CD}" srcOrd="0" destOrd="0" presId="urn:microsoft.com/office/officeart/2008/layout/VerticalCircleList"/>
    <dgm:cxn modelId="{32789385-2E75-401D-99F8-8F1EA78ADDF2}" type="presParOf" srcId="{F0407AAC-BF36-4933-9722-BEB7DB5652B6}" destId="{8B88DECD-C779-46D7-87ED-7FF2262DE312}" srcOrd="1" destOrd="0" presId="urn:microsoft.com/office/officeart/2008/layout/VerticalCircleList"/>
    <dgm:cxn modelId="{C57E0B76-45D8-4454-95A9-9746BBBE1430}" type="presParOf" srcId="{F0407AAC-BF36-4933-9722-BEB7DB5652B6}" destId="{29B8B654-A61C-4E4E-979B-93E0C9501199}" srcOrd="2" destOrd="0" presId="urn:microsoft.com/office/officeart/2008/layout/VerticalCircleList"/>
    <dgm:cxn modelId="{1976E94C-B631-40D6-B01A-BFF20D4D4640}" type="presParOf" srcId="{F0407AAC-BF36-4933-9722-BEB7DB5652B6}" destId="{224C3053-61AC-41F0-92B2-5A1310B06163}" srcOrd="3" destOrd="0" presId="urn:microsoft.com/office/officeart/2008/layout/VerticalCircleList"/>
    <dgm:cxn modelId="{964733C3-1126-4DEE-8F80-822E82ABA5CF}" type="presParOf" srcId="{224C3053-61AC-41F0-92B2-5A1310B06163}" destId="{7C2F5F63-22F6-4138-879F-E621AAA7E03E}" srcOrd="0" destOrd="0" presId="urn:microsoft.com/office/officeart/2008/layout/VerticalCircleList"/>
    <dgm:cxn modelId="{A8BC88AE-9CDE-4C1A-B32B-A25D2173C84E}" type="presParOf" srcId="{224C3053-61AC-41F0-92B2-5A1310B06163}" destId="{1001C6BC-CB82-4F36-82D3-BC0DBCF140CF}" srcOrd="1" destOrd="0" presId="urn:microsoft.com/office/officeart/2008/layout/VerticalCircleList"/>
    <dgm:cxn modelId="{C18102F1-0D45-4CF8-BAC6-C077D6797B93}" type="presParOf" srcId="{224C3053-61AC-41F0-92B2-5A1310B06163}" destId="{5F76BA36-D67E-493C-A011-E2BCD9B6AC05}" srcOrd="2" destOrd="0" presId="urn:microsoft.com/office/officeart/2008/layout/VerticalCircleList"/>
    <dgm:cxn modelId="{BC7C8104-7339-47B5-82BD-4DFD4BA59C28}" type="presParOf" srcId="{224C3053-61AC-41F0-92B2-5A1310B06163}" destId="{0E1ED0A5-E98A-4799-B0D1-49C0956D867C}" srcOrd="3" destOrd="0" presId="urn:microsoft.com/office/officeart/2008/layout/VerticalCircleList"/>
    <dgm:cxn modelId="{7AB4DA6D-8DD1-441A-871F-97DF2E403036}" type="presParOf" srcId="{224C3053-61AC-41F0-92B2-5A1310B06163}" destId="{DAD1D525-CF84-4B87-99EF-FC53287AD6B4}" srcOrd="4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A0CACA-A14D-4D0F-A476-E049E85321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8A1BDD-6058-4798-BE7A-23512247C8F2}">
      <dgm:prSet/>
      <dgm:spPr/>
      <dgm:t>
        <a:bodyPr/>
        <a:lstStyle/>
        <a:p>
          <a:r>
            <a:rPr lang="en-US" b="1" i="0"/>
            <a:t>1. </a:t>
          </a:r>
          <a:r>
            <a:rPr lang="zh-CN" b="1" i="0"/>
            <a:t>降低开发成本和风险</a:t>
          </a:r>
          <a:endParaRPr lang="zh-CN"/>
        </a:p>
      </dgm:t>
    </dgm:pt>
    <dgm:pt modelId="{14737742-5172-4649-AD53-159D113A7DBC}" type="parTrans" cxnId="{0EE2AAD9-29C2-411E-9B63-BCC67CFDACA0}">
      <dgm:prSet/>
      <dgm:spPr/>
      <dgm:t>
        <a:bodyPr/>
        <a:lstStyle/>
        <a:p>
          <a:endParaRPr lang="zh-CN" altLang="en-US"/>
        </a:p>
      </dgm:t>
    </dgm:pt>
    <dgm:pt modelId="{CF324EB5-6440-498E-A654-E6957F636BD8}" type="sibTrans" cxnId="{0EE2AAD9-29C2-411E-9B63-BCC67CFDACA0}">
      <dgm:prSet/>
      <dgm:spPr/>
      <dgm:t>
        <a:bodyPr/>
        <a:lstStyle/>
        <a:p>
          <a:endParaRPr lang="zh-CN" altLang="en-US"/>
        </a:p>
      </dgm:t>
    </dgm:pt>
    <dgm:pt modelId="{7144C9B6-9674-4923-A6EB-15B5B6E1EB33}">
      <dgm:prSet/>
      <dgm:spPr/>
      <dgm:t>
        <a:bodyPr/>
        <a:lstStyle/>
        <a:p>
          <a:r>
            <a:rPr lang="zh-CN" b="1" i="0"/>
            <a:t>硬件成本高、安全风险大</a:t>
          </a:r>
          <a:endParaRPr lang="zh-CN"/>
        </a:p>
      </dgm:t>
    </dgm:pt>
    <dgm:pt modelId="{1706DE40-BFD8-4799-A84A-DC5F20A926F8}" type="parTrans" cxnId="{205C57B7-2E52-406D-9972-33E10E4BD214}">
      <dgm:prSet/>
      <dgm:spPr/>
      <dgm:t>
        <a:bodyPr/>
        <a:lstStyle/>
        <a:p>
          <a:endParaRPr lang="zh-CN" altLang="en-US"/>
        </a:p>
      </dgm:t>
    </dgm:pt>
    <dgm:pt modelId="{859A1562-CB2B-44B1-93FA-8D2A43F1D35C}" type="sibTrans" cxnId="{205C57B7-2E52-406D-9972-33E10E4BD214}">
      <dgm:prSet/>
      <dgm:spPr/>
      <dgm:t>
        <a:bodyPr/>
        <a:lstStyle/>
        <a:p>
          <a:endParaRPr lang="zh-CN" altLang="en-US"/>
        </a:p>
      </dgm:t>
    </dgm:pt>
    <dgm:pt modelId="{F14FFB04-96BE-409D-B279-93E9332A594F}">
      <dgm:prSet/>
      <dgm:spPr/>
      <dgm:t>
        <a:bodyPr/>
        <a:lstStyle/>
        <a:p>
          <a:r>
            <a:rPr lang="en-US" b="1" i="0"/>
            <a:t>2. </a:t>
          </a:r>
          <a:r>
            <a:rPr lang="zh-CN" b="1" i="0"/>
            <a:t>加速开发与调试周期</a:t>
          </a:r>
          <a:endParaRPr lang="zh-CN"/>
        </a:p>
      </dgm:t>
    </dgm:pt>
    <dgm:pt modelId="{0AFE57E2-F04C-44F7-AC07-C2FDBC3B5081}" type="parTrans" cxnId="{85AEEB04-95D9-41D2-83A2-71B43FB93AB7}">
      <dgm:prSet/>
      <dgm:spPr/>
      <dgm:t>
        <a:bodyPr/>
        <a:lstStyle/>
        <a:p>
          <a:endParaRPr lang="zh-CN" altLang="en-US"/>
        </a:p>
      </dgm:t>
    </dgm:pt>
    <dgm:pt modelId="{B0374327-BC31-4F91-B7B4-E98B58B1AB76}" type="sibTrans" cxnId="{85AEEB04-95D9-41D2-83A2-71B43FB93AB7}">
      <dgm:prSet/>
      <dgm:spPr/>
      <dgm:t>
        <a:bodyPr/>
        <a:lstStyle/>
        <a:p>
          <a:endParaRPr lang="zh-CN" altLang="en-US"/>
        </a:p>
      </dgm:t>
    </dgm:pt>
    <dgm:pt modelId="{D8715350-0404-4D3D-B6C4-DC933C6A5617}">
      <dgm:prSet/>
      <dgm:spPr/>
      <dgm:t>
        <a:bodyPr/>
        <a:lstStyle/>
        <a:p>
          <a:r>
            <a:rPr lang="zh-CN" b="1" i="0"/>
            <a:t>快速迭代</a:t>
          </a:r>
          <a:r>
            <a:rPr lang="zh-CN" b="0" i="0"/>
            <a:t>、</a:t>
          </a:r>
          <a:r>
            <a:rPr lang="zh-CN" b="1" i="0"/>
            <a:t>故障复现与分析</a:t>
          </a:r>
          <a:endParaRPr lang="zh-CN"/>
        </a:p>
      </dgm:t>
    </dgm:pt>
    <dgm:pt modelId="{5293D6A0-A8F1-4985-87B9-8F96F14EF0A9}" type="parTrans" cxnId="{981AB593-5024-42FC-A818-4572308390EE}">
      <dgm:prSet/>
      <dgm:spPr/>
      <dgm:t>
        <a:bodyPr/>
        <a:lstStyle/>
        <a:p>
          <a:endParaRPr lang="zh-CN" altLang="en-US"/>
        </a:p>
      </dgm:t>
    </dgm:pt>
    <dgm:pt modelId="{087DF5D0-B577-4DB3-8229-C90A52F11DBD}" type="sibTrans" cxnId="{981AB593-5024-42FC-A818-4572308390EE}">
      <dgm:prSet/>
      <dgm:spPr/>
      <dgm:t>
        <a:bodyPr/>
        <a:lstStyle/>
        <a:p>
          <a:endParaRPr lang="zh-CN" altLang="en-US"/>
        </a:p>
      </dgm:t>
    </dgm:pt>
    <dgm:pt modelId="{58AAEABA-73AF-4F6F-85F1-EED6DE9755DD}">
      <dgm:prSet/>
      <dgm:spPr/>
      <dgm:t>
        <a:bodyPr/>
        <a:lstStyle/>
        <a:p>
          <a:r>
            <a:rPr lang="en-US" b="1" i="0"/>
            <a:t>3. </a:t>
          </a:r>
          <a:r>
            <a:rPr lang="zh-CN" b="1" i="0"/>
            <a:t>验证控制算法的有效性</a:t>
          </a:r>
          <a:endParaRPr lang="zh-CN"/>
        </a:p>
      </dgm:t>
    </dgm:pt>
    <dgm:pt modelId="{13C4C38C-2DC3-492E-A07E-DCD4C4AD5584}" type="parTrans" cxnId="{193226F9-5ED2-4C21-B210-3866423A96FC}">
      <dgm:prSet/>
      <dgm:spPr/>
      <dgm:t>
        <a:bodyPr/>
        <a:lstStyle/>
        <a:p>
          <a:endParaRPr lang="zh-CN" altLang="en-US"/>
        </a:p>
      </dgm:t>
    </dgm:pt>
    <dgm:pt modelId="{BD86C39B-945D-4BBE-8E32-0998EC3DFFC3}" type="sibTrans" cxnId="{193226F9-5ED2-4C21-B210-3866423A96FC}">
      <dgm:prSet/>
      <dgm:spPr/>
      <dgm:t>
        <a:bodyPr/>
        <a:lstStyle/>
        <a:p>
          <a:endParaRPr lang="zh-CN" altLang="en-US"/>
        </a:p>
      </dgm:t>
    </dgm:pt>
    <dgm:pt modelId="{36DE9AE1-F3EA-41EB-862A-4171F5D788CA}">
      <dgm:prSet/>
      <dgm:spPr/>
      <dgm:t>
        <a:bodyPr/>
        <a:lstStyle/>
        <a:p>
          <a:r>
            <a:rPr lang="zh-CN" b="0" i="0" dirty="0"/>
            <a:t>在将新型控制策略（如</a:t>
          </a:r>
          <a:r>
            <a:rPr lang="en-US" b="0" i="0" dirty="0"/>
            <a:t>FOC</a:t>
          </a:r>
          <a:r>
            <a:rPr lang="zh-CN" b="0" i="0" dirty="0"/>
            <a:t>磁场定向控制、</a:t>
          </a:r>
          <a:r>
            <a:rPr lang="en-US" b="0" i="0" dirty="0"/>
            <a:t>DTC</a:t>
          </a:r>
          <a:r>
            <a:rPr lang="zh-CN" b="0" i="0" dirty="0"/>
            <a:t>直接转矩控制、</a:t>
          </a:r>
          <a:r>
            <a:rPr lang="en-US" b="0" i="0" dirty="0"/>
            <a:t>MPC</a:t>
          </a:r>
          <a:r>
            <a:rPr lang="zh-CN" b="0" i="0" dirty="0"/>
            <a:t>模型预测控制、无传感器控制等）部署到实际系统前，需通过仿真验证其理论可行性、动态响应和稳态性能。可以对比不同算法的性能（如转矩脉动、效率、响应速度），为选型提供依据。</a:t>
          </a:r>
          <a:endParaRPr lang="zh-CN" dirty="0"/>
        </a:p>
      </dgm:t>
    </dgm:pt>
    <dgm:pt modelId="{2878BB19-A22D-4C95-95F6-6EAE2C2C7D3C}" type="parTrans" cxnId="{85FC1F35-3CCB-4B7C-9E1B-C4F352CC511C}">
      <dgm:prSet/>
      <dgm:spPr/>
      <dgm:t>
        <a:bodyPr/>
        <a:lstStyle/>
        <a:p>
          <a:endParaRPr lang="zh-CN" altLang="en-US"/>
        </a:p>
      </dgm:t>
    </dgm:pt>
    <dgm:pt modelId="{22CC4BF6-307E-4520-8003-A4CBC43F6343}" type="sibTrans" cxnId="{85FC1F35-3CCB-4B7C-9E1B-C4F352CC511C}">
      <dgm:prSet/>
      <dgm:spPr/>
      <dgm:t>
        <a:bodyPr/>
        <a:lstStyle/>
        <a:p>
          <a:endParaRPr lang="zh-CN" altLang="en-US"/>
        </a:p>
      </dgm:t>
    </dgm:pt>
    <dgm:pt modelId="{8D239DAB-691A-4A0B-9B9E-5A8E48E6CA5B}">
      <dgm:prSet/>
      <dgm:spPr/>
      <dgm:t>
        <a:bodyPr/>
        <a:lstStyle/>
        <a:p>
          <a:r>
            <a:rPr lang="en-US" b="1" i="0"/>
            <a:t>4. </a:t>
          </a:r>
          <a:r>
            <a:rPr lang="zh-CN" b="1" i="0"/>
            <a:t>系统级集成测试</a:t>
          </a:r>
          <a:endParaRPr lang="zh-CN"/>
        </a:p>
      </dgm:t>
    </dgm:pt>
    <dgm:pt modelId="{E6B37A97-9B94-4723-B559-749918F21CD4}" type="parTrans" cxnId="{958937B0-D264-4C20-B07E-E2AA5BFCBE3C}">
      <dgm:prSet/>
      <dgm:spPr/>
      <dgm:t>
        <a:bodyPr/>
        <a:lstStyle/>
        <a:p>
          <a:endParaRPr lang="zh-CN" altLang="en-US"/>
        </a:p>
      </dgm:t>
    </dgm:pt>
    <dgm:pt modelId="{3D5B385B-8186-4750-86B6-2E7AA35F50AE}" type="sibTrans" cxnId="{958937B0-D264-4C20-B07E-E2AA5BFCBE3C}">
      <dgm:prSet/>
      <dgm:spPr/>
      <dgm:t>
        <a:bodyPr/>
        <a:lstStyle/>
        <a:p>
          <a:endParaRPr lang="zh-CN" altLang="en-US"/>
        </a:p>
      </dgm:t>
    </dgm:pt>
    <dgm:pt modelId="{8B601B6F-A516-48D4-8AC4-6C8AF6E4475C}">
      <dgm:prSet/>
      <dgm:spPr/>
      <dgm:t>
        <a:bodyPr/>
        <a:lstStyle/>
        <a:p>
          <a:r>
            <a:rPr lang="zh-CN" b="0" i="0" dirty="0"/>
            <a:t>多个子系统：电机本体、逆变器、传感器、控制器（如</a:t>
          </a:r>
          <a:r>
            <a:rPr lang="en-US" b="0" i="0" dirty="0"/>
            <a:t>MCU/DSP</a:t>
          </a:r>
          <a:r>
            <a:rPr lang="zh-CN" b="0" i="0" dirty="0"/>
            <a:t>）、上位机通信等。仿真平台（如</a:t>
          </a:r>
          <a:r>
            <a:rPr lang="en-US" b="0" i="0" dirty="0"/>
            <a:t>MATLAB/Simulink</a:t>
          </a:r>
          <a:r>
            <a:rPr lang="zh-CN" b="0" i="0" dirty="0"/>
            <a:t>、</a:t>
          </a:r>
          <a:r>
            <a:rPr lang="en-US" b="0" i="0" dirty="0"/>
            <a:t>PLECS</a:t>
          </a:r>
          <a:r>
            <a:rPr lang="zh-CN" b="0" i="0" dirty="0"/>
            <a:t>、</a:t>
          </a:r>
          <a:r>
            <a:rPr lang="en-US" b="0" i="0" dirty="0"/>
            <a:t>PSIM</a:t>
          </a:r>
          <a:r>
            <a:rPr lang="zh-CN" b="0" i="0" dirty="0"/>
            <a:t>）支持多域联合仿真（电气、机械、控制、热等），实现系统级验证。可模拟传感器噪声、延迟、非线性等实际因素，提高控制策略的实用性。</a:t>
          </a:r>
          <a:endParaRPr lang="zh-CN" dirty="0"/>
        </a:p>
      </dgm:t>
    </dgm:pt>
    <dgm:pt modelId="{F84956E4-15A4-41B7-9D64-891885C7A5BF}" type="parTrans" cxnId="{9D3074B1-9D99-4452-BA73-C0C0291D5C54}">
      <dgm:prSet/>
      <dgm:spPr/>
      <dgm:t>
        <a:bodyPr/>
        <a:lstStyle/>
        <a:p>
          <a:endParaRPr lang="zh-CN" altLang="en-US"/>
        </a:p>
      </dgm:t>
    </dgm:pt>
    <dgm:pt modelId="{0FFD1DBC-874E-4186-9DDC-31189340F7DA}" type="sibTrans" cxnId="{9D3074B1-9D99-4452-BA73-C0C0291D5C54}">
      <dgm:prSet/>
      <dgm:spPr/>
      <dgm:t>
        <a:bodyPr/>
        <a:lstStyle/>
        <a:p>
          <a:endParaRPr lang="zh-CN" altLang="en-US"/>
        </a:p>
      </dgm:t>
    </dgm:pt>
    <dgm:pt modelId="{7319B8A9-9C51-4920-AE69-BBAFF5077249}">
      <dgm:prSet/>
      <dgm:spPr/>
      <dgm:t>
        <a:bodyPr/>
        <a:lstStyle/>
        <a:p>
          <a:r>
            <a:rPr lang="en-US" b="1" i="0"/>
            <a:t>5. </a:t>
          </a:r>
          <a:r>
            <a:rPr lang="zh-CN" b="1" i="0"/>
            <a:t>支持硬件在环（</a:t>
          </a:r>
          <a:r>
            <a:rPr lang="en-US" b="1" i="0"/>
            <a:t>HIL</a:t>
          </a:r>
          <a:r>
            <a:rPr lang="zh-CN" b="1" i="0"/>
            <a:t>）与代码自动生成</a:t>
          </a:r>
          <a:endParaRPr lang="zh-CN"/>
        </a:p>
      </dgm:t>
    </dgm:pt>
    <dgm:pt modelId="{A99A5CAD-383B-4E40-BC92-6B6130F99A59}" type="parTrans" cxnId="{D53FEB94-1608-4B82-BB3B-BC10392CF6FD}">
      <dgm:prSet/>
      <dgm:spPr/>
      <dgm:t>
        <a:bodyPr/>
        <a:lstStyle/>
        <a:p>
          <a:endParaRPr lang="zh-CN" altLang="en-US"/>
        </a:p>
      </dgm:t>
    </dgm:pt>
    <dgm:pt modelId="{FA2F43E2-211F-45A8-82BF-700BBC6B3250}" type="sibTrans" cxnId="{D53FEB94-1608-4B82-BB3B-BC10392CF6FD}">
      <dgm:prSet/>
      <dgm:spPr/>
      <dgm:t>
        <a:bodyPr/>
        <a:lstStyle/>
        <a:p>
          <a:endParaRPr lang="zh-CN" altLang="en-US"/>
        </a:p>
      </dgm:t>
    </dgm:pt>
    <dgm:pt modelId="{55FD1693-CFEC-4984-9E27-52D068638859}">
      <dgm:prSet/>
      <dgm:spPr/>
      <dgm:t>
        <a:bodyPr/>
        <a:lstStyle/>
        <a:p>
          <a:r>
            <a:rPr lang="zh-CN" b="0" i="0"/>
            <a:t>仿真模型可直接用于</a:t>
          </a:r>
          <a:r>
            <a:rPr lang="zh-CN" b="1" i="0"/>
            <a:t>自动代码生成</a:t>
          </a:r>
          <a:r>
            <a:rPr lang="zh-CN" b="0" i="0"/>
            <a:t>（如</a:t>
          </a:r>
          <a:r>
            <a:rPr lang="en-US" b="0" i="0"/>
            <a:t>Simulink Coder</a:t>
          </a:r>
          <a:r>
            <a:rPr lang="zh-CN" b="0" i="0"/>
            <a:t>、</a:t>
          </a:r>
          <a:r>
            <a:rPr lang="en-US" b="0" i="0"/>
            <a:t>Embedded Coder</a:t>
          </a:r>
          <a:r>
            <a:rPr lang="zh-CN" b="0" i="0"/>
            <a:t>），生成嵌入式</a:t>
          </a:r>
          <a:r>
            <a:rPr lang="en-US" b="0" i="0"/>
            <a:t>C</a:t>
          </a:r>
          <a:r>
            <a:rPr lang="zh-CN" b="0" i="0"/>
            <a:t>代码，减少手动编码错误。</a:t>
          </a:r>
          <a:endParaRPr lang="zh-CN"/>
        </a:p>
      </dgm:t>
    </dgm:pt>
    <dgm:pt modelId="{F88DE0D8-8172-4811-8D60-AB82F7F5F24B}" type="parTrans" cxnId="{E0DD5305-23DA-4BD7-B5B4-0FE7C48F766E}">
      <dgm:prSet/>
      <dgm:spPr/>
      <dgm:t>
        <a:bodyPr/>
        <a:lstStyle/>
        <a:p>
          <a:endParaRPr lang="zh-CN" altLang="en-US"/>
        </a:p>
      </dgm:t>
    </dgm:pt>
    <dgm:pt modelId="{CDBB331F-ECE5-418A-9F28-45459B9A952F}" type="sibTrans" cxnId="{E0DD5305-23DA-4BD7-B5B4-0FE7C48F766E}">
      <dgm:prSet/>
      <dgm:spPr/>
      <dgm:t>
        <a:bodyPr/>
        <a:lstStyle/>
        <a:p>
          <a:endParaRPr lang="zh-CN" altLang="en-US"/>
        </a:p>
      </dgm:t>
    </dgm:pt>
    <dgm:pt modelId="{9CFC57A0-5C11-4C21-B644-3CDA123C2D3B}">
      <dgm:prSet/>
      <dgm:spPr/>
      <dgm:t>
        <a:bodyPr/>
        <a:lstStyle/>
        <a:p>
          <a:r>
            <a:rPr lang="zh-CN" b="0" i="0" dirty="0"/>
            <a:t>与</a:t>
          </a:r>
          <a:r>
            <a:rPr lang="zh-CN" b="1" i="0" dirty="0"/>
            <a:t>硬件在环（</a:t>
          </a:r>
          <a:r>
            <a:rPr lang="en-US" b="1" i="0" dirty="0"/>
            <a:t>HIL</a:t>
          </a:r>
          <a:r>
            <a:rPr lang="zh-CN" b="1" i="0" dirty="0"/>
            <a:t>）测试</a:t>
          </a:r>
          <a:r>
            <a:rPr lang="zh-CN" b="0" i="0" dirty="0"/>
            <a:t>结合，可在真实控制器上运行控制算法，而电机和逆变器由仿真模型替代，实现接近真实的测试环境。</a:t>
          </a:r>
          <a:br>
            <a:rPr lang="zh-CN" dirty="0"/>
          </a:br>
          <a:endParaRPr lang="zh-CN" dirty="0"/>
        </a:p>
      </dgm:t>
    </dgm:pt>
    <dgm:pt modelId="{A34ED689-3219-4E6D-988B-25320A5652C5}" type="parTrans" cxnId="{A6CAD922-C74F-4AB1-9ACF-DF1155A86056}">
      <dgm:prSet/>
      <dgm:spPr/>
      <dgm:t>
        <a:bodyPr/>
        <a:lstStyle/>
        <a:p>
          <a:endParaRPr lang="zh-CN" altLang="en-US"/>
        </a:p>
      </dgm:t>
    </dgm:pt>
    <dgm:pt modelId="{6E8E581E-8864-4686-83BD-212A76DC7781}" type="sibTrans" cxnId="{A6CAD922-C74F-4AB1-9ACF-DF1155A86056}">
      <dgm:prSet/>
      <dgm:spPr/>
      <dgm:t>
        <a:bodyPr/>
        <a:lstStyle/>
        <a:p>
          <a:endParaRPr lang="zh-CN" altLang="en-US"/>
        </a:p>
      </dgm:t>
    </dgm:pt>
    <dgm:pt modelId="{23A5C37E-8484-4634-A00F-F4725B2FB4D8}" type="pres">
      <dgm:prSet presAssocID="{DBA0CACA-A14D-4D0F-A476-E049E8532198}" presName="linear" presStyleCnt="0">
        <dgm:presLayoutVars>
          <dgm:animLvl val="lvl"/>
          <dgm:resizeHandles val="exact"/>
        </dgm:presLayoutVars>
      </dgm:prSet>
      <dgm:spPr/>
    </dgm:pt>
    <dgm:pt modelId="{E0C7B954-0784-47E0-A4AE-F2F76AB6CA9C}" type="pres">
      <dgm:prSet presAssocID="{3A8A1BDD-6058-4798-BE7A-23512247C8F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94B7725-3398-4B19-B31D-CA8BB089FB2F}" type="pres">
      <dgm:prSet presAssocID="{3A8A1BDD-6058-4798-BE7A-23512247C8F2}" presName="childText" presStyleLbl="revTx" presStyleIdx="0" presStyleCnt="5">
        <dgm:presLayoutVars>
          <dgm:bulletEnabled val="1"/>
        </dgm:presLayoutVars>
      </dgm:prSet>
      <dgm:spPr/>
    </dgm:pt>
    <dgm:pt modelId="{710ED384-A3D4-49C0-86A1-9AC8A291D4D1}" type="pres">
      <dgm:prSet presAssocID="{F14FFB04-96BE-409D-B279-93E9332A594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572516F-2753-49D7-B56B-C5B389127BD7}" type="pres">
      <dgm:prSet presAssocID="{F14FFB04-96BE-409D-B279-93E9332A594F}" presName="childText" presStyleLbl="revTx" presStyleIdx="1" presStyleCnt="5">
        <dgm:presLayoutVars>
          <dgm:bulletEnabled val="1"/>
        </dgm:presLayoutVars>
      </dgm:prSet>
      <dgm:spPr/>
    </dgm:pt>
    <dgm:pt modelId="{284CA4FD-1904-4C8E-B268-B60F30BB0223}" type="pres">
      <dgm:prSet presAssocID="{58AAEABA-73AF-4F6F-85F1-EED6DE9755D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7BF844C-CF46-49C0-8859-439710995575}" type="pres">
      <dgm:prSet presAssocID="{58AAEABA-73AF-4F6F-85F1-EED6DE9755DD}" presName="childText" presStyleLbl="revTx" presStyleIdx="2" presStyleCnt="5">
        <dgm:presLayoutVars>
          <dgm:bulletEnabled val="1"/>
        </dgm:presLayoutVars>
      </dgm:prSet>
      <dgm:spPr/>
    </dgm:pt>
    <dgm:pt modelId="{1B5E3184-A12F-4C06-BA3C-8011E4503C5C}" type="pres">
      <dgm:prSet presAssocID="{8D239DAB-691A-4A0B-9B9E-5A8E48E6CA5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48D285-B0A6-4F23-BF8E-F5EDC308E40F}" type="pres">
      <dgm:prSet presAssocID="{8D239DAB-691A-4A0B-9B9E-5A8E48E6CA5B}" presName="childText" presStyleLbl="revTx" presStyleIdx="3" presStyleCnt="5">
        <dgm:presLayoutVars>
          <dgm:bulletEnabled val="1"/>
        </dgm:presLayoutVars>
      </dgm:prSet>
      <dgm:spPr/>
    </dgm:pt>
    <dgm:pt modelId="{40924846-2C2C-4502-90C0-EDF7A01F8FE6}" type="pres">
      <dgm:prSet presAssocID="{7319B8A9-9C51-4920-AE69-BBAFF507724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A8CE45D-867C-4D3F-A1FF-D8CE5F88E853}" type="pres">
      <dgm:prSet presAssocID="{7319B8A9-9C51-4920-AE69-BBAFF5077249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33792C00-584E-451A-B912-648E66EF7B4D}" type="presOf" srcId="{F14FFB04-96BE-409D-B279-93E9332A594F}" destId="{710ED384-A3D4-49C0-86A1-9AC8A291D4D1}" srcOrd="0" destOrd="0" presId="urn:microsoft.com/office/officeart/2005/8/layout/vList2"/>
    <dgm:cxn modelId="{85AEEB04-95D9-41D2-83A2-71B43FB93AB7}" srcId="{DBA0CACA-A14D-4D0F-A476-E049E8532198}" destId="{F14FFB04-96BE-409D-B279-93E9332A594F}" srcOrd="1" destOrd="0" parTransId="{0AFE57E2-F04C-44F7-AC07-C2FDBC3B5081}" sibTransId="{B0374327-BC31-4F91-B7B4-E98B58B1AB76}"/>
    <dgm:cxn modelId="{E0DD5305-23DA-4BD7-B5B4-0FE7C48F766E}" srcId="{7319B8A9-9C51-4920-AE69-BBAFF5077249}" destId="{55FD1693-CFEC-4984-9E27-52D068638859}" srcOrd="0" destOrd="0" parTransId="{F88DE0D8-8172-4811-8D60-AB82F7F5F24B}" sibTransId="{CDBB331F-ECE5-418A-9F28-45459B9A952F}"/>
    <dgm:cxn modelId="{D28C7B0E-5236-4EAB-9787-976B530437AF}" type="presOf" srcId="{58AAEABA-73AF-4F6F-85F1-EED6DE9755DD}" destId="{284CA4FD-1904-4C8E-B268-B60F30BB0223}" srcOrd="0" destOrd="0" presId="urn:microsoft.com/office/officeart/2005/8/layout/vList2"/>
    <dgm:cxn modelId="{38C0BB1A-5D22-437D-8164-C9EB62ED40AA}" type="presOf" srcId="{8B601B6F-A516-48D4-8AC4-6C8AF6E4475C}" destId="{3D48D285-B0A6-4F23-BF8E-F5EDC308E40F}" srcOrd="0" destOrd="0" presId="urn:microsoft.com/office/officeart/2005/8/layout/vList2"/>
    <dgm:cxn modelId="{A6CAD922-C74F-4AB1-9ACF-DF1155A86056}" srcId="{7319B8A9-9C51-4920-AE69-BBAFF5077249}" destId="{9CFC57A0-5C11-4C21-B644-3CDA123C2D3B}" srcOrd="1" destOrd="0" parTransId="{A34ED689-3219-4E6D-988B-25320A5652C5}" sibTransId="{6E8E581E-8864-4686-83BD-212A76DC7781}"/>
    <dgm:cxn modelId="{85FC1F35-3CCB-4B7C-9E1B-C4F352CC511C}" srcId="{58AAEABA-73AF-4F6F-85F1-EED6DE9755DD}" destId="{36DE9AE1-F3EA-41EB-862A-4171F5D788CA}" srcOrd="0" destOrd="0" parTransId="{2878BB19-A22D-4C95-95F6-6EAE2C2C7D3C}" sibTransId="{22CC4BF6-307E-4520-8003-A4CBC43F6343}"/>
    <dgm:cxn modelId="{1A04B639-8384-420F-8CC0-9877C3C58CFA}" type="presOf" srcId="{7319B8A9-9C51-4920-AE69-BBAFF5077249}" destId="{40924846-2C2C-4502-90C0-EDF7A01F8FE6}" srcOrd="0" destOrd="0" presId="urn:microsoft.com/office/officeart/2005/8/layout/vList2"/>
    <dgm:cxn modelId="{1569BF5C-3703-4FA3-80C0-DBFB63F4476C}" type="presOf" srcId="{DBA0CACA-A14D-4D0F-A476-E049E8532198}" destId="{23A5C37E-8484-4634-A00F-F4725B2FB4D8}" srcOrd="0" destOrd="0" presId="urn:microsoft.com/office/officeart/2005/8/layout/vList2"/>
    <dgm:cxn modelId="{8A32D86D-A17A-4B86-9BC0-D6156F12E5E7}" type="presOf" srcId="{9CFC57A0-5C11-4C21-B644-3CDA123C2D3B}" destId="{CA8CE45D-867C-4D3F-A1FF-D8CE5F88E853}" srcOrd="0" destOrd="1" presId="urn:microsoft.com/office/officeart/2005/8/layout/vList2"/>
    <dgm:cxn modelId="{55180E57-93C5-4CF3-A52A-536E421037D2}" type="presOf" srcId="{7144C9B6-9674-4923-A6EB-15B5B6E1EB33}" destId="{394B7725-3398-4B19-B31D-CA8BB089FB2F}" srcOrd="0" destOrd="0" presId="urn:microsoft.com/office/officeart/2005/8/layout/vList2"/>
    <dgm:cxn modelId="{981AB593-5024-42FC-A818-4572308390EE}" srcId="{F14FFB04-96BE-409D-B279-93E9332A594F}" destId="{D8715350-0404-4D3D-B6C4-DC933C6A5617}" srcOrd="0" destOrd="0" parTransId="{5293D6A0-A8F1-4985-87B9-8F96F14EF0A9}" sibTransId="{087DF5D0-B577-4DB3-8229-C90A52F11DBD}"/>
    <dgm:cxn modelId="{D53FEB94-1608-4B82-BB3B-BC10392CF6FD}" srcId="{DBA0CACA-A14D-4D0F-A476-E049E8532198}" destId="{7319B8A9-9C51-4920-AE69-BBAFF5077249}" srcOrd="4" destOrd="0" parTransId="{A99A5CAD-383B-4E40-BC92-6B6130F99A59}" sibTransId="{FA2F43E2-211F-45A8-82BF-700BBC6B3250}"/>
    <dgm:cxn modelId="{892FCFA9-39EF-4888-BFBB-53050E56D6C2}" type="presOf" srcId="{55FD1693-CFEC-4984-9E27-52D068638859}" destId="{CA8CE45D-867C-4D3F-A1FF-D8CE5F88E853}" srcOrd="0" destOrd="0" presId="urn:microsoft.com/office/officeart/2005/8/layout/vList2"/>
    <dgm:cxn modelId="{C13800AC-DFAC-47C9-9FED-C330EA3BF4CB}" type="presOf" srcId="{3A8A1BDD-6058-4798-BE7A-23512247C8F2}" destId="{E0C7B954-0784-47E0-A4AE-F2F76AB6CA9C}" srcOrd="0" destOrd="0" presId="urn:microsoft.com/office/officeart/2005/8/layout/vList2"/>
    <dgm:cxn modelId="{958937B0-D264-4C20-B07E-E2AA5BFCBE3C}" srcId="{DBA0CACA-A14D-4D0F-A476-E049E8532198}" destId="{8D239DAB-691A-4A0B-9B9E-5A8E48E6CA5B}" srcOrd="3" destOrd="0" parTransId="{E6B37A97-9B94-4723-B559-749918F21CD4}" sibTransId="{3D5B385B-8186-4750-86B6-2E7AA35F50AE}"/>
    <dgm:cxn modelId="{9D3074B1-9D99-4452-BA73-C0C0291D5C54}" srcId="{8D239DAB-691A-4A0B-9B9E-5A8E48E6CA5B}" destId="{8B601B6F-A516-48D4-8AC4-6C8AF6E4475C}" srcOrd="0" destOrd="0" parTransId="{F84956E4-15A4-41B7-9D64-891885C7A5BF}" sibTransId="{0FFD1DBC-874E-4186-9DDC-31189340F7DA}"/>
    <dgm:cxn modelId="{205C57B7-2E52-406D-9972-33E10E4BD214}" srcId="{3A8A1BDD-6058-4798-BE7A-23512247C8F2}" destId="{7144C9B6-9674-4923-A6EB-15B5B6E1EB33}" srcOrd="0" destOrd="0" parTransId="{1706DE40-BFD8-4799-A84A-DC5F20A926F8}" sibTransId="{859A1562-CB2B-44B1-93FA-8D2A43F1D35C}"/>
    <dgm:cxn modelId="{0EE2AAD9-29C2-411E-9B63-BCC67CFDACA0}" srcId="{DBA0CACA-A14D-4D0F-A476-E049E8532198}" destId="{3A8A1BDD-6058-4798-BE7A-23512247C8F2}" srcOrd="0" destOrd="0" parTransId="{14737742-5172-4649-AD53-159D113A7DBC}" sibTransId="{CF324EB5-6440-498E-A654-E6957F636BD8}"/>
    <dgm:cxn modelId="{6C0C4FE4-F7A1-42FD-B6EB-4A1196B5B856}" type="presOf" srcId="{36DE9AE1-F3EA-41EB-862A-4171F5D788CA}" destId="{A7BF844C-CF46-49C0-8859-439710995575}" srcOrd="0" destOrd="0" presId="urn:microsoft.com/office/officeart/2005/8/layout/vList2"/>
    <dgm:cxn modelId="{653EDBF2-FF1A-4700-96EB-9BD55C7D854D}" type="presOf" srcId="{8D239DAB-691A-4A0B-9B9E-5A8E48E6CA5B}" destId="{1B5E3184-A12F-4C06-BA3C-8011E4503C5C}" srcOrd="0" destOrd="0" presId="urn:microsoft.com/office/officeart/2005/8/layout/vList2"/>
    <dgm:cxn modelId="{193226F9-5ED2-4C21-B210-3866423A96FC}" srcId="{DBA0CACA-A14D-4D0F-A476-E049E8532198}" destId="{58AAEABA-73AF-4F6F-85F1-EED6DE9755DD}" srcOrd="2" destOrd="0" parTransId="{13C4C38C-2DC3-492E-A07E-DCD4C4AD5584}" sibTransId="{BD86C39B-945D-4BBE-8E32-0998EC3DFFC3}"/>
    <dgm:cxn modelId="{0A1220FB-0969-40ED-AA55-3CC74446BFBA}" type="presOf" srcId="{D8715350-0404-4D3D-B6C4-DC933C6A5617}" destId="{7572516F-2753-49D7-B56B-C5B389127BD7}" srcOrd="0" destOrd="0" presId="urn:microsoft.com/office/officeart/2005/8/layout/vList2"/>
    <dgm:cxn modelId="{29EAF1A0-FA33-4D15-99E7-895A9DDB1E6F}" type="presParOf" srcId="{23A5C37E-8484-4634-A00F-F4725B2FB4D8}" destId="{E0C7B954-0784-47E0-A4AE-F2F76AB6CA9C}" srcOrd="0" destOrd="0" presId="urn:microsoft.com/office/officeart/2005/8/layout/vList2"/>
    <dgm:cxn modelId="{06F2CC7E-26B1-4E68-BE6E-32AC72FBBEF1}" type="presParOf" srcId="{23A5C37E-8484-4634-A00F-F4725B2FB4D8}" destId="{394B7725-3398-4B19-B31D-CA8BB089FB2F}" srcOrd="1" destOrd="0" presId="urn:microsoft.com/office/officeart/2005/8/layout/vList2"/>
    <dgm:cxn modelId="{DE56B1A7-6B7F-48AD-915C-6C0E60B6E47B}" type="presParOf" srcId="{23A5C37E-8484-4634-A00F-F4725B2FB4D8}" destId="{710ED384-A3D4-49C0-86A1-9AC8A291D4D1}" srcOrd="2" destOrd="0" presId="urn:microsoft.com/office/officeart/2005/8/layout/vList2"/>
    <dgm:cxn modelId="{43A8F8E5-EB83-4CC2-9E37-572BDD08CE58}" type="presParOf" srcId="{23A5C37E-8484-4634-A00F-F4725B2FB4D8}" destId="{7572516F-2753-49D7-B56B-C5B389127BD7}" srcOrd="3" destOrd="0" presId="urn:microsoft.com/office/officeart/2005/8/layout/vList2"/>
    <dgm:cxn modelId="{3AFC4FA9-A145-4915-94F6-E9955FCD0D2A}" type="presParOf" srcId="{23A5C37E-8484-4634-A00F-F4725B2FB4D8}" destId="{284CA4FD-1904-4C8E-B268-B60F30BB0223}" srcOrd="4" destOrd="0" presId="urn:microsoft.com/office/officeart/2005/8/layout/vList2"/>
    <dgm:cxn modelId="{DC152AD0-074B-4CD9-A8D4-88A9FC86952F}" type="presParOf" srcId="{23A5C37E-8484-4634-A00F-F4725B2FB4D8}" destId="{A7BF844C-CF46-49C0-8859-439710995575}" srcOrd="5" destOrd="0" presId="urn:microsoft.com/office/officeart/2005/8/layout/vList2"/>
    <dgm:cxn modelId="{500E1CC6-ABFF-410D-9C3A-A379E2F7730E}" type="presParOf" srcId="{23A5C37E-8484-4634-A00F-F4725B2FB4D8}" destId="{1B5E3184-A12F-4C06-BA3C-8011E4503C5C}" srcOrd="6" destOrd="0" presId="urn:microsoft.com/office/officeart/2005/8/layout/vList2"/>
    <dgm:cxn modelId="{FFFE32E4-D558-4FEB-B568-6E567E3C3B0F}" type="presParOf" srcId="{23A5C37E-8484-4634-A00F-F4725B2FB4D8}" destId="{3D48D285-B0A6-4F23-BF8E-F5EDC308E40F}" srcOrd="7" destOrd="0" presId="urn:microsoft.com/office/officeart/2005/8/layout/vList2"/>
    <dgm:cxn modelId="{1A6FA76B-D2C7-4ACE-A4E5-0FB51234BD33}" type="presParOf" srcId="{23A5C37E-8484-4634-A00F-F4725B2FB4D8}" destId="{40924846-2C2C-4502-90C0-EDF7A01F8FE6}" srcOrd="8" destOrd="0" presId="urn:microsoft.com/office/officeart/2005/8/layout/vList2"/>
    <dgm:cxn modelId="{E4906231-00F3-44CB-9988-7C256B7824C1}" type="presParOf" srcId="{23A5C37E-8484-4634-A00F-F4725B2FB4D8}" destId="{CA8CE45D-867C-4D3F-A1FF-D8CE5F88E853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57EE78-2966-4FB4-B77B-BE622323FA9A}" type="doc">
      <dgm:prSet loTypeId="urn:microsoft.com/office/officeart/2005/8/layout/hList1" loCatId="list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1E7DF127-3FC1-4BFD-A5A7-10F9CAB16ECB}">
      <dgm:prSet/>
      <dgm:spPr/>
      <dgm:t>
        <a:bodyPr/>
        <a:lstStyle/>
        <a:p>
          <a:r>
            <a:rPr lang="en-US" b="1" i="0" dirty="0"/>
            <a:t>MATLAB/Simulink + </a:t>
          </a:r>
          <a:r>
            <a:rPr lang="en-US" b="1" i="0" dirty="0" err="1"/>
            <a:t>Simscape</a:t>
          </a:r>
          <a:r>
            <a:rPr lang="en-US" b="1" i="0" dirty="0"/>
            <a:t> Electrical</a:t>
          </a:r>
          <a:endParaRPr lang="zh-CN" dirty="0"/>
        </a:p>
      </dgm:t>
    </dgm:pt>
    <dgm:pt modelId="{E883A2DE-E99A-4368-9F79-FFAA00F06ABE}" type="parTrans" cxnId="{46239759-9024-44A6-B87B-D32C12EFC6A8}">
      <dgm:prSet/>
      <dgm:spPr/>
      <dgm:t>
        <a:bodyPr/>
        <a:lstStyle/>
        <a:p>
          <a:endParaRPr lang="zh-CN" altLang="en-US"/>
        </a:p>
      </dgm:t>
    </dgm:pt>
    <dgm:pt modelId="{CCDF9C3B-B6B5-4882-ADB1-3FAB32C76737}" type="sibTrans" cxnId="{46239759-9024-44A6-B87B-D32C12EFC6A8}">
      <dgm:prSet/>
      <dgm:spPr/>
      <dgm:t>
        <a:bodyPr/>
        <a:lstStyle/>
        <a:p>
          <a:endParaRPr lang="zh-CN" altLang="en-US"/>
        </a:p>
      </dgm:t>
    </dgm:pt>
    <dgm:pt modelId="{8B1A875C-0585-4EAA-9E0B-493736BE85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b="1" i="0" dirty="0"/>
            <a:t>PSIM</a:t>
          </a:r>
          <a:endParaRPr lang="zh-CN" altLang="en-US" b="0" i="0" dirty="0"/>
        </a:p>
      </dgm:t>
    </dgm:pt>
    <dgm:pt modelId="{F3D3A028-708E-4723-8C92-0473B26B204B}" type="parTrans" cxnId="{FFB506E2-693D-4AC1-BAE5-FF23B873FA24}">
      <dgm:prSet/>
      <dgm:spPr/>
      <dgm:t>
        <a:bodyPr/>
        <a:lstStyle/>
        <a:p>
          <a:endParaRPr lang="zh-CN" altLang="en-US"/>
        </a:p>
      </dgm:t>
    </dgm:pt>
    <dgm:pt modelId="{680EB560-AD56-492A-8F85-07BD1E7A8703}" type="sibTrans" cxnId="{FFB506E2-693D-4AC1-BAE5-FF23B873FA24}">
      <dgm:prSet/>
      <dgm:spPr/>
      <dgm:t>
        <a:bodyPr/>
        <a:lstStyle/>
        <a:p>
          <a:endParaRPr lang="zh-CN" altLang="en-US"/>
        </a:p>
      </dgm:t>
    </dgm:pt>
    <dgm:pt modelId="{084CFBE4-75AE-4613-8C44-60D2BB2DC7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PLECS</a:t>
          </a:r>
          <a:endParaRPr lang="zh-CN" altLang="en-US" b="0" i="0" dirty="0"/>
        </a:p>
      </dgm:t>
    </dgm:pt>
    <dgm:pt modelId="{7F2ECE52-77A4-4672-B9C2-39BF763CC531}" type="parTrans" cxnId="{5A866E48-484E-4A8F-8237-A44141C5B630}">
      <dgm:prSet/>
      <dgm:spPr/>
      <dgm:t>
        <a:bodyPr/>
        <a:lstStyle/>
        <a:p>
          <a:endParaRPr lang="zh-CN" altLang="en-US"/>
        </a:p>
      </dgm:t>
    </dgm:pt>
    <dgm:pt modelId="{47A90288-607E-4F9B-BC6E-CB94214B1F03}" type="sibTrans" cxnId="{5A866E48-484E-4A8F-8237-A44141C5B630}">
      <dgm:prSet/>
      <dgm:spPr/>
      <dgm:t>
        <a:bodyPr/>
        <a:lstStyle/>
        <a:p>
          <a:endParaRPr lang="zh-CN" altLang="en-US"/>
        </a:p>
      </dgm:t>
    </dgm:pt>
    <dgm:pt modelId="{32AA2665-CF9D-41E1-9253-5B3F19F3DD1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ANSYS Maxwell + </a:t>
          </a:r>
          <a:r>
            <a:rPr lang="en-US" b="1" i="0" dirty="0" err="1"/>
            <a:t>Simplorer</a:t>
          </a:r>
          <a:endParaRPr lang="zh-CN" altLang="en-US" b="0" i="0" dirty="0"/>
        </a:p>
      </dgm:t>
    </dgm:pt>
    <dgm:pt modelId="{EB7C045A-7743-4DD2-8971-037B918A4D7C}" type="parTrans" cxnId="{198DB78A-7A68-492B-AF3F-C9828819416B}">
      <dgm:prSet/>
      <dgm:spPr/>
      <dgm:t>
        <a:bodyPr/>
        <a:lstStyle/>
        <a:p>
          <a:endParaRPr lang="zh-CN" altLang="en-US"/>
        </a:p>
      </dgm:t>
    </dgm:pt>
    <dgm:pt modelId="{73045862-5CD4-4D0E-93F9-42F811558C88}" type="sibTrans" cxnId="{198DB78A-7A68-492B-AF3F-C9828819416B}">
      <dgm:prSet/>
      <dgm:spPr/>
      <dgm:t>
        <a:bodyPr/>
        <a:lstStyle/>
        <a:p>
          <a:endParaRPr lang="zh-CN" altLang="en-US"/>
        </a:p>
      </dgm:t>
    </dgm:pt>
    <dgm:pt modelId="{F09743FC-8C50-429F-BEC1-6B5F876DFF1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用于高精度电磁</a:t>
          </a:r>
          <a:r>
            <a:rPr lang="en-US" altLang="zh-CN" b="0" i="0"/>
            <a:t>-</a:t>
          </a:r>
          <a:r>
            <a:rPr lang="zh-CN" altLang="en-US" b="0" i="0"/>
            <a:t>电路</a:t>
          </a:r>
          <a:r>
            <a:rPr lang="en-US" altLang="zh-CN" b="0" i="0"/>
            <a:t>-</a:t>
          </a:r>
          <a:r>
            <a:rPr lang="zh-CN" altLang="en-US" b="0" i="0"/>
            <a:t>控制联合仿真。</a:t>
          </a:r>
          <a:endParaRPr lang="zh-CN" altLang="en-US" b="0" i="0" dirty="0"/>
        </a:p>
      </dgm:t>
    </dgm:pt>
    <dgm:pt modelId="{B2A034EA-7D0C-4E1A-9D8A-3C808F1CA101}" type="parTrans" cxnId="{391BB6D7-AFA3-4435-80AC-33EF5E03DC84}">
      <dgm:prSet/>
      <dgm:spPr/>
      <dgm:t>
        <a:bodyPr/>
        <a:lstStyle/>
        <a:p>
          <a:endParaRPr lang="zh-CN" altLang="en-US"/>
        </a:p>
      </dgm:t>
    </dgm:pt>
    <dgm:pt modelId="{B717827D-F922-4E3D-8E2A-0F73BC757E3D}" type="sibTrans" cxnId="{391BB6D7-AFA3-4435-80AC-33EF5E03DC84}">
      <dgm:prSet/>
      <dgm:spPr/>
      <dgm:t>
        <a:bodyPr/>
        <a:lstStyle/>
        <a:p>
          <a:endParaRPr lang="zh-CN" altLang="en-US"/>
        </a:p>
      </dgm:t>
    </dgm:pt>
    <dgm:pt modelId="{03B48C2E-0CEF-4FF5-934A-5C24FF12728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可与</a:t>
          </a:r>
          <a:r>
            <a:rPr lang="en-US" b="0" i="0"/>
            <a:t>Simulink</a:t>
          </a:r>
          <a:r>
            <a:rPr lang="zh-CN" altLang="en-US" b="0" i="0"/>
            <a:t>集成，擅长电力电子系统仿真。</a:t>
          </a:r>
          <a:endParaRPr lang="zh-CN" altLang="en-US" b="0" i="0" dirty="0"/>
        </a:p>
      </dgm:t>
    </dgm:pt>
    <dgm:pt modelId="{F7EBA910-E8A2-4740-8E30-5401923735C9}" type="parTrans" cxnId="{66A60032-15DA-4152-A052-3B33CA5D2B64}">
      <dgm:prSet/>
      <dgm:spPr/>
      <dgm:t>
        <a:bodyPr/>
        <a:lstStyle/>
        <a:p>
          <a:endParaRPr lang="zh-CN" altLang="en-US"/>
        </a:p>
      </dgm:t>
    </dgm:pt>
    <dgm:pt modelId="{5C7EFA31-B7F9-4F9C-A4E3-1B383269F0F7}" type="sibTrans" cxnId="{66A60032-15DA-4152-A052-3B33CA5D2B64}">
      <dgm:prSet/>
      <dgm:spPr/>
      <dgm:t>
        <a:bodyPr/>
        <a:lstStyle/>
        <a:p>
          <a:endParaRPr lang="zh-CN" altLang="en-US"/>
        </a:p>
      </dgm:t>
    </dgm:pt>
    <dgm:pt modelId="{29098798-6D57-4C99-97A8-2390A1C4251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专注于电力电子与电机控制，仿真速度快。</a:t>
          </a:r>
          <a:endParaRPr lang="zh-CN" altLang="en-US" b="0" i="0" dirty="0"/>
        </a:p>
      </dgm:t>
    </dgm:pt>
    <dgm:pt modelId="{6BD86EC6-7229-4EB7-B6EE-B96E1C93DC23}" type="parTrans" cxnId="{E646CFB7-99F6-4753-B5A0-E796485CF8F2}">
      <dgm:prSet/>
      <dgm:spPr/>
      <dgm:t>
        <a:bodyPr/>
        <a:lstStyle/>
        <a:p>
          <a:endParaRPr lang="zh-CN" altLang="en-US"/>
        </a:p>
      </dgm:t>
    </dgm:pt>
    <dgm:pt modelId="{D0AD7C06-7C8A-43E8-9C86-484534F14DCF}" type="sibTrans" cxnId="{E646CFB7-99F6-4753-B5A0-E796485CF8F2}">
      <dgm:prSet/>
      <dgm:spPr/>
      <dgm:t>
        <a:bodyPr/>
        <a:lstStyle/>
        <a:p>
          <a:endParaRPr lang="zh-CN" altLang="en-US"/>
        </a:p>
      </dgm:t>
    </dgm:pt>
    <dgm:pt modelId="{D9ABDF62-3BAA-407D-B09A-E54C6D78594F}">
      <dgm:prSet/>
      <dgm:spPr/>
      <dgm:t>
        <a:bodyPr/>
        <a:lstStyle/>
        <a:p>
          <a:r>
            <a:rPr lang="zh-CN" altLang="en-US" b="0" i="0"/>
            <a:t>适合算法开发与系统建模。</a:t>
          </a:r>
          <a:endParaRPr lang="zh-CN" dirty="0"/>
        </a:p>
      </dgm:t>
    </dgm:pt>
    <dgm:pt modelId="{5E55CD8F-8E22-4057-8CFC-19FCA23CC3BA}" type="parTrans" cxnId="{A49B6CC6-CE19-4A7F-810A-794FE91FE32A}">
      <dgm:prSet/>
      <dgm:spPr/>
      <dgm:t>
        <a:bodyPr/>
        <a:lstStyle/>
        <a:p>
          <a:endParaRPr lang="zh-CN" altLang="en-US"/>
        </a:p>
      </dgm:t>
    </dgm:pt>
    <dgm:pt modelId="{78E60A4B-848E-4C1A-BF51-5338E53086FD}" type="sibTrans" cxnId="{A49B6CC6-CE19-4A7F-810A-794FE91FE32A}">
      <dgm:prSet/>
      <dgm:spPr/>
      <dgm:t>
        <a:bodyPr/>
        <a:lstStyle/>
        <a:p>
          <a:endParaRPr lang="zh-CN" altLang="en-US"/>
        </a:p>
      </dgm:t>
    </dgm:pt>
    <dgm:pt modelId="{3B21F896-1314-4FE9-836C-C45D33A0F9E2}" type="pres">
      <dgm:prSet presAssocID="{3157EE78-2966-4FB4-B77B-BE622323FA9A}" presName="Name0" presStyleCnt="0">
        <dgm:presLayoutVars>
          <dgm:dir/>
          <dgm:animLvl val="lvl"/>
          <dgm:resizeHandles val="exact"/>
        </dgm:presLayoutVars>
      </dgm:prSet>
      <dgm:spPr/>
    </dgm:pt>
    <dgm:pt modelId="{2AF3DE74-C2FF-4511-A12D-F629EB632C15}" type="pres">
      <dgm:prSet presAssocID="{1E7DF127-3FC1-4BFD-A5A7-10F9CAB16ECB}" presName="composite" presStyleCnt="0"/>
      <dgm:spPr/>
    </dgm:pt>
    <dgm:pt modelId="{556D40B6-149A-4175-A0E2-6041FEBBB8E7}" type="pres">
      <dgm:prSet presAssocID="{1E7DF127-3FC1-4BFD-A5A7-10F9CAB16EC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68698FB-57E9-419D-BF3D-421DEBFE8F99}" type="pres">
      <dgm:prSet presAssocID="{1E7DF127-3FC1-4BFD-A5A7-10F9CAB16ECB}" presName="desTx" presStyleLbl="alignAccFollowNode1" presStyleIdx="0" presStyleCnt="4">
        <dgm:presLayoutVars>
          <dgm:bulletEnabled val="1"/>
        </dgm:presLayoutVars>
      </dgm:prSet>
      <dgm:spPr/>
    </dgm:pt>
    <dgm:pt modelId="{37169130-E022-41EC-A5B6-9BCBEC460F6F}" type="pres">
      <dgm:prSet presAssocID="{CCDF9C3B-B6B5-4882-ADB1-3FAB32C76737}" presName="space" presStyleCnt="0"/>
      <dgm:spPr/>
    </dgm:pt>
    <dgm:pt modelId="{4884A329-DFE2-466F-B5A2-56EF588B8DC8}" type="pres">
      <dgm:prSet presAssocID="{8B1A875C-0585-4EAA-9E0B-493736BE859D}" presName="composite" presStyleCnt="0"/>
      <dgm:spPr/>
    </dgm:pt>
    <dgm:pt modelId="{D1B59E47-5A15-4F27-9A90-6680AB981567}" type="pres">
      <dgm:prSet presAssocID="{8B1A875C-0585-4EAA-9E0B-493736BE859D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9013B9D9-5C58-4A6D-A2EE-8DC453353243}" type="pres">
      <dgm:prSet presAssocID="{8B1A875C-0585-4EAA-9E0B-493736BE859D}" presName="desTx" presStyleLbl="alignAccFollowNode1" presStyleIdx="1" presStyleCnt="4">
        <dgm:presLayoutVars>
          <dgm:bulletEnabled val="1"/>
        </dgm:presLayoutVars>
      </dgm:prSet>
      <dgm:spPr/>
    </dgm:pt>
    <dgm:pt modelId="{12282AC3-376A-48DD-BD59-6D7C80C0F94F}" type="pres">
      <dgm:prSet presAssocID="{680EB560-AD56-492A-8F85-07BD1E7A8703}" presName="space" presStyleCnt="0"/>
      <dgm:spPr/>
    </dgm:pt>
    <dgm:pt modelId="{5258760B-CD6E-4105-A9BE-3339440EE466}" type="pres">
      <dgm:prSet presAssocID="{084CFBE4-75AE-4613-8C44-60D2BB2DC74B}" presName="composite" presStyleCnt="0"/>
      <dgm:spPr/>
    </dgm:pt>
    <dgm:pt modelId="{5FCDF04E-0719-4478-9FAC-9FF32093C794}" type="pres">
      <dgm:prSet presAssocID="{084CFBE4-75AE-4613-8C44-60D2BB2DC74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1971806B-345A-4B0A-A8CF-E85AC4F89514}" type="pres">
      <dgm:prSet presAssocID="{084CFBE4-75AE-4613-8C44-60D2BB2DC74B}" presName="desTx" presStyleLbl="alignAccFollowNode1" presStyleIdx="2" presStyleCnt="4">
        <dgm:presLayoutVars>
          <dgm:bulletEnabled val="1"/>
        </dgm:presLayoutVars>
      </dgm:prSet>
      <dgm:spPr/>
    </dgm:pt>
    <dgm:pt modelId="{23158F80-6DD5-487C-A769-F9DFD49A227E}" type="pres">
      <dgm:prSet presAssocID="{47A90288-607E-4F9B-BC6E-CB94214B1F03}" presName="space" presStyleCnt="0"/>
      <dgm:spPr/>
    </dgm:pt>
    <dgm:pt modelId="{793BB5B1-F39E-4DC1-89AD-614854100EB8}" type="pres">
      <dgm:prSet presAssocID="{32AA2665-CF9D-41E1-9253-5B3F19F3DD1B}" presName="composite" presStyleCnt="0"/>
      <dgm:spPr/>
    </dgm:pt>
    <dgm:pt modelId="{687FFAC9-CBB1-42F3-9F1E-D89578B529B9}" type="pres">
      <dgm:prSet presAssocID="{32AA2665-CF9D-41E1-9253-5B3F19F3DD1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90FE269-3DAF-41D8-BC78-B1E9CB4D57DD}" type="pres">
      <dgm:prSet presAssocID="{32AA2665-CF9D-41E1-9253-5B3F19F3DD1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5083E1C-074F-4D11-847B-2EBA36A27B7A}" type="presOf" srcId="{3157EE78-2966-4FB4-B77B-BE622323FA9A}" destId="{3B21F896-1314-4FE9-836C-C45D33A0F9E2}" srcOrd="0" destOrd="0" presId="urn:microsoft.com/office/officeart/2005/8/layout/hList1"/>
    <dgm:cxn modelId="{66A60032-15DA-4152-A052-3B33CA5D2B64}" srcId="{084CFBE4-75AE-4613-8C44-60D2BB2DC74B}" destId="{03B48C2E-0CEF-4FF5-934A-5C24FF127285}" srcOrd="0" destOrd="0" parTransId="{F7EBA910-E8A2-4740-8E30-5401923735C9}" sibTransId="{5C7EFA31-B7F9-4F9C-A4E3-1B383269F0F7}"/>
    <dgm:cxn modelId="{8141EB62-87F6-427C-A04E-344B7E2F8730}" type="presOf" srcId="{32AA2665-CF9D-41E1-9253-5B3F19F3DD1B}" destId="{687FFAC9-CBB1-42F3-9F1E-D89578B529B9}" srcOrd="0" destOrd="0" presId="urn:microsoft.com/office/officeart/2005/8/layout/hList1"/>
    <dgm:cxn modelId="{5A866E48-484E-4A8F-8237-A44141C5B630}" srcId="{3157EE78-2966-4FB4-B77B-BE622323FA9A}" destId="{084CFBE4-75AE-4613-8C44-60D2BB2DC74B}" srcOrd="2" destOrd="0" parTransId="{7F2ECE52-77A4-4672-B9C2-39BF763CC531}" sibTransId="{47A90288-607E-4F9B-BC6E-CB94214B1F03}"/>
    <dgm:cxn modelId="{1CB9216B-D656-4191-B459-ADE34B32C661}" type="presOf" srcId="{084CFBE4-75AE-4613-8C44-60D2BB2DC74B}" destId="{5FCDF04E-0719-4478-9FAC-9FF32093C794}" srcOrd="0" destOrd="0" presId="urn:microsoft.com/office/officeart/2005/8/layout/hList1"/>
    <dgm:cxn modelId="{46239759-9024-44A6-B87B-D32C12EFC6A8}" srcId="{3157EE78-2966-4FB4-B77B-BE622323FA9A}" destId="{1E7DF127-3FC1-4BFD-A5A7-10F9CAB16ECB}" srcOrd="0" destOrd="0" parTransId="{E883A2DE-E99A-4368-9F79-FFAA00F06ABE}" sibTransId="{CCDF9C3B-B6B5-4882-ADB1-3FAB32C76737}"/>
    <dgm:cxn modelId="{198DB78A-7A68-492B-AF3F-C9828819416B}" srcId="{3157EE78-2966-4FB4-B77B-BE622323FA9A}" destId="{32AA2665-CF9D-41E1-9253-5B3F19F3DD1B}" srcOrd="3" destOrd="0" parTransId="{EB7C045A-7743-4DD2-8971-037B918A4D7C}" sibTransId="{73045862-5CD4-4D0E-93F9-42F811558C88}"/>
    <dgm:cxn modelId="{A14472A8-1AFD-4BC9-AC84-087D08B9FFA5}" type="presOf" srcId="{1E7DF127-3FC1-4BFD-A5A7-10F9CAB16ECB}" destId="{556D40B6-149A-4175-A0E2-6041FEBBB8E7}" srcOrd="0" destOrd="0" presId="urn:microsoft.com/office/officeart/2005/8/layout/hList1"/>
    <dgm:cxn modelId="{B4F082B3-A854-4608-B1CB-62DF75DAD76A}" type="presOf" srcId="{D9ABDF62-3BAA-407D-B09A-E54C6D78594F}" destId="{968698FB-57E9-419D-BF3D-421DEBFE8F99}" srcOrd="0" destOrd="0" presId="urn:microsoft.com/office/officeart/2005/8/layout/hList1"/>
    <dgm:cxn modelId="{E646CFB7-99F6-4753-B5A0-E796485CF8F2}" srcId="{8B1A875C-0585-4EAA-9E0B-493736BE859D}" destId="{29098798-6D57-4C99-97A8-2390A1C42512}" srcOrd="0" destOrd="0" parTransId="{6BD86EC6-7229-4EB7-B6EE-B96E1C93DC23}" sibTransId="{D0AD7C06-7C8A-43E8-9C86-484534F14DCF}"/>
    <dgm:cxn modelId="{076FFAB8-05A1-4DB0-9D81-FD6A168315F9}" type="presOf" srcId="{29098798-6D57-4C99-97A8-2390A1C42512}" destId="{9013B9D9-5C58-4A6D-A2EE-8DC453353243}" srcOrd="0" destOrd="0" presId="urn:microsoft.com/office/officeart/2005/8/layout/hList1"/>
    <dgm:cxn modelId="{166D88B9-DF6A-449D-A41D-60CCC268E4A1}" type="presOf" srcId="{F09743FC-8C50-429F-BEC1-6B5F876DFF1A}" destId="{190FE269-3DAF-41D8-BC78-B1E9CB4D57DD}" srcOrd="0" destOrd="0" presId="urn:microsoft.com/office/officeart/2005/8/layout/hList1"/>
    <dgm:cxn modelId="{69E93ABC-5208-49F6-8CB5-D0AF5A5A6EA8}" type="presOf" srcId="{03B48C2E-0CEF-4FF5-934A-5C24FF127285}" destId="{1971806B-345A-4B0A-A8CF-E85AC4F89514}" srcOrd="0" destOrd="0" presId="urn:microsoft.com/office/officeart/2005/8/layout/hList1"/>
    <dgm:cxn modelId="{A49B6CC6-CE19-4A7F-810A-794FE91FE32A}" srcId="{1E7DF127-3FC1-4BFD-A5A7-10F9CAB16ECB}" destId="{D9ABDF62-3BAA-407D-B09A-E54C6D78594F}" srcOrd="0" destOrd="0" parTransId="{5E55CD8F-8E22-4057-8CFC-19FCA23CC3BA}" sibTransId="{78E60A4B-848E-4C1A-BF51-5338E53086FD}"/>
    <dgm:cxn modelId="{391BB6D7-AFA3-4435-80AC-33EF5E03DC84}" srcId="{32AA2665-CF9D-41E1-9253-5B3F19F3DD1B}" destId="{F09743FC-8C50-429F-BEC1-6B5F876DFF1A}" srcOrd="0" destOrd="0" parTransId="{B2A034EA-7D0C-4E1A-9D8A-3C808F1CA101}" sibTransId="{B717827D-F922-4E3D-8E2A-0F73BC757E3D}"/>
    <dgm:cxn modelId="{FFB506E2-693D-4AC1-BAE5-FF23B873FA24}" srcId="{3157EE78-2966-4FB4-B77B-BE622323FA9A}" destId="{8B1A875C-0585-4EAA-9E0B-493736BE859D}" srcOrd="1" destOrd="0" parTransId="{F3D3A028-708E-4723-8C92-0473B26B204B}" sibTransId="{680EB560-AD56-492A-8F85-07BD1E7A8703}"/>
    <dgm:cxn modelId="{4EB0EBE7-2965-404D-B725-825A19A7EF85}" type="presOf" srcId="{8B1A875C-0585-4EAA-9E0B-493736BE859D}" destId="{D1B59E47-5A15-4F27-9A90-6680AB981567}" srcOrd="0" destOrd="0" presId="urn:microsoft.com/office/officeart/2005/8/layout/hList1"/>
    <dgm:cxn modelId="{438503B9-D0A4-45E4-BB8E-515A080EC64C}" type="presParOf" srcId="{3B21F896-1314-4FE9-836C-C45D33A0F9E2}" destId="{2AF3DE74-C2FF-4511-A12D-F629EB632C15}" srcOrd="0" destOrd="0" presId="urn:microsoft.com/office/officeart/2005/8/layout/hList1"/>
    <dgm:cxn modelId="{F0C3C1FE-9653-4C93-A17A-AA7D51B7565E}" type="presParOf" srcId="{2AF3DE74-C2FF-4511-A12D-F629EB632C15}" destId="{556D40B6-149A-4175-A0E2-6041FEBBB8E7}" srcOrd="0" destOrd="0" presId="urn:microsoft.com/office/officeart/2005/8/layout/hList1"/>
    <dgm:cxn modelId="{B8CD13D7-C765-4542-8557-8F0B80214DA2}" type="presParOf" srcId="{2AF3DE74-C2FF-4511-A12D-F629EB632C15}" destId="{968698FB-57E9-419D-BF3D-421DEBFE8F99}" srcOrd="1" destOrd="0" presId="urn:microsoft.com/office/officeart/2005/8/layout/hList1"/>
    <dgm:cxn modelId="{007D9351-D890-4B62-AC60-641D56BF283C}" type="presParOf" srcId="{3B21F896-1314-4FE9-836C-C45D33A0F9E2}" destId="{37169130-E022-41EC-A5B6-9BCBEC460F6F}" srcOrd="1" destOrd="0" presId="urn:microsoft.com/office/officeart/2005/8/layout/hList1"/>
    <dgm:cxn modelId="{2886C60F-C170-4084-AE11-A3EE21AC8F43}" type="presParOf" srcId="{3B21F896-1314-4FE9-836C-C45D33A0F9E2}" destId="{4884A329-DFE2-466F-B5A2-56EF588B8DC8}" srcOrd="2" destOrd="0" presId="urn:microsoft.com/office/officeart/2005/8/layout/hList1"/>
    <dgm:cxn modelId="{4BD10E6D-8ABD-44DD-94ED-D1DD94F8847F}" type="presParOf" srcId="{4884A329-DFE2-466F-B5A2-56EF588B8DC8}" destId="{D1B59E47-5A15-4F27-9A90-6680AB981567}" srcOrd="0" destOrd="0" presId="urn:microsoft.com/office/officeart/2005/8/layout/hList1"/>
    <dgm:cxn modelId="{71A435F9-6A3D-46F9-A266-C0C3901CE438}" type="presParOf" srcId="{4884A329-DFE2-466F-B5A2-56EF588B8DC8}" destId="{9013B9D9-5C58-4A6D-A2EE-8DC453353243}" srcOrd="1" destOrd="0" presId="urn:microsoft.com/office/officeart/2005/8/layout/hList1"/>
    <dgm:cxn modelId="{BB378FAE-9C8E-43ED-8E0A-972EDE671D81}" type="presParOf" srcId="{3B21F896-1314-4FE9-836C-C45D33A0F9E2}" destId="{12282AC3-376A-48DD-BD59-6D7C80C0F94F}" srcOrd="3" destOrd="0" presId="urn:microsoft.com/office/officeart/2005/8/layout/hList1"/>
    <dgm:cxn modelId="{AD7181EA-9769-4F48-8C37-EE316C9246A7}" type="presParOf" srcId="{3B21F896-1314-4FE9-836C-C45D33A0F9E2}" destId="{5258760B-CD6E-4105-A9BE-3339440EE466}" srcOrd="4" destOrd="0" presId="urn:microsoft.com/office/officeart/2005/8/layout/hList1"/>
    <dgm:cxn modelId="{EFC428D8-47E8-47D2-AF8D-4E5DADE63F5A}" type="presParOf" srcId="{5258760B-CD6E-4105-A9BE-3339440EE466}" destId="{5FCDF04E-0719-4478-9FAC-9FF32093C794}" srcOrd="0" destOrd="0" presId="urn:microsoft.com/office/officeart/2005/8/layout/hList1"/>
    <dgm:cxn modelId="{0B09EF48-3605-48B8-BE9A-6CE3A1C9B70C}" type="presParOf" srcId="{5258760B-CD6E-4105-A9BE-3339440EE466}" destId="{1971806B-345A-4B0A-A8CF-E85AC4F89514}" srcOrd="1" destOrd="0" presId="urn:microsoft.com/office/officeart/2005/8/layout/hList1"/>
    <dgm:cxn modelId="{A4DF7A5F-F6B4-437D-B1D9-BFD8E57CD603}" type="presParOf" srcId="{3B21F896-1314-4FE9-836C-C45D33A0F9E2}" destId="{23158F80-6DD5-487C-A769-F9DFD49A227E}" srcOrd="5" destOrd="0" presId="urn:microsoft.com/office/officeart/2005/8/layout/hList1"/>
    <dgm:cxn modelId="{A9ED49DE-C409-47B6-9990-93FD96FC9FFA}" type="presParOf" srcId="{3B21F896-1314-4FE9-836C-C45D33A0F9E2}" destId="{793BB5B1-F39E-4DC1-89AD-614854100EB8}" srcOrd="6" destOrd="0" presId="urn:microsoft.com/office/officeart/2005/8/layout/hList1"/>
    <dgm:cxn modelId="{1780EEDF-5D2F-4C76-AAEE-84766242C8C0}" type="presParOf" srcId="{793BB5B1-F39E-4DC1-89AD-614854100EB8}" destId="{687FFAC9-CBB1-42F3-9F1E-D89578B529B9}" srcOrd="0" destOrd="0" presId="urn:microsoft.com/office/officeart/2005/8/layout/hList1"/>
    <dgm:cxn modelId="{BECF398A-124F-48D3-A502-CB3327D09F4C}" type="presParOf" srcId="{793BB5B1-F39E-4DC1-89AD-614854100EB8}" destId="{190FE269-3DAF-41D8-BC78-B1E9CB4D57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ACFDC-FF5B-4955-A86A-A36B2ED374CD}">
      <dsp:nvSpPr>
        <dsp:cNvPr id="0" name=""/>
        <dsp:cNvSpPr/>
      </dsp:nvSpPr>
      <dsp:spPr>
        <a:xfrm>
          <a:off x="1" y="1733"/>
          <a:ext cx="10688437" cy="5341788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B88DECD-C779-46D7-87ED-7FF2262DE312}">
      <dsp:nvSpPr>
        <dsp:cNvPr id="0" name=""/>
        <dsp:cNvSpPr/>
      </dsp:nvSpPr>
      <dsp:spPr>
        <a:xfrm>
          <a:off x="2926018" y="226088"/>
          <a:ext cx="961521" cy="96152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B8B654-A61C-4E4E-979B-93E0C9501199}">
      <dsp:nvSpPr>
        <dsp:cNvPr id="0" name=""/>
        <dsp:cNvSpPr/>
      </dsp:nvSpPr>
      <dsp:spPr bwMode="white">
        <a:xfrm>
          <a:off x="3868321" y="199963"/>
          <a:ext cx="5143102" cy="96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学习目标</a:t>
          </a:r>
        </a:p>
      </dsp:txBody>
      <dsp:txXfrm>
        <a:off x="3868321" y="199963"/>
        <a:ext cx="5143102" cy="961521"/>
      </dsp:txXfrm>
    </dsp:sp>
    <dsp:sp modelId="{7C2F5F63-22F6-4138-879F-E621AAA7E03E}">
      <dsp:nvSpPr>
        <dsp:cNvPr id="0" name=""/>
        <dsp:cNvSpPr/>
      </dsp:nvSpPr>
      <dsp:spPr bwMode="white">
        <a:xfrm>
          <a:off x="3432906" y="1440159"/>
          <a:ext cx="5143102" cy="393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dirty="0"/>
            <a:t>为什么要用仿真系统</a:t>
          </a:r>
          <a:endParaRPr lang="zh-CN" altLang="en-US" sz="3200" kern="1200" dirty="0"/>
        </a:p>
      </dsp:txBody>
      <dsp:txXfrm>
        <a:off x="3432906" y="1440159"/>
        <a:ext cx="5143102" cy="393682"/>
      </dsp:txXfrm>
    </dsp:sp>
    <dsp:sp modelId="{1001C6BC-CB82-4F36-82D3-BC0DBCF140CF}">
      <dsp:nvSpPr>
        <dsp:cNvPr id="0" name=""/>
        <dsp:cNvSpPr/>
      </dsp:nvSpPr>
      <dsp:spPr>
        <a:xfrm>
          <a:off x="2919098" y="1529042"/>
          <a:ext cx="141321" cy="14132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F76BA36-D67E-493C-A011-E2BCD9B6AC05}">
      <dsp:nvSpPr>
        <dsp:cNvPr id="0" name=""/>
        <dsp:cNvSpPr/>
      </dsp:nvSpPr>
      <dsp:spPr bwMode="white">
        <a:xfrm>
          <a:off x="3450341" y="2375142"/>
          <a:ext cx="5143102" cy="393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常见的仿真软件是什么？</a:t>
          </a:r>
        </a:p>
      </dsp:txBody>
      <dsp:txXfrm>
        <a:off x="3450341" y="2375142"/>
        <a:ext cx="5143102" cy="393682"/>
      </dsp:txXfrm>
    </dsp:sp>
    <dsp:sp modelId="{0E1ED0A5-E98A-4799-B0D1-49C0956D867C}">
      <dsp:nvSpPr>
        <dsp:cNvPr id="0" name=""/>
        <dsp:cNvSpPr/>
      </dsp:nvSpPr>
      <dsp:spPr>
        <a:xfrm>
          <a:off x="2919098" y="2375142"/>
          <a:ext cx="141321" cy="14132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AD1D525-CF84-4B87-99EF-FC53287AD6B4}">
      <dsp:nvSpPr>
        <dsp:cNvPr id="0" name=""/>
        <dsp:cNvSpPr/>
      </dsp:nvSpPr>
      <dsp:spPr bwMode="white">
        <a:xfrm>
          <a:off x="3398087" y="3320063"/>
          <a:ext cx="5143102" cy="393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/>
            <a:t>Python</a:t>
          </a:r>
          <a:r>
            <a:rPr lang="zh-CN" altLang="en-US" sz="3200" kern="1200"/>
            <a:t>仿真系统实例演示</a:t>
          </a:r>
          <a:endParaRPr lang="zh-CN" altLang="en-US" sz="3200" kern="1200" dirty="0"/>
        </a:p>
      </dsp:txBody>
      <dsp:txXfrm>
        <a:off x="3398087" y="3320063"/>
        <a:ext cx="5143102" cy="393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7B954-0784-47E0-A4AE-F2F76AB6CA9C}">
      <dsp:nvSpPr>
        <dsp:cNvPr id="0" name=""/>
        <dsp:cNvSpPr/>
      </dsp:nvSpPr>
      <dsp:spPr>
        <a:xfrm>
          <a:off x="0" y="208094"/>
          <a:ext cx="11077303" cy="47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1. </a:t>
          </a:r>
          <a:r>
            <a:rPr lang="zh-CN" sz="1800" b="1" i="0" kern="1200"/>
            <a:t>降低开发成本和风险</a:t>
          </a:r>
          <a:endParaRPr lang="zh-CN" sz="1800" kern="1200"/>
        </a:p>
      </dsp:txBody>
      <dsp:txXfrm>
        <a:off x="23131" y="231225"/>
        <a:ext cx="11031041" cy="427587"/>
      </dsp:txXfrm>
    </dsp:sp>
    <dsp:sp modelId="{394B7725-3398-4B19-B31D-CA8BB089FB2F}">
      <dsp:nvSpPr>
        <dsp:cNvPr id="0" name=""/>
        <dsp:cNvSpPr/>
      </dsp:nvSpPr>
      <dsp:spPr>
        <a:xfrm>
          <a:off x="0" y="681944"/>
          <a:ext cx="1107730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70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i="0" kern="1200"/>
            <a:t>硬件成本高、安全风险大</a:t>
          </a:r>
          <a:endParaRPr lang="zh-CN" sz="1400" kern="1200"/>
        </a:p>
      </dsp:txBody>
      <dsp:txXfrm>
        <a:off x="0" y="681944"/>
        <a:ext cx="11077303" cy="298080"/>
      </dsp:txXfrm>
    </dsp:sp>
    <dsp:sp modelId="{710ED384-A3D4-49C0-86A1-9AC8A291D4D1}">
      <dsp:nvSpPr>
        <dsp:cNvPr id="0" name=""/>
        <dsp:cNvSpPr/>
      </dsp:nvSpPr>
      <dsp:spPr>
        <a:xfrm>
          <a:off x="0" y="980024"/>
          <a:ext cx="11077303" cy="47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2. </a:t>
          </a:r>
          <a:r>
            <a:rPr lang="zh-CN" sz="1800" b="1" i="0" kern="1200"/>
            <a:t>加速开发与调试周期</a:t>
          </a:r>
          <a:endParaRPr lang="zh-CN" sz="1800" kern="1200"/>
        </a:p>
      </dsp:txBody>
      <dsp:txXfrm>
        <a:off x="23131" y="1003155"/>
        <a:ext cx="11031041" cy="427587"/>
      </dsp:txXfrm>
    </dsp:sp>
    <dsp:sp modelId="{7572516F-2753-49D7-B56B-C5B389127BD7}">
      <dsp:nvSpPr>
        <dsp:cNvPr id="0" name=""/>
        <dsp:cNvSpPr/>
      </dsp:nvSpPr>
      <dsp:spPr>
        <a:xfrm>
          <a:off x="0" y="1453874"/>
          <a:ext cx="1107730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70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i="0" kern="1200"/>
            <a:t>快速迭代</a:t>
          </a:r>
          <a:r>
            <a:rPr lang="zh-CN" sz="1400" b="0" i="0" kern="1200"/>
            <a:t>、</a:t>
          </a:r>
          <a:r>
            <a:rPr lang="zh-CN" sz="1400" b="1" i="0" kern="1200"/>
            <a:t>故障复现与分析</a:t>
          </a:r>
          <a:endParaRPr lang="zh-CN" sz="1400" kern="1200"/>
        </a:p>
      </dsp:txBody>
      <dsp:txXfrm>
        <a:off x="0" y="1453874"/>
        <a:ext cx="11077303" cy="298080"/>
      </dsp:txXfrm>
    </dsp:sp>
    <dsp:sp modelId="{284CA4FD-1904-4C8E-B268-B60F30BB0223}">
      <dsp:nvSpPr>
        <dsp:cNvPr id="0" name=""/>
        <dsp:cNvSpPr/>
      </dsp:nvSpPr>
      <dsp:spPr>
        <a:xfrm>
          <a:off x="0" y="1751954"/>
          <a:ext cx="11077303" cy="47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3. </a:t>
          </a:r>
          <a:r>
            <a:rPr lang="zh-CN" sz="1800" b="1" i="0" kern="1200"/>
            <a:t>验证控制算法的有效性</a:t>
          </a:r>
          <a:endParaRPr lang="zh-CN" sz="1800" kern="1200"/>
        </a:p>
      </dsp:txBody>
      <dsp:txXfrm>
        <a:off x="23131" y="1775085"/>
        <a:ext cx="11031041" cy="427587"/>
      </dsp:txXfrm>
    </dsp:sp>
    <dsp:sp modelId="{A7BF844C-CF46-49C0-8859-439710995575}">
      <dsp:nvSpPr>
        <dsp:cNvPr id="0" name=""/>
        <dsp:cNvSpPr/>
      </dsp:nvSpPr>
      <dsp:spPr>
        <a:xfrm>
          <a:off x="0" y="2225804"/>
          <a:ext cx="11077303" cy="49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70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 dirty="0"/>
            <a:t>在将新型控制策略（如</a:t>
          </a:r>
          <a:r>
            <a:rPr lang="en-US" sz="1400" b="0" i="0" kern="1200" dirty="0"/>
            <a:t>FOC</a:t>
          </a:r>
          <a:r>
            <a:rPr lang="zh-CN" sz="1400" b="0" i="0" kern="1200" dirty="0"/>
            <a:t>磁场定向控制、</a:t>
          </a:r>
          <a:r>
            <a:rPr lang="en-US" sz="1400" b="0" i="0" kern="1200" dirty="0"/>
            <a:t>DTC</a:t>
          </a:r>
          <a:r>
            <a:rPr lang="zh-CN" sz="1400" b="0" i="0" kern="1200" dirty="0"/>
            <a:t>直接转矩控制、</a:t>
          </a:r>
          <a:r>
            <a:rPr lang="en-US" sz="1400" b="0" i="0" kern="1200" dirty="0"/>
            <a:t>MPC</a:t>
          </a:r>
          <a:r>
            <a:rPr lang="zh-CN" sz="1400" b="0" i="0" kern="1200" dirty="0"/>
            <a:t>模型预测控制、无传感器控制等）部署到实际系统前，需通过仿真验证其理论可行性、动态响应和稳态性能。可以对比不同算法的性能（如转矩脉动、效率、响应速度），为选型提供依据。</a:t>
          </a:r>
          <a:endParaRPr lang="zh-CN" sz="1400" kern="1200" dirty="0"/>
        </a:p>
      </dsp:txBody>
      <dsp:txXfrm>
        <a:off x="0" y="2225804"/>
        <a:ext cx="11077303" cy="493695"/>
      </dsp:txXfrm>
    </dsp:sp>
    <dsp:sp modelId="{1B5E3184-A12F-4C06-BA3C-8011E4503C5C}">
      <dsp:nvSpPr>
        <dsp:cNvPr id="0" name=""/>
        <dsp:cNvSpPr/>
      </dsp:nvSpPr>
      <dsp:spPr>
        <a:xfrm>
          <a:off x="0" y="2719499"/>
          <a:ext cx="11077303" cy="47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4. </a:t>
          </a:r>
          <a:r>
            <a:rPr lang="zh-CN" sz="1800" b="1" i="0" kern="1200"/>
            <a:t>系统级集成测试</a:t>
          </a:r>
          <a:endParaRPr lang="zh-CN" sz="1800" kern="1200"/>
        </a:p>
      </dsp:txBody>
      <dsp:txXfrm>
        <a:off x="23131" y="2742630"/>
        <a:ext cx="11031041" cy="427587"/>
      </dsp:txXfrm>
    </dsp:sp>
    <dsp:sp modelId="{3D48D285-B0A6-4F23-BF8E-F5EDC308E40F}">
      <dsp:nvSpPr>
        <dsp:cNvPr id="0" name=""/>
        <dsp:cNvSpPr/>
      </dsp:nvSpPr>
      <dsp:spPr>
        <a:xfrm>
          <a:off x="0" y="3193349"/>
          <a:ext cx="11077303" cy="70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70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 dirty="0"/>
            <a:t>多个子系统：电机本体、逆变器、传感器、控制器（如</a:t>
          </a:r>
          <a:r>
            <a:rPr lang="en-US" sz="1400" b="0" i="0" kern="1200" dirty="0"/>
            <a:t>MCU/DSP</a:t>
          </a:r>
          <a:r>
            <a:rPr lang="zh-CN" sz="1400" b="0" i="0" kern="1200" dirty="0"/>
            <a:t>）、上位机通信等。仿真平台（如</a:t>
          </a:r>
          <a:r>
            <a:rPr lang="en-US" sz="1400" b="0" i="0" kern="1200" dirty="0"/>
            <a:t>MATLAB/Simulink</a:t>
          </a:r>
          <a:r>
            <a:rPr lang="zh-CN" sz="1400" b="0" i="0" kern="1200" dirty="0"/>
            <a:t>、</a:t>
          </a:r>
          <a:r>
            <a:rPr lang="en-US" sz="1400" b="0" i="0" kern="1200" dirty="0"/>
            <a:t>PLECS</a:t>
          </a:r>
          <a:r>
            <a:rPr lang="zh-CN" sz="1400" b="0" i="0" kern="1200" dirty="0"/>
            <a:t>、</a:t>
          </a:r>
          <a:r>
            <a:rPr lang="en-US" sz="1400" b="0" i="0" kern="1200" dirty="0"/>
            <a:t>PSIM</a:t>
          </a:r>
          <a:r>
            <a:rPr lang="zh-CN" sz="1400" b="0" i="0" kern="1200" dirty="0"/>
            <a:t>）支持多域联合仿真（电气、机械、控制、热等），实现系统级验证。可模拟传感器噪声、延迟、非线性等实际因素，提高控制策略的实用性。</a:t>
          </a:r>
          <a:endParaRPr lang="zh-CN" sz="1400" kern="1200" dirty="0"/>
        </a:p>
      </dsp:txBody>
      <dsp:txXfrm>
        <a:off x="0" y="3193349"/>
        <a:ext cx="11077303" cy="707940"/>
      </dsp:txXfrm>
    </dsp:sp>
    <dsp:sp modelId="{40924846-2C2C-4502-90C0-EDF7A01F8FE6}">
      <dsp:nvSpPr>
        <dsp:cNvPr id="0" name=""/>
        <dsp:cNvSpPr/>
      </dsp:nvSpPr>
      <dsp:spPr>
        <a:xfrm>
          <a:off x="0" y="3901289"/>
          <a:ext cx="11077303" cy="4738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5. </a:t>
          </a:r>
          <a:r>
            <a:rPr lang="zh-CN" sz="1800" b="1" i="0" kern="1200"/>
            <a:t>支持硬件在环（</a:t>
          </a:r>
          <a:r>
            <a:rPr lang="en-US" sz="1800" b="1" i="0" kern="1200"/>
            <a:t>HIL</a:t>
          </a:r>
          <a:r>
            <a:rPr lang="zh-CN" sz="1800" b="1" i="0" kern="1200"/>
            <a:t>）与代码自动生成</a:t>
          </a:r>
          <a:endParaRPr lang="zh-CN" sz="1800" kern="1200"/>
        </a:p>
      </dsp:txBody>
      <dsp:txXfrm>
        <a:off x="23131" y="3924420"/>
        <a:ext cx="11031041" cy="427587"/>
      </dsp:txXfrm>
    </dsp:sp>
    <dsp:sp modelId="{CA8CE45D-867C-4D3F-A1FF-D8CE5F88E853}">
      <dsp:nvSpPr>
        <dsp:cNvPr id="0" name=""/>
        <dsp:cNvSpPr/>
      </dsp:nvSpPr>
      <dsp:spPr>
        <a:xfrm>
          <a:off x="0" y="4375139"/>
          <a:ext cx="11077303" cy="763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70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/>
            <a:t>仿真模型可直接用于</a:t>
          </a:r>
          <a:r>
            <a:rPr lang="zh-CN" sz="1400" b="1" i="0" kern="1200"/>
            <a:t>自动代码生成</a:t>
          </a:r>
          <a:r>
            <a:rPr lang="zh-CN" sz="1400" b="0" i="0" kern="1200"/>
            <a:t>（如</a:t>
          </a:r>
          <a:r>
            <a:rPr lang="en-US" sz="1400" b="0" i="0" kern="1200"/>
            <a:t>Simulink Coder</a:t>
          </a:r>
          <a:r>
            <a:rPr lang="zh-CN" sz="1400" b="0" i="0" kern="1200"/>
            <a:t>、</a:t>
          </a:r>
          <a:r>
            <a:rPr lang="en-US" sz="1400" b="0" i="0" kern="1200"/>
            <a:t>Embedded Coder</a:t>
          </a:r>
          <a:r>
            <a:rPr lang="zh-CN" sz="1400" b="0" i="0" kern="1200"/>
            <a:t>），生成嵌入式</a:t>
          </a:r>
          <a:r>
            <a:rPr lang="en-US" sz="1400" b="0" i="0" kern="1200"/>
            <a:t>C</a:t>
          </a:r>
          <a:r>
            <a:rPr lang="zh-CN" sz="1400" b="0" i="0" kern="1200"/>
            <a:t>代码，减少手动编码错误。</a:t>
          </a:r>
          <a:endParaRPr lang="zh-CN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i="0" kern="1200" dirty="0"/>
            <a:t>与</a:t>
          </a:r>
          <a:r>
            <a:rPr lang="zh-CN" sz="1400" b="1" i="0" kern="1200" dirty="0"/>
            <a:t>硬件在环（</a:t>
          </a:r>
          <a:r>
            <a:rPr lang="en-US" sz="1400" b="1" i="0" kern="1200" dirty="0"/>
            <a:t>HIL</a:t>
          </a:r>
          <a:r>
            <a:rPr lang="zh-CN" sz="1400" b="1" i="0" kern="1200" dirty="0"/>
            <a:t>）测试</a:t>
          </a:r>
          <a:r>
            <a:rPr lang="zh-CN" sz="1400" b="0" i="0" kern="1200" dirty="0"/>
            <a:t>结合，可在真实控制器上运行控制算法，而电机和逆变器由仿真模型替代，实现接近真实的测试环境。</a:t>
          </a:r>
          <a:br>
            <a:rPr lang="zh-CN" sz="1400" kern="1200" dirty="0"/>
          </a:br>
          <a:endParaRPr lang="zh-CN" sz="1400" kern="1200" dirty="0"/>
        </a:p>
      </dsp:txBody>
      <dsp:txXfrm>
        <a:off x="0" y="4375139"/>
        <a:ext cx="11077303" cy="763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D40B6-149A-4175-A0E2-6041FEBBB8E7}">
      <dsp:nvSpPr>
        <dsp:cNvPr id="0" name=""/>
        <dsp:cNvSpPr/>
      </dsp:nvSpPr>
      <dsp:spPr bwMode="white">
        <a:xfrm>
          <a:off x="4177" y="1731100"/>
          <a:ext cx="2511648" cy="761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MATLAB/Simulink + </a:t>
          </a:r>
          <a:r>
            <a:rPr lang="en-US" sz="1900" b="1" i="0" kern="1200" dirty="0" err="1"/>
            <a:t>Simscape</a:t>
          </a:r>
          <a:r>
            <a:rPr lang="en-US" sz="1900" b="1" i="0" kern="1200" dirty="0"/>
            <a:t> Electrical</a:t>
          </a:r>
          <a:endParaRPr lang="zh-CN" sz="1900" kern="1200" dirty="0"/>
        </a:p>
      </dsp:txBody>
      <dsp:txXfrm>
        <a:off x="4177" y="1731100"/>
        <a:ext cx="2511648" cy="761634"/>
      </dsp:txXfrm>
    </dsp:sp>
    <dsp:sp modelId="{968698FB-57E9-419D-BF3D-421DEBFE8F99}">
      <dsp:nvSpPr>
        <dsp:cNvPr id="0" name=""/>
        <dsp:cNvSpPr/>
      </dsp:nvSpPr>
      <dsp:spPr bwMode="white">
        <a:xfrm>
          <a:off x="4177" y="2492734"/>
          <a:ext cx="2511648" cy="11563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/>
            <a:t>适合算法开发与系统建模。</a:t>
          </a:r>
          <a:endParaRPr lang="zh-CN" sz="1900" kern="1200" dirty="0"/>
        </a:p>
      </dsp:txBody>
      <dsp:txXfrm>
        <a:off x="4177" y="2492734"/>
        <a:ext cx="2511648" cy="1156374"/>
      </dsp:txXfrm>
    </dsp:sp>
    <dsp:sp modelId="{D1B59E47-5A15-4F27-9A90-6680AB981567}">
      <dsp:nvSpPr>
        <dsp:cNvPr id="0" name=""/>
        <dsp:cNvSpPr/>
      </dsp:nvSpPr>
      <dsp:spPr>
        <a:xfrm>
          <a:off x="2867456" y="1731100"/>
          <a:ext cx="2511648" cy="761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zh-CN" sz="1900" b="1" i="0" kern="1200" dirty="0"/>
            <a:t>PSIM</a:t>
          </a:r>
          <a:endParaRPr lang="zh-CN" altLang="en-US" sz="1900" b="0" i="0" kern="1200" dirty="0"/>
        </a:p>
      </dsp:txBody>
      <dsp:txXfrm>
        <a:off x="2867456" y="1731100"/>
        <a:ext cx="2511648" cy="761634"/>
      </dsp:txXfrm>
    </dsp:sp>
    <dsp:sp modelId="{9013B9D9-5C58-4A6D-A2EE-8DC453353243}">
      <dsp:nvSpPr>
        <dsp:cNvPr id="0" name=""/>
        <dsp:cNvSpPr/>
      </dsp:nvSpPr>
      <dsp:spPr>
        <a:xfrm>
          <a:off x="2867456" y="2492734"/>
          <a:ext cx="2511648" cy="11563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900" b="0" i="0" kern="1200"/>
            <a:t>专注于电力电子与电机控制，仿真速度快。</a:t>
          </a:r>
          <a:endParaRPr lang="zh-CN" altLang="en-US" sz="1900" b="0" i="0" kern="1200" dirty="0"/>
        </a:p>
      </dsp:txBody>
      <dsp:txXfrm>
        <a:off x="2867456" y="2492734"/>
        <a:ext cx="2511648" cy="1156374"/>
      </dsp:txXfrm>
    </dsp:sp>
    <dsp:sp modelId="{5FCDF04E-0719-4478-9FAC-9FF32093C794}">
      <dsp:nvSpPr>
        <dsp:cNvPr id="0" name=""/>
        <dsp:cNvSpPr/>
      </dsp:nvSpPr>
      <dsp:spPr>
        <a:xfrm>
          <a:off x="5730736" y="1731100"/>
          <a:ext cx="2511648" cy="761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900" b="1" i="0" kern="1200" dirty="0"/>
            <a:t>PLECS</a:t>
          </a:r>
          <a:endParaRPr lang="zh-CN" altLang="en-US" sz="1900" b="0" i="0" kern="1200" dirty="0"/>
        </a:p>
      </dsp:txBody>
      <dsp:txXfrm>
        <a:off x="5730736" y="1731100"/>
        <a:ext cx="2511648" cy="761634"/>
      </dsp:txXfrm>
    </dsp:sp>
    <dsp:sp modelId="{1971806B-345A-4B0A-A8CF-E85AC4F89514}">
      <dsp:nvSpPr>
        <dsp:cNvPr id="0" name=""/>
        <dsp:cNvSpPr/>
      </dsp:nvSpPr>
      <dsp:spPr>
        <a:xfrm>
          <a:off x="5730736" y="2492734"/>
          <a:ext cx="2511648" cy="11563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900" b="0" i="0" kern="1200"/>
            <a:t>可与</a:t>
          </a:r>
          <a:r>
            <a:rPr lang="en-US" sz="1900" b="0" i="0" kern="1200"/>
            <a:t>Simulink</a:t>
          </a:r>
          <a:r>
            <a:rPr lang="zh-CN" altLang="en-US" sz="1900" b="0" i="0" kern="1200"/>
            <a:t>集成，擅长电力电子系统仿真。</a:t>
          </a:r>
          <a:endParaRPr lang="zh-CN" altLang="en-US" sz="1900" b="0" i="0" kern="1200" dirty="0"/>
        </a:p>
      </dsp:txBody>
      <dsp:txXfrm>
        <a:off x="5730736" y="2492734"/>
        <a:ext cx="2511648" cy="1156374"/>
      </dsp:txXfrm>
    </dsp:sp>
    <dsp:sp modelId="{687FFAC9-CBB1-42F3-9F1E-D89578B529B9}">
      <dsp:nvSpPr>
        <dsp:cNvPr id="0" name=""/>
        <dsp:cNvSpPr/>
      </dsp:nvSpPr>
      <dsp:spPr>
        <a:xfrm>
          <a:off x="8594016" y="1731100"/>
          <a:ext cx="2511648" cy="761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900" b="1" i="0" kern="1200" dirty="0"/>
            <a:t>ANSYS Maxwell + </a:t>
          </a:r>
          <a:r>
            <a:rPr lang="en-US" sz="1900" b="1" i="0" kern="1200" dirty="0" err="1"/>
            <a:t>Simplorer</a:t>
          </a:r>
          <a:endParaRPr lang="zh-CN" altLang="en-US" sz="1900" b="0" i="0" kern="1200" dirty="0"/>
        </a:p>
      </dsp:txBody>
      <dsp:txXfrm>
        <a:off x="8594016" y="1731100"/>
        <a:ext cx="2511648" cy="761634"/>
      </dsp:txXfrm>
    </dsp:sp>
    <dsp:sp modelId="{190FE269-3DAF-41D8-BC78-B1E9CB4D57DD}">
      <dsp:nvSpPr>
        <dsp:cNvPr id="0" name=""/>
        <dsp:cNvSpPr/>
      </dsp:nvSpPr>
      <dsp:spPr>
        <a:xfrm>
          <a:off x="8594016" y="2492734"/>
          <a:ext cx="2511648" cy="11563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900" b="0" i="0" kern="1200"/>
            <a:t>用于高精度电磁</a:t>
          </a:r>
          <a:r>
            <a:rPr lang="en-US" altLang="zh-CN" sz="1900" b="0" i="0" kern="1200"/>
            <a:t>-</a:t>
          </a:r>
          <a:r>
            <a:rPr lang="zh-CN" altLang="en-US" sz="1900" b="0" i="0" kern="1200"/>
            <a:t>电路</a:t>
          </a:r>
          <a:r>
            <a:rPr lang="en-US" altLang="zh-CN" sz="1900" b="0" i="0" kern="1200"/>
            <a:t>-</a:t>
          </a:r>
          <a:r>
            <a:rPr lang="zh-CN" altLang="en-US" sz="1900" b="0" i="0" kern="1200"/>
            <a:t>控制联合仿真。</a:t>
          </a:r>
          <a:endParaRPr lang="zh-CN" altLang="en-US" sz="1900" b="0" i="0" kern="1200" dirty="0"/>
        </a:p>
      </dsp:txBody>
      <dsp:txXfrm>
        <a:off x="8594016" y="2492734"/>
        <a:ext cx="2511648" cy="1156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/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200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600" indent="0">
              <a:buNone/>
              <a:defRPr/>
            </a:lvl2pPr>
            <a:lvl3pPr marL="1524000" indent="0">
              <a:buNone/>
              <a:defRPr/>
            </a:lvl3pPr>
            <a:lvl4pPr marL="2132965" indent="0">
              <a:buNone/>
              <a:defRPr/>
            </a:lvl4pPr>
            <a:lvl5pPr marL="2742565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200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600" indent="0">
              <a:buNone/>
              <a:defRPr/>
            </a:lvl2pPr>
            <a:lvl3pPr marL="1524000" indent="0">
              <a:buNone/>
              <a:defRPr/>
            </a:lvl3pPr>
            <a:lvl4pPr marL="2132965" indent="0">
              <a:buNone/>
              <a:defRPr/>
            </a:lvl4pPr>
            <a:lvl5pPr marL="2742565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/>
          <p:cNvSpPr txBox="1"/>
          <p:nvPr/>
        </p:nvSpPr>
        <p:spPr>
          <a:xfrm>
            <a:off x="1997590" y="2818708"/>
            <a:ext cx="6921374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构建一个闭环仿真系统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/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【07-04】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21726692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为什么需要仿真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5751B5D8-A3AC-8A6D-F548-B69DDD5ED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6564"/>
              </p:ext>
            </p:extLst>
          </p:nvPr>
        </p:nvGraphicFramePr>
        <p:xfrm>
          <a:off x="487680" y="966651"/>
          <a:ext cx="11077303" cy="5347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常用的电机控制仿真工具</a:t>
            </a: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43146626"/>
              </p:ext>
            </p:extLst>
          </p:nvPr>
        </p:nvGraphicFramePr>
        <p:xfrm>
          <a:off x="531224" y="1018903"/>
          <a:ext cx="11109842" cy="5380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用</a:t>
            </a:r>
            <a:r>
              <a:rPr lang="en-US" altLang="zh-CN" dirty="0"/>
              <a:t>Python</a:t>
            </a:r>
            <a:r>
              <a:rPr lang="zh-CN" altLang="en-US" dirty="0"/>
              <a:t>语言实现一个</a:t>
            </a:r>
            <a:r>
              <a:rPr lang="en-US" altLang="zh-CN" dirty="0"/>
              <a:t>PID</a:t>
            </a:r>
            <a:r>
              <a:rPr lang="zh-CN" altLang="en-US" dirty="0"/>
              <a:t>的闭环控制仿真</a:t>
            </a:r>
          </a:p>
        </p:txBody>
      </p:sp>
      <p:sp>
        <p:nvSpPr>
          <p:cNvPr id="24" name="内容占位符 23"/>
          <p:cNvSpPr>
            <a:spLocks noGrp="1"/>
          </p:cNvSpPr>
          <p:nvPr>
            <p:ph sz="quarter" idx="10"/>
          </p:nvPr>
        </p:nvSpPr>
        <p:spPr>
          <a:xfrm>
            <a:off x="673950" y="994196"/>
            <a:ext cx="10688441" cy="661731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开源免费、生态强大；</a:t>
            </a:r>
            <a:r>
              <a:rPr lang="en-US" altLang="zh-CN" dirty="0"/>
              <a:t>AI</a:t>
            </a:r>
            <a:r>
              <a:rPr lang="zh-CN" altLang="en-US" dirty="0"/>
              <a:t>生成的</a:t>
            </a:r>
            <a:r>
              <a:rPr lang="en-US" altLang="zh-CN" dirty="0"/>
              <a:t>Python</a:t>
            </a:r>
            <a:r>
              <a:rPr lang="zh-CN" altLang="en-US" dirty="0"/>
              <a:t>代码质量很高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6241BC-A964-61E0-981C-F091C1B81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909" y="1771214"/>
            <a:ext cx="9213668" cy="49523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2025.10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1626</Words>
  <Application>Microsoft Office PowerPoint</Application>
  <PresentationFormat>宽屏</PresentationFormat>
  <Paragraphs>89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学习目标</vt:lpstr>
      <vt:lpstr>1. 为什么需要仿真</vt:lpstr>
      <vt:lpstr>2. 常用的电机控制仿真工具</vt:lpstr>
      <vt:lpstr>3. 用Python语言实现一个PID的闭环控制仿真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184</cp:revision>
  <dcterms:created xsi:type="dcterms:W3CDTF">2025-05-21T06:55:00Z</dcterms:created>
  <dcterms:modified xsi:type="dcterms:W3CDTF">2025-10-27T07:57:17Z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F9CE576C41914CB58C94BBBD21BC889F_12</vt:lpwstr>
  </property>
  <property fmtid="{D5CDD505-2E9C-101B-9397-08002B2CF9AE}" pid="3" name="KSOProductBuildVer">
    <vt:lpwstr>2052-12.1.0.23125</vt:lpwstr>
  </property>
</Properties>
</file>