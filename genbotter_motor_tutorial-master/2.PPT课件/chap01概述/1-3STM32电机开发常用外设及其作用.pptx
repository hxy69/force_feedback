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9" r:id="rId2"/>
    <p:sldId id="292" r:id="rId3"/>
    <p:sldId id="287" r:id="rId4"/>
    <p:sldId id="282" r:id="rId5"/>
    <p:sldId id="283" r:id="rId6"/>
    <p:sldId id="288" r:id="rId7"/>
    <p:sldId id="284" r:id="rId8"/>
    <p:sldId id="290" r:id="rId9"/>
    <p:sldId id="291" r:id="rId10"/>
    <p:sldId id="285" r:id="rId11"/>
    <p:sldId id="28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61" autoAdjust="0"/>
    <p:restoredTop sz="96652" autoAdjust="0"/>
  </p:normalViewPr>
  <p:slideViewPr>
    <p:cSldViewPr snapToGrid="0">
      <p:cViewPr varScale="1">
        <p:scale>
          <a:sx n="110" d="100"/>
          <a:sy n="110" d="100"/>
        </p:scale>
        <p:origin x="114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2C6471-0B07-471E-A4A2-AE77381C323C}" type="doc">
      <dgm:prSet loTypeId="urn:microsoft.com/office/officeart/2005/8/layout/list1" loCatId="list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221BF51B-22E8-4F5F-B2FE-33DA82C8306B}">
      <dgm:prSet custT="1"/>
      <dgm:spPr/>
      <dgm:t>
        <a:bodyPr/>
        <a:lstStyle/>
        <a:p>
          <a:r>
            <a:rPr lang="zh-CN" altLang="en-US" sz="2000" b="1" i="0"/>
            <a:t>硬件交互基础</a:t>
          </a:r>
          <a:endParaRPr lang="zh-CN" altLang="en-US" sz="2000"/>
        </a:p>
      </dgm:t>
    </dgm:pt>
    <dgm:pt modelId="{8204DB65-E11A-416D-AD9A-9C0751B36009}" type="parTrans" cxnId="{08CC6BC1-F2F0-4001-AD19-277562A99E37}">
      <dgm:prSet/>
      <dgm:spPr/>
      <dgm:t>
        <a:bodyPr/>
        <a:lstStyle/>
        <a:p>
          <a:endParaRPr lang="zh-CN" altLang="en-US" sz="1600"/>
        </a:p>
      </dgm:t>
    </dgm:pt>
    <dgm:pt modelId="{850044C8-FEED-4732-8AAC-FFF25A6AB99C}" type="sibTrans" cxnId="{08CC6BC1-F2F0-4001-AD19-277562A99E37}">
      <dgm:prSet/>
      <dgm:spPr/>
      <dgm:t>
        <a:bodyPr/>
        <a:lstStyle/>
        <a:p>
          <a:endParaRPr lang="zh-CN" altLang="en-US" sz="1600"/>
        </a:p>
      </dgm:t>
    </dgm:pt>
    <dgm:pt modelId="{522D5A99-070D-4076-AA29-2872DCE9EB90}">
      <dgm:prSet custT="1"/>
      <dgm:spPr/>
      <dgm:t>
        <a:bodyPr/>
        <a:lstStyle/>
        <a:p>
          <a:r>
            <a:rPr lang="en-US" sz="2000" b="0" i="0" dirty="0"/>
            <a:t>STM32 </a:t>
          </a:r>
          <a:r>
            <a:rPr lang="zh-CN" sz="2000" b="0" i="0" dirty="0"/>
            <a:t>如何 “指挥” 电机？全靠外设作为 “翻译官”（如 </a:t>
          </a:r>
          <a:r>
            <a:rPr lang="en-US" sz="2000" b="0" i="0" dirty="0"/>
            <a:t>PWM </a:t>
          </a:r>
          <a:r>
            <a:rPr lang="zh-CN" sz="2000" b="0" i="0" dirty="0"/>
            <a:t>信号驱动电机转速）。​</a:t>
          </a:r>
          <a:endParaRPr lang="zh-CN" sz="2000" dirty="0"/>
        </a:p>
      </dgm:t>
    </dgm:pt>
    <dgm:pt modelId="{FE2245EB-C68D-400D-A9EC-011D98AA26B9}" type="parTrans" cxnId="{67FA507E-3C93-4F66-87D7-8C390A3577B0}">
      <dgm:prSet/>
      <dgm:spPr/>
      <dgm:t>
        <a:bodyPr/>
        <a:lstStyle/>
        <a:p>
          <a:endParaRPr lang="zh-CN" altLang="en-US" sz="1600"/>
        </a:p>
      </dgm:t>
    </dgm:pt>
    <dgm:pt modelId="{CD21BDA0-DD82-422E-8D4A-0776C4E2A78A}" type="sibTrans" cxnId="{67FA507E-3C93-4F66-87D7-8C390A3577B0}">
      <dgm:prSet/>
      <dgm:spPr/>
      <dgm:t>
        <a:bodyPr/>
        <a:lstStyle/>
        <a:p>
          <a:endParaRPr lang="zh-CN" altLang="en-US" sz="1600"/>
        </a:p>
      </dgm:t>
    </dgm:pt>
    <dgm:pt modelId="{F55931E9-77EF-4AF2-9AA3-1D80838818E9}">
      <dgm:prSet custT="1"/>
      <dgm:spPr/>
      <dgm:t>
        <a:bodyPr/>
        <a:lstStyle/>
        <a:p>
          <a:r>
            <a:rPr lang="zh-CN" altLang="en-US" sz="2000" b="1" i="0"/>
            <a:t>开发效率保障</a:t>
          </a:r>
          <a:endParaRPr lang="zh-CN" altLang="en-US" sz="2000"/>
        </a:p>
      </dgm:t>
    </dgm:pt>
    <dgm:pt modelId="{92B92B16-2457-4CDF-B8E1-7929A8F85A17}" type="parTrans" cxnId="{DFB3AE2B-EA87-4A6A-AD4A-308C66370398}">
      <dgm:prSet/>
      <dgm:spPr/>
      <dgm:t>
        <a:bodyPr/>
        <a:lstStyle/>
        <a:p>
          <a:endParaRPr lang="zh-CN" altLang="en-US" sz="1600"/>
        </a:p>
      </dgm:t>
    </dgm:pt>
    <dgm:pt modelId="{A496A468-261F-4F10-9353-8438EC9E186B}" type="sibTrans" cxnId="{DFB3AE2B-EA87-4A6A-AD4A-308C66370398}">
      <dgm:prSet/>
      <dgm:spPr/>
      <dgm:t>
        <a:bodyPr/>
        <a:lstStyle/>
        <a:p>
          <a:endParaRPr lang="zh-CN" altLang="en-US" sz="1600"/>
        </a:p>
      </dgm:t>
    </dgm:pt>
    <dgm:pt modelId="{FB9B6AD5-1E35-4584-9787-4027C1855CE8}">
      <dgm:prSet custT="1"/>
      <dgm:spPr/>
      <dgm:t>
        <a:bodyPr/>
        <a:lstStyle/>
        <a:p>
          <a:r>
            <a:rPr lang="zh-CN" altLang="en-US" sz="2000" b="0" i="0"/>
            <a:t>提前明确外设需求，避免硬件错配（如用普通定时器驱动无刷电机导致失败）。​</a:t>
          </a:r>
          <a:endParaRPr lang="zh-CN" altLang="en-US" sz="2000"/>
        </a:p>
      </dgm:t>
    </dgm:pt>
    <dgm:pt modelId="{FBE002C8-C2BD-41C1-B504-C230B390AAB2}" type="parTrans" cxnId="{318E06C0-2881-4D3D-9196-6CD1072ABCD7}">
      <dgm:prSet/>
      <dgm:spPr/>
      <dgm:t>
        <a:bodyPr/>
        <a:lstStyle/>
        <a:p>
          <a:endParaRPr lang="zh-CN" altLang="en-US" sz="1600"/>
        </a:p>
      </dgm:t>
    </dgm:pt>
    <dgm:pt modelId="{24C2F84D-96BF-431A-9EF8-AFB6268248B5}" type="sibTrans" cxnId="{318E06C0-2881-4D3D-9196-6CD1072ABCD7}">
      <dgm:prSet/>
      <dgm:spPr/>
      <dgm:t>
        <a:bodyPr/>
        <a:lstStyle/>
        <a:p>
          <a:endParaRPr lang="zh-CN" altLang="en-US" sz="1600"/>
        </a:p>
      </dgm:t>
    </dgm:pt>
    <dgm:pt modelId="{3A3E21A7-29D7-49AE-8B4A-881A5C227D77}">
      <dgm:prSet custT="1"/>
      <dgm:spPr/>
      <dgm:t>
        <a:bodyPr/>
        <a:lstStyle/>
        <a:p>
          <a:r>
            <a:rPr lang="zh-CN" altLang="en-US" sz="2000" b="1" i="0" dirty="0"/>
            <a:t>故障排查小窍门</a:t>
          </a:r>
          <a:endParaRPr lang="zh-CN" altLang="en-US" sz="2000" dirty="0"/>
        </a:p>
      </dgm:t>
    </dgm:pt>
    <dgm:pt modelId="{03729EA8-C0D4-4AA1-8104-ABBDEBAC43FE}" type="parTrans" cxnId="{17915A7D-BBB0-478F-8ACB-1CB0248DEB61}">
      <dgm:prSet/>
      <dgm:spPr/>
      <dgm:t>
        <a:bodyPr/>
        <a:lstStyle/>
        <a:p>
          <a:endParaRPr lang="zh-CN" altLang="en-US" sz="1600"/>
        </a:p>
      </dgm:t>
    </dgm:pt>
    <dgm:pt modelId="{2B5B9B02-640A-44A2-8462-C6D4DA22F70A}" type="sibTrans" cxnId="{17915A7D-BBB0-478F-8ACB-1CB0248DEB61}">
      <dgm:prSet/>
      <dgm:spPr/>
      <dgm:t>
        <a:bodyPr/>
        <a:lstStyle/>
        <a:p>
          <a:endParaRPr lang="zh-CN" altLang="en-US" sz="1600"/>
        </a:p>
      </dgm:t>
    </dgm:pt>
    <dgm:pt modelId="{68D0A21E-30AC-4CC9-937B-1B6B4E63C623}">
      <dgm:prSet custT="1"/>
      <dgm:spPr/>
      <dgm:t>
        <a:bodyPr/>
        <a:lstStyle/>
        <a:p>
          <a:r>
            <a:rPr lang="zh-CN" sz="2000" b="0" i="0"/>
            <a:t>电机不转 </a:t>
          </a:r>
          <a:r>
            <a:rPr lang="en-US" sz="2000" b="0" i="0"/>
            <a:t>/ </a:t>
          </a:r>
          <a:r>
            <a:rPr lang="zh-CN" sz="2000" b="0" i="0"/>
            <a:t>转速异常？</a:t>
          </a:r>
          <a:r>
            <a:rPr lang="en-US" sz="2000" b="0" i="0"/>
            <a:t>90% </a:t>
          </a:r>
          <a:r>
            <a:rPr lang="zh-CN" sz="2000" b="0" i="0"/>
            <a:t>的问题出在外设配置（如 </a:t>
          </a:r>
          <a:r>
            <a:rPr lang="en-US" sz="2000" b="0" i="0"/>
            <a:t>GPIO </a:t>
          </a:r>
          <a:r>
            <a:rPr lang="zh-CN" sz="2000" b="0" i="0"/>
            <a:t>方向错误、</a:t>
          </a:r>
          <a:r>
            <a:rPr lang="en-US" sz="2000" b="0" i="0"/>
            <a:t>PWM </a:t>
          </a:r>
          <a:r>
            <a:rPr lang="zh-CN" sz="2000" b="0" i="0"/>
            <a:t>未输出）。</a:t>
          </a:r>
          <a:endParaRPr lang="zh-CN" sz="2000"/>
        </a:p>
      </dgm:t>
    </dgm:pt>
    <dgm:pt modelId="{3CCCA898-F676-4EFA-9A5E-1246655AF42B}" type="parTrans" cxnId="{18CA4847-9F97-41A4-9AEC-E38DFF59BBA4}">
      <dgm:prSet/>
      <dgm:spPr/>
      <dgm:t>
        <a:bodyPr/>
        <a:lstStyle/>
        <a:p>
          <a:endParaRPr lang="zh-CN" altLang="en-US" sz="1600"/>
        </a:p>
      </dgm:t>
    </dgm:pt>
    <dgm:pt modelId="{44DF4F0D-7D84-4EA1-9C9F-230EA96EE1E1}" type="sibTrans" cxnId="{18CA4847-9F97-41A4-9AEC-E38DFF59BBA4}">
      <dgm:prSet/>
      <dgm:spPr/>
      <dgm:t>
        <a:bodyPr/>
        <a:lstStyle/>
        <a:p>
          <a:endParaRPr lang="zh-CN" altLang="en-US" sz="1600"/>
        </a:p>
      </dgm:t>
    </dgm:pt>
    <dgm:pt modelId="{B340D7EE-A982-4BB8-8FE3-90A7E848710B}" type="pres">
      <dgm:prSet presAssocID="{602C6471-0B07-471E-A4A2-AE77381C323C}" presName="linear" presStyleCnt="0">
        <dgm:presLayoutVars>
          <dgm:dir/>
          <dgm:animLvl val="lvl"/>
          <dgm:resizeHandles val="exact"/>
        </dgm:presLayoutVars>
      </dgm:prSet>
      <dgm:spPr/>
    </dgm:pt>
    <dgm:pt modelId="{2FABA484-7025-4629-A97B-7ADB6CBF44A1}" type="pres">
      <dgm:prSet presAssocID="{221BF51B-22E8-4F5F-B2FE-33DA82C8306B}" presName="parentLin" presStyleCnt="0"/>
      <dgm:spPr/>
    </dgm:pt>
    <dgm:pt modelId="{63F66C31-C3B7-481A-9976-3EB74AAD28BD}" type="pres">
      <dgm:prSet presAssocID="{221BF51B-22E8-4F5F-B2FE-33DA82C8306B}" presName="parentLeftMargin" presStyleLbl="node1" presStyleIdx="0" presStyleCnt="3"/>
      <dgm:spPr/>
    </dgm:pt>
    <dgm:pt modelId="{0FB01BC1-FA48-4ACB-80AF-3CE9193695AD}" type="pres">
      <dgm:prSet presAssocID="{221BF51B-22E8-4F5F-B2FE-33DA82C8306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9D5F715-72F0-4D07-94EE-80930AE20B2C}" type="pres">
      <dgm:prSet presAssocID="{221BF51B-22E8-4F5F-B2FE-33DA82C8306B}" presName="negativeSpace" presStyleCnt="0"/>
      <dgm:spPr/>
    </dgm:pt>
    <dgm:pt modelId="{B38B6A0F-4E77-4BCA-97C1-1994397BFD76}" type="pres">
      <dgm:prSet presAssocID="{221BF51B-22E8-4F5F-B2FE-33DA82C8306B}" presName="childText" presStyleLbl="conFgAcc1" presStyleIdx="0" presStyleCnt="3">
        <dgm:presLayoutVars>
          <dgm:bulletEnabled val="1"/>
        </dgm:presLayoutVars>
      </dgm:prSet>
      <dgm:spPr/>
    </dgm:pt>
    <dgm:pt modelId="{8E2981E9-15AE-4A08-9FE9-E760127E3100}" type="pres">
      <dgm:prSet presAssocID="{850044C8-FEED-4732-8AAC-FFF25A6AB99C}" presName="spaceBetweenRectangles" presStyleCnt="0"/>
      <dgm:spPr/>
    </dgm:pt>
    <dgm:pt modelId="{A2A99900-0E74-4177-B733-B48C14921F1A}" type="pres">
      <dgm:prSet presAssocID="{F55931E9-77EF-4AF2-9AA3-1D80838818E9}" presName="parentLin" presStyleCnt="0"/>
      <dgm:spPr/>
    </dgm:pt>
    <dgm:pt modelId="{09065A58-1CA5-4527-91E8-B9B12D8EF022}" type="pres">
      <dgm:prSet presAssocID="{F55931E9-77EF-4AF2-9AA3-1D80838818E9}" presName="parentLeftMargin" presStyleLbl="node1" presStyleIdx="0" presStyleCnt="3"/>
      <dgm:spPr/>
    </dgm:pt>
    <dgm:pt modelId="{C1D9AAEC-DF56-428A-823F-5F7D119770DF}" type="pres">
      <dgm:prSet presAssocID="{F55931E9-77EF-4AF2-9AA3-1D80838818E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74CC4C4-CBAD-4DC7-9A8E-ECCE0382EF2B}" type="pres">
      <dgm:prSet presAssocID="{F55931E9-77EF-4AF2-9AA3-1D80838818E9}" presName="negativeSpace" presStyleCnt="0"/>
      <dgm:spPr/>
    </dgm:pt>
    <dgm:pt modelId="{400CF70C-B567-4615-970A-36ED624511DE}" type="pres">
      <dgm:prSet presAssocID="{F55931E9-77EF-4AF2-9AA3-1D80838818E9}" presName="childText" presStyleLbl="conFgAcc1" presStyleIdx="1" presStyleCnt="3">
        <dgm:presLayoutVars>
          <dgm:bulletEnabled val="1"/>
        </dgm:presLayoutVars>
      </dgm:prSet>
      <dgm:spPr/>
    </dgm:pt>
    <dgm:pt modelId="{9CDFBC07-1265-4D9F-8416-B98C3229C006}" type="pres">
      <dgm:prSet presAssocID="{A496A468-261F-4F10-9353-8438EC9E186B}" presName="spaceBetweenRectangles" presStyleCnt="0"/>
      <dgm:spPr/>
    </dgm:pt>
    <dgm:pt modelId="{242090F3-665A-4746-B2C8-C384DE688AF1}" type="pres">
      <dgm:prSet presAssocID="{3A3E21A7-29D7-49AE-8B4A-881A5C227D77}" presName="parentLin" presStyleCnt="0"/>
      <dgm:spPr/>
    </dgm:pt>
    <dgm:pt modelId="{A506573D-FD00-4944-BD80-7179890C6D9A}" type="pres">
      <dgm:prSet presAssocID="{3A3E21A7-29D7-49AE-8B4A-881A5C227D77}" presName="parentLeftMargin" presStyleLbl="node1" presStyleIdx="1" presStyleCnt="3"/>
      <dgm:spPr/>
    </dgm:pt>
    <dgm:pt modelId="{8CEBF8A6-19D5-4B19-9F9B-2317C8E816A9}" type="pres">
      <dgm:prSet presAssocID="{3A3E21A7-29D7-49AE-8B4A-881A5C227D7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0499B75-33E5-494A-BD74-A2B9F2110C8C}" type="pres">
      <dgm:prSet presAssocID="{3A3E21A7-29D7-49AE-8B4A-881A5C227D77}" presName="negativeSpace" presStyleCnt="0"/>
      <dgm:spPr/>
    </dgm:pt>
    <dgm:pt modelId="{D3A7DDCD-0445-4AF0-9980-40E55413D032}" type="pres">
      <dgm:prSet presAssocID="{3A3E21A7-29D7-49AE-8B4A-881A5C227D7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6B4D108-0C07-44CE-85A5-3375F7F5242B}" type="presOf" srcId="{F55931E9-77EF-4AF2-9AA3-1D80838818E9}" destId="{09065A58-1CA5-4527-91E8-B9B12D8EF022}" srcOrd="0" destOrd="0" presId="urn:microsoft.com/office/officeart/2005/8/layout/list1"/>
    <dgm:cxn modelId="{C4877311-6405-4AFF-BD18-AD3D6877F12A}" type="presOf" srcId="{221BF51B-22E8-4F5F-B2FE-33DA82C8306B}" destId="{63F66C31-C3B7-481A-9976-3EB74AAD28BD}" srcOrd="0" destOrd="0" presId="urn:microsoft.com/office/officeart/2005/8/layout/list1"/>
    <dgm:cxn modelId="{60E2AD25-721A-457B-9BFA-F49AF96E37B0}" type="presOf" srcId="{FB9B6AD5-1E35-4584-9787-4027C1855CE8}" destId="{400CF70C-B567-4615-970A-36ED624511DE}" srcOrd="0" destOrd="0" presId="urn:microsoft.com/office/officeart/2005/8/layout/list1"/>
    <dgm:cxn modelId="{DFB3AE2B-EA87-4A6A-AD4A-308C66370398}" srcId="{602C6471-0B07-471E-A4A2-AE77381C323C}" destId="{F55931E9-77EF-4AF2-9AA3-1D80838818E9}" srcOrd="1" destOrd="0" parTransId="{92B92B16-2457-4CDF-B8E1-7929A8F85A17}" sibTransId="{A496A468-261F-4F10-9353-8438EC9E186B}"/>
    <dgm:cxn modelId="{3C172141-9CCA-4722-87F7-7355D6A0E742}" type="presOf" srcId="{522D5A99-070D-4076-AA29-2872DCE9EB90}" destId="{B38B6A0F-4E77-4BCA-97C1-1994397BFD76}" srcOrd="0" destOrd="0" presId="urn:microsoft.com/office/officeart/2005/8/layout/list1"/>
    <dgm:cxn modelId="{18CA4847-9F97-41A4-9AEC-E38DFF59BBA4}" srcId="{3A3E21A7-29D7-49AE-8B4A-881A5C227D77}" destId="{68D0A21E-30AC-4CC9-937B-1B6B4E63C623}" srcOrd="0" destOrd="0" parTransId="{3CCCA898-F676-4EFA-9A5E-1246655AF42B}" sibTransId="{44DF4F0D-7D84-4EA1-9C9F-230EA96EE1E1}"/>
    <dgm:cxn modelId="{7A33DA6A-61A5-4365-AF68-C3207C1F4FEA}" type="presOf" srcId="{602C6471-0B07-471E-A4A2-AE77381C323C}" destId="{B340D7EE-A982-4BB8-8FE3-90A7E848710B}" srcOrd="0" destOrd="0" presId="urn:microsoft.com/office/officeart/2005/8/layout/list1"/>
    <dgm:cxn modelId="{87E1734B-5AA2-44F4-BE27-D06E6678F393}" type="presOf" srcId="{221BF51B-22E8-4F5F-B2FE-33DA82C8306B}" destId="{0FB01BC1-FA48-4ACB-80AF-3CE9193695AD}" srcOrd="1" destOrd="0" presId="urn:microsoft.com/office/officeart/2005/8/layout/list1"/>
    <dgm:cxn modelId="{05F7D74D-01E7-4323-AD16-ED2C432BC2BB}" type="presOf" srcId="{3A3E21A7-29D7-49AE-8B4A-881A5C227D77}" destId="{A506573D-FD00-4944-BD80-7179890C6D9A}" srcOrd="0" destOrd="0" presId="urn:microsoft.com/office/officeart/2005/8/layout/list1"/>
    <dgm:cxn modelId="{17915A7D-BBB0-478F-8ACB-1CB0248DEB61}" srcId="{602C6471-0B07-471E-A4A2-AE77381C323C}" destId="{3A3E21A7-29D7-49AE-8B4A-881A5C227D77}" srcOrd="2" destOrd="0" parTransId="{03729EA8-C0D4-4AA1-8104-ABBDEBAC43FE}" sibTransId="{2B5B9B02-640A-44A2-8462-C6D4DA22F70A}"/>
    <dgm:cxn modelId="{67FA507E-3C93-4F66-87D7-8C390A3577B0}" srcId="{221BF51B-22E8-4F5F-B2FE-33DA82C8306B}" destId="{522D5A99-070D-4076-AA29-2872DCE9EB90}" srcOrd="0" destOrd="0" parTransId="{FE2245EB-C68D-400D-A9EC-011D98AA26B9}" sibTransId="{CD21BDA0-DD82-422E-8D4A-0776C4E2A78A}"/>
    <dgm:cxn modelId="{22B87D82-50AB-499C-A6FD-280FA726928A}" type="presOf" srcId="{68D0A21E-30AC-4CC9-937B-1B6B4E63C623}" destId="{D3A7DDCD-0445-4AF0-9980-40E55413D032}" srcOrd="0" destOrd="0" presId="urn:microsoft.com/office/officeart/2005/8/layout/list1"/>
    <dgm:cxn modelId="{B4033986-F4EF-421E-A063-B24DDE26824B}" type="presOf" srcId="{F55931E9-77EF-4AF2-9AA3-1D80838818E9}" destId="{C1D9AAEC-DF56-428A-823F-5F7D119770DF}" srcOrd="1" destOrd="0" presId="urn:microsoft.com/office/officeart/2005/8/layout/list1"/>
    <dgm:cxn modelId="{F1F0E4BE-9EC6-4490-87C0-7F5BBBA31C6E}" type="presOf" srcId="{3A3E21A7-29D7-49AE-8B4A-881A5C227D77}" destId="{8CEBF8A6-19D5-4B19-9F9B-2317C8E816A9}" srcOrd="1" destOrd="0" presId="urn:microsoft.com/office/officeart/2005/8/layout/list1"/>
    <dgm:cxn modelId="{318E06C0-2881-4D3D-9196-6CD1072ABCD7}" srcId="{F55931E9-77EF-4AF2-9AA3-1D80838818E9}" destId="{FB9B6AD5-1E35-4584-9787-4027C1855CE8}" srcOrd="0" destOrd="0" parTransId="{FBE002C8-C2BD-41C1-B504-C230B390AAB2}" sibTransId="{24C2F84D-96BF-431A-9EF8-AFB6268248B5}"/>
    <dgm:cxn modelId="{08CC6BC1-F2F0-4001-AD19-277562A99E37}" srcId="{602C6471-0B07-471E-A4A2-AE77381C323C}" destId="{221BF51B-22E8-4F5F-B2FE-33DA82C8306B}" srcOrd="0" destOrd="0" parTransId="{8204DB65-E11A-416D-AD9A-9C0751B36009}" sibTransId="{850044C8-FEED-4732-8AAC-FFF25A6AB99C}"/>
    <dgm:cxn modelId="{60A56389-C6EB-4D61-81EF-CE9CD189864E}" type="presParOf" srcId="{B340D7EE-A982-4BB8-8FE3-90A7E848710B}" destId="{2FABA484-7025-4629-A97B-7ADB6CBF44A1}" srcOrd="0" destOrd="0" presId="urn:microsoft.com/office/officeart/2005/8/layout/list1"/>
    <dgm:cxn modelId="{ADA88AEC-F94C-40E1-B99C-5A10F46DCDD2}" type="presParOf" srcId="{2FABA484-7025-4629-A97B-7ADB6CBF44A1}" destId="{63F66C31-C3B7-481A-9976-3EB74AAD28BD}" srcOrd="0" destOrd="0" presId="urn:microsoft.com/office/officeart/2005/8/layout/list1"/>
    <dgm:cxn modelId="{59E717B9-A54A-47AB-9A63-1E81AB5B4401}" type="presParOf" srcId="{2FABA484-7025-4629-A97B-7ADB6CBF44A1}" destId="{0FB01BC1-FA48-4ACB-80AF-3CE9193695AD}" srcOrd="1" destOrd="0" presId="urn:microsoft.com/office/officeart/2005/8/layout/list1"/>
    <dgm:cxn modelId="{29B7215A-3494-4270-A647-8AC66D01FDDE}" type="presParOf" srcId="{B340D7EE-A982-4BB8-8FE3-90A7E848710B}" destId="{E9D5F715-72F0-4D07-94EE-80930AE20B2C}" srcOrd="1" destOrd="0" presId="urn:microsoft.com/office/officeart/2005/8/layout/list1"/>
    <dgm:cxn modelId="{BC6769FA-4E93-45B6-B97C-71D53FE97922}" type="presParOf" srcId="{B340D7EE-A982-4BB8-8FE3-90A7E848710B}" destId="{B38B6A0F-4E77-4BCA-97C1-1994397BFD76}" srcOrd="2" destOrd="0" presId="urn:microsoft.com/office/officeart/2005/8/layout/list1"/>
    <dgm:cxn modelId="{70E14723-3A9E-4CC3-BFE6-0AF9168104D9}" type="presParOf" srcId="{B340D7EE-A982-4BB8-8FE3-90A7E848710B}" destId="{8E2981E9-15AE-4A08-9FE9-E760127E3100}" srcOrd="3" destOrd="0" presId="urn:microsoft.com/office/officeart/2005/8/layout/list1"/>
    <dgm:cxn modelId="{0F8FFF2C-5F38-4003-BD99-7C1AD0B1AFD3}" type="presParOf" srcId="{B340D7EE-A982-4BB8-8FE3-90A7E848710B}" destId="{A2A99900-0E74-4177-B733-B48C14921F1A}" srcOrd="4" destOrd="0" presId="urn:microsoft.com/office/officeart/2005/8/layout/list1"/>
    <dgm:cxn modelId="{CCEB6F6A-9304-4C81-929C-D282922660F8}" type="presParOf" srcId="{A2A99900-0E74-4177-B733-B48C14921F1A}" destId="{09065A58-1CA5-4527-91E8-B9B12D8EF022}" srcOrd="0" destOrd="0" presId="urn:microsoft.com/office/officeart/2005/8/layout/list1"/>
    <dgm:cxn modelId="{5F165391-2833-402C-8D68-9B37C72EA9E3}" type="presParOf" srcId="{A2A99900-0E74-4177-B733-B48C14921F1A}" destId="{C1D9AAEC-DF56-428A-823F-5F7D119770DF}" srcOrd="1" destOrd="0" presId="urn:microsoft.com/office/officeart/2005/8/layout/list1"/>
    <dgm:cxn modelId="{2B6C2C8A-2FF5-44BD-B755-EA521C031B90}" type="presParOf" srcId="{B340D7EE-A982-4BB8-8FE3-90A7E848710B}" destId="{574CC4C4-CBAD-4DC7-9A8E-ECCE0382EF2B}" srcOrd="5" destOrd="0" presId="urn:microsoft.com/office/officeart/2005/8/layout/list1"/>
    <dgm:cxn modelId="{D33EA1E2-FF5B-4BB3-9A33-2BBE1ECE7B4F}" type="presParOf" srcId="{B340D7EE-A982-4BB8-8FE3-90A7E848710B}" destId="{400CF70C-B567-4615-970A-36ED624511DE}" srcOrd="6" destOrd="0" presId="urn:microsoft.com/office/officeart/2005/8/layout/list1"/>
    <dgm:cxn modelId="{3B2A50CD-2CE6-4B19-BF6B-3DCB2A423EF9}" type="presParOf" srcId="{B340D7EE-A982-4BB8-8FE3-90A7E848710B}" destId="{9CDFBC07-1265-4D9F-8416-B98C3229C006}" srcOrd="7" destOrd="0" presId="urn:microsoft.com/office/officeart/2005/8/layout/list1"/>
    <dgm:cxn modelId="{48A13056-689F-4487-B62B-EDBECA62E9BE}" type="presParOf" srcId="{B340D7EE-A982-4BB8-8FE3-90A7E848710B}" destId="{242090F3-665A-4746-B2C8-C384DE688AF1}" srcOrd="8" destOrd="0" presId="urn:microsoft.com/office/officeart/2005/8/layout/list1"/>
    <dgm:cxn modelId="{C8CDB076-009A-4011-B9BE-6C40D437A890}" type="presParOf" srcId="{242090F3-665A-4746-B2C8-C384DE688AF1}" destId="{A506573D-FD00-4944-BD80-7179890C6D9A}" srcOrd="0" destOrd="0" presId="urn:microsoft.com/office/officeart/2005/8/layout/list1"/>
    <dgm:cxn modelId="{E7D27629-3816-424F-B752-84D46012B708}" type="presParOf" srcId="{242090F3-665A-4746-B2C8-C384DE688AF1}" destId="{8CEBF8A6-19D5-4B19-9F9B-2317C8E816A9}" srcOrd="1" destOrd="0" presId="urn:microsoft.com/office/officeart/2005/8/layout/list1"/>
    <dgm:cxn modelId="{A5291287-9900-4D0D-B8CE-94E65D0150EF}" type="presParOf" srcId="{B340D7EE-A982-4BB8-8FE3-90A7E848710B}" destId="{E0499B75-33E5-494A-BD74-A2B9F2110C8C}" srcOrd="9" destOrd="0" presId="urn:microsoft.com/office/officeart/2005/8/layout/list1"/>
    <dgm:cxn modelId="{D3061C85-7312-4730-A029-3DBFB51541B5}" type="presParOf" srcId="{B340D7EE-A982-4BB8-8FE3-90A7E848710B}" destId="{D3A7DDCD-0445-4AF0-9980-40E55413D03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AA7C61-6300-46F3-BFBA-D5B37421370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203974C-C2A8-4997-BBF6-F9E66A0B514A}">
      <dgm:prSet/>
      <dgm:spPr/>
      <dgm:t>
        <a:bodyPr/>
        <a:lstStyle/>
        <a:p>
          <a:r>
            <a:rPr lang="zh-CN" b="1" i="0"/>
            <a:t>核心功能</a:t>
          </a:r>
          <a:r>
            <a:rPr lang="zh-CN" b="0" i="0"/>
            <a:t>​</a:t>
          </a:r>
          <a:endParaRPr lang="zh-CN"/>
        </a:p>
      </dgm:t>
    </dgm:pt>
    <dgm:pt modelId="{82ED5384-3E14-4DBA-A758-8E0910755800}" type="parTrans" cxnId="{40C0460B-2D92-42D0-8B7A-21601D1D3101}">
      <dgm:prSet/>
      <dgm:spPr/>
      <dgm:t>
        <a:bodyPr/>
        <a:lstStyle/>
        <a:p>
          <a:endParaRPr lang="zh-CN" altLang="en-US"/>
        </a:p>
      </dgm:t>
    </dgm:pt>
    <dgm:pt modelId="{EF61E182-3CEC-4F3B-9A74-55AD7DDBE8DD}" type="sibTrans" cxnId="{40C0460B-2D92-42D0-8B7A-21601D1D3101}">
      <dgm:prSet/>
      <dgm:spPr/>
      <dgm:t>
        <a:bodyPr/>
        <a:lstStyle/>
        <a:p>
          <a:endParaRPr lang="zh-CN" altLang="en-US"/>
        </a:p>
      </dgm:t>
    </dgm:pt>
    <dgm:pt modelId="{AFCB5EFB-0E69-4AEB-B5B4-B005FDEC453B}">
      <dgm:prSet/>
      <dgm:spPr/>
      <dgm:t>
        <a:bodyPr/>
        <a:lstStyle/>
        <a:p>
          <a:r>
            <a:rPr lang="zh-CN" b="0" i="0" dirty="0"/>
            <a:t>生成 </a:t>
          </a:r>
          <a:r>
            <a:rPr lang="en-US" b="0" i="0" dirty="0"/>
            <a:t>PWM </a:t>
          </a:r>
          <a:r>
            <a:rPr lang="zh-CN" b="0" i="0" dirty="0"/>
            <a:t>信号，通过</a:t>
          </a:r>
          <a:r>
            <a:rPr lang="zh-CN" b="1" i="0" dirty="0"/>
            <a:t>占空比调节电机转速 </a:t>
          </a:r>
          <a:r>
            <a:rPr lang="en-US" b="1" i="0" dirty="0"/>
            <a:t>/ </a:t>
          </a:r>
          <a:r>
            <a:rPr lang="zh-CN" b="1" i="0" dirty="0"/>
            <a:t>扭矩</a:t>
          </a:r>
          <a:r>
            <a:rPr lang="zh-CN" b="0" i="0" dirty="0"/>
            <a:t>。​</a:t>
          </a:r>
          <a:endParaRPr lang="zh-CN" dirty="0"/>
        </a:p>
      </dgm:t>
    </dgm:pt>
    <dgm:pt modelId="{19E1ED7C-1514-4537-978F-4D4531C6EFD1}" type="parTrans" cxnId="{23C315AA-8338-471A-8592-649B7944ABB6}">
      <dgm:prSet/>
      <dgm:spPr/>
      <dgm:t>
        <a:bodyPr/>
        <a:lstStyle/>
        <a:p>
          <a:endParaRPr lang="zh-CN" altLang="en-US"/>
        </a:p>
      </dgm:t>
    </dgm:pt>
    <dgm:pt modelId="{43129217-734A-4B05-9C72-066CE021DC03}" type="sibTrans" cxnId="{23C315AA-8338-471A-8592-649B7944ABB6}">
      <dgm:prSet/>
      <dgm:spPr/>
      <dgm:t>
        <a:bodyPr/>
        <a:lstStyle/>
        <a:p>
          <a:endParaRPr lang="zh-CN" altLang="en-US"/>
        </a:p>
      </dgm:t>
    </dgm:pt>
    <dgm:pt modelId="{5AB0DC65-C561-4AE8-BC04-89F8340C5DB4}">
      <dgm:prSet/>
      <dgm:spPr/>
      <dgm:t>
        <a:bodyPr/>
        <a:lstStyle/>
        <a:p>
          <a:r>
            <a:rPr lang="zh-CN" b="0" i="0" dirty="0"/>
            <a:t>高级定时器支持</a:t>
          </a:r>
          <a:r>
            <a:rPr lang="zh-CN" b="1" i="0" dirty="0"/>
            <a:t>互补 </a:t>
          </a:r>
          <a:r>
            <a:rPr lang="en-US" b="1" i="0" dirty="0"/>
            <a:t>PWM + </a:t>
          </a:r>
          <a:r>
            <a:rPr lang="zh-CN" b="1" i="0" dirty="0"/>
            <a:t>死区时间</a:t>
          </a:r>
          <a:r>
            <a:rPr lang="zh-CN" b="0" i="0" dirty="0"/>
            <a:t>，驱动无刷电机三相电调。</a:t>
          </a:r>
          <a:endParaRPr lang="zh-CN" dirty="0"/>
        </a:p>
      </dgm:t>
    </dgm:pt>
    <dgm:pt modelId="{37A51E1F-A6B2-4189-BD93-138BC34CBC68}" type="parTrans" cxnId="{A3F43C19-B1EE-401F-9D2D-F74DFE0B4AF1}">
      <dgm:prSet/>
      <dgm:spPr/>
      <dgm:t>
        <a:bodyPr/>
        <a:lstStyle/>
        <a:p>
          <a:endParaRPr lang="zh-CN" altLang="en-US"/>
        </a:p>
      </dgm:t>
    </dgm:pt>
    <dgm:pt modelId="{17B6A4AB-78EA-4609-BE5F-48EFC5660EBB}" type="sibTrans" cxnId="{A3F43C19-B1EE-401F-9D2D-F74DFE0B4AF1}">
      <dgm:prSet/>
      <dgm:spPr/>
      <dgm:t>
        <a:bodyPr/>
        <a:lstStyle/>
        <a:p>
          <a:endParaRPr lang="zh-CN" altLang="en-US"/>
        </a:p>
      </dgm:t>
    </dgm:pt>
    <dgm:pt modelId="{D4A8C7E7-CFFF-4039-9262-1347F66B9BAE}" type="pres">
      <dgm:prSet presAssocID="{8FAA7C61-6300-46F3-BFBA-D5B37421370F}" presName="linear" presStyleCnt="0">
        <dgm:presLayoutVars>
          <dgm:animLvl val="lvl"/>
          <dgm:resizeHandles val="exact"/>
        </dgm:presLayoutVars>
      </dgm:prSet>
      <dgm:spPr/>
    </dgm:pt>
    <dgm:pt modelId="{944A9605-5980-4A98-8923-984F602F9D1A}" type="pres">
      <dgm:prSet presAssocID="{F203974C-C2A8-4997-BBF6-F9E66A0B514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3AFC87D-D566-4165-8D45-2BC0B9D025F0}" type="pres">
      <dgm:prSet presAssocID="{F203974C-C2A8-4997-BBF6-F9E66A0B514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ABF6408-7EAF-4A25-ABDE-C6454CB40615}" type="presOf" srcId="{AFCB5EFB-0E69-4AEB-B5B4-B005FDEC453B}" destId="{23AFC87D-D566-4165-8D45-2BC0B9D025F0}" srcOrd="0" destOrd="0" presId="urn:microsoft.com/office/officeart/2005/8/layout/vList2"/>
    <dgm:cxn modelId="{40C0460B-2D92-42D0-8B7A-21601D1D3101}" srcId="{8FAA7C61-6300-46F3-BFBA-D5B37421370F}" destId="{F203974C-C2A8-4997-BBF6-F9E66A0B514A}" srcOrd="0" destOrd="0" parTransId="{82ED5384-3E14-4DBA-A758-8E0910755800}" sibTransId="{EF61E182-3CEC-4F3B-9A74-55AD7DDBE8DD}"/>
    <dgm:cxn modelId="{A3F43C19-B1EE-401F-9D2D-F74DFE0B4AF1}" srcId="{F203974C-C2A8-4997-BBF6-F9E66A0B514A}" destId="{5AB0DC65-C561-4AE8-BC04-89F8340C5DB4}" srcOrd="1" destOrd="0" parTransId="{37A51E1F-A6B2-4189-BD93-138BC34CBC68}" sibTransId="{17B6A4AB-78EA-4609-BE5F-48EFC5660EBB}"/>
    <dgm:cxn modelId="{E0222A1A-A6B7-4923-8FB5-C01546D4705D}" type="presOf" srcId="{F203974C-C2A8-4997-BBF6-F9E66A0B514A}" destId="{944A9605-5980-4A98-8923-984F602F9D1A}" srcOrd="0" destOrd="0" presId="urn:microsoft.com/office/officeart/2005/8/layout/vList2"/>
    <dgm:cxn modelId="{6E434EA2-4C7F-4F76-A189-1F0A81CDC92B}" type="presOf" srcId="{8FAA7C61-6300-46F3-BFBA-D5B37421370F}" destId="{D4A8C7E7-CFFF-4039-9262-1347F66B9BAE}" srcOrd="0" destOrd="0" presId="urn:microsoft.com/office/officeart/2005/8/layout/vList2"/>
    <dgm:cxn modelId="{23C315AA-8338-471A-8592-649B7944ABB6}" srcId="{F203974C-C2A8-4997-BBF6-F9E66A0B514A}" destId="{AFCB5EFB-0E69-4AEB-B5B4-B005FDEC453B}" srcOrd="0" destOrd="0" parTransId="{19E1ED7C-1514-4537-978F-4D4531C6EFD1}" sibTransId="{43129217-734A-4B05-9C72-066CE021DC03}"/>
    <dgm:cxn modelId="{5A1EA2E0-05B6-44A7-8BBF-CF0BBA5B0B0C}" type="presOf" srcId="{5AB0DC65-C561-4AE8-BC04-89F8340C5DB4}" destId="{23AFC87D-D566-4165-8D45-2BC0B9D025F0}" srcOrd="0" destOrd="1" presId="urn:microsoft.com/office/officeart/2005/8/layout/vList2"/>
    <dgm:cxn modelId="{CE594150-8D88-475B-B380-D1B59E17A98B}" type="presParOf" srcId="{D4A8C7E7-CFFF-4039-9262-1347F66B9BAE}" destId="{944A9605-5980-4A98-8923-984F602F9D1A}" srcOrd="0" destOrd="0" presId="urn:microsoft.com/office/officeart/2005/8/layout/vList2"/>
    <dgm:cxn modelId="{D5F7D02C-A8C1-4D91-B0C8-1739564C1E5A}" type="presParOf" srcId="{D4A8C7E7-CFFF-4039-9262-1347F66B9BAE}" destId="{23AFC87D-D566-4165-8D45-2BC0B9D025F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F179B3-2658-4197-97AC-2E7E4FE59FAC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B9F4CC6D-8D68-49D3-B785-04C7F194C807}">
      <dgm:prSet/>
      <dgm:spPr/>
      <dgm:t>
        <a:bodyPr/>
        <a:lstStyle/>
        <a:p>
          <a:r>
            <a:rPr lang="zh-CN" b="1" i="0" dirty="0"/>
            <a:t>控制电机 “开关” 与方向</a:t>
          </a:r>
          <a:endParaRPr lang="zh-CN" dirty="0"/>
        </a:p>
      </dgm:t>
    </dgm:pt>
    <dgm:pt modelId="{4CAFB7BD-1B32-4AF2-9C8F-967ED9132295}" type="parTrans" cxnId="{9504800A-FE4D-4B4D-B54A-B7DC0132731E}">
      <dgm:prSet/>
      <dgm:spPr/>
      <dgm:t>
        <a:bodyPr/>
        <a:lstStyle/>
        <a:p>
          <a:endParaRPr lang="zh-CN" altLang="en-US"/>
        </a:p>
      </dgm:t>
    </dgm:pt>
    <dgm:pt modelId="{5A5CE1F5-F9A3-443F-93A0-8DB76C59B7DD}" type="sibTrans" cxnId="{9504800A-FE4D-4B4D-B54A-B7DC0132731E}">
      <dgm:prSet/>
      <dgm:spPr/>
      <dgm:t>
        <a:bodyPr/>
        <a:lstStyle/>
        <a:p>
          <a:endParaRPr lang="zh-CN" altLang="en-US"/>
        </a:p>
      </dgm:t>
    </dgm:pt>
    <dgm:pt modelId="{A72C0975-DA14-4E46-B146-A7E04169A5D9}">
      <dgm:prSet/>
      <dgm:spPr/>
      <dgm:t>
        <a:bodyPr/>
        <a:lstStyle/>
        <a:p>
          <a:r>
            <a:rPr lang="zh-CN" b="1" i="0" dirty="0"/>
            <a:t>读取电机状态</a:t>
          </a:r>
          <a:endParaRPr lang="zh-CN" dirty="0"/>
        </a:p>
      </dgm:t>
    </dgm:pt>
    <dgm:pt modelId="{4855A116-8010-4CD6-AD2F-C018735F530A}" type="parTrans" cxnId="{D53C72F3-9A29-447C-86EC-A0B66FA033DB}">
      <dgm:prSet/>
      <dgm:spPr/>
      <dgm:t>
        <a:bodyPr/>
        <a:lstStyle/>
        <a:p>
          <a:endParaRPr lang="zh-CN" altLang="en-US"/>
        </a:p>
      </dgm:t>
    </dgm:pt>
    <dgm:pt modelId="{5526F8D4-1B4C-4451-8883-FB89BE2BF00A}" type="sibTrans" cxnId="{D53C72F3-9A29-447C-86EC-A0B66FA033DB}">
      <dgm:prSet/>
      <dgm:spPr/>
      <dgm:t>
        <a:bodyPr/>
        <a:lstStyle/>
        <a:p>
          <a:endParaRPr lang="zh-CN" altLang="en-US"/>
        </a:p>
      </dgm:t>
    </dgm:pt>
    <dgm:pt modelId="{48C1AE6D-C73F-4710-A8F4-1F461754CFC4}">
      <dgm:prSet/>
      <dgm:spPr/>
      <dgm:t>
        <a:bodyPr/>
        <a:lstStyle/>
        <a:p>
          <a:r>
            <a:rPr lang="zh-CN" b="0" i="0" dirty="0"/>
            <a:t>驱动芯片使能端（</a:t>
          </a:r>
          <a:r>
            <a:rPr lang="en-US" b="0" i="0" dirty="0"/>
            <a:t>EN</a:t>
          </a:r>
          <a:r>
            <a:rPr lang="zh-CN" b="0" i="0" dirty="0"/>
            <a:t>）、正反转引脚（</a:t>
          </a:r>
          <a:r>
            <a:rPr lang="en-US" b="0" i="0" dirty="0"/>
            <a:t>DIR</a:t>
          </a:r>
          <a:r>
            <a:rPr lang="zh-CN" b="0" i="0" dirty="0"/>
            <a:t>）。​</a:t>
          </a:r>
          <a:endParaRPr lang="zh-CN" dirty="0"/>
        </a:p>
      </dgm:t>
    </dgm:pt>
    <dgm:pt modelId="{239CD0A9-9A0C-4487-B413-7D194393067D}" type="parTrans" cxnId="{19D8B7B9-4C81-49A8-922E-A5E4A323E7A4}">
      <dgm:prSet/>
      <dgm:spPr/>
      <dgm:t>
        <a:bodyPr/>
        <a:lstStyle/>
        <a:p>
          <a:endParaRPr lang="zh-CN" altLang="en-US"/>
        </a:p>
      </dgm:t>
    </dgm:pt>
    <dgm:pt modelId="{F5C51C10-0EB8-48A1-8898-378D7A469A12}" type="sibTrans" cxnId="{19D8B7B9-4C81-49A8-922E-A5E4A323E7A4}">
      <dgm:prSet/>
      <dgm:spPr/>
      <dgm:t>
        <a:bodyPr/>
        <a:lstStyle/>
        <a:p>
          <a:endParaRPr lang="zh-CN" altLang="en-US"/>
        </a:p>
      </dgm:t>
    </dgm:pt>
    <dgm:pt modelId="{C914083B-DD70-487D-BDE1-02AD6F719323}">
      <dgm:prSet/>
      <dgm:spPr/>
      <dgm:t>
        <a:bodyPr/>
        <a:lstStyle/>
        <a:p>
          <a:r>
            <a:rPr lang="zh-CN" b="0" i="0"/>
            <a:t>限位开关</a:t>
          </a:r>
          <a:r>
            <a:rPr lang="zh-CN" b="0" i="0" dirty="0"/>
            <a:t>（输入模式）、故障信号（上拉 </a:t>
          </a:r>
          <a:r>
            <a:rPr lang="en-US" b="0" i="0" dirty="0"/>
            <a:t>/ </a:t>
          </a:r>
          <a:r>
            <a:rPr lang="zh-CN" b="0" i="0" dirty="0"/>
            <a:t>下拉配置）。</a:t>
          </a:r>
          <a:endParaRPr lang="zh-CN" dirty="0"/>
        </a:p>
      </dgm:t>
    </dgm:pt>
    <dgm:pt modelId="{E6121BAC-0410-46A6-97DB-28F5DAED6E51}" type="parTrans" cxnId="{4A5C8366-089E-4C13-B632-92521A558E74}">
      <dgm:prSet/>
      <dgm:spPr/>
      <dgm:t>
        <a:bodyPr/>
        <a:lstStyle/>
        <a:p>
          <a:endParaRPr lang="zh-CN" altLang="en-US"/>
        </a:p>
      </dgm:t>
    </dgm:pt>
    <dgm:pt modelId="{1A789E6B-AFAE-4952-B6CF-3BF49F041F92}" type="sibTrans" cxnId="{4A5C8366-089E-4C13-B632-92521A558E74}">
      <dgm:prSet/>
      <dgm:spPr/>
      <dgm:t>
        <a:bodyPr/>
        <a:lstStyle/>
        <a:p>
          <a:endParaRPr lang="zh-CN" altLang="en-US"/>
        </a:p>
      </dgm:t>
    </dgm:pt>
    <dgm:pt modelId="{264E7A3C-7170-403C-9B66-9701E49F70AD}" type="pres">
      <dgm:prSet presAssocID="{B4F179B3-2658-4197-97AC-2E7E4FE59FAC}" presName="linear" presStyleCnt="0">
        <dgm:presLayoutVars>
          <dgm:dir/>
          <dgm:animLvl val="lvl"/>
          <dgm:resizeHandles val="exact"/>
        </dgm:presLayoutVars>
      </dgm:prSet>
      <dgm:spPr/>
    </dgm:pt>
    <dgm:pt modelId="{94A3CE76-0BC5-4B4A-94ED-7D3C644F3C6D}" type="pres">
      <dgm:prSet presAssocID="{B9F4CC6D-8D68-49D3-B785-04C7F194C807}" presName="parentLin" presStyleCnt="0"/>
      <dgm:spPr/>
    </dgm:pt>
    <dgm:pt modelId="{5D35FCF8-9C0B-479C-AF7D-6EFB1F4863AD}" type="pres">
      <dgm:prSet presAssocID="{B9F4CC6D-8D68-49D3-B785-04C7F194C807}" presName="parentLeftMargin" presStyleLbl="node1" presStyleIdx="0" presStyleCnt="2"/>
      <dgm:spPr/>
    </dgm:pt>
    <dgm:pt modelId="{8AC5A144-E92C-4F05-874B-4474EA3AE358}" type="pres">
      <dgm:prSet presAssocID="{B9F4CC6D-8D68-49D3-B785-04C7F194C80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0DC964-993D-420E-9D5D-4275681C7D67}" type="pres">
      <dgm:prSet presAssocID="{B9F4CC6D-8D68-49D3-B785-04C7F194C807}" presName="negativeSpace" presStyleCnt="0"/>
      <dgm:spPr/>
    </dgm:pt>
    <dgm:pt modelId="{649C5046-87A8-48E9-8DDA-F975F3E3DE05}" type="pres">
      <dgm:prSet presAssocID="{B9F4CC6D-8D68-49D3-B785-04C7F194C807}" presName="childText" presStyleLbl="conFgAcc1" presStyleIdx="0" presStyleCnt="2">
        <dgm:presLayoutVars>
          <dgm:bulletEnabled val="1"/>
        </dgm:presLayoutVars>
      </dgm:prSet>
      <dgm:spPr/>
    </dgm:pt>
    <dgm:pt modelId="{4BBC995E-EFB5-441A-B505-7CAD60191909}" type="pres">
      <dgm:prSet presAssocID="{5A5CE1F5-F9A3-443F-93A0-8DB76C59B7DD}" presName="spaceBetweenRectangles" presStyleCnt="0"/>
      <dgm:spPr/>
    </dgm:pt>
    <dgm:pt modelId="{002EA4F9-60FD-4A66-9F41-92588323FB55}" type="pres">
      <dgm:prSet presAssocID="{A72C0975-DA14-4E46-B146-A7E04169A5D9}" presName="parentLin" presStyleCnt="0"/>
      <dgm:spPr/>
    </dgm:pt>
    <dgm:pt modelId="{60D09EB2-CCB0-4629-B3D3-038F53D62287}" type="pres">
      <dgm:prSet presAssocID="{A72C0975-DA14-4E46-B146-A7E04169A5D9}" presName="parentLeftMargin" presStyleLbl="node1" presStyleIdx="0" presStyleCnt="2"/>
      <dgm:spPr/>
    </dgm:pt>
    <dgm:pt modelId="{0170ADDE-AABB-4F22-843A-117A2C9987EB}" type="pres">
      <dgm:prSet presAssocID="{A72C0975-DA14-4E46-B146-A7E04169A5D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19E8B2F-407F-47B5-B4AF-68ABE913E655}" type="pres">
      <dgm:prSet presAssocID="{A72C0975-DA14-4E46-B146-A7E04169A5D9}" presName="negativeSpace" presStyleCnt="0"/>
      <dgm:spPr/>
    </dgm:pt>
    <dgm:pt modelId="{CE4CBA94-EE8C-4975-BC20-C64E16639C68}" type="pres">
      <dgm:prSet presAssocID="{A72C0975-DA14-4E46-B146-A7E04169A5D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504800A-FE4D-4B4D-B54A-B7DC0132731E}" srcId="{B4F179B3-2658-4197-97AC-2E7E4FE59FAC}" destId="{B9F4CC6D-8D68-49D3-B785-04C7F194C807}" srcOrd="0" destOrd="0" parTransId="{4CAFB7BD-1B32-4AF2-9C8F-967ED9132295}" sibTransId="{5A5CE1F5-F9A3-443F-93A0-8DB76C59B7DD}"/>
    <dgm:cxn modelId="{39352438-1905-4815-A6B7-730502B94B78}" type="presOf" srcId="{48C1AE6D-C73F-4710-A8F4-1F461754CFC4}" destId="{649C5046-87A8-48E9-8DDA-F975F3E3DE05}" srcOrd="0" destOrd="0" presId="urn:microsoft.com/office/officeart/2005/8/layout/list1"/>
    <dgm:cxn modelId="{2D926C5C-55C1-4944-BA45-72442CA38A73}" type="presOf" srcId="{B4F179B3-2658-4197-97AC-2E7E4FE59FAC}" destId="{264E7A3C-7170-403C-9B66-9701E49F70AD}" srcOrd="0" destOrd="0" presId="urn:microsoft.com/office/officeart/2005/8/layout/list1"/>
    <dgm:cxn modelId="{C3A56841-F2A3-4DF7-9539-690C9B96C496}" type="presOf" srcId="{B9F4CC6D-8D68-49D3-B785-04C7F194C807}" destId="{5D35FCF8-9C0B-479C-AF7D-6EFB1F4863AD}" srcOrd="0" destOrd="0" presId="urn:microsoft.com/office/officeart/2005/8/layout/list1"/>
    <dgm:cxn modelId="{4A5C8366-089E-4C13-B632-92521A558E74}" srcId="{A72C0975-DA14-4E46-B146-A7E04169A5D9}" destId="{C914083B-DD70-487D-BDE1-02AD6F719323}" srcOrd="0" destOrd="0" parTransId="{E6121BAC-0410-46A6-97DB-28F5DAED6E51}" sibTransId="{1A789E6B-AFAE-4952-B6CF-3BF49F041F92}"/>
    <dgm:cxn modelId="{4239F550-0F0E-45F2-9FDC-73DF0C616E7D}" type="presOf" srcId="{A72C0975-DA14-4E46-B146-A7E04169A5D9}" destId="{60D09EB2-CCB0-4629-B3D3-038F53D62287}" srcOrd="0" destOrd="0" presId="urn:microsoft.com/office/officeart/2005/8/layout/list1"/>
    <dgm:cxn modelId="{C040A455-A4D1-4B40-BADA-9F377C8160E2}" type="presOf" srcId="{A72C0975-DA14-4E46-B146-A7E04169A5D9}" destId="{0170ADDE-AABB-4F22-843A-117A2C9987EB}" srcOrd="1" destOrd="0" presId="urn:microsoft.com/office/officeart/2005/8/layout/list1"/>
    <dgm:cxn modelId="{1AEBA878-F48E-4FDE-81BF-163AEC3BEC41}" type="presOf" srcId="{B9F4CC6D-8D68-49D3-B785-04C7F194C807}" destId="{8AC5A144-E92C-4F05-874B-4474EA3AE358}" srcOrd="1" destOrd="0" presId="urn:microsoft.com/office/officeart/2005/8/layout/list1"/>
    <dgm:cxn modelId="{19D8B7B9-4C81-49A8-922E-A5E4A323E7A4}" srcId="{B9F4CC6D-8D68-49D3-B785-04C7F194C807}" destId="{48C1AE6D-C73F-4710-A8F4-1F461754CFC4}" srcOrd="0" destOrd="0" parTransId="{239CD0A9-9A0C-4487-B413-7D194393067D}" sibTransId="{F5C51C10-0EB8-48A1-8898-378D7A469A12}"/>
    <dgm:cxn modelId="{8CE9A9C9-54BC-4F3B-BB37-E92644C962A2}" type="presOf" srcId="{C914083B-DD70-487D-BDE1-02AD6F719323}" destId="{CE4CBA94-EE8C-4975-BC20-C64E16639C68}" srcOrd="0" destOrd="0" presId="urn:microsoft.com/office/officeart/2005/8/layout/list1"/>
    <dgm:cxn modelId="{D53C72F3-9A29-447C-86EC-A0B66FA033DB}" srcId="{B4F179B3-2658-4197-97AC-2E7E4FE59FAC}" destId="{A72C0975-DA14-4E46-B146-A7E04169A5D9}" srcOrd="1" destOrd="0" parTransId="{4855A116-8010-4CD6-AD2F-C018735F530A}" sibTransId="{5526F8D4-1B4C-4451-8883-FB89BE2BF00A}"/>
    <dgm:cxn modelId="{DB649743-FAE5-4F78-A32E-CF52A1471C3A}" type="presParOf" srcId="{264E7A3C-7170-403C-9B66-9701E49F70AD}" destId="{94A3CE76-0BC5-4B4A-94ED-7D3C644F3C6D}" srcOrd="0" destOrd="0" presId="urn:microsoft.com/office/officeart/2005/8/layout/list1"/>
    <dgm:cxn modelId="{D889C738-89C6-4A9F-BFBB-C1AA50B5A83A}" type="presParOf" srcId="{94A3CE76-0BC5-4B4A-94ED-7D3C644F3C6D}" destId="{5D35FCF8-9C0B-479C-AF7D-6EFB1F4863AD}" srcOrd="0" destOrd="0" presId="urn:microsoft.com/office/officeart/2005/8/layout/list1"/>
    <dgm:cxn modelId="{4EA5D557-D038-4DDB-9E2F-8A097B85161C}" type="presParOf" srcId="{94A3CE76-0BC5-4B4A-94ED-7D3C644F3C6D}" destId="{8AC5A144-E92C-4F05-874B-4474EA3AE358}" srcOrd="1" destOrd="0" presId="urn:microsoft.com/office/officeart/2005/8/layout/list1"/>
    <dgm:cxn modelId="{19195131-2BDE-4759-9DFD-B85C2C352116}" type="presParOf" srcId="{264E7A3C-7170-403C-9B66-9701E49F70AD}" destId="{BE0DC964-993D-420E-9D5D-4275681C7D67}" srcOrd="1" destOrd="0" presId="urn:microsoft.com/office/officeart/2005/8/layout/list1"/>
    <dgm:cxn modelId="{64A7457C-E423-4EEE-A9E4-63463F269592}" type="presParOf" srcId="{264E7A3C-7170-403C-9B66-9701E49F70AD}" destId="{649C5046-87A8-48E9-8DDA-F975F3E3DE05}" srcOrd="2" destOrd="0" presId="urn:microsoft.com/office/officeart/2005/8/layout/list1"/>
    <dgm:cxn modelId="{9BF21067-E869-4475-8D5E-1BFEC2354E6D}" type="presParOf" srcId="{264E7A3C-7170-403C-9B66-9701E49F70AD}" destId="{4BBC995E-EFB5-441A-B505-7CAD60191909}" srcOrd="3" destOrd="0" presId="urn:microsoft.com/office/officeart/2005/8/layout/list1"/>
    <dgm:cxn modelId="{33BB0240-2A9E-4586-8637-EC576E402B7E}" type="presParOf" srcId="{264E7A3C-7170-403C-9B66-9701E49F70AD}" destId="{002EA4F9-60FD-4A66-9F41-92588323FB55}" srcOrd="4" destOrd="0" presId="urn:microsoft.com/office/officeart/2005/8/layout/list1"/>
    <dgm:cxn modelId="{7027197A-FFA0-4D2E-A504-868C61FFF85F}" type="presParOf" srcId="{002EA4F9-60FD-4A66-9F41-92588323FB55}" destId="{60D09EB2-CCB0-4629-B3D3-038F53D62287}" srcOrd="0" destOrd="0" presId="urn:microsoft.com/office/officeart/2005/8/layout/list1"/>
    <dgm:cxn modelId="{5CF3032B-9226-4CDA-B979-10EEFFA52547}" type="presParOf" srcId="{002EA4F9-60FD-4A66-9F41-92588323FB55}" destId="{0170ADDE-AABB-4F22-843A-117A2C9987EB}" srcOrd="1" destOrd="0" presId="urn:microsoft.com/office/officeart/2005/8/layout/list1"/>
    <dgm:cxn modelId="{A4039C87-32F2-4406-B8C3-9BEE565084E7}" type="presParOf" srcId="{264E7A3C-7170-403C-9B66-9701E49F70AD}" destId="{B19E8B2F-407F-47B5-B4AF-68ABE913E655}" srcOrd="5" destOrd="0" presId="urn:microsoft.com/office/officeart/2005/8/layout/list1"/>
    <dgm:cxn modelId="{61CABD80-0263-4BD3-AB1B-80FB223F35E2}" type="presParOf" srcId="{264E7A3C-7170-403C-9B66-9701E49F70AD}" destId="{CE4CBA94-EE8C-4975-BC20-C64E16639C6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E96396-45CC-40C2-BC36-31492861004D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zh-CN" altLang="en-US"/>
        </a:p>
      </dgm:t>
    </dgm:pt>
    <dgm:pt modelId="{AF09BEC9-0B4A-4265-BEEC-EE5432A9DC13}">
      <dgm:prSet/>
      <dgm:spPr/>
      <dgm:t>
        <a:bodyPr/>
        <a:lstStyle/>
        <a:p>
          <a:r>
            <a:rPr lang="zh-CN" b="1" i="0"/>
            <a:t>核心功能</a:t>
          </a:r>
          <a:r>
            <a:rPr lang="zh-CN" b="0" i="0"/>
            <a:t>​</a:t>
          </a:r>
          <a:endParaRPr lang="zh-CN"/>
        </a:p>
      </dgm:t>
    </dgm:pt>
    <dgm:pt modelId="{386035BC-BE39-4AB9-BF71-FAB4B7359089}" type="parTrans" cxnId="{FF08007C-03BB-48E2-B876-97DC3808CA64}">
      <dgm:prSet/>
      <dgm:spPr/>
      <dgm:t>
        <a:bodyPr/>
        <a:lstStyle/>
        <a:p>
          <a:endParaRPr lang="zh-CN" altLang="en-US"/>
        </a:p>
      </dgm:t>
    </dgm:pt>
    <dgm:pt modelId="{61A847E4-1784-491D-9C95-64A1C1E9488C}" type="sibTrans" cxnId="{FF08007C-03BB-48E2-B876-97DC3808CA64}">
      <dgm:prSet/>
      <dgm:spPr/>
      <dgm:t>
        <a:bodyPr/>
        <a:lstStyle/>
        <a:p>
          <a:endParaRPr lang="zh-CN" altLang="en-US"/>
        </a:p>
      </dgm:t>
    </dgm:pt>
    <dgm:pt modelId="{0AB789C1-1210-4A6F-89FA-A7ABDF764E4C}">
      <dgm:prSet/>
      <dgm:spPr/>
      <dgm:t>
        <a:bodyPr/>
        <a:lstStyle/>
        <a:p>
          <a:r>
            <a:rPr lang="zh-CN" b="0" i="0"/>
            <a:t>采集电机</a:t>
          </a:r>
          <a:r>
            <a:rPr lang="zh-CN" b="1" i="0"/>
            <a:t>电流 </a:t>
          </a:r>
          <a:r>
            <a:rPr lang="en-US" b="1" i="0"/>
            <a:t>/ </a:t>
          </a:r>
          <a:r>
            <a:rPr lang="zh-CN" b="1" i="0"/>
            <a:t>电压模拟信号</a:t>
          </a:r>
          <a:r>
            <a:rPr lang="zh-CN" b="0" i="0"/>
            <a:t>（如通过采样电阻将电流→电压）。​</a:t>
          </a:r>
          <a:endParaRPr lang="zh-CN"/>
        </a:p>
      </dgm:t>
    </dgm:pt>
    <dgm:pt modelId="{B7CC4D13-0060-4D58-BB0A-79E0D5F88319}" type="parTrans" cxnId="{0F42B8BC-9C91-487E-B8D5-F9A04F5BC30B}">
      <dgm:prSet/>
      <dgm:spPr/>
      <dgm:t>
        <a:bodyPr/>
        <a:lstStyle/>
        <a:p>
          <a:endParaRPr lang="zh-CN" altLang="en-US"/>
        </a:p>
      </dgm:t>
    </dgm:pt>
    <dgm:pt modelId="{2A5D95BC-179A-493E-B2E7-9261137C49ED}" type="sibTrans" cxnId="{0F42B8BC-9C91-487E-B8D5-F9A04F5BC30B}">
      <dgm:prSet/>
      <dgm:spPr/>
      <dgm:t>
        <a:bodyPr/>
        <a:lstStyle/>
        <a:p>
          <a:endParaRPr lang="zh-CN" altLang="en-US"/>
        </a:p>
      </dgm:t>
    </dgm:pt>
    <dgm:pt modelId="{6CAC7590-1197-4DD3-8913-3A90CA4846E3}">
      <dgm:prSet/>
      <dgm:spPr/>
      <dgm:t>
        <a:bodyPr/>
        <a:lstStyle/>
        <a:p>
          <a:r>
            <a:rPr lang="zh-CN" b="0" i="0"/>
            <a:t>为闭环控制提供数据支撑（如 </a:t>
          </a:r>
          <a:r>
            <a:rPr lang="en-US" b="0" i="0"/>
            <a:t>PID </a:t>
          </a:r>
          <a:r>
            <a:rPr lang="zh-CN" b="0" i="0"/>
            <a:t>算法中的电流反馈）。​</a:t>
          </a:r>
          <a:endParaRPr lang="zh-CN"/>
        </a:p>
      </dgm:t>
    </dgm:pt>
    <dgm:pt modelId="{31C18997-BABF-4D63-A8D5-884804A283B3}" type="parTrans" cxnId="{C911FB62-1B1B-4A11-A9B9-58AB34AF4AB8}">
      <dgm:prSet/>
      <dgm:spPr/>
      <dgm:t>
        <a:bodyPr/>
        <a:lstStyle/>
        <a:p>
          <a:endParaRPr lang="zh-CN" altLang="en-US"/>
        </a:p>
      </dgm:t>
    </dgm:pt>
    <dgm:pt modelId="{4E594246-D54F-44A0-A5D1-F7C649CB10F9}" type="sibTrans" cxnId="{C911FB62-1B1B-4A11-A9B9-58AB34AF4AB8}">
      <dgm:prSet/>
      <dgm:spPr/>
      <dgm:t>
        <a:bodyPr/>
        <a:lstStyle/>
        <a:p>
          <a:endParaRPr lang="zh-CN" altLang="en-US"/>
        </a:p>
      </dgm:t>
    </dgm:pt>
    <dgm:pt modelId="{B778A512-13A2-4CA0-9C9E-2097BD8A0789}">
      <dgm:prSet/>
      <dgm:spPr/>
      <dgm:t>
        <a:bodyPr/>
        <a:lstStyle/>
        <a:p>
          <a:r>
            <a:rPr lang="zh-CN" b="1" i="0"/>
            <a:t>典型场景</a:t>
          </a:r>
          <a:r>
            <a:rPr lang="zh-CN" b="0" i="0"/>
            <a:t>​</a:t>
          </a:r>
          <a:endParaRPr lang="zh-CN"/>
        </a:p>
      </dgm:t>
    </dgm:pt>
    <dgm:pt modelId="{0B351477-C704-4143-9220-AB0715439A35}" type="parTrans" cxnId="{25267F96-39C3-4268-97E9-27A7B9418CB7}">
      <dgm:prSet/>
      <dgm:spPr/>
      <dgm:t>
        <a:bodyPr/>
        <a:lstStyle/>
        <a:p>
          <a:endParaRPr lang="zh-CN" altLang="en-US"/>
        </a:p>
      </dgm:t>
    </dgm:pt>
    <dgm:pt modelId="{E94F84A4-B03A-4BFA-88C0-601EA341C2FF}" type="sibTrans" cxnId="{25267F96-39C3-4268-97E9-27A7B9418CB7}">
      <dgm:prSet/>
      <dgm:spPr/>
      <dgm:t>
        <a:bodyPr/>
        <a:lstStyle/>
        <a:p>
          <a:endParaRPr lang="zh-CN" altLang="en-US"/>
        </a:p>
      </dgm:t>
    </dgm:pt>
    <dgm:pt modelId="{474961A8-971F-4226-8F06-CA86F6CFE902}">
      <dgm:prSet/>
      <dgm:spPr/>
      <dgm:t>
        <a:bodyPr/>
        <a:lstStyle/>
        <a:p>
          <a:r>
            <a:rPr lang="zh-CN" b="1" i="0" dirty="0"/>
            <a:t>过流保护</a:t>
          </a:r>
          <a:r>
            <a:rPr lang="zh-CN" b="0" i="0" dirty="0"/>
            <a:t>：当 </a:t>
          </a:r>
          <a:r>
            <a:rPr lang="en-US" b="0" i="0" dirty="0"/>
            <a:t>ADC </a:t>
          </a:r>
          <a:r>
            <a:rPr lang="zh-CN" b="0" i="0" dirty="0"/>
            <a:t>值超过阈值，</a:t>
          </a:r>
          <a:r>
            <a:rPr lang="en-US" b="0" i="0" dirty="0"/>
            <a:t>GPIO </a:t>
          </a:r>
          <a:r>
            <a:rPr lang="zh-CN" b="0" i="0" dirty="0"/>
            <a:t>输出低电平关闭电机。​</a:t>
          </a:r>
          <a:endParaRPr lang="zh-CN" dirty="0"/>
        </a:p>
      </dgm:t>
    </dgm:pt>
    <dgm:pt modelId="{46C257CB-3B22-4FC3-846A-90ACA7F31649}" type="parTrans" cxnId="{E61C8DD5-3431-44C9-AACA-294C4A1DC249}">
      <dgm:prSet/>
      <dgm:spPr/>
      <dgm:t>
        <a:bodyPr/>
        <a:lstStyle/>
        <a:p>
          <a:endParaRPr lang="zh-CN" altLang="en-US"/>
        </a:p>
      </dgm:t>
    </dgm:pt>
    <dgm:pt modelId="{79EEEC8D-C592-4BDE-8DD3-037D049F9BA7}" type="sibTrans" cxnId="{E61C8DD5-3431-44C9-AACA-294C4A1DC249}">
      <dgm:prSet/>
      <dgm:spPr/>
      <dgm:t>
        <a:bodyPr/>
        <a:lstStyle/>
        <a:p>
          <a:endParaRPr lang="zh-CN" altLang="en-US"/>
        </a:p>
      </dgm:t>
    </dgm:pt>
    <dgm:pt modelId="{B358DDF5-2E03-467F-BBB9-3328EA1FECFC}">
      <dgm:prSet/>
      <dgm:spPr/>
      <dgm:t>
        <a:bodyPr/>
        <a:lstStyle/>
        <a:p>
          <a:r>
            <a:rPr lang="zh-CN" b="1" i="0"/>
            <a:t>位置反馈</a:t>
          </a:r>
          <a:r>
            <a:rPr lang="zh-CN" b="0" i="0"/>
            <a:t>：通过电位器（模拟传感器）监测舵机角度。​</a:t>
          </a:r>
          <a:endParaRPr lang="zh-CN"/>
        </a:p>
      </dgm:t>
    </dgm:pt>
    <dgm:pt modelId="{AE9A280D-BFE2-44C4-AF6D-DAE65F0B1C46}" type="parTrans" cxnId="{EFD71629-615D-4D50-823E-CD1377C9A02C}">
      <dgm:prSet/>
      <dgm:spPr/>
      <dgm:t>
        <a:bodyPr/>
        <a:lstStyle/>
        <a:p>
          <a:endParaRPr lang="zh-CN" altLang="en-US"/>
        </a:p>
      </dgm:t>
    </dgm:pt>
    <dgm:pt modelId="{527CDC20-2A65-4CFB-80A6-DBA2D8282097}" type="sibTrans" cxnId="{EFD71629-615D-4D50-823E-CD1377C9A02C}">
      <dgm:prSet/>
      <dgm:spPr/>
      <dgm:t>
        <a:bodyPr/>
        <a:lstStyle/>
        <a:p>
          <a:endParaRPr lang="zh-CN" altLang="en-US"/>
        </a:p>
      </dgm:t>
    </dgm:pt>
    <dgm:pt modelId="{4B9152F5-9967-4F26-9F1B-639B0951B229}">
      <dgm:prSet/>
      <dgm:spPr/>
      <dgm:t>
        <a:bodyPr/>
        <a:lstStyle/>
        <a:p>
          <a:r>
            <a:rPr lang="zh-CN" b="1" i="0"/>
            <a:t>配置要点</a:t>
          </a:r>
          <a:r>
            <a:rPr lang="zh-CN" b="0" i="0"/>
            <a:t>​</a:t>
          </a:r>
          <a:endParaRPr lang="zh-CN"/>
        </a:p>
      </dgm:t>
    </dgm:pt>
    <dgm:pt modelId="{0952D231-8F33-4FA7-94CA-E3384B4A2EF7}" type="parTrans" cxnId="{986E77FE-3EAE-40B0-B78F-93633ED66755}">
      <dgm:prSet/>
      <dgm:spPr/>
      <dgm:t>
        <a:bodyPr/>
        <a:lstStyle/>
        <a:p>
          <a:endParaRPr lang="zh-CN" altLang="en-US"/>
        </a:p>
      </dgm:t>
    </dgm:pt>
    <dgm:pt modelId="{8CE89F4B-A163-402D-8CF9-9B7C6B38DE8E}" type="sibTrans" cxnId="{986E77FE-3EAE-40B0-B78F-93633ED66755}">
      <dgm:prSet/>
      <dgm:spPr/>
      <dgm:t>
        <a:bodyPr/>
        <a:lstStyle/>
        <a:p>
          <a:endParaRPr lang="zh-CN" altLang="en-US"/>
        </a:p>
      </dgm:t>
    </dgm:pt>
    <dgm:pt modelId="{430DA733-065A-4D96-8340-535B6815E2B5}">
      <dgm:prSet/>
      <dgm:spPr/>
      <dgm:t>
        <a:bodyPr/>
        <a:lstStyle/>
        <a:p>
          <a:r>
            <a:rPr lang="zh-CN" b="0" i="0"/>
            <a:t>采样频率：≥电机电流变化频率（避免信号失真）。​</a:t>
          </a:r>
          <a:endParaRPr lang="zh-CN"/>
        </a:p>
      </dgm:t>
    </dgm:pt>
    <dgm:pt modelId="{394D4221-6A18-41E3-83C0-45D4E8967BB3}" type="parTrans" cxnId="{16E339E9-FE12-4D8A-B02C-C109FDA9BA24}">
      <dgm:prSet/>
      <dgm:spPr/>
      <dgm:t>
        <a:bodyPr/>
        <a:lstStyle/>
        <a:p>
          <a:endParaRPr lang="zh-CN" altLang="en-US"/>
        </a:p>
      </dgm:t>
    </dgm:pt>
    <dgm:pt modelId="{E2FBB130-CC07-4620-BBA1-206BB4639D46}" type="sibTrans" cxnId="{16E339E9-FE12-4D8A-B02C-C109FDA9BA24}">
      <dgm:prSet/>
      <dgm:spPr/>
      <dgm:t>
        <a:bodyPr/>
        <a:lstStyle/>
        <a:p>
          <a:endParaRPr lang="zh-CN" altLang="en-US"/>
        </a:p>
      </dgm:t>
    </dgm:pt>
    <dgm:pt modelId="{AB20F76C-2ADA-4588-8684-A3C0DA118DFF}">
      <dgm:prSet/>
      <dgm:spPr/>
      <dgm:t>
        <a:bodyPr/>
        <a:lstStyle/>
        <a:p>
          <a:r>
            <a:rPr lang="zh-CN" b="0" i="0"/>
            <a:t>数据对齐：右对齐（常用，兼容多数计算场景）。​</a:t>
          </a:r>
          <a:endParaRPr lang="zh-CN"/>
        </a:p>
      </dgm:t>
    </dgm:pt>
    <dgm:pt modelId="{B8BC0B27-8F29-46B6-B829-D1C9679A6781}" type="parTrans" cxnId="{D37D8239-462A-4E33-8B66-DBEEE58D4E63}">
      <dgm:prSet/>
      <dgm:spPr/>
      <dgm:t>
        <a:bodyPr/>
        <a:lstStyle/>
        <a:p>
          <a:endParaRPr lang="zh-CN" altLang="en-US"/>
        </a:p>
      </dgm:t>
    </dgm:pt>
    <dgm:pt modelId="{080A87AD-5429-4077-8A87-E58363A4EA45}" type="sibTrans" cxnId="{D37D8239-462A-4E33-8B66-DBEEE58D4E63}">
      <dgm:prSet/>
      <dgm:spPr/>
      <dgm:t>
        <a:bodyPr/>
        <a:lstStyle/>
        <a:p>
          <a:endParaRPr lang="zh-CN" altLang="en-US"/>
        </a:p>
      </dgm:t>
    </dgm:pt>
    <dgm:pt modelId="{B93D871E-8CCC-40AF-903C-58C133EFE21A}">
      <dgm:prSet/>
      <dgm:spPr/>
      <dgm:t>
        <a:bodyPr/>
        <a:lstStyle/>
        <a:p>
          <a:r>
            <a:rPr lang="zh-CN" b="0" i="0"/>
            <a:t>通道选择：对应 </a:t>
          </a:r>
          <a:r>
            <a:rPr lang="en-US" b="0" i="0"/>
            <a:t>PCB </a:t>
          </a:r>
          <a:r>
            <a:rPr lang="zh-CN" b="0" i="0"/>
            <a:t>上的实际引脚（如 </a:t>
          </a:r>
          <a:r>
            <a:rPr lang="en-US" b="0" i="0"/>
            <a:t>PA0 </a:t>
          </a:r>
          <a:r>
            <a:rPr lang="zh-CN" b="0" i="0"/>
            <a:t>对应 </a:t>
          </a:r>
          <a:r>
            <a:rPr lang="en-US" b="0" i="0"/>
            <a:t>ADC1_CHANNEL_0</a:t>
          </a:r>
          <a:r>
            <a:rPr lang="zh-CN" b="0" i="0"/>
            <a:t>）。</a:t>
          </a:r>
          <a:endParaRPr lang="zh-CN"/>
        </a:p>
      </dgm:t>
    </dgm:pt>
    <dgm:pt modelId="{CEC2AB52-CAA4-43D6-94A9-7089C6C6951D}" type="parTrans" cxnId="{E6D6FE40-28F1-4EE7-B886-784BAB2F3676}">
      <dgm:prSet/>
      <dgm:spPr/>
      <dgm:t>
        <a:bodyPr/>
        <a:lstStyle/>
        <a:p>
          <a:endParaRPr lang="zh-CN" altLang="en-US"/>
        </a:p>
      </dgm:t>
    </dgm:pt>
    <dgm:pt modelId="{0461EE78-63A4-42B5-BFEE-DB358144F49C}" type="sibTrans" cxnId="{E6D6FE40-28F1-4EE7-B886-784BAB2F3676}">
      <dgm:prSet/>
      <dgm:spPr/>
      <dgm:t>
        <a:bodyPr/>
        <a:lstStyle/>
        <a:p>
          <a:endParaRPr lang="zh-CN" altLang="en-US"/>
        </a:p>
      </dgm:t>
    </dgm:pt>
    <dgm:pt modelId="{98823655-7B78-4D98-9A28-4381A7D5771B}" type="pres">
      <dgm:prSet presAssocID="{E0E96396-45CC-40C2-BC36-31492861004D}" presName="linear" presStyleCnt="0">
        <dgm:presLayoutVars>
          <dgm:dir/>
          <dgm:animLvl val="lvl"/>
          <dgm:resizeHandles val="exact"/>
        </dgm:presLayoutVars>
      </dgm:prSet>
      <dgm:spPr/>
    </dgm:pt>
    <dgm:pt modelId="{8142C70A-0961-4EE4-9679-1EDFD6704807}" type="pres">
      <dgm:prSet presAssocID="{AF09BEC9-0B4A-4265-BEEC-EE5432A9DC13}" presName="parentLin" presStyleCnt="0"/>
      <dgm:spPr/>
    </dgm:pt>
    <dgm:pt modelId="{8B9C31A6-7AED-4D5C-AA6C-C31FED213945}" type="pres">
      <dgm:prSet presAssocID="{AF09BEC9-0B4A-4265-BEEC-EE5432A9DC13}" presName="parentLeftMargin" presStyleLbl="node1" presStyleIdx="0" presStyleCnt="3"/>
      <dgm:spPr/>
    </dgm:pt>
    <dgm:pt modelId="{E61020E9-15F6-4C5C-B985-8A58A9D1D557}" type="pres">
      <dgm:prSet presAssocID="{AF09BEC9-0B4A-4265-BEEC-EE5432A9DC1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809BD26-F9BF-4851-8B27-F3DFE89EB3BC}" type="pres">
      <dgm:prSet presAssocID="{AF09BEC9-0B4A-4265-BEEC-EE5432A9DC13}" presName="negativeSpace" presStyleCnt="0"/>
      <dgm:spPr/>
    </dgm:pt>
    <dgm:pt modelId="{128FFC8F-BF67-4510-B55D-B1770DC9200B}" type="pres">
      <dgm:prSet presAssocID="{AF09BEC9-0B4A-4265-BEEC-EE5432A9DC13}" presName="childText" presStyleLbl="conFgAcc1" presStyleIdx="0" presStyleCnt="3">
        <dgm:presLayoutVars>
          <dgm:bulletEnabled val="1"/>
        </dgm:presLayoutVars>
      </dgm:prSet>
      <dgm:spPr/>
    </dgm:pt>
    <dgm:pt modelId="{16654ED0-6332-47F5-8F73-A3AEE521A63B}" type="pres">
      <dgm:prSet presAssocID="{61A847E4-1784-491D-9C95-64A1C1E9488C}" presName="spaceBetweenRectangles" presStyleCnt="0"/>
      <dgm:spPr/>
    </dgm:pt>
    <dgm:pt modelId="{B2360AB4-5570-4D39-8A9D-E62A6260329F}" type="pres">
      <dgm:prSet presAssocID="{B778A512-13A2-4CA0-9C9E-2097BD8A0789}" presName="parentLin" presStyleCnt="0"/>
      <dgm:spPr/>
    </dgm:pt>
    <dgm:pt modelId="{7B8FEE43-788A-4996-B8C2-B508EE6321EE}" type="pres">
      <dgm:prSet presAssocID="{B778A512-13A2-4CA0-9C9E-2097BD8A0789}" presName="parentLeftMargin" presStyleLbl="node1" presStyleIdx="0" presStyleCnt="3"/>
      <dgm:spPr/>
    </dgm:pt>
    <dgm:pt modelId="{FF85CD98-158C-4781-A704-AC42FDE304C4}" type="pres">
      <dgm:prSet presAssocID="{B778A512-13A2-4CA0-9C9E-2097BD8A078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F14BEE1-8655-4A49-82AB-FB6D3E4F3C21}" type="pres">
      <dgm:prSet presAssocID="{B778A512-13A2-4CA0-9C9E-2097BD8A0789}" presName="negativeSpace" presStyleCnt="0"/>
      <dgm:spPr/>
    </dgm:pt>
    <dgm:pt modelId="{74DA8D39-C3F0-4B95-9AB4-242647F75066}" type="pres">
      <dgm:prSet presAssocID="{B778A512-13A2-4CA0-9C9E-2097BD8A0789}" presName="childText" presStyleLbl="conFgAcc1" presStyleIdx="1" presStyleCnt="3">
        <dgm:presLayoutVars>
          <dgm:bulletEnabled val="1"/>
        </dgm:presLayoutVars>
      </dgm:prSet>
      <dgm:spPr/>
    </dgm:pt>
    <dgm:pt modelId="{2974BE76-97A7-4D97-BB8A-3DE4B416443B}" type="pres">
      <dgm:prSet presAssocID="{E94F84A4-B03A-4BFA-88C0-601EA341C2FF}" presName="spaceBetweenRectangles" presStyleCnt="0"/>
      <dgm:spPr/>
    </dgm:pt>
    <dgm:pt modelId="{D2773358-5AEF-4B4D-9F7D-5AA4D5544BC2}" type="pres">
      <dgm:prSet presAssocID="{4B9152F5-9967-4F26-9F1B-639B0951B229}" presName="parentLin" presStyleCnt="0"/>
      <dgm:spPr/>
    </dgm:pt>
    <dgm:pt modelId="{DC70D625-F334-47FF-AFC6-E686A2EC25CD}" type="pres">
      <dgm:prSet presAssocID="{4B9152F5-9967-4F26-9F1B-639B0951B229}" presName="parentLeftMargin" presStyleLbl="node1" presStyleIdx="1" presStyleCnt="3"/>
      <dgm:spPr/>
    </dgm:pt>
    <dgm:pt modelId="{33687B50-2B49-4373-A42E-5B0B863BA4BA}" type="pres">
      <dgm:prSet presAssocID="{4B9152F5-9967-4F26-9F1B-639B0951B22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729DB5B-9C6D-45F1-9A73-6AF0B120D04A}" type="pres">
      <dgm:prSet presAssocID="{4B9152F5-9967-4F26-9F1B-639B0951B229}" presName="negativeSpace" presStyleCnt="0"/>
      <dgm:spPr/>
    </dgm:pt>
    <dgm:pt modelId="{290E6260-944A-4D43-8C1A-464E7D417A9D}" type="pres">
      <dgm:prSet presAssocID="{4B9152F5-9967-4F26-9F1B-639B0951B22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4672210-52FB-4964-831C-D3159CF44748}" type="presOf" srcId="{E0E96396-45CC-40C2-BC36-31492861004D}" destId="{98823655-7B78-4D98-9A28-4381A7D5771B}" srcOrd="0" destOrd="0" presId="urn:microsoft.com/office/officeart/2005/8/layout/list1"/>
    <dgm:cxn modelId="{EFD71629-615D-4D50-823E-CD1377C9A02C}" srcId="{B778A512-13A2-4CA0-9C9E-2097BD8A0789}" destId="{B358DDF5-2E03-467F-BBB9-3328EA1FECFC}" srcOrd="1" destOrd="0" parTransId="{AE9A280D-BFE2-44C4-AF6D-DAE65F0B1C46}" sibTransId="{527CDC20-2A65-4CFB-80A6-DBA2D8282097}"/>
    <dgm:cxn modelId="{840DB636-CD26-4029-945C-16E3A862B4E3}" type="presOf" srcId="{6CAC7590-1197-4DD3-8913-3A90CA4846E3}" destId="{128FFC8F-BF67-4510-B55D-B1770DC9200B}" srcOrd="0" destOrd="1" presId="urn:microsoft.com/office/officeart/2005/8/layout/list1"/>
    <dgm:cxn modelId="{D37D8239-462A-4E33-8B66-DBEEE58D4E63}" srcId="{4B9152F5-9967-4F26-9F1B-639B0951B229}" destId="{AB20F76C-2ADA-4588-8684-A3C0DA118DFF}" srcOrd="1" destOrd="0" parTransId="{B8BC0B27-8F29-46B6-B829-D1C9679A6781}" sibTransId="{080A87AD-5429-4077-8A87-E58363A4EA45}"/>
    <dgm:cxn modelId="{943CB43F-5F48-43F5-AFF7-4316F65A3851}" type="presOf" srcId="{B778A512-13A2-4CA0-9C9E-2097BD8A0789}" destId="{FF85CD98-158C-4781-A704-AC42FDE304C4}" srcOrd="1" destOrd="0" presId="urn:microsoft.com/office/officeart/2005/8/layout/list1"/>
    <dgm:cxn modelId="{B1CAF440-7879-4D6C-9872-47C9081AE075}" type="presOf" srcId="{B778A512-13A2-4CA0-9C9E-2097BD8A0789}" destId="{7B8FEE43-788A-4996-B8C2-B508EE6321EE}" srcOrd="0" destOrd="0" presId="urn:microsoft.com/office/officeart/2005/8/layout/list1"/>
    <dgm:cxn modelId="{E6D6FE40-28F1-4EE7-B886-784BAB2F3676}" srcId="{4B9152F5-9967-4F26-9F1B-639B0951B229}" destId="{B93D871E-8CCC-40AF-903C-58C133EFE21A}" srcOrd="2" destOrd="0" parTransId="{CEC2AB52-CAA4-43D6-94A9-7089C6C6951D}" sibTransId="{0461EE78-63A4-42B5-BFEE-DB358144F49C}"/>
    <dgm:cxn modelId="{C911FB62-1B1B-4A11-A9B9-58AB34AF4AB8}" srcId="{AF09BEC9-0B4A-4265-BEEC-EE5432A9DC13}" destId="{6CAC7590-1197-4DD3-8913-3A90CA4846E3}" srcOrd="1" destOrd="0" parTransId="{31C18997-BABF-4D63-A8D5-884804A283B3}" sibTransId="{4E594246-D54F-44A0-A5D1-F7C649CB10F9}"/>
    <dgm:cxn modelId="{6309C449-0785-4235-86A4-F4FADA960072}" type="presOf" srcId="{AB20F76C-2ADA-4588-8684-A3C0DA118DFF}" destId="{290E6260-944A-4D43-8C1A-464E7D417A9D}" srcOrd="0" destOrd="1" presId="urn:microsoft.com/office/officeart/2005/8/layout/list1"/>
    <dgm:cxn modelId="{BF85076D-D5C0-44B2-BDE9-06B5DACB23A7}" type="presOf" srcId="{B358DDF5-2E03-467F-BBB9-3328EA1FECFC}" destId="{74DA8D39-C3F0-4B95-9AB4-242647F75066}" srcOrd="0" destOrd="1" presId="urn:microsoft.com/office/officeart/2005/8/layout/list1"/>
    <dgm:cxn modelId="{EC3C984D-D40F-4779-BD22-CFE234E19198}" type="presOf" srcId="{AF09BEC9-0B4A-4265-BEEC-EE5432A9DC13}" destId="{E61020E9-15F6-4C5C-B985-8A58A9D1D557}" srcOrd="1" destOrd="0" presId="urn:microsoft.com/office/officeart/2005/8/layout/list1"/>
    <dgm:cxn modelId="{EE0D1870-B4B0-439B-84D6-B559583D7E3D}" type="presOf" srcId="{430DA733-065A-4D96-8340-535B6815E2B5}" destId="{290E6260-944A-4D43-8C1A-464E7D417A9D}" srcOrd="0" destOrd="0" presId="urn:microsoft.com/office/officeart/2005/8/layout/list1"/>
    <dgm:cxn modelId="{D7DA0D51-599E-4CED-8172-D6454D42DF8C}" type="presOf" srcId="{474961A8-971F-4226-8F06-CA86F6CFE902}" destId="{74DA8D39-C3F0-4B95-9AB4-242647F75066}" srcOrd="0" destOrd="0" presId="urn:microsoft.com/office/officeart/2005/8/layout/list1"/>
    <dgm:cxn modelId="{0C698655-80DE-4019-8397-D57B67BE29C4}" type="presOf" srcId="{4B9152F5-9967-4F26-9F1B-639B0951B229}" destId="{33687B50-2B49-4373-A42E-5B0B863BA4BA}" srcOrd="1" destOrd="0" presId="urn:microsoft.com/office/officeart/2005/8/layout/list1"/>
    <dgm:cxn modelId="{FF08007C-03BB-48E2-B876-97DC3808CA64}" srcId="{E0E96396-45CC-40C2-BC36-31492861004D}" destId="{AF09BEC9-0B4A-4265-BEEC-EE5432A9DC13}" srcOrd="0" destOrd="0" parTransId="{386035BC-BE39-4AB9-BF71-FAB4B7359089}" sibTransId="{61A847E4-1784-491D-9C95-64A1C1E9488C}"/>
    <dgm:cxn modelId="{BA43AC89-04CA-49E3-8FEF-3D25509D06FF}" type="presOf" srcId="{B93D871E-8CCC-40AF-903C-58C133EFE21A}" destId="{290E6260-944A-4D43-8C1A-464E7D417A9D}" srcOrd="0" destOrd="2" presId="urn:microsoft.com/office/officeart/2005/8/layout/list1"/>
    <dgm:cxn modelId="{25267F96-39C3-4268-97E9-27A7B9418CB7}" srcId="{E0E96396-45CC-40C2-BC36-31492861004D}" destId="{B778A512-13A2-4CA0-9C9E-2097BD8A0789}" srcOrd="1" destOrd="0" parTransId="{0B351477-C704-4143-9220-AB0715439A35}" sibTransId="{E94F84A4-B03A-4BFA-88C0-601EA341C2FF}"/>
    <dgm:cxn modelId="{0F42B8BC-9C91-487E-B8D5-F9A04F5BC30B}" srcId="{AF09BEC9-0B4A-4265-BEEC-EE5432A9DC13}" destId="{0AB789C1-1210-4A6F-89FA-A7ABDF764E4C}" srcOrd="0" destOrd="0" parTransId="{B7CC4D13-0060-4D58-BB0A-79E0D5F88319}" sibTransId="{2A5D95BC-179A-493E-B2E7-9261137C49ED}"/>
    <dgm:cxn modelId="{E61C8DD5-3431-44C9-AACA-294C4A1DC249}" srcId="{B778A512-13A2-4CA0-9C9E-2097BD8A0789}" destId="{474961A8-971F-4226-8F06-CA86F6CFE902}" srcOrd="0" destOrd="0" parTransId="{46C257CB-3B22-4FC3-846A-90ACA7F31649}" sibTransId="{79EEEC8D-C592-4BDE-8DD3-037D049F9BA7}"/>
    <dgm:cxn modelId="{A8D07FE1-27CB-4B70-805E-70263906D82C}" type="presOf" srcId="{AF09BEC9-0B4A-4265-BEEC-EE5432A9DC13}" destId="{8B9C31A6-7AED-4D5C-AA6C-C31FED213945}" srcOrd="0" destOrd="0" presId="urn:microsoft.com/office/officeart/2005/8/layout/list1"/>
    <dgm:cxn modelId="{544BDAE4-04A1-4AFE-A770-13B117A9667F}" type="presOf" srcId="{4B9152F5-9967-4F26-9F1B-639B0951B229}" destId="{DC70D625-F334-47FF-AFC6-E686A2EC25CD}" srcOrd="0" destOrd="0" presId="urn:microsoft.com/office/officeart/2005/8/layout/list1"/>
    <dgm:cxn modelId="{16E339E9-FE12-4D8A-B02C-C109FDA9BA24}" srcId="{4B9152F5-9967-4F26-9F1B-639B0951B229}" destId="{430DA733-065A-4D96-8340-535B6815E2B5}" srcOrd="0" destOrd="0" parTransId="{394D4221-6A18-41E3-83C0-45D4E8967BB3}" sibTransId="{E2FBB130-CC07-4620-BBA1-206BB4639D46}"/>
    <dgm:cxn modelId="{20673EEA-5CE9-4C89-9135-563C068C344A}" type="presOf" srcId="{0AB789C1-1210-4A6F-89FA-A7ABDF764E4C}" destId="{128FFC8F-BF67-4510-B55D-B1770DC9200B}" srcOrd="0" destOrd="0" presId="urn:microsoft.com/office/officeart/2005/8/layout/list1"/>
    <dgm:cxn modelId="{986E77FE-3EAE-40B0-B78F-93633ED66755}" srcId="{E0E96396-45CC-40C2-BC36-31492861004D}" destId="{4B9152F5-9967-4F26-9F1B-639B0951B229}" srcOrd="2" destOrd="0" parTransId="{0952D231-8F33-4FA7-94CA-E3384B4A2EF7}" sibTransId="{8CE89F4B-A163-402D-8CF9-9B7C6B38DE8E}"/>
    <dgm:cxn modelId="{508B412B-A382-4CEE-8A6D-CCADFE55A393}" type="presParOf" srcId="{98823655-7B78-4D98-9A28-4381A7D5771B}" destId="{8142C70A-0961-4EE4-9679-1EDFD6704807}" srcOrd="0" destOrd="0" presId="urn:microsoft.com/office/officeart/2005/8/layout/list1"/>
    <dgm:cxn modelId="{7F445DE5-5E0C-47B9-8FEA-05A8BB236DAA}" type="presParOf" srcId="{8142C70A-0961-4EE4-9679-1EDFD6704807}" destId="{8B9C31A6-7AED-4D5C-AA6C-C31FED213945}" srcOrd="0" destOrd="0" presId="urn:microsoft.com/office/officeart/2005/8/layout/list1"/>
    <dgm:cxn modelId="{D3944DC0-01EE-402F-ADC6-BBF5868C0C98}" type="presParOf" srcId="{8142C70A-0961-4EE4-9679-1EDFD6704807}" destId="{E61020E9-15F6-4C5C-B985-8A58A9D1D557}" srcOrd="1" destOrd="0" presId="urn:microsoft.com/office/officeart/2005/8/layout/list1"/>
    <dgm:cxn modelId="{DB077D36-B122-4EB5-8458-6320415B5F39}" type="presParOf" srcId="{98823655-7B78-4D98-9A28-4381A7D5771B}" destId="{C809BD26-F9BF-4851-8B27-F3DFE89EB3BC}" srcOrd="1" destOrd="0" presId="urn:microsoft.com/office/officeart/2005/8/layout/list1"/>
    <dgm:cxn modelId="{DDAF1DF4-5007-4131-99B4-FA792403691A}" type="presParOf" srcId="{98823655-7B78-4D98-9A28-4381A7D5771B}" destId="{128FFC8F-BF67-4510-B55D-B1770DC9200B}" srcOrd="2" destOrd="0" presId="urn:microsoft.com/office/officeart/2005/8/layout/list1"/>
    <dgm:cxn modelId="{E677D75E-A8CA-4A0E-92E6-18127BC56CB5}" type="presParOf" srcId="{98823655-7B78-4D98-9A28-4381A7D5771B}" destId="{16654ED0-6332-47F5-8F73-A3AEE521A63B}" srcOrd="3" destOrd="0" presId="urn:microsoft.com/office/officeart/2005/8/layout/list1"/>
    <dgm:cxn modelId="{CE5C7E8C-617E-4F3E-8E8E-FC0A17256001}" type="presParOf" srcId="{98823655-7B78-4D98-9A28-4381A7D5771B}" destId="{B2360AB4-5570-4D39-8A9D-E62A6260329F}" srcOrd="4" destOrd="0" presId="urn:microsoft.com/office/officeart/2005/8/layout/list1"/>
    <dgm:cxn modelId="{4FD10100-2624-433D-B65D-4D879755071C}" type="presParOf" srcId="{B2360AB4-5570-4D39-8A9D-E62A6260329F}" destId="{7B8FEE43-788A-4996-B8C2-B508EE6321EE}" srcOrd="0" destOrd="0" presId="urn:microsoft.com/office/officeart/2005/8/layout/list1"/>
    <dgm:cxn modelId="{A8EACDF0-0C8F-45D1-80BC-7E4744126D2D}" type="presParOf" srcId="{B2360AB4-5570-4D39-8A9D-E62A6260329F}" destId="{FF85CD98-158C-4781-A704-AC42FDE304C4}" srcOrd="1" destOrd="0" presId="urn:microsoft.com/office/officeart/2005/8/layout/list1"/>
    <dgm:cxn modelId="{24219427-D268-4FE6-9ABF-59716D2A1B9F}" type="presParOf" srcId="{98823655-7B78-4D98-9A28-4381A7D5771B}" destId="{DF14BEE1-8655-4A49-82AB-FB6D3E4F3C21}" srcOrd="5" destOrd="0" presId="urn:microsoft.com/office/officeart/2005/8/layout/list1"/>
    <dgm:cxn modelId="{EFA2C209-B811-493C-865C-33B197681722}" type="presParOf" srcId="{98823655-7B78-4D98-9A28-4381A7D5771B}" destId="{74DA8D39-C3F0-4B95-9AB4-242647F75066}" srcOrd="6" destOrd="0" presId="urn:microsoft.com/office/officeart/2005/8/layout/list1"/>
    <dgm:cxn modelId="{67A85B98-AE28-4DD5-A2CC-9AA2A1C2723A}" type="presParOf" srcId="{98823655-7B78-4D98-9A28-4381A7D5771B}" destId="{2974BE76-97A7-4D97-BB8A-3DE4B416443B}" srcOrd="7" destOrd="0" presId="urn:microsoft.com/office/officeart/2005/8/layout/list1"/>
    <dgm:cxn modelId="{B4698CE8-100B-4FFF-B4B1-7B55BF46AAA3}" type="presParOf" srcId="{98823655-7B78-4D98-9A28-4381A7D5771B}" destId="{D2773358-5AEF-4B4D-9F7D-5AA4D5544BC2}" srcOrd="8" destOrd="0" presId="urn:microsoft.com/office/officeart/2005/8/layout/list1"/>
    <dgm:cxn modelId="{D76CB969-7E1E-49FC-B8BA-E030DD561B9A}" type="presParOf" srcId="{D2773358-5AEF-4B4D-9F7D-5AA4D5544BC2}" destId="{DC70D625-F334-47FF-AFC6-E686A2EC25CD}" srcOrd="0" destOrd="0" presId="urn:microsoft.com/office/officeart/2005/8/layout/list1"/>
    <dgm:cxn modelId="{EE38EB1C-93E8-4DB2-BFDD-A24027C483E0}" type="presParOf" srcId="{D2773358-5AEF-4B4D-9F7D-5AA4D5544BC2}" destId="{33687B50-2B49-4373-A42E-5B0B863BA4BA}" srcOrd="1" destOrd="0" presId="urn:microsoft.com/office/officeart/2005/8/layout/list1"/>
    <dgm:cxn modelId="{2306B1F9-6D91-488F-B414-DA2FA1700905}" type="presParOf" srcId="{98823655-7B78-4D98-9A28-4381A7D5771B}" destId="{3729DB5B-9C6D-45F1-9A73-6AF0B120D04A}" srcOrd="9" destOrd="0" presId="urn:microsoft.com/office/officeart/2005/8/layout/list1"/>
    <dgm:cxn modelId="{D5C8827E-A918-4F8A-9D26-E31DF957890E}" type="presParOf" srcId="{98823655-7B78-4D98-9A28-4381A7D5771B}" destId="{290E6260-944A-4D43-8C1A-464E7D417A9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C938BC2-29D0-4BC0-AB95-8DD38D10C299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zh-CN" altLang="en-US"/>
        </a:p>
      </dgm:t>
    </dgm:pt>
    <dgm:pt modelId="{0068BEAA-4BCB-4751-B5A5-D18B94A31FAB}">
      <dgm:prSet/>
      <dgm:spPr/>
      <dgm:t>
        <a:bodyPr/>
        <a:lstStyle/>
        <a:p>
          <a:r>
            <a:rPr lang="zh-CN" b="1" i="0"/>
            <a:t>核心功能</a:t>
          </a:r>
          <a:r>
            <a:rPr lang="zh-CN" b="0" i="0"/>
            <a:t>​</a:t>
          </a:r>
          <a:endParaRPr lang="zh-CN"/>
        </a:p>
      </dgm:t>
    </dgm:pt>
    <dgm:pt modelId="{763B30EF-AE4B-4D2C-866C-C4C567FFE2D3}" type="parTrans" cxnId="{709384BB-8442-4BE1-9199-28BCAEBA98D1}">
      <dgm:prSet/>
      <dgm:spPr/>
      <dgm:t>
        <a:bodyPr/>
        <a:lstStyle/>
        <a:p>
          <a:endParaRPr lang="zh-CN" altLang="en-US"/>
        </a:p>
      </dgm:t>
    </dgm:pt>
    <dgm:pt modelId="{7D576D8D-57D4-4742-8844-179637E91DFB}" type="sibTrans" cxnId="{709384BB-8442-4BE1-9199-28BCAEBA98D1}">
      <dgm:prSet/>
      <dgm:spPr/>
      <dgm:t>
        <a:bodyPr/>
        <a:lstStyle/>
        <a:p>
          <a:endParaRPr lang="zh-CN" altLang="en-US"/>
        </a:p>
      </dgm:t>
    </dgm:pt>
    <dgm:pt modelId="{9802A92A-1D4A-4BC4-98D0-47CFA3A7BBBE}">
      <dgm:prSet/>
      <dgm:spPr/>
      <dgm:t>
        <a:bodyPr/>
        <a:lstStyle/>
        <a:p>
          <a:r>
            <a:rPr lang="zh-CN" b="0" i="0" dirty="0"/>
            <a:t>读取增量式编码器</a:t>
          </a:r>
          <a:r>
            <a:rPr lang="en-US" b="1" i="0" dirty="0"/>
            <a:t>A/B </a:t>
          </a:r>
          <a:r>
            <a:rPr lang="zh-CN" b="1" i="0" dirty="0"/>
            <a:t>相脉冲</a:t>
          </a:r>
          <a:r>
            <a:rPr lang="zh-CN" b="0" i="0" dirty="0"/>
            <a:t>，计算电机</a:t>
          </a:r>
          <a:r>
            <a:rPr lang="zh-CN" b="1" i="0" dirty="0"/>
            <a:t>转速 </a:t>
          </a:r>
          <a:r>
            <a:rPr lang="en-US" b="1" i="0" dirty="0"/>
            <a:t>/ </a:t>
          </a:r>
          <a:r>
            <a:rPr lang="zh-CN" b="1" i="0" dirty="0"/>
            <a:t>位置</a:t>
          </a:r>
          <a:r>
            <a:rPr lang="zh-CN" b="0" i="0" dirty="0"/>
            <a:t>。​</a:t>
          </a:r>
          <a:endParaRPr lang="zh-CN" dirty="0"/>
        </a:p>
      </dgm:t>
    </dgm:pt>
    <dgm:pt modelId="{C418CFBF-0EFA-4D1C-B503-40DB649E2B92}" type="parTrans" cxnId="{FC3ED9F2-6D63-425B-9BB6-6541B1685656}">
      <dgm:prSet/>
      <dgm:spPr/>
      <dgm:t>
        <a:bodyPr/>
        <a:lstStyle/>
        <a:p>
          <a:endParaRPr lang="zh-CN" altLang="en-US"/>
        </a:p>
      </dgm:t>
    </dgm:pt>
    <dgm:pt modelId="{1670A566-D375-41F0-9CC3-1CC6C8353F3A}" type="sibTrans" cxnId="{FC3ED9F2-6D63-425B-9BB6-6541B1685656}">
      <dgm:prSet/>
      <dgm:spPr/>
      <dgm:t>
        <a:bodyPr/>
        <a:lstStyle/>
        <a:p>
          <a:endParaRPr lang="zh-CN" altLang="en-US"/>
        </a:p>
      </dgm:t>
    </dgm:pt>
    <dgm:pt modelId="{9D641B34-347E-4BB1-A3BB-9F855EC4C841}">
      <dgm:prSet/>
      <dgm:spPr/>
      <dgm:t>
        <a:bodyPr/>
        <a:lstStyle/>
        <a:p>
          <a:r>
            <a:rPr lang="zh-CN" b="0" i="0"/>
            <a:t>支持正反转方向判断（</a:t>
          </a:r>
          <a:r>
            <a:rPr lang="en-US" b="0" i="0"/>
            <a:t>A </a:t>
          </a:r>
          <a:r>
            <a:rPr lang="zh-CN" b="0" i="0"/>
            <a:t>相超前 </a:t>
          </a:r>
          <a:r>
            <a:rPr lang="en-US" b="0" i="0"/>
            <a:t>B </a:t>
          </a:r>
          <a:r>
            <a:rPr lang="zh-CN" b="0" i="0"/>
            <a:t>相→正转，反之→反转）。​</a:t>
          </a:r>
          <a:endParaRPr lang="zh-CN"/>
        </a:p>
      </dgm:t>
    </dgm:pt>
    <dgm:pt modelId="{F42B877E-C2F5-4C96-8720-E36CFF2F77FB}" type="parTrans" cxnId="{8891AA78-6296-4517-BB8F-203C840BC9B1}">
      <dgm:prSet/>
      <dgm:spPr/>
      <dgm:t>
        <a:bodyPr/>
        <a:lstStyle/>
        <a:p>
          <a:endParaRPr lang="zh-CN" altLang="en-US"/>
        </a:p>
      </dgm:t>
    </dgm:pt>
    <dgm:pt modelId="{36F74382-687F-4D41-B3EC-EE83160FC46A}" type="sibTrans" cxnId="{8891AA78-6296-4517-BB8F-203C840BC9B1}">
      <dgm:prSet/>
      <dgm:spPr/>
      <dgm:t>
        <a:bodyPr/>
        <a:lstStyle/>
        <a:p>
          <a:endParaRPr lang="zh-CN" altLang="en-US"/>
        </a:p>
      </dgm:t>
    </dgm:pt>
    <dgm:pt modelId="{10C0A5BC-C243-4653-9D54-AED10BC05C17}">
      <dgm:prSet/>
      <dgm:spPr/>
      <dgm:t>
        <a:bodyPr/>
        <a:lstStyle/>
        <a:p>
          <a:r>
            <a:rPr lang="zh-CN" b="1" i="0"/>
            <a:t>典型应用</a:t>
          </a:r>
          <a:r>
            <a:rPr lang="zh-CN" b="0" i="0"/>
            <a:t>​</a:t>
          </a:r>
          <a:endParaRPr lang="zh-CN"/>
        </a:p>
      </dgm:t>
    </dgm:pt>
    <dgm:pt modelId="{21CB66F9-EF18-4396-A9D7-8AFD538F308C}" type="parTrans" cxnId="{1FC03F92-656F-4A20-906E-E1043D1EC408}">
      <dgm:prSet/>
      <dgm:spPr/>
      <dgm:t>
        <a:bodyPr/>
        <a:lstStyle/>
        <a:p>
          <a:endParaRPr lang="zh-CN" altLang="en-US"/>
        </a:p>
      </dgm:t>
    </dgm:pt>
    <dgm:pt modelId="{2EF90ABD-70D5-4ED7-860C-B49A65CD1A40}" type="sibTrans" cxnId="{1FC03F92-656F-4A20-906E-E1043D1EC408}">
      <dgm:prSet/>
      <dgm:spPr/>
      <dgm:t>
        <a:bodyPr/>
        <a:lstStyle/>
        <a:p>
          <a:endParaRPr lang="zh-CN" altLang="en-US"/>
        </a:p>
      </dgm:t>
    </dgm:pt>
    <dgm:pt modelId="{C3B7E735-92E4-46E9-A553-DC391D59BDBB}">
      <dgm:prSet/>
      <dgm:spPr/>
      <dgm:t>
        <a:bodyPr/>
        <a:lstStyle/>
        <a:p>
          <a:r>
            <a:rPr lang="zh-CN" b="0" i="0" dirty="0"/>
            <a:t>闭环速度控制（如无人机电机转速稳定）。​</a:t>
          </a:r>
          <a:endParaRPr lang="zh-CN" dirty="0"/>
        </a:p>
      </dgm:t>
    </dgm:pt>
    <dgm:pt modelId="{864DBBCC-AB49-413F-853E-6BC5DDC14968}" type="parTrans" cxnId="{E3BB4ED1-5F0F-4E9D-B63B-F7DA05BB7635}">
      <dgm:prSet/>
      <dgm:spPr/>
      <dgm:t>
        <a:bodyPr/>
        <a:lstStyle/>
        <a:p>
          <a:endParaRPr lang="zh-CN" altLang="en-US"/>
        </a:p>
      </dgm:t>
    </dgm:pt>
    <dgm:pt modelId="{D630B7E3-0729-4E84-B956-0909394150CD}" type="sibTrans" cxnId="{E3BB4ED1-5F0F-4E9D-B63B-F7DA05BB7635}">
      <dgm:prSet/>
      <dgm:spPr/>
      <dgm:t>
        <a:bodyPr/>
        <a:lstStyle/>
        <a:p>
          <a:endParaRPr lang="zh-CN" altLang="en-US"/>
        </a:p>
      </dgm:t>
    </dgm:pt>
    <dgm:pt modelId="{C9CEE53F-19A3-4369-9C26-BC3E7583F3B4}">
      <dgm:prSet/>
      <dgm:spPr/>
      <dgm:t>
        <a:bodyPr/>
        <a:lstStyle/>
        <a:p>
          <a:r>
            <a:rPr lang="zh-CN" b="0" i="0" dirty="0"/>
            <a:t>精准定位（如 </a:t>
          </a:r>
          <a:r>
            <a:rPr lang="en-US" b="0" i="0" dirty="0"/>
            <a:t>3D </a:t>
          </a:r>
          <a:r>
            <a:rPr lang="zh-CN" b="0" i="0" dirty="0"/>
            <a:t>打印机喷头位置控制）。</a:t>
          </a:r>
          <a:endParaRPr lang="zh-CN" dirty="0"/>
        </a:p>
      </dgm:t>
    </dgm:pt>
    <dgm:pt modelId="{83A33A9D-38D6-4BCE-8969-E57AECD1D7C6}" type="parTrans" cxnId="{DEE5D5F5-BF13-4819-8360-CD14C39AE09D}">
      <dgm:prSet/>
      <dgm:spPr/>
      <dgm:t>
        <a:bodyPr/>
        <a:lstStyle/>
        <a:p>
          <a:endParaRPr lang="zh-CN" altLang="en-US"/>
        </a:p>
      </dgm:t>
    </dgm:pt>
    <dgm:pt modelId="{CF5B07C0-4FAB-4A22-8EF1-CE783088D59B}" type="sibTrans" cxnId="{DEE5D5F5-BF13-4819-8360-CD14C39AE09D}">
      <dgm:prSet/>
      <dgm:spPr/>
      <dgm:t>
        <a:bodyPr/>
        <a:lstStyle/>
        <a:p>
          <a:endParaRPr lang="zh-CN" altLang="en-US"/>
        </a:p>
      </dgm:t>
    </dgm:pt>
    <dgm:pt modelId="{B174AFC1-6B10-4321-BCFF-E7950E335BCA}" type="pres">
      <dgm:prSet presAssocID="{7C938BC2-29D0-4BC0-AB95-8DD38D10C299}" presName="linear" presStyleCnt="0">
        <dgm:presLayoutVars>
          <dgm:dir/>
          <dgm:animLvl val="lvl"/>
          <dgm:resizeHandles val="exact"/>
        </dgm:presLayoutVars>
      </dgm:prSet>
      <dgm:spPr/>
    </dgm:pt>
    <dgm:pt modelId="{15CBA066-917D-405C-8907-1D8CD523415C}" type="pres">
      <dgm:prSet presAssocID="{0068BEAA-4BCB-4751-B5A5-D18B94A31FAB}" presName="parentLin" presStyleCnt="0"/>
      <dgm:spPr/>
    </dgm:pt>
    <dgm:pt modelId="{3EB6A8F3-BBCC-4419-AEFC-3B56545946B2}" type="pres">
      <dgm:prSet presAssocID="{0068BEAA-4BCB-4751-B5A5-D18B94A31FAB}" presName="parentLeftMargin" presStyleLbl="node1" presStyleIdx="0" presStyleCnt="2"/>
      <dgm:spPr/>
    </dgm:pt>
    <dgm:pt modelId="{FCBDD919-397B-424F-9B7C-61186CEB8845}" type="pres">
      <dgm:prSet presAssocID="{0068BEAA-4BCB-4751-B5A5-D18B94A31FA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6F67081-682B-4E5E-B5CF-EE1183BD9615}" type="pres">
      <dgm:prSet presAssocID="{0068BEAA-4BCB-4751-B5A5-D18B94A31FAB}" presName="negativeSpace" presStyleCnt="0"/>
      <dgm:spPr/>
    </dgm:pt>
    <dgm:pt modelId="{9309AFA4-6648-437B-949F-9AD4AF0E58B8}" type="pres">
      <dgm:prSet presAssocID="{0068BEAA-4BCB-4751-B5A5-D18B94A31FAB}" presName="childText" presStyleLbl="conFgAcc1" presStyleIdx="0" presStyleCnt="2">
        <dgm:presLayoutVars>
          <dgm:bulletEnabled val="1"/>
        </dgm:presLayoutVars>
      </dgm:prSet>
      <dgm:spPr/>
    </dgm:pt>
    <dgm:pt modelId="{49407576-43C3-45F2-938F-2F5AA11038FB}" type="pres">
      <dgm:prSet presAssocID="{7D576D8D-57D4-4742-8844-179637E91DFB}" presName="spaceBetweenRectangles" presStyleCnt="0"/>
      <dgm:spPr/>
    </dgm:pt>
    <dgm:pt modelId="{29BD4D39-DEEA-42D8-B491-F80BCFA9F1F6}" type="pres">
      <dgm:prSet presAssocID="{10C0A5BC-C243-4653-9D54-AED10BC05C17}" presName="parentLin" presStyleCnt="0"/>
      <dgm:spPr/>
    </dgm:pt>
    <dgm:pt modelId="{9EE9E858-E518-44BB-B644-2B57B6772B0D}" type="pres">
      <dgm:prSet presAssocID="{10C0A5BC-C243-4653-9D54-AED10BC05C17}" presName="parentLeftMargin" presStyleLbl="node1" presStyleIdx="0" presStyleCnt="2"/>
      <dgm:spPr/>
    </dgm:pt>
    <dgm:pt modelId="{234FADBB-0B50-4DAC-8CDD-9E5809825F9D}" type="pres">
      <dgm:prSet presAssocID="{10C0A5BC-C243-4653-9D54-AED10BC05C1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29D5E56-2A67-47FC-945A-E20BA8CA9231}" type="pres">
      <dgm:prSet presAssocID="{10C0A5BC-C243-4653-9D54-AED10BC05C17}" presName="negativeSpace" presStyleCnt="0"/>
      <dgm:spPr/>
    </dgm:pt>
    <dgm:pt modelId="{2E2157C3-8986-4EAA-872E-E27A13B6FB46}" type="pres">
      <dgm:prSet presAssocID="{10C0A5BC-C243-4653-9D54-AED10BC05C1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4194226-7099-41BF-A1D5-C5F26E772C7F}" type="presOf" srcId="{10C0A5BC-C243-4653-9D54-AED10BC05C17}" destId="{9EE9E858-E518-44BB-B644-2B57B6772B0D}" srcOrd="0" destOrd="0" presId="urn:microsoft.com/office/officeart/2005/8/layout/list1"/>
    <dgm:cxn modelId="{51EBEE34-2F39-4C56-829F-685F72392181}" type="presOf" srcId="{10C0A5BC-C243-4653-9D54-AED10BC05C17}" destId="{234FADBB-0B50-4DAC-8CDD-9E5809825F9D}" srcOrd="1" destOrd="0" presId="urn:microsoft.com/office/officeart/2005/8/layout/list1"/>
    <dgm:cxn modelId="{7F37ED3A-0709-4800-BAED-D970FFB96794}" type="presOf" srcId="{C3B7E735-92E4-46E9-A553-DC391D59BDBB}" destId="{2E2157C3-8986-4EAA-872E-E27A13B6FB46}" srcOrd="0" destOrd="0" presId="urn:microsoft.com/office/officeart/2005/8/layout/list1"/>
    <dgm:cxn modelId="{5536095E-0310-467C-A8FD-3FE130CC7B9E}" type="presOf" srcId="{9D641B34-347E-4BB1-A3BB-9F855EC4C841}" destId="{9309AFA4-6648-437B-949F-9AD4AF0E58B8}" srcOrd="0" destOrd="1" presId="urn:microsoft.com/office/officeart/2005/8/layout/list1"/>
    <dgm:cxn modelId="{AF354660-B652-4DA2-8B13-24C5D2551308}" type="presOf" srcId="{0068BEAA-4BCB-4751-B5A5-D18B94A31FAB}" destId="{FCBDD919-397B-424F-9B7C-61186CEB8845}" srcOrd="1" destOrd="0" presId="urn:microsoft.com/office/officeart/2005/8/layout/list1"/>
    <dgm:cxn modelId="{59A5F767-ED03-4EF0-9D54-16DF03CF823A}" type="presOf" srcId="{7C938BC2-29D0-4BC0-AB95-8DD38D10C299}" destId="{B174AFC1-6B10-4321-BCFF-E7950E335BCA}" srcOrd="0" destOrd="0" presId="urn:microsoft.com/office/officeart/2005/8/layout/list1"/>
    <dgm:cxn modelId="{8891AA78-6296-4517-BB8F-203C840BC9B1}" srcId="{0068BEAA-4BCB-4751-B5A5-D18B94A31FAB}" destId="{9D641B34-347E-4BB1-A3BB-9F855EC4C841}" srcOrd="1" destOrd="0" parTransId="{F42B877E-C2F5-4C96-8720-E36CFF2F77FB}" sibTransId="{36F74382-687F-4D41-B3EC-EE83160FC46A}"/>
    <dgm:cxn modelId="{1FC03F92-656F-4A20-906E-E1043D1EC408}" srcId="{7C938BC2-29D0-4BC0-AB95-8DD38D10C299}" destId="{10C0A5BC-C243-4653-9D54-AED10BC05C17}" srcOrd="1" destOrd="0" parTransId="{21CB66F9-EF18-4396-A9D7-8AFD538F308C}" sibTransId="{2EF90ABD-70D5-4ED7-860C-B49A65CD1A40}"/>
    <dgm:cxn modelId="{19C7A599-E8A6-4E37-920E-6AE31AC59590}" type="presOf" srcId="{0068BEAA-4BCB-4751-B5A5-D18B94A31FAB}" destId="{3EB6A8F3-BBCC-4419-AEFC-3B56545946B2}" srcOrd="0" destOrd="0" presId="urn:microsoft.com/office/officeart/2005/8/layout/list1"/>
    <dgm:cxn modelId="{459042AA-A6CC-44FC-9094-48B5E4CE20B3}" type="presOf" srcId="{C9CEE53F-19A3-4369-9C26-BC3E7583F3B4}" destId="{2E2157C3-8986-4EAA-872E-E27A13B6FB46}" srcOrd="0" destOrd="1" presId="urn:microsoft.com/office/officeart/2005/8/layout/list1"/>
    <dgm:cxn modelId="{07D121B0-9FA8-4D12-AD3D-44649403D091}" type="presOf" srcId="{9802A92A-1D4A-4BC4-98D0-47CFA3A7BBBE}" destId="{9309AFA4-6648-437B-949F-9AD4AF0E58B8}" srcOrd="0" destOrd="0" presId="urn:microsoft.com/office/officeart/2005/8/layout/list1"/>
    <dgm:cxn modelId="{709384BB-8442-4BE1-9199-28BCAEBA98D1}" srcId="{7C938BC2-29D0-4BC0-AB95-8DD38D10C299}" destId="{0068BEAA-4BCB-4751-B5A5-D18B94A31FAB}" srcOrd="0" destOrd="0" parTransId="{763B30EF-AE4B-4D2C-866C-C4C567FFE2D3}" sibTransId="{7D576D8D-57D4-4742-8844-179637E91DFB}"/>
    <dgm:cxn modelId="{E3BB4ED1-5F0F-4E9D-B63B-F7DA05BB7635}" srcId="{10C0A5BC-C243-4653-9D54-AED10BC05C17}" destId="{C3B7E735-92E4-46E9-A553-DC391D59BDBB}" srcOrd="0" destOrd="0" parTransId="{864DBBCC-AB49-413F-853E-6BC5DDC14968}" sibTransId="{D630B7E3-0729-4E84-B956-0909394150CD}"/>
    <dgm:cxn modelId="{FC3ED9F2-6D63-425B-9BB6-6541B1685656}" srcId="{0068BEAA-4BCB-4751-B5A5-D18B94A31FAB}" destId="{9802A92A-1D4A-4BC4-98D0-47CFA3A7BBBE}" srcOrd="0" destOrd="0" parTransId="{C418CFBF-0EFA-4D1C-B503-40DB649E2B92}" sibTransId="{1670A566-D375-41F0-9CC3-1CC6C8353F3A}"/>
    <dgm:cxn modelId="{DEE5D5F5-BF13-4819-8360-CD14C39AE09D}" srcId="{10C0A5BC-C243-4653-9D54-AED10BC05C17}" destId="{C9CEE53F-19A3-4369-9C26-BC3E7583F3B4}" srcOrd="1" destOrd="0" parTransId="{83A33A9D-38D6-4BCE-8969-E57AECD1D7C6}" sibTransId="{CF5B07C0-4FAB-4A22-8EF1-CE783088D59B}"/>
    <dgm:cxn modelId="{26BD65A8-AA7B-42C1-BD7C-CA1F12A9CFC4}" type="presParOf" srcId="{B174AFC1-6B10-4321-BCFF-E7950E335BCA}" destId="{15CBA066-917D-405C-8907-1D8CD523415C}" srcOrd="0" destOrd="0" presId="urn:microsoft.com/office/officeart/2005/8/layout/list1"/>
    <dgm:cxn modelId="{70D91100-7774-4F58-9CD9-42BC06E63F6B}" type="presParOf" srcId="{15CBA066-917D-405C-8907-1D8CD523415C}" destId="{3EB6A8F3-BBCC-4419-AEFC-3B56545946B2}" srcOrd="0" destOrd="0" presId="urn:microsoft.com/office/officeart/2005/8/layout/list1"/>
    <dgm:cxn modelId="{F430A14B-F131-41CA-91E6-D9B9D2FA633E}" type="presParOf" srcId="{15CBA066-917D-405C-8907-1D8CD523415C}" destId="{FCBDD919-397B-424F-9B7C-61186CEB8845}" srcOrd="1" destOrd="0" presId="urn:microsoft.com/office/officeart/2005/8/layout/list1"/>
    <dgm:cxn modelId="{7F2AFEF4-CE36-49FD-A157-FB449B2BA078}" type="presParOf" srcId="{B174AFC1-6B10-4321-BCFF-E7950E335BCA}" destId="{46F67081-682B-4E5E-B5CF-EE1183BD9615}" srcOrd="1" destOrd="0" presId="urn:microsoft.com/office/officeart/2005/8/layout/list1"/>
    <dgm:cxn modelId="{59738964-019B-4ACC-AC8B-5A3C4CDBE59D}" type="presParOf" srcId="{B174AFC1-6B10-4321-BCFF-E7950E335BCA}" destId="{9309AFA4-6648-437B-949F-9AD4AF0E58B8}" srcOrd="2" destOrd="0" presId="urn:microsoft.com/office/officeart/2005/8/layout/list1"/>
    <dgm:cxn modelId="{27FCE111-CFDA-49E4-99F2-5A686CE95C92}" type="presParOf" srcId="{B174AFC1-6B10-4321-BCFF-E7950E335BCA}" destId="{49407576-43C3-45F2-938F-2F5AA11038FB}" srcOrd="3" destOrd="0" presId="urn:microsoft.com/office/officeart/2005/8/layout/list1"/>
    <dgm:cxn modelId="{C6C6F3A3-3EA7-4F0A-9C00-06468614D0E1}" type="presParOf" srcId="{B174AFC1-6B10-4321-BCFF-E7950E335BCA}" destId="{29BD4D39-DEEA-42D8-B491-F80BCFA9F1F6}" srcOrd="4" destOrd="0" presId="urn:microsoft.com/office/officeart/2005/8/layout/list1"/>
    <dgm:cxn modelId="{84968A36-7C4E-46D9-A16A-FE8C4072AD6E}" type="presParOf" srcId="{29BD4D39-DEEA-42D8-B491-F80BCFA9F1F6}" destId="{9EE9E858-E518-44BB-B644-2B57B6772B0D}" srcOrd="0" destOrd="0" presId="urn:microsoft.com/office/officeart/2005/8/layout/list1"/>
    <dgm:cxn modelId="{790725D3-7701-46C5-9F2C-528D2FDD3EF7}" type="presParOf" srcId="{29BD4D39-DEEA-42D8-B491-F80BCFA9F1F6}" destId="{234FADBB-0B50-4DAC-8CDD-9E5809825F9D}" srcOrd="1" destOrd="0" presId="urn:microsoft.com/office/officeart/2005/8/layout/list1"/>
    <dgm:cxn modelId="{07AF7167-3BD0-418B-96CF-05BFAA286078}" type="presParOf" srcId="{B174AFC1-6B10-4321-BCFF-E7950E335BCA}" destId="{229D5E56-2A67-47FC-945A-E20BA8CA9231}" srcOrd="5" destOrd="0" presId="urn:microsoft.com/office/officeart/2005/8/layout/list1"/>
    <dgm:cxn modelId="{4EE1E410-5A97-49E4-9D11-5A9B10845BA1}" type="presParOf" srcId="{B174AFC1-6B10-4321-BCFF-E7950E335BCA}" destId="{2E2157C3-8986-4EAA-872E-E27A13B6FB4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6501D7-96A7-4186-89C3-E992D9C04177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7D8CC213-1E0E-45E6-A632-2B26342563C9}">
      <dgm:prSet/>
      <dgm:spPr/>
      <dgm:t>
        <a:bodyPr/>
        <a:lstStyle/>
        <a:p>
          <a:r>
            <a:rPr lang="zh-CN" b="1" i="0"/>
            <a:t>核心功能</a:t>
          </a:r>
          <a:r>
            <a:rPr lang="zh-CN" b="0" i="0"/>
            <a:t>​</a:t>
          </a:r>
          <a:endParaRPr lang="zh-CN"/>
        </a:p>
      </dgm:t>
    </dgm:pt>
    <dgm:pt modelId="{C138F9AA-B183-4504-8714-0DB796EE5B16}" type="parTrans" cxnId="{A73024B9-81CB-4685-81E6-D27E45A1382B}">
      <dgm:prSet/>
      <dgm:spPr/>
      <dgm:t>
        <a:bodyPr/>
        <a:lstStyle/>
        <a:p>
          <a:endParaRPr lang="zh-CN" altLang="en-US"/>
        </a:p>
      </dgm:t>
    </dgm:pt>
    <dgm:pt modelId="{305B827E-57D4-44CC-B809-C99A7DFC9222}" type="sibTrans" cxnId="{A73024B9-81CB-4685-81E6-D27E45A1382B}">
      <dgm:prSet/>
      <dgm:spPr/>
      <dgm:t>
        <a:bodyPr/>
        <a:lstStyle/>
        <a:p>
          <a:endParaRPr lang="zh-CN" altLang="en-US"/>
        </a:p>
      </dgm:t>
    </dgm:pt>
    <dgm:pt modelId="{F4489193-DD70-49BB-89EC-246496A99AFC}">
      <dgm:prSet/>
      <dgm:spPr/>
      <dgm:t>
        <a:bodyPr/>
        <a:lstStyle/>
        <a:p>
          <a:r>
            <a:rPr lang="en-US" b="1" i="0" dirty="0"/>
            <a:t>USART</a:t>
          </a:r>
          <a:r>
            <a:rPr lang="zh-CN" b="0" i="0" dirty="0"/>
            <a:t>：</a:t>
          </a:r>
          <a:endParaRPr lang="zh-CN" dirty="0"/>
        </a:p>
      </dgm:t>
    </dgm:pt>
    <dgm:pt modelId="{164589AF-ED6A-4EDE-B0C8-537465945036}" type="parTrans" cxnId="{A1ED48ED-F252-4C68-9BE0-4E7FC80CFB6B}">
      <dgm:prSet/>
      <dgm:spPr/>
      <dgm:t>
        <a:bodyPr/>
        <a:lstStyle/>
        <a:p>
          <a:endParaRPr lang="zh-CN" altLang="en-US"/>
        </a:p>
      </dgm:t>
    </dgm:pt>
    <dgm:pt modelId="{62497471-F79C-4EE9-B0CD-FB2A8A42FEBB}" type="sibTrans" cxnId="{A1ED48ED-F252-4C68-9BE0-4E7FC80CFB6B}">
      <dgm:prSet/>
      <dgm:spPr/>
      <dgm:t>
        <a:bodyPr/>
        <a:lstStyle/>
        <a:p>
          <a:endParaRPr lang="zh-CN" altLang="en-US"/>
        </a:p>
      </dgm:t>
    </dgm:pt>
    <dgm:pt modelId="{6E4DF5E5-1F0E-483F-BAF7-32A089FC4949}">
      <dgm:prSet/>
      <dgm:spPr/>
      <dgm:t>
        <a:bodyPr/>
        <a:lstStyle/>
        <a:p>
          <a:r>
            <a:rPr lang="en-US" b="1" i="0" dirty="0"/>
            <a:t>SPI</a:t>
          </a:r>
          <a:r>
            <a:rPr lang="zh-CN" b="0" i="0" dirty="0"/>
            <a:t>：</a:t>
          </a:r>
          <a:endParaRPr lang="zh-CN" dirty="0"/>
        </a:p>
      </dgm:t>
    </dgm:pt>
    <dgm:pt modelId="{24243059-ADC6-4293-87CE-DD466BEC7E17}" type="parTrans" cxnId="{0650AC26-09AC-4C7A-B035-F8E0E8F4A54F}">
      <dgm:prSet/>
      <dgm:spPr/>
      <dgm:t>
        <a:bodyPr/>
        <a:lstStyle/>
        <a:p>
          <a:endParaRPr lang="zh-CN" altLang="en-US"/>
        </a:p>
      </dgm:t>
    </dgm:pt>
    <dgm:pt modelId="{C99FF653-B987-4ECF-A815-B7C009EC7AB9}" type="sibTrans" cxnId="{0650AC26-09AC-4C7A-B035-F8E0E8F4A54F}">
      <dgm:prSet/>
      <dgm:spPr/>
      <dgm:t>
        <a:bodyPr/>
        <a:lstStyle/>
        <a:p>
          <a:endParaRPr lang="zh-CN" altLang="en-US"/>
        </a:p>
      </dgm:t>
    </dgm:pt>
    <dgm:pt modelId="{16C0A490-63B3-4DE0-8881-6A3CDBAEC8CF}">
      <dgm:prSet/>
      <dgm:spPr/>
      <dgm:t>
        <a:bodyPr/>
        <a:lstStyle/>
        <a:p>
          <a:r>
            <a:rPr lang="en-US" b="1" i="0" dirty="0"/>
            <a:t>I2C</a:t>
          </a:r>
          <a:r>
            <a:rPr lang="zh-CN" b="0" i="0" dirty="0"/>
            <a:t>：</a:t>
          </a:r>
          <a:endParaRPr lang="zh-CN" dirty="0"/>
        </a:p>
      </dgm:t>
    </dgm:pt>
    <dgm:pt modelId="{04095129-B3C9-446B-8C99-B61D5A40CE6A}" type="parTrans" cxnId="{CD86ECD7-CC4A-4646-A042-3DEA6FEB5DFA}">
      <dgm:prSet/>
      <dgm:spPr/>
      <dgm:t>
        <a:bodyPr/>
        <a:lstStyle/>
        <a:p>
          <a:endParaRPr lang="zh-CN" altLang="en-US"/>
        </a:p>
      </dgm:t>
    </dgm:pt>
    <dgm:pt modelId="{7407DC53-03D3-4BE4-A616-4CE6C7340292}" type="sibTrans" cxnId="{CD86ECD7-CC4A-4646-A042-3DEA6FEB5DFA}">
      <dgm:prSet/>
      <dgm:spPr/>
      <dgm:t>
        <a:bodyPr/>
        <a:lstStyle/>
        <a:p>
          <a:endParaRPr lang="zh-CN" altLang="en-US"/>
        </a:p>
      </dgm:t>
    </dgm:pt>
    <dgm:pt modelId="{8B0424B9-D29D-498E-9D92-FC564A4F26BE}">
      <dgm:prSet/>
      <dgm:spPr/>
      <dgm:t>
        <a:bodyPr/>
        <a:lstStyle/>
        <a:p>
          <a:r>
            <a:rPr lang="zh-CN" b="0" i="0" dirty="0"/>
            <a:t>串口通信，连接蓝牙 </a:t>
          </a:r>
          <a:r>
            <a:rPr lang="en-US" b="0" i="0" dirty="0"/>
            <a:t>/ </a:t>
          </a:r>
          <a:r>
            <a:rPr lang="en-US" b="0" i="0" dirty="0" err="1"/>
            <a:t>WiFi</a:t>
          </a:r>
          <a:r>
            <a:rPr lang="en-US" b="0" i="0" dirty="0"/>
            <a:t> </a:t>
          </a:r>
          <a:r>
            <a:rPr lang="zh-CN" b="0" i="0" dirty="0"/>
            <a:t>模块实现远程控制（如手机 </a:t>
          </a:r>
          <a:r>
            <a:rPr lang="en-US" b="0" i="0" dirty="0"/>
            <a:t>APP </a:t>
          </a:r>
          <a:r>
            <a:rPr lang="zh-CN" b="0" i="0" dirty="0"/>
            <a:t>调转速）。​</a:t>
          </a:r>
          <a:endParaRPr lang="zh-CN" dirty="0"/>
        </a:p>
      </dgm:t>
    </dgm:pt>
    <dgm:pt modelId="{24720E66-6F00-41B2-9465-378AD156078D}" type="parTrans" cxnId="{CAE473B7-BF84-422A-83A2-4EE61E3C9FC3}">
      <dgm:prSet/>
      <dgm:spPr/>
      <dgm:t>
        <a:bodyPr/>
        <a:lstStyle/>
        <a:p>
          <a:endParaRPr lang="zh-CN" altLang="en-US"/>
        </a:p>
      </dgm:t>
    </dgm:pt>
    <dgm:pt modelId="{37658718-7AAC-4A91-8C69-803021E8990B}" type="sibTrans" cxnId="{CAE473B7-BF84-422A-83A2-4EE61E3C9FC3}">
      <dgm:prSet/>
      <dgm:spPr/>
      <dgm:t>
        <a:bodyPr/>
        <a:lstStyle/>
        <a:p>
          <a:endParaRPr lang="zh-CN" altLang="en-US"/>
        </a:p>
      </dgm:t>
    </dgm:pt>
    <dgm:pt modelId="{AC3E2D22-0692-4F18-A34A-4BC0623D09CF}">
      <dgm:prSet/>
      <dgm:spPr/>
      <dgm:t>
        <a:bodyPr/>
        <a:lstStyle/>
        <a:p>
          <a:r>
            <a:rPr lang="zh-CN" b="0" i="0" dirty="0"/>
            <a:t>高速通信，连接磁编码器（如 </a:t>
          </a:r>
          <a:r>
            <a:rPr lang="en-US" b="0" i="0" dirty="0"/>
            <a:t>AS5048A</a:t>
          </a:r>
          <a:r>
            <a:rPr lang="zh-CN" b="0" i="0" dirty="0"/>
            <a:t>）获取高精度位置数据。​</a:t>
          </a:r>
          <a:endParaRPr lang="zh-CN" dirty="0"/>
        </a:p>
      </dgm:t>
    </dgm:pt>
    <dgm:pt modelId="{4262A36E-C8F1-4F86-B3EB-0A0CEED004D6}" type="parTrans" cxnId="{EAE0D9DD-52A8-4DD4-B42E-2CAC5E73E508}">
      <dgm:prSet/>
      <dgm:spPr/>
      <dgm:t>
        <a:bodyPr/>
        <a:lstStyle/>
        <a:p>
          <a:endParaRPr lang="zh-CN" altLang="en-US"/>
        </a:p>
      </dgm:t>
    </dgm:pt>
    <dgm:pt modelId="{5211F8BC-3243-40CE-901F-D4174DF30632}" type="sibTrans" cxnId="{EAE0D9DD-52A8-4DD4-B42E-2CAC5E73E508}">
      <dgm:prSet/>
      <dgm:spPr/>
      <dgm:t>
        <a:bodyPr/>
        <a:lstStyle/>
        <a:p>
          <a:endParaRPr lang="zh-CN" altLang="en-US"/>
        </a:p>
      </dgm:t>
    </dgm:pt>
    <dgm:pt modelId="{4DB3145D-9719-4CBC-AFB3-243A1A44552F}">
      <dgm:prSet/>
      <dgm:spPr/>
      <dgm:t>
        <a:bodyPr/>
        <a:lstStyle/>
        <a:p>
          <a:r>
            <a:rPr lang="zh-CN" b="0" i="0"/>
            <a:t>多</a:t>
          </a:r>
          <a:r>
            <a:rPr lang="zh-CN" b="0" i="0" dirty="0"/>
            <a:t>设备低速通信，读取数字温度传感器（如 </a:t>
          </a:r>
          <a:r>
            <a:rPr lang="en-US" b="0" i="0" dirty="0"/>
            <a:t>DS18B20</a:t>
          </a:r>
          <a:r>
            <a:rPr lang="zh-CN" b="0" i="0" dirty="0"/>
            <a:t>）监测电机温升。</a:t>
          </a:r>
          <a:endParaRPr lang="zh-CN" dirty="0"/>
        </a:p>
      </dgm:t>
    </dgm:pt>
    <dgm:pt modelId="{9DCF349F-20B4-4B82-8684-A852C469ACBB}" type="parTrans" cxnId="{7E280195-C651-4948-B4A0-16962AAD60E3}">
      <dgm:prSet/>
      <dgm:spPr/>
      <dgm:t>
        <a:bodyPr/>
        <a:lstStyle/>
        <a:p>
          <a:endParaRPr lang="zh-CN" altLang="en-US"/>
        </a:p>
      </dgm:t>
    </dgm:pt>
    <dgm:pt modelId="{3D1D0388-6BBD-4FF0-9CE8-4EB1440595BE}" type="sibTrans" cxnId="{7E280195-C651-4948-B4A0-16962AAD60E3}">
      <dgm:prSet/>
      <dgm:spPr/>
      <dgm:t>
        <a:bodyPr/>
        <a:lstStyle/>
        <a:p>
          <a:endParaRPr lang="zh-CN" altLang="en-US"/>
        </a:p>
      </dgm:t>
    </dgm:pt>
    <dgm:pt modelId="{C97126F0-DB5E-43E5-8464-A1C0D016E6F8}" type="pres">
      <dgm:prSet presAssocID="{E66501D7-96A7-4186-89C3-E992D9C04177}" presName="Name0" presStyleCnt="0">
        <dgm:presLayoutVars>
          <dgm:dir/>
          <dgm:animLvl val="lvl"/>
          <dgm:resizeHandles val="exact"/>
        </dgm:presLayoutVars>
      </dgm:prSet>
      <dgm:spPr/>
    </dgm:pt>
    <dgm:pt modelId="{1B53224F-DC34-4543-9DB8-4D1ABF12567F}" type="pres">
      <dgm:prSet presAssocID="{7D8CC213-1E0E-45E6-A632-2B26342563C9}" presName="linNode" presStyleCnt="0"/>
      <dgm:spPr/>
    </dgm:pt>
    <dgm:pt modelId="{722ABA85-DBEB-40A2-B53E-FBA20C04D86F}" type="pres">
      <dgm:prSet presAssocID="{7D8CC213-1E0E-45E6-A632-2B26342563C9}" presName="parentText" presStyleLbl="node1" presStyleIdx="0" presStyleCnt="1" custScaleX="116221" custScaleY="91766">
        <dgm:presLayoutVars>
          <dgm:chMax val="1"/>
          <dgm:bulletEnabled val="1"/>
        </dgm:presLayoutVars>
      </dgm:prSet>
      <dgm:spPr/>
    </dgm:pt>
    <dgm:pt modelId="{CD35F006-01DD-4933-B06E-B1BD3245218B}" type="pres">
      <dgm:prSet presAssocID="{7D8CC213-1E0E-45E6-A632-2B26342563C9}" presName="descendantText" presStyleLbl="alignAccFollowNode1" presStyleIdx="0" presStyleCnt="1" custScaleX="366738">
        <dgm:presLayoutVars>
          <dgm:bulletEnabled val="1"/>
        </dgm:presLayoutVars>
      </dgm:prSet>
      <dgm:spPr/>
    </dgm:pt>
  </dgm:ptLst>
  <dgm:cxnLst>
    <dgm:cxn modelId="{D8948F00-188F-43AE-BFC7-A4CC6F7C2939}" type="presOf" srcId="{16C0A490-63B3-4DE0-8881-6A3CDBAEC8CF}" destId="{CD35F006-01DD-4933-B06E-B1BD3245218B}" srcOrd="0" destOrd="4" presId="urn:microsoft.com/office/officeart/2005/8/layout/vList5"/>
    <dgm:cxn modelId="{9FC16205-7FAA-4910-88B1-C408C10D78AA}" type="presOf" srcId="{8B0424B9-D29D-498E-9D92-FC564A4F26BE}" destId="{CD35F006-01DD-4933-B06E-B1BD3245218B}" srcOrd="0" destOrd="1" presId="urn:microsoft.com/office/officeart/2005/8/layout/vList5"/>
    <dgm:cxn modelId="{0650AC26-09AC-4C7A-B035-F8E0E8F4A54F}" srcId="{7D8CC213-1E0E-45E6-A632-2B26342563C9}" destId="{6E4DF5E5-1F0E-483F-BAF7-32A089FC4949}" srcOrd="1" destOrd="0" parTransId="{24243059-ADC6-4293-87CE-DD466BEC7E17}" sibTransId="{C99FF653-B987-4ECF-A815-B7C009EC7AB9}"/>
    <dgm:cxn modelId="{09F0BD26-09D1-4DF5-9C88-684362C9264D}" type="presOf" srcId="{6E4DF5E5-1F0E-483F-BAF7-32A089FC4949}" destId="{CD35F006-01DD-4933-B06E-B1BD3245218B}" srcOrd="0" destOrd="2" presId="urn:microsoft.com/office/officeart/2005/8/layout/vList5"/>
    <dgm:cxn modelId="{7E280195-C651-4948-B4A0-16962AAD60E3}" srcId="{16C0A490-63B3-4DE0-8881-6A3CDBAEC8CF}" destId="{4DB3145D-9719-4CBC-AFB3-243A1A44552F}" srcOrd="0" destOrd="0" parTransId="{9DCF349F-20B4-4B82-8684-A852C469ACBB}" sibTransId="{3D1D0388-6BBD-4FF0-9CE8-4EB1440595BE}"/>
    <dgm:cxn modelId="{CAE473B7-BF84-422A-83A2-4EE61E3C9FC3}" srcId="{F4489193-DD70-49BB-89EC-246496A99AFC}" destId="{8B0424B9-D29D-498E-9D92-FC564A4F26BE}" srcOrd="0" destOrd="0" parTransId="{24720E66-6F00-41B2-9465-378AD156078D}" sibTransId="{37658718-7AAC-4A91-8C69-803021E8990B}"/>
    <dgm:cxn modelId="{A73024B9-81CB-4685-81E6-D27E45A1382B}" srcId="{E66501D7-96A7-4186-89C3-E992D9C04177}" destId="{7D8CC213-1E0E-45E6-A632-2B26342563C9}" srcOrd="0" destOrd="0" parTransId="{C138F9AA-B183-4504-8714-0DB796EE5B16}" sibTransId="{305B827E-57D4-44CC-B809-C99A7DFC9222}"/>
    <dgm:cxn modelId="{0401FEB9-8609-470A-AF0E-2587F58F8395}" type="presOf" srcId="{7D8CC213-1E0E-45E6-A632-2B26342563C9}" destId="{722ABA85-DBEB-40A2-B53E-FBA20C04D86F}" srcOrd="0" destOrd="0" presId="urn:microsoft.com/office/officeart/2005/8/layout/vList5"/>
    <dgm:cxn modelId="{FE554CBD-11D3-46C8-8A1D-F256A59A4291}" type="presOf" srcId="{E66501D7-96A7-4186-89C3-E992D9C04177}" destId="{C97126F0-DB5E-43E5-8464-A1C0D016E6F8}" srcOrd="0" destOrd="0" presId="urn:microsoft.com/office/officeart/2005/8/layout/vList5"/>
    <dgm:cxn modelId="{F4A9F8C8-4176-462F-8260-DC69DFB1A4E9}" type="presOf" srcId="{4DB3145D-9719-4CBC-AFB3-243A1A44552F}" destId="{CD35F006-01DD-4933-B06E-B1BD3245218B}" srcOrd="0" destOrd="5" presId="urn:microsoft.com/office/officeart/2005/8/layout/vList5"/>
    <dgm:cxn modelId="{ED1810CA-0FA2-4010-B741-DB1AAB21076E}" type="presOf" srcId="{F4489193-DD70-49BB-89EC-246496A99AFC}" destId="{CD35F006-01DD-4933-B06E-B1BD3245218B}" srcOrd="0" destOrd="0" presId="urn:microsoft.com/office/officeart/2005/8/layout/vList5"/>
    <dgm:cxn modelId="{CD86ECD7-CC4A-4646-A042-3DEA6FEB5DFA}" srcId="{7D8CC213-1E0E-45E6-A632-2B26342563C9}" destId="{16C0A490-63B3-4DE0-8881-6A3CDBAEC8CF}" srcOrd="2" destOrd="0" parTransId="{04095129-B3C9-446B-8C99-B61D5A40CE6A}" sibTransId="{7407DC53-03D3-4BE4-A616-4CE6C7340292}"/>
    <dgm:cxn modelId="{EAE0D9DD-52A8-4DD4-B42E-2CAC5E73E508}" srcId="{6E4DF5E5-1F0E-483F-BAF7-32A089FC4949}" destId="{AC3E2D22-0692-4F18-A34A-4BC0623D09CF}" srcOrd="0" destOrd="0" parTransId="{4262A36E-C8F1-4F86-B3EB-0A0CEED004D6}" sibTransId="{5211F8BC-3243-40CE-901F-D4174DF30632}"/>
    <dgm:cxn modelId="{DA888DEB-06DE-4E8B-AE30-0E8B9902A9E8}" type="presOf" srcId="{AC3E2D22-0692-4F18-A34A-4BC0623D09CF}" destId="{CD35F006-01DD-4933-B06E-B1BD3245218B}" srcOrd="0" destOrd="3" presId="urn:microsoft.com/office/officeart/2005/8/layout/vList5"/>
    <dgm:cxn modelId="{A1ED48ED-F252-4C68-9BE0-4E7FC80CFB6B}" srcId="{7D8CC213-1E0E-45E6-A632-2B26342563C9}" destId="{F4489193-DD70-49BB-89EC-246496A99AFC}" srcOrd="0" destOrd="0" parTransId="{164589AF-ED6A-4EDE-B0C8-537465945036}" sibTransId="{62497471-F79C-4EE9-B0CD-FB2A8A42FEBB}"/>
    <dgm:cxn modelId="{A6E13A6C-6046-48F8-B5FF-D946E76C4BD0}" type="presParOf" srcId="{C97126F0-DB5E-43E5-8464-A1C0D016E6F8}" destId="{1B53224F-DC34-4543-9DB8-4D1ABF12567F}" srcOrd="0" destOrd="0" presId="urn:microsoft.com/office/officeart/2005/8/layout/vList5"/>
    <dgm:cxn modelId="{31BDCAD3-73E6-45F5-83B9-323C782B679A}" type="presParOf" srcId="{1B53224F-DC34-4543-9DB8-4D1ABF12567F}" destId="{722ABA85-DBEB-40A2-B53E-FBA20C04D86F}" srcOrd="0" destOrd="0" presId="urn:microsoft.com/office/officeart/2005/8/layout/vList5"/>
    <dgm:cxn modelId="{6B92B58D-0D81-4F7D-9740-90BD7BC04E0E}" type="presParOf" srcId="{1B53224F-DC34-4543-9DB8-4D1ABF12567F}" destId="{CD35F006-01DD-4933-B06E-B1BD3245218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8B6A0F-4E77-4BCA-97C1-1994397BFD76}">
      <dsp:nvSpPr>
        <dsp:cNvPr id="0" name=""/>
        <dsp:cNvSpPr/>
      </dsp:nvSpPr>
      <dsp:spPr>
        <a:xfrm>
          <a:off x="0" y="260430"/>
          <a:ext cx="4877071" cy="1436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8515" tIns="333248" rIns="37851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STM32 </a:t>
          </a:r>
          <a:r>
            <a:rPr lang="zh-CN" sz="2000" b="0" i="0" kern="1200" dirty="0"/>
            <a:t>如何 “指挥” 电机？全靠外设作为 “翻译官”（如 </a:t>
          </a:r>
          <a:r>
            <a:rPr lang="en-US" sz="2000" b="0" i="0" kern="1200" dirty="0"/>
            <a:t>PWM </a:t>
          </a:r>
          <a:r>
            <a:rPr lang="zh-CN" sz="2000" b="0" i="0" kern="1200" dirty="0"/>
            <a:t>信号驱动电机转速）。​</a:t>
          </a:r>
          <a:endParaRPr lang="zh-CN" sz="2000" kern="1200" dirty="0"/>
        </a:p>
      </dsp:txBody>
      <dsp:txXfrm>
        <a:off x="0" y="260430"/>
        <a:ext cx="4877071" cy="1436400"/>
      </dsp:txXfrm>
    </dsp:sp>
    <dsp:sp modelId="{0FB01BC1-FA48-4ACB-80AF-3CE9193695AD}">
      <dsp:nvSpPr>
        <dsp:cNvPr id="0" name=""/>
        <dsp:cNvSpPr/>
      </dsp:nvSpPr>
      <dsp:spPr>
        <a:xfrm>
          <a:off x="243853" y="24270"/>
          <a:ext cx="3413950" cy="4723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039" tIns="0" rIns="12903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i="0" kern="1200"/>
            <a:t>硬件交互基础</a:t>
          </a:r>
          <a:endParaRPr lang="zh-CN" altLang="en-US" sz="2000" kern="1200"/>
        </a:p>
      </dsp:txBody>
      <dsp:txXfrm>
        <a:off x="266910" y="47327"/>
        <a:ext cx="3367836" cy="426206"/>
      </dsp:txXfrm>
    </dsp:sp>
    <dsp:sp modelId="{400CF70C-B567-4615-970A-36ED624511DE}">
      <dsp:nvSpPr>
        <dsp:cNvPr id="0" name=""/>
        <dsp:cNvSpPr/>
      </dsp:nvSpPr>
      <dsp:spPr>
        <a:xfrm>
          <a:off x="0" y="2019391"/>
          <a:ext cx="4877071" cy="1436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8515" tIns="333248" rIns="37851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000" b="0" i="0" kern="1200"/>
            <a:t>提前明确外设需求，避免硬件错配（如用普通定时器驱动无刷电机导致失败）。​</a:t>
          </a:r>
          <a:endParaRPr lang="zh-CN" altLang="en-US" sz="2000" kern="1200"/>
        </a:p>
      </dsp:txBody>
      <dsp:txXfrm>
        <a:off x="0" y="2019391"/>
        <a:ext cx="4877071" cy="1436400"/>
      </dsp:txXfrm>
    </dsp:sp>
    <dsp:sp modelId="{C1D9AAEC-DF56-428A-823F-5F7D119770DF}">
      <dsp:nvSpPr>
        <dsp:cNvPr id="0" name=""/>
        <dsp:cNvSpPr/>
      </dsp:nvSpPr>
      <dsp:spPr>
        <a:xfrm>
          <a:off x="243853" y="1783230"/>
          <a:ext cx="3413950" cy="4723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039" tIns="0" rIns="12903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i="0" kern="1200"/>
            <a:t>开发效率保障</a:t>
          </a:r>
          <a:endParaRPr lang="zh-CN" altLang="en-US" sz="2000" kern="1200"/>
        </a:p>
      </dsp:txBody>
      <dsp:txXfrm>
        <a:off x="266910" y="1806287"/>
        <a:ext cx="3367836" cy="426206"/>
      </dsp:txXfrm>
    </dsp:sp>
    <dsp:sp modelId="{D3A7DDCD-0445-4AF0-9980-40E55413D032}">
      <dsp:nvSpPr>
        <dsp:cNvPr id="0" name=""/>
        <dsp:cNvSpPr/>
      </dsp:nvSpPr>
      <dsp:spPr>
        <a:xfrm>
          <a:off x="0" y="3778351"/>
          <a:ext cx="4877071" cy="1436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8515" tIns="333248" rIns="37851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000" b="0" i="0" kern="1200"/>
            <a:t>电机不转 </a:t>
          </a:r>
          <a:r>
            <a:rPr lang="en-US" sz="2000" b="0" i="0" kern="1200"/>
            <a:t>/ </a:t>
          </a:r>
          <a:r>
            <a:rPr lang="zh-CN" sz="2000" b="0" i="0" kern="1200"/>
            <a:t>转速异常？</a:t>
          </a:r>
          <a:r>
            <a:rPr lang="en-US" sz="2000" b="0" i="0" kern="1200"/>
            <a:t>90% </a:t>
          </a:r>
          <a:r>
            <a:rPr lang="zh-CN" sz="2000" b="0" i="0" kern="1200"/>
            <a:t>的问题出在外设配置（如 </a:t>
          </a:r>
          <a:r>
            <a:rPr lang="en-US" sz="2000" b="0" i="0" kern="1200"/>
            <a:t>GPIO </a:t>
          </a:r>
          <a:r>
            <a:rPr lang="zh-CN" sz="2000" b="0" i="0" kern="1200"/>
            <a:t>方向错误、</a:t>
          </a:r>
          <a:r>
            <a:rPr lang="en-US" sz="2000" b="0" i="0" kern="1200"/>
            <a:t>PWM </a:t>
          </a:r>
          <a:r>
            <a:rPr lang="zh-CN" sz="2000" b="0" i="0" kern="1200"/>
            <a:t>未输出）。</a:t>
          </a:r>
          <a:endParaRPr lang="zh-CN" sz="2000" kern="1200"/>
        </a:p>
      </dsp:txBody>
      <dsp:txXfrm>
        <a:off x="0" y="3778351"/>
        <a:ext cx="4877071" cy="1436400"/>
      </dsp:txXfrm>
    </dsp:sp>
    <dsp:sp modelId="{8CEBF8A6-19D5-4B19-9F9B-2317C8E816A9}">
      <dsp:nvSpPr>
        <dsp:cNvPr id="0" name=""/>
        <dsp:cNvSpPr/>
      </dsp:nvSpPr>
      <dsp:spPr>
        <a:xfrm>
          <a:off x="243853" y="3542191"/>
          <a:ext cx="3413950" cy="47232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039" tIns="0" rIns="12903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i="0" kern="1200" dirty="0"/>
            <a:t>故障排查小窍门</a:t>
          </a:r>
          <a:endParaRPr lang="zh-CN" altLang="en-US" sz="2000" kern="1200" dirty="0"/>
        </a:p>
      </dsp:txBody>
      <dsp:txXfrm>
        <a:off x="266910" y="3565248"/>
        <a:ext cx="3367836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4A9605-5980-4A98-8923-984F602F9D1A}">
      <dsp:nvSpPr>
        <dsp:cNvPr id="0" name=""/>
        <dsp:cNvSpPr/>
      </dsp:nvSpPr>
      <dsp:spPr>
        <a:xfrm>
          <a:off x="0" y="18135"/>
          <a:ext cx="11080534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b="1" i="0" kern="1200"/>
            <a:t>核心功能</a:t>
          </a:r>
          <a:r>
            <a:rPr lang="zh-CN" sz="2600" b="0" i="0" kern="1200"/>
            <a:t>​</a:t>
          </a:r>
          <a:endParaRPr lang="zh-CN" sz="2600" kern="1200"/>
        </a:p>
      </dsp:txBody>
      <dsp:txXfrm>
        <a:off x="33412" y="51547"/>
        <a:ext cx="11013710" cy="617626"/>
      </dsp:txXfrm>
    </dsp:sp>
    <dsp:sp modelId="{23AFC87D-D566-4165-8D45-2BC0B9D025F0}">
      <dsp:nvSpPr>
        <dsp:cNvPr id="0" name=""/>
        <dsp:cNvSpPr/>
      </dsp:nvSpPr>
      <dsp:spPr>
        <a:xfrm>
          <a:off x="0" y="702585"/>
          <a:ext cx="11080534" cy="766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180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b="0" i="0" kern="1200" dirty="0"/>
            <a:t>生成 </a:t>
          </a:r>
          <a:r>
            <a:rPr lang="en-US" sz="2000" b="0" i="0" kern="1200" dirty="0"/>
            <a:t>PWM </a:t>
          </a:r>
          <a:r>
            <a:rPr lang="zh-CN" sz="2000" b="0" i="0" kern="1200" dirty="0"/>
            <a:t>信号，通过</a:t>
          </a:r>
          <a:r>
            <a:rPr lang="zh-CN" sz="2000" b="1" i="0" kern="1200" dirty="0"/>
            <a:t>占空比调节电机转速 </a:t>
          </a:r>
          <a:r>
            <a:rPr lang="en-US" sz="2000" b="1" i="0" kern="1200" dirty="0"/>
            <a:t>/ </a:t>
          </a:r>
          <a:r>
            <a:rPr lang="zh-CN" sz="2000" b="1" i="0" kern="1200" dirty="0"/>
            <a:t>扭矩</a:t>
          </a:r>
          <a:r>
            <a:rPr lang="zh-CN" sz="2000" b="0" i="0" kern="1200" dirty="0"/>
            <a:t>。​</a:t>
          </a:r>
          <a:endParaRPr lang="zh-C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000" b="0" i="0" kern="1200" dirty="0"/>
            <a:t>高级定时器支持</a:t>
          </a:r>
          <a:r>
            <a:rPr lang="zh-CN" sz="2000" b="1" i="0" kern="1200" dirty="0"/>
            <a:t>互补 </a:t>
          </a:r>
          <a:r>
            <a:rPr lang="en-US" sz="2000" b="1" i="0" kern="1200" dirty="0"/>
            <a:t>PWM + </a:t>
          </a:r>
          <a:r>
            <a:rPr lang="zh-CN" sz="2000" b="1" i="0" kern="1200" dirty="0"/>
            <a:t>死区时间</a:t>
          </a:r>
          <a:r>
            <a:rPr lang="zh-CN" sz="2000" b="0" i="0" kern="1200" dirty="0"/>
            <a:t>，驱动无刷电机三相电调。</a:t>
          </a:r>
          <a:endParaRPr lang="zh-CN" sz="2000" kern="1200" dirty="0"/>
        </a:p>
      </dsp:txBody>
      <dsp:txXfrm>
        <a:off x="0" y="702585"/>
        <a:ext cx="11080534" cy="766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9C5046-87A8-48E9-8DDA-F975F3E3DE05}">
      <dsp:nvSpPr>
        <dsp:cNvPr id="0" name=""/>
        <dsp:cNvSpPr/>
      </dsp:nvSpPr>
      <dsp:spPr>
        <a:xfrm>
          <a:off x="0" y="919288"/>
          <a:ext cx="5780565" cy="161594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636" tIns="562356" rIns="448636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700" b="0" i="0" kern="1200" dirty="0"/>
            <a:t>驱动芯片使能端（</a:t>
          </a:r>
          <a:r>
            <a:rPr lang="en-US" sz="2700" b="0" i="0" kern="1200" dirty="0"/>
            <a:t>EN</a:t>
          </a:r>
          <a:r>
            <a:rPr lang="zh-CN" sz="2700" b="0" i="0" kern="1200" dirty="0"/>
            <a:t>）、正反转引脚（</a:t>
          </a:r>
          <a:r>
            <a:rPr lang="en-US" sz="2700" b="0" i="0" kern="1200" dirty="0"/>
            <a:t>DIR</a:t>
          </a:r>
          <a:r>
            <a:rPr lang="zh-CN" sz="2700" b="0" i="0" kern="1200" dirty="0"/>
            <a:t>）。​</a:t>
          </a:r>
          <a:endParaRPr lang="zh-CN" sz="2700" kern="1200" dirty="0"/>
        </a:p>
      </dsp:txBody>
      <dsp:txXfrm>
        <a:off x="0" y="919288"/>
        <a:ext cx="5780565" cy="1615949"/>
      </dsp:txXfrm>
    </dsp:sp>
    <dsp:sp modelId="{8AC5A144-E92C-4F05-874B-4474EA3AE358}">
      <dsp:nvSpPr>
        <dsp:cNvPr id="0" name=""/>
        <dsp:cNvSpPr/>
      </dsp:nvSpPr>
      <dsp:spPr>
        <a:xfrm>
          <a:off x="289028" y="520768"/>
          <a:ext cx="4046395" cy="7970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944" tIns="0" rIns="152944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700" b="1" i="0" kern="1200" dirty="0"/>
            <a:t>控制电机 “开关” 与方向</a:t>
          </a:r>
          <a:endParaRPr lang="zh-CN" sz="2700" kern="1200" dirty="0"/>
        </a:p>
      </dsp:txBody>
      <dsp:txXfrm>
        <a:off x="327936" y="559676"/>
        <a:ext cx="3968579" cy="719224"/>
      </dsp:txXfrm>
    </dsp:sp>
    <dsp:sp modelId="{CE4CBA94-EE8C-4975-BC20-C64E16639C68}">
      <dsp:nvSpPr>
        <dsp:cNvPr id="0" name=""/>
        <dsp:cNvSpPr/>
      </dsp:nvSpPr>
      <dsp:spPr>
        <a:xfrm>
          <a:off x="0" y="3079558"/>
          <a:ext cx="5780565" cy="161594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8636" tIns="562356" rIns="448636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700" b="0" i="0" kern="1200"/>
            <a:t>限位开关</a:t>
          </a:r>
          <a:r>
            <a:rPr lang="zh-CN" sz="2700" b="0" i="0" kern="1200" dirty="0"/>
            <a:t>（输入模式）、故障信号（上拉 </a:t>
          </a:r>
          <a:r>
            <a:rPr lang="en-US" sz="2700" b="0" i="0" kern="1200" dirty="0"/>
            <a:t>/ </a:t>
          </a:r>
          <a:r>
            <a:rPr lang="zh-CN" sz="2700" b="0" i="0" kern="1200" dirty="0"/>
            <a:t>下拉配置）。</a:t>
          </a:r>
          <a:endParaRPr lang="zh-CN" sz="2700" kern="1200" dirty="0"/>
        </a:p>
      </dsp:txBody>
      <dsp:txXfrm>
        <a:off x="0" y="3079558"/>
        <a:ext cx="5780565" cy="1615949"/>
      </dsp:txXfrm>
    </dsp:sp>
    <dsp:sp modelId="{0170ADDE-AABB-4F22-843A-117A2C9987EB}">
      <dsp:nvSpPr>
        <dsp:cNvPr id="0" name=""/>
        <dsp:cNvSpPr/>
      </dsp:nvSpPr>
      <dsp:spPr>
        <a:xfrm>
          <a:off x="289028" y="2681038"/>
          <a:ext cx="4046395" cy="7970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944" tIns="0" rIns="152944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700" b="1" i="0" kern="1200" dirty="0"/>
            <a:t>读取电机状态</a:t>
          </a:r>
          <a:endParaRPr lang="zh-CN" sz="2700" kern="1200" dirty="0"/>
        </a:p>
      </dsp:txBody>
      <dsp:txXfrm>
        <a:off x="327936" y="2719946"/>
        <a:ext cx="3968579" cy="7192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FFC8F-BF67-4510-B55D-B1770DC9200B}">
      <dsp:nvSpPr>
        <dsp:cNvPr id="0" name=""/>
        <dsp:cNvSpPr/>
      </dsp:nvSpPr>
      <dsp:spPr>
        <a:xfrm>
          <a:off x="0" y="470676"/>
          <a:ext cx="6072326" cy="11812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1280" tIns="312420" rIns="4712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b="0" i="0" kern="1200"/>
            <a:t>采集电机</a:t>
          </a:r>
          <a:r>
            <a:rPr lang="zh-CN" sz="1500" b="1" i="0" kern="1200"/>
            <a:t>电流 </a:t>
          </a:r>
          <a:r>
            <a:rPr lang="en-US" sz="1500" b="1" i="0" kern="1200"/>
            <a:t>/ </a:t>
          </a:r>
          <a:r>
            <a:rPr lang="zh-CN" sz="1500" b="1" i="0" kern="1200"/>
            <a:t>电压模拟信号</a:t>
          </a:r>
          <a:r>
            <a:rPr lang="zh-CN" sz="1500" b="0" i="0" kern="1200"/>
            <a:t>（如通过采样电阻将电流→电压）。​</a:t>
          </a:r>
          <a:endParaRPr lang="zh-C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b="0" i="0" kern="1200"/>
            <a:t>为闭环控制提供数据支撑（如 </a:t>
          </a:r>
          <a:r>
            <a:rPr lang="en-US" sz="1500" b="0" i="0" kern="1200"/>
            <a:t>PID </a:t>
          </a:r>
          <a:r>
            <a:rPr lang="zh-CN" sz="1500" b="0" i="0" kern="1200"/>
            <a:t>算法中的电流反馈）。​</a:t>
          </a:r>
          <a:endParaRPr lang="zh-CN" sz="1500" kern="1200"/>
        </a:p>
      </dsp:txBody>
      <dsp:txXfrm>
        <a:off x="0" y="470676"/>
        <a:ext cx="6072326" cy="1181250"/>
      </dsp:txXfrm>
    </dsp:sp>
    <dsp:sp modelId="{E61020E9-15F6-4C5C-B985-8A58A9D1D557}">
      <dsp:nvSpPr>
        <dsp:cNvPr id="0" name=""/>
        <dsp:cNvSpPr/>
      </dsp:nvSpPr>
      <dsp:spPr>
        <a:xfrm>
          <a:off x="303616" y="249276"/>
          <a:ext cx="4250628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664" tIns="0" rIns="16066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b="1" i="0" kern="1200"/>
            <a:t>核心功能</a:t>
          </a:r>
          <a:r>
            <a:rPr lang="zh-CN" sz="1500" b="0" i="0" kern="1200"/>
            <a:t>​</a:t>
          </a:r>
          <a:endParaRPr lang="zh-CN" sz="1500" kern="1200"/>
        </a:p>
      </dsp:txBody>
      <dsp:txXfrm>
        <a:off x="325232" y="270892"/>
        <a:ext cx="4207396" cy="399568"/>
      </dsp:txXfrm>
    </dsp:sp>
    <dsp:sp modelId="{74DA8D39-C3F0-4B95-9AB4-242647F75066}">
      <dsp:nvSpPr>
        <dsp:cNvPr id="0" name=""/>
        <dsp:cNvSpPr/>
      </dsp:nvSpPr>
      <dsp:spPr>
        <a:xfrm>
          <a:off x="0" y="1954326"/>
          <a:ext cx="6072326" cy="11812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1280" tIns="312420" rIns="4712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b="1" i="0" kern="1200" dirty="0"/>
            <a:t>过流保护</a:t>
          </a:r>
          <a:r>
            <a:rPr lang="zh-CN" sz="1500" b="0" i="0" kern="1200" dirty="0"/>
            <a:t>：当 </a:t>
          </a:r>
          <a:r>
            <a:rPr lang="en-US" sz="1500" b="0" i="0" kern="1200" dirty="0"/>
            <a:t>ADC </a:t>
          </a:r>
          <a:r>
            <a:rPr lang="zh-CN" sz="1500" b="0" i="0" kern="1200" dirty="0"/>
            <a:t>值超过阈值，</a:t>
          </a:r>
          <a:r>
            <a:rPr lang="en-US" sz="1500" b="0" i="0" kern="1200" dirty="0"/>
            <a:t>GPIO </a:t>
          </a:r>
          <a:r>
            <a:rPr lang="zh-CN" sz="1500" b="0" i="0" kern="1200" dirty="0"/>
            <a:t>输出低电平关闭电机。​</a:t>
          </a:r>
          <a:endParaRPr lang="zh-C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b="1" i="0" kern="1200"/>
            <a:t>位置反馈</a:t>
          </a:r>
          <a:r>
            <a:rPr lang="zh-CN" sz="1500" b="0" i="0" kern="1200"/>
            <a:t>：通过电位器（模拟传感器）监测舵机角度。​</a:t>
          </a:r>
          <a:endParaRPr lang="zh-CN" sz="1500" kern="1200"/>
        </a:p>
      </dsp:txBody>
      <dsp:txXfrm>
        <a:off x="0" y="1954326"/>
        <a:ext cx="6072326" cy="1181250"/>
      </dsp:txXfrm>
    </dsp:sp>
    <dsp:sp modelId="{FF85CD98-158C-4781-A704-AC42FDE304C4}">
      <dsp:nvSpPr>
        <dsp:cNvPr id="0" name=""/>
        <dsp:cNvSpPr/>
      </dsp:nvSpPr>
      <dsp:spPr>
        <a:xfrm>
          <a:off x="303616" y="1732926"/>
          <a:ext cx="4250628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664" tIns="0" rIns="16066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b="1" i="0" kern="1200"/>
            <a:t>典型场景</a:t>
          </a:r>
          <a:r>
            <a:rPr lang="zh-CN" sz="1500" b="0" i="0" kern="1200"/>
            <a:t>​</a:t>
          </a:r>
          <a:endParaRPr lang="zh-CN" sz="1500" kern="1200"/>
        </a:p>
      </dsp:txBody>
      <dsp:txXfrm>
        <a:off x="325232" y="1754542"/>
        <a:ext cx="4207396" cy="399568"/>
      </dsp:txXfrm>
    </dsp:sp>
    <dsp:sp modelId="{290E6260-944A-4D43-8C1A-464E7D417A9D}">
      <dsp:nvSpPr>
        <dsp:cNvPr id="0" name=""/>
        <dsp:cNvSpPr/>
      </dsp:nvSpPr>
      <dsp:spPr>
        <a:xfrm>
          <a:off x="0" y="3437976"/>
          <a:ext cx="6072326" cy="144112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1280" tIns="312420" rIns="4712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b="0" i="0" kern="1200"/>
            <a:t>采样频率：≥电机电流变化频率（避免信号失真）。​</a:t>
          </a:r>
          <a:endParaRPr lang="zh-C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b="0" i="0" kern="1200"/>
            <a:t>数据对齐：右对齐（常用，兼容多数计算场景）。​</a:t>
          </a:r>
          <a:endParaRPr lang="zh-CN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b="0" i="0" kern="1200"/>
            <a:t>通道选择：对应 </a:t>
          </a:r>
          <a:r>
            <a:rPr lang="en-US" sz="1500" b="0" i="0" kern="1200"/>
            <a:t>PCB </a:t>
          </a:r>
          <a:r>
            <a:rPr lang="zh-CN" sz="1500" b="0" i="0" kern="1200"/>
            <a:t>上的实际引脚（如 </a:t>
          </a:r>
          <a:r>
            <a:rPr lang="en-US" sz="1500" b="0" i="0" kern="1200"/>
            <a:t>PA0 </a:t>
          </a:r>
          <a:r>
            <a:rPr lang="zh-CN" sz="1500" b="0" i="0" kern="1200"/>
            <a:t>对应 </a:t>
          </a:r>
          <a:r>
            <a:rPr lang="en-US" sz="1500" b="0" i="0" kern="1200"/>
            <a:t>ADC1_CHANNEL_0</a:t>
          </a:r>
          <a:r>
            <a:rPr lang="zh-CN" sz="1500" b="0" i="0" kern="1200"/>
            <a:t>）。</a:t>
          </a:r>
          <a:endParaRPr lang="zh-CN" sz="1500" kern="1200"/>
        </a:p>
      </dsp:txBody>
      <dsp:txXfrm>
        <a:off x="0" y="3437976"/>
        <a:ext cx="6072326" cy="1441125"/>
      </dsp:txXfrm>
    </dsp:sp>
    <dsp:sp modelId="{33687B50-2B49-4373-A42E-5B0B863BA4BA}">
      <dsp:nvSpPr>
        <dsp:cNvPr id="0" name=""/>
        <dsp:cNvSpPr/>
      </dsp:nvSpPr>
      <dsp:spPr>
        <a:xfrm>
          <a:off x="303616" y="3216577"/>
          <a:ext cx="4250628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664" tIns="0" rIns="16066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b="1" i="0" kern="1200"/>
            <a:t>配置要点</a:t>
          </a:r>
          <a:r>
            <a:rPr lang="zh-CN" sz="1500" b="0" i="0" kern="1200"/>
            <a:t>​</a:t>
          </a:r>
          <a:endParaRPr lang="zh-CN" sz="1500" kern="1200"/>
        </a:p>
      </dsp:txBody>
      <dsp:txXfrm>
        <a:off x="325232" y="3238193"/>
        <a:ext cx="4207396" cy="3995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09AFA4-6648-437B-949F-9AD4AF0E58B8}">
      <dsp:nvSpPr>
        <dsp:cNvPr id="0" name=""/>
        <dsp:cNvSpPr/>
      </dsp:nvSpPr>
      <dsp:spPr>
        <a:xfrm>
          <a:off x="0" y="329886"/>
          <a:ext cx="5327804" cy="20443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497" tIns="458216" rIns="41349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200" b="0" i="0" kern="1200" dirty="0"/>
            <a:t>读取增量式编码器</a:t>
          </a:r>
          <a:r>
            <a:rPr lang="en-US" sz="2200" b="1" i="0" kern="1200" dirty="0"/>
            <a:t>A/B </a:t>
          </a:r>
          <a:r>
            <a:rPr lang="zh-CN" sz="2200" b="1" i="0" kern="1200" dirty="0"/>
            <a:t>相脉冲</a:t>
          </a:r>
          <a:r>
            <a:rPr lang="zh-CN" sz="2200" b="0" i="0" kern="1200" dirty="0"/>
            <a:t>，计算电机</a:t>
          </a:r>
          <a:r>
            <a:rPr lang="zh-CN" sz="2200" b="1" i="0" kern="1200" dirty="0"/>
            <a:t>转速 </a:t>
          </a:r>
          <a:r>
            <a:rPr lang="en-US" sz="2200" b="1" i="0" kern="1200" dirty="0"/>
            <a:t>/ </a:t>
          </a:r>
          <a:r>
            <a:rPr lang="zh-CN" sz="2200" b="1" i="0" kern="1200" dirty="0"/>
            <a:t>位置</a:t>
          </a:r>
          <a:r>
            <a:rPr lang="zh-CN" sz="2200" b="0" i="0" kern="1200" dirty="0"/>
            <a:t>。​</a:t>
          </a:r>
          <a:endParaRPr lang="zh-C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200" b="0" i="0" kern="1200"/>
            <a:t>支持正反转方向判断（</a:t>
          </a:r>
          <a:r>
            <a:rPr lang="en-US" sz="2200" b="0" i="0" kern="1200"/>
            <a:t>A </a:t>
          </a:r>
          <a:r>
            <a:rPr lang="zh-CN" sz="2200" b="0" i="0" kern="1200"/>
            <a:t>相超前 </a:t>
          </a:r>
          <a:r>
            <a:rPr lang="en-US" sz="2200" b="0" i="0" kern="1200"/>
            <a:t>B </a:t>
          </a:r>
          <a:r>
            <a:rPr lang="zh-CN" sz="2200" b="0" i="0" kern="1200"/>
            <a:t>相→正转，反之→反转）。​</a:t>
          </a:r>
          <a:endParaRPr lang="zh-CN" sz="2200" kern="1200"/>
        </a:p>
      </dsp:txBody>
      <dsp:txXfrm>
        <a:off x="0" y="329886"/>
        <a:ext cx="5327804" cy="2044350"/>
      </dsp:txXfrm>
    </dsp:sp>
    <dsp:sp modelId="{FCBDD919-397B-424F-9B7C-61186CEB8845}">
      <dsp:nvSpPr>
        <dsp:cNvPr id="0" name=""/>
        <dsp:cNvSpPr/>
      </dsp:nvSpPr>
      <dsp:spPr>
        <a:xfrm>
          <a:off x="266390" y="5166"/>
          <a:ext cx="3729462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65" tIns="0" rIns="14096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b="1" i="0" kern="1200"/>
            <a:t>核心功能</a:t>
          </a:r>
          <a:r>
            <a:rPr lang="zh-CN" sz="2200" b="0" i="0" kern="1200"/>
            <a:t>​</a:t>
          </a:r>
          <a:endParaRPr lang="zh-CN" sz="2200" kern="1200"/>
        </a:p>
      </dsp:txBody>
      <dsp:txXfrm>
        <a:off x="298093" y="36869"/>
        <a:ext cx="3666056" cy="586034"/>
      </dsp:txXfrm>
    </dsp:sp>
    <dsp:sp modelId="{2E2157C3-8986-4EAA-872E-E27A13B6FB46}">
      <dsp:nvSpPr>
        <dsp:cNvPr id="0" name=""/>
        <dsp:cNvSpPr/>
      </dsp:nvSpPr>
      <dsp:spPr>
        <a:xfrm>
          <a:off x="0" y="2817757"/>
          <a:ext cx="5327804" cy="20443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497" tIns="458216" rIns="41349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200" b="0" i="0" kern="1200" dirty="0"/>
            <a:t>闭环速度控制（如无人机电机转速稳定）。​</a:t>
          </a:r>
          <a:endParaRPr lang="zh-C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200" b="0" i="0" kern="1200" dirty="0"/>
            <a:t>精准定位（如 </a:t>
          </a:r>
          <a:r>
            <a:rPr lang="en-US" sz="2200" b="0" i="0" kern="1200" dirty="0"/>
            <a:t>3D </a:t>
          </a:r>
          <a:r>
            <a:rPr lang="zh-CN" sz="2200" b="0" i="0" kern="1200" dirty="0"/>
            <a:t>打印机喷头位置控制）。</a:t>
          </a:r>
          <a:endParaRPr lang="zh-CN" sz="2200" kern="1200" dirty="0"/>
        </a:p>
      </dsp:txBody>
      <dsp:txXfrm>
        <a:off x="0" y="2817757"/>
        <a:ext cx="5327804" cy="2044350"/>
      </dsp:txXfrm>
    </dsp:sp>
    <dsp:sp modelId="{234FADBB-0B50-4DAC-8CDD-9E5809825F9D}">
      <dsp:nvSpPr>
        <dsp:cNvPr id="0" name=""/>
        <dsp:cNvSpPr/>
      </dsp:nvSpPr>
      <dsp:spPr>
        <a:xfrm>
          <a:off x="266390" y="2493036"/>
          <a:ext cx="3729462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65" tIns="0" rIns="14096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200" b="1" i="0" kern="1200"/>
            <a:t>典型应用</a:t>
          </a:r>
          <a:r>
            <a:rPr lang="zh-CN" sz="2200" b="0" i="0" kern="1200"/>
            <a:t>​</a:t>
          </a:r>
          <a:endParaRPr lang="zh-CN" sz="2200" kern="1200"/>
        </a:p>
      </dsp:txBody>
      <dsp:txXfrm>
        <a:off x="298093" y="2524739"/>
        <a:ext cx="3666056" cy="5860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35F006-01DD-4933-B06E-B1BD3245218B}">
      <dsp:nvSpPr>
        <dsp:cNvPr id="0" name=""/>
        <dsp:cNvSpPr/>
      </dsp:nvSpPr>
      <dsp:spPr>
        <a:xfrm rot="5400000">
          <a:off x="1043950" y="227172"/>
          <a:ext cx="3881834" cy="4397948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dirty="0"/>
            <a:t>USART</a:t>
          </a:r>
          <a:r>
            <a:rPr lang="zh-CN" sz="1900" b="0" i="0" kern="1200" dirty="0"/>
            <a:t>：</a:t>
          </a:r>
          <a:endParaRPr lang="zh-CN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900" b="0" i="0" kern="1200" dirty="0"/>
            <a:t>串口通信，连接蓝牙 </a:t>
          </a:r>
          <a:r>
            <a:rPr lang="en-US" sz="1900" b="0" i="0" kern="1200" dirty="0"/>
            <a:t>/ </a:t>
          </a:r>
          <a:r>
            <a:rPr lang="en-US" sz="1900" b="0" i="0" kern="1200" dirty="0" err="1"/>
            <a:t>WiFi</a:t>
          </a:r>
          <a:r>
            <a:rPr lang="en-US" sz="1900" b="0" i="0" kern="1200" dirty="0"/>
            <a:t> </a:t>
          </a:r>
          <a:r>
            <a:rPr lang="zh-CN" sz="1900" b="0" i="0" kern="1200" dirty="0"/>
            <a:t>模块实现远程控制（如手机 </a:t>
          </a:r>
          <a:r>
            <a:rPr lang="en-US" sz="1900" b="0" i="0" kern="1200" dirty="0"/>
            <a:t>APP </a:t>
          </a:r>
          <a:r>
            <a:rPr lang="zh-CN" sz="1900" b="0" i="0" kern="1200" dirty="0"/>
            <a:t>调转速）。​</a:t>
          </a:r>
          <a:endParaRPr lang="zh-C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dirty="0"/>
            <a:t>SPI</a:t>
          </a:r>
          <a:r>
            <a:rPr lang="zh-CN" sz="1900" b="0" i="0" kern="1200" dirty="0"/>
            <a:t>：</a:t>
          </a:r>
          <a:endParaRPr lang="zh-CN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900" b="0" i="0" kern="1200" dirty="0"/>
            <a:t>高速通信，连接磁编码器（如 </a:t>
          </a:r>
          <a:r>
            <a:rPr lang="en-US" sz="1900" b="0" i="0" kern="1200" dirty="0"/>
            <a:t>AS5048A</a:t>
          </a:r>
          <a:r>
            <a:rPr lang="zh-CN" sz="1900" b="0" i="0" kern="1200" dirty="0"/>
            <a:t>）获取高精度位置数据。​</a:t>
          </a:r>
          <a:endParaRPr lang="zh-C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0" kern="1200" dirty="0"/>
            <a:t>I2C</a:t>
          </a:r>
          <a:r>
            <a:rPr lang="zh-CN" sz="1900" b="0" i="0" kern="1200" dirty="0"/>
            <a:t>：</a:t>
          </a:r>
          <a:endParaRPr lang="zh-CN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900" b="0" i="0" kern="1200"/>
            <a:t>多</a:t>
          </a:r>
          <a:r>
            <a:rPr lang="zh-CN" sz="1900" b="0" i="0" kern="1200" dirty="0"/>
            <a:t>设备低速通信，读取数字温度传感器（如 </a:t>
          </a:r>
          <a:r>
            <a:rPr lang="en-US" sz="1900" b="0" i="0" kern="1200" dirty="0"/>
            <a:t>DS18B20</a:t>
          </a:r>
          <a:r>
            <a:rPr lang="zh-CN" sz="1900" b="0" i="0" kern="1200" dirty="0"/>
            <a:t>）监测电机温升。</a:t>
          </a:r>
          <a:endParaRPr lang="zh-CN" sz="1900" kern="1200" dirty="0"/>
        </a:p>
      </dsp:txBody>
      <dsp:txXfrm rot="-5400000">
        <a:off x="785893" y="674725"/>
        <a:ext cx="4208452" cy="3502842"/>
      </dsp:txXfrm>
    </dsp:sp>
    <dsp:sp modelId="{722ABA85-DBEB-40A2-B53E-FBA20C04D86F}">
      <dsp:nvSpPr>
        <dsp:cNvPr id="0" name=""/>
        <dsp:cNvSpPr/>
      </dsp:nvSpPr>
      <dsp:spPr>
        <a:xfrm>
          <a:off x="1919" y="199768"/>
          <a:ext cx="783973" cy="4452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400" b="1" i="0" kern="1200"/>
            <a:t>核心功能</a:t>
          </a:r>
          <a:r>
            <a:rPr lang="zh-CN" altLang="en-US" sz="3400" b="0" i="0" kern="1200"/>
            <a:t>​</a:t>
          </a:r>
          <a:endParaRPr lang="zh-CN" altLang="en-US" sz="3400" kern="1200"/>
        </a:p>
      </dsp:txBody>
      <dsp:txXfrm>
        <a:off x="40189" y="238038"/>
        <a:ext cx="707433" cy="43762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FA423-769F-0D50-8978-A746DD19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225" y="365125"/>
            <a:ext cx="10267950" cy="7588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781BF-EA3C-EF47-1469-E52350BD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82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0A28E4B-8D0A-4608-9DAE-00FBA1A70945}" type="datetimeFigureOut">
              <a:rPr lang="zh-CN" altLang="en-US" smtClean="0"/>
              <a:pPr/>
              <a:t>2025/6/5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2C1EA7-1D5B-5D35-7386-B82F0D299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43975" y="6356350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FCB2E52-3EBE-40F1-B7CA-E76F5B1CA9D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FF2483-EB6F-58CF-4D52-6F2A86B457C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04825" y="1362076"/>
            <a:ext cx="11182350" cy="4867274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678FE9D-492D-106D-E13C-D12CAD8B8FBE}"/>
              </a:ext>
            </a:extLst>
          </p:cNvPr>
          <p:cNvSpPr/>
          <p:nvPr userDrawn="1"/>
        </p:nvSpPr>
        <p:spPr>
          <a:xfrm>
            <a:off x="7334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9CBF875-8197-1C4D-2759-669F3DCB4C7B}"/>
              </a:ext>
            </a:extLst>
          </p:cNvPr>
          <p:cNvSpPr/>
          <p:nvPr userDrawn="1"/>
        </p:nvSpPr>
        <p:spPr>
          <a:xfrm>
            <a:off x="504825" y="511177"/>
            <a:ext cx="319087" cy="374648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6FF394C-7213-6672-5B4E-FFAA7ABC0724}"/>
              </a:ext>
            </a:extLst>
          </p:cNvPr>
          <p:cNvSpPr/>
          <p:nvPr userDrawn="1"/>
        </p:nvSpPr>
        <p:spPr>
          <a:xfrm>
            <a:off x="962025" y="511177"/>
            <a:ext cx="319087" cy="374648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76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2380" y="0"/>
            <a:ext cx="12196761" cy="6858000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-834428" y="-28011"/>
            <a:ext cx="2564716" cy="2564716"/>
          </a:xfrm>
          <a:prstGeom prst="ellipse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2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732604" y="3983139"/>
            <a:ext cx="964526" cy="1339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年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01" y="661753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854066" y="2314292"/>
            <a:ext cx="6236745" cy="137407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000" b="1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STM32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电机开发常用外设</a:t>
            </a:r>
            <a:endParaRPr kumimoji="1" lang="en-US" altLang="zh-CN" sz="4000" b="1" dirty="0">
              <a:ln w="12700">
                <a:noFill/>
              </a:ln>
              <a:solidFill>
                <a:srgbClr val="FFFFFF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88F529D7-72E7-4171-3645-5C3DF0D8C0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235" b="95531" l="2198" r="97619">
                        <a14:foregroundMark x1="2726" y1="41333" x2="2703" y2="42458"/>
                        <a14:foregroundMark x1="3373" y1="10206" x2="3322" y2="12632"/>
                        <a14:foregroundMark x1="5158" y1="91650" x2="5612" y2="92646"/>
                        <a14:foregroundMark x1="3230" y1="87422" x2="4770" y2="90799"/>
                        <a14:foregroundMark x1="97189" y1="90576" x2="97373" y2="89700"/>
                        <a14:foregroundMark x1="96585" y1="8970" x2="91977" y2="5939"/>
                        <a14:foregroundMark x1="5490" y1="86018" x2="30220" y2="83799"/>
                        <a14:foregroundMark x1="30220" y1="83799" x2="82051" y2="86872"/>
                        <a14:foregroundMark x1="82051" y1="86872" x2="72781" y2="91899"/>
                        <a14:foregroundMark x1="7542" y1="92138" x2="4762" y2="86034"/>
                        <a14:foregroundMark x1="83616" y1="8429" x2="80037" y2="17877"/>
                        <a14:foregroundMark x1="80037" y1="17877" x2="86813" y2="91061"/>
                        <a14:foregroundMark x1="86813" y1="91061" x2="96519" y2="89665"/>
                        <a14:foregroundMark x1="96017" y1="16473" x2="91508" y2="7063"/>
                        <a14:foregroundMark x1="92857" y1="8101" x2="92674" y2="6704"/>
                        <a14:foregroundMark x1="93956" y1="7542" x2="96014" y2="16175"/>
                        <a14:foregroundMark x1="96065" y1="23475" x2="89927" y2="16760"/>
                        <a14:foregroundMark x1="89927" y1="16760" x2="93223" y2="6425"/>
                        <a14:foregroundMark x1="95998" y1="13825" x2="95385" y2="10784"/>
                        <a14:foregroundMark x1="95961" y1="8403" x2="95971" y2="8380"/>
                        <a14:foregroundMark x1="20696" y1="61453" x2="21062" y2="63408"/>
                        <a14:foregroundMark x1="63736" y1="91341" x2="63919" y2="91061"/>
                        <a14:foregroundMark x1="73260" y1="91620" x2="73979" y2="91899"/>
                        <a14:foregroundMark x1="74493" y1="91899" x2="73810" y2="91620"/>
                        <a14:foregroundMark x1="73810" y1="91620" x2="72711" y2="91620"/>
                        <a14:foregroundMark x1="67582" y1="87989" x2="67033" y2="89665"/>
                        <a14:foregroundMark x1="67766" y1="91061" x2="63187" y2="90503"/>
                        <a14:foregroundMark x1="68132" y1="92737" x2="67766" y2="93017"/>
                        <a14:foregroundMark x1="68863" y1="93967" x2="67766" y2="94413"/>
                        <a14:foregroundMark x1="2826" y1="58659" x2="2812" y2="58961"/>
                        <a14:foregroundMark x1="3114" y1="52235" x2="3039" y2="53911"/>
                        <a14:foregroundMark x1="2813" y1="73771" x2="5495" y2="78771"/>
                        <a14:foregroundMark x1="3976" y1="8543" x2="3846" y2="8939"/>
                        <a14:foregroundMark x1="71245" y1="94413" x2="70696" y2="94972"/>
                        <a14:foregroundMark x1="71429" y1="94972" x2="71062" y2="95251"/>
                        <a14:foregroundMark x1="78205" y1="94972" x2="83150" y2="92737"/>
                        <a14:foregroundMark x1="91758" y1="5866" x2="90842" y2="5866"/>
                        <a14:backgroundMark x1="3114" y1="94972" x2="4029" y2="94693"/>
                        <a14:backgroundMark x1="84641" y1="97416" x2="97253" y2="97765"/>
                        <a14:backgroundMark x1="73035" y1="97096" x2="75939" y2="97176"/>
                        <a14:backgroundMark x1="6227" y1="95251" x2="72096" y2="97070"/>
                        <a14:backgroundMark x1="69270" y1="97421" x2="6410" y2="96648"/>
                        <a14:backgroundMark x1="72355" y1="97459" x2="71479" y2="97448"/>
                        <a14:backgroundMark x1="76809" y1="97514" x2="73285" y2="97470"/>
                        <a14:backgroundMark x1="97253" y1="97765" x2="84710" y2="97611"/>
                        <a14:backgroundMark x1="1099" y1="3073" x2="0" y2="838"/>
                        <a14:backgroundMark x1="4396" y1="1397" x2="3663" y2="2514"/>
                        <a14:backgroundMark x1="6410" y1="1955" x2="4945" y2="2793"/>
                        <a14:backgroundMark x1="13187" y1="559" x2="85714" y2="4469"/>
                        <a14:backgroundMark x1="85714" y1="4469" x2="14469" y2="838"/>
                        <a14:backgroundMark x1="90110" y1="1397" x2="88645" y2="1117"/>
                        <a14:backgroundMark x1="89560" y1="2514" x2="86447" y2="2514"/>
                        <a14:backgroundMark x1="89194" y1="3073" x2="86447" y2="3073"/>
                        <a14:backgroundMark x1="87912" y1="2514" x2="86813" y2="3352"/>
                        <a14:backgroundMark x1="99084" y1="9497" x2="99634" y2="89665"/>
                        <a14:backgroundMark x1="4579" y1="4749" x2="13370" y2="3911"/>
                        <a14:backgroundMark x1="3476" y1="8677" x2="3114" y2="10056"/>
                        <a14:backgroundMark x1="4579" y1="4469" x2="4389" y2="5193"/>
                        <a14:backgroundMark x1="2352" y1="80389" x2="2381" y2="87430"/>
                        <a14:backgroundMark x1="2198" y1="43017" x2="2236" y2="52143"/>
                        <a14:backgroundMark x1="2381" y1="87430" x2="2381" y2="87151"/>
                        <a14:backgroundMark x1="2015" y1="58939" x2="1832" y2="73743"/>
                        <a14:backgroundMark x1="1832" y1="73743" x2="1832" y2="73743"/>
                        <a14:backgroundMark x1="85531" y1="5028" x2="88462" y2="4469"/>
                        <a14:backgroundMark x1="2930" y1="5028" x2="7875" y2="3911"/>
                        <a14:backgroundMark x1="96703" y1="92737" x2="96703" y2="94693"/>
                        <a14:backgroundMark x1="96520" y1="92179" x2="97619" y2="92179"/>
                        <a14:backgroundMark x1="84432" y1="95251" x2="82784" y2="96369"/>
                        <a14:backgroundMark x1="91642" y1="5587" x2="92125" y2="5587"/>
                        <a14:backgroundMark x1="97619" y1="8659" x2="97802" y2="10056"/>
                        <a14:backgroundMark x1="2381" y1="31564" x2="2564" y2="41341"/>
                        <a14:backgroundMark x1="2564" y1="29609" x2="2381" y2="31564"/>
                        <a14:backgroundMark x1="2381" y1="57263" x2="2381" y2="58939"/>
                        <a14:backgroundMark x1="2747" y1="54469" x2="2747" y2="58659"/>
                        <a14:backgroundMark x1="2747" y1="53911" x2="2747" y2="55307"/>
                        <a14:backgroundMark x1="62821" y1="92458" x2="63004" y2="95810"/>
                        <a14:backgroundMark x1="75092" y1="92179" x2="75458" y2="96369"/>
                        <a14:backgroundMark x1="71978" y1="92458" x2="71978" y2="95251"/>
                        <a14:backgroundMark x1="75275" y1="91899" x2="75458" y2="94413"/>
                        <a14:backgroundMark x1="72161" y1="91899" x2="72161" y2="94413"/>
                        <a14:backgroundMark x1="77994" y1="95571" x2="77289" y2="95531"/>
                        <a14:backgroundMark x1="82234" y1="95810" x2="82069" y2="95801"/>
                        <a14:backgroundMark x1="2747" y1="73743" x2="2747" y2="74860"/>
                        <a14:backgroundMark x1="2381" y1="42458" x2="2381" y2="44972"/>
                        <a14:backgroundMark x1="0" y1="559" x2="549" y2="326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19863" y="989588"/>
            <a:ext cx="4555044" cy="2986642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854066" y="1639481"/>
            <a:ext cx="1058900" cy="63879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000" b="1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134942-3E80-939C-3E88-5B5D5468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79A089-F6A9-4016-56A4-4543CDC9AA5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1 </a:t>
            </a:r>
            <a:r>
              <a:rPr lang="zh-CN" altLang="en-US" dirty="0"/>
              <a:t>问题背景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 </a:t>
            </a:r>
            <a:r>
              <a:rPr lang="zh-CN" altLang="en-US" dirty="0"/>
              <a:t>常用外设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 </a:t>
            </a:r>
            <a:r>
              <a:rPr lang="zh-CN" altLang="en-US" dirty="0"/>
              <a:t>外设选型速查表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1845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134942-3E80-939C-3E88-5B5D5468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问题背景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162BB39B-D5D5-B268-7DAF-B2F1F80435FF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879829684"/>
              </p:ext>
            </p:extLst>
          </p:nvPr>
        </p:nvGraphicFramePr>
        <p:xfrm>
          <a:off x="504826" y="1362075"/>
          <a:ext cx="4877072" cy="5239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37E76C59-1574-4F5D-4AA5-74D9086D9580}"/>
              </a:ext>
            </a:extLst>
          </p:cNvPr>
          <p:cNvSpPr/>
          <p:nvPr/>
        </p:nvSpPr>
        <p:spPr>
          <a:xfrm>
            <a:off x="5826035" y="695398"/>
            <a:ext cx="6226628" cy="133335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Stm32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内核中的代码驱动外设和电机打交道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不懂外设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拿着电机遥控器却不会用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B9D615B-4084-A5B3-B40C-864350C94B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8894" y="5569384"/>
            <a:ext cx="4703769" cy="103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2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D8D4-C8D3-DEF9-D2A5-9B668B1A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66C5EB8B-62A7-8475-BACC-A7222A44C8B9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97A6495-4001-1ED7-C76C-4CA0F2C6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主要外设一栏</a:t>
            </a:r>
            <a:endParaRPr lang="zh-CN" altLang="en-US" dirty="0"/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668D8E63-E001-8A1D-0060-1D500D1AD7F5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487172535"/>
              </p:ext>
            </p:extLst>
          </p:nvPr>
        </p:nvGraphicFramePr>
        <p:xfrm>
          <a:off x="905691" y="1384663"/>
          <a:ext cx="10687012" cy="42914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239589">
                  <a:extLst>
                    <a:ext uri="{9D8B030D-6E8A-4147-A177-3AD203B41FA5}">
                      <a16:colId xmlns:a16="http://schemas.microsoft.com/office/drawing/2014/main" val="1276242285"/>
                    </a:ext>
                  </a:extLst>
                </a:gridCol>
                <a:gridCol w="3274423">
                  <a:extLst>
                    <a:ext uri="{9D8B030D-6E8A-4147-A177-3AD203B41FA5}">
                      <a16:colId xmlns:a16="http://schemas.microsoft.com/office/drawing/2014/main" val="825755813"/>
                    </a:ext>
                  </a:extLst>
                </a:gridCol>
                <a:gridCol w="4173000">
                  <a:extLst>
                    <a:ext uri="{9D8B030D-6E8A-4147-A177-3AD203B41FA5}">
                      <a16:colId xmlns:a16="http://schemas.microsoft.com/office/drawing/2014/main" val="755484476"/>
                    </a:ext>
                  </a:extLst>
                </a:gridCol>
              </a:tblGrid>
              <a:tr h="69369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外设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作用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控制内容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493776"/>
                  </a:ext>
                </a:extLst>
              </a:tr>
              <a:tr h="693696"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定时器（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TIM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）</a:t>
                      </a:r>
                      <a:endParaRPr lang="en-US" altLang="zh-CN" sz="24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与 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PWM 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输出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产生控制信号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占空比、频率调节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871080"/>
                  </a:ext>
                </a:extLst>
              </a:tr>
              <a:tr h="693696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GPIO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控制逻辑信号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方向、使能、限位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7751955"/>
                  </a:ext>
                </a:extLst>
              </a:tr>
              <a:tr h="693696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ADC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采样模拟信号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电流、电压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0371369"/>
                  </a:ext>
                </a:extLst>
              </a:tr>
              <a:tr h="693696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</a:rPr>
                        <a:t>TIM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（编码器模式）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读取旋转位置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/>
                        <a:t>速度</a:t>
                      </a:r>
                      <a:r>
                        <a:rPr lang="en-US" altLang="zh-CN" sz="2400"/>
                        <a:t>/</a:t>
                      </a:r>
                      <a:r>
                        <a:rPr lang="zh-CN" altLang="en-US" sz="2400"/>
                        <a:t>角度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52940"/>
                  </a:ext>
                </a:extLst>
              </a:tr>
              <a:tr h="693696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USART/CAN/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</a:rPr>
                        <a:t>。。。</a:t>
                      </a:r>
                      <a:endParaRPr 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通信外设接口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参数调试、上位机通信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69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48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67C3-7F25-CE38-3717-66DB1DEE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807CA184-C1FE-E290-F512-4AC0A8335810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F20426E-DC1C-17E2-66D2-E9B550D1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.1 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定时器（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/>
          </a:p>
        </p:txBody>
      </p:sp>
      <p:graphicFrame>
        <p:nvGraphicFramePr>
          <p:cNvPr id="30" name="内容占位符 29">
            <a:extLst>
              <a:ext uri="{FF2B5EF4-FFF2-40B4-BE49-F238E27FC236}">
                <a16:creationId xmlns:a16="http://schemas.microsoft.com/office/drawing/2014/main" id="{7E5B2229-2328-6D80-0090-4549EA9A32D9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558387191"/>
              </p:ext>
            </p:extLst>
          </p:nvPr>
        </p:nvGraphicFramePr>
        <p:xfrm>
          <a:off x="504825" y="1362076"/>
          <a:ext cx="11080534" cy="1487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AB29B306-5314-855B-B1DE-429E03336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568301"/>
              </p:ext>
            </p:extLst>
          </p:nvPr>
        </p:nvGraphicFramePr>
        <p:xfrm>
          <a:off x="504825" y="3716382"/>
          <a:ext cx="5212394" cy="2501538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125164">
                  <a:extLst>
                    <a:ext uri="{9D8B030D-6E8A-4147-A177-3AD203B41FA5}">
                      <a16:colId xmlns:a16="http://schemas.microsoft.com/office/drawing/2014/main" val="3502123318"/>
                    </a:ext>
                  </a:extLst>
                </a:gridCol>
                <a:gridCol w="3087230">
                  <a:extLst>
                    <a:ext uri="{9D8B030D-6E8A-4147-A177-3AD203B41FA5}">
                      <a16:colId xmlns:a16="http://schemas.microsoft.com/office/drawing/2014/main" val="1749483281"/>
                    </a:ext>
                  </a:extLst>
                </a:gridCol>
              </a:tblGrid>
              <a:tr h="41416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 dirty="0">
                          <a:effectLst/>
                        </a:rPr>
                        <a:t>电机类型​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 dirty="0">
                          <a:effectLst/>
                        </a:rPr>
                        <a:t>必用定时器功能​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661"/>
                  </a:ext>
                </a:extLst>
              </a:tr>
              <a:tr h="69579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 dirty="0">
                          <a:effectLst/>
                        </a:rPr>
                        <a:t>直流电机​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b="0" dirty="0">
                          <a:effectLst/>
                        </a:rPr>
                        <a:t>PWM </a:t>
                      </a:r>
                      <a:r>
                        <a:rPr lang="zh-CN" altLang="en-US" b="0" dirty="0">
                          <a:effectLst/>
                        </a:rPr>
                        <a:t>调速​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389504"/>
                  </a:ext>
                </a:extLst>
              </a:tr>
              <a:tr h="69579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步进电机​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细分驱动（多通道 </a:t>
                      </a:r>
                      <a:r>
                        <a:rPr lang="en-US" altLang="zh-CN" b="0">
                          <a:effectLst/>
                        </a:rPr>
                        <a:t>PWM</a:t>
                      </a:r>
                      <a:r>
                        <a:rPr lang="zh-CN" altLang="en-US" b="0">
                          <a:effectLst/>
                        </a:rPr>
                        <a:t>）​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464829"/>
                  </a:ext>
                </a:extLst>
              </a:tr>
              <a:tr h="69579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无刷电机（</a:t>
                      </a:r>
                      <a:r>
                        <a:rPr lang="en-US" altLang="zh-CN" b="0">
                          <a:effectLst/>
                        </a:rPr>
                        <a:t>BLDC</a:t>
                      </a:r>
                      <a:r>
                        <a:rPr lang="zh-CN" altLang="en-US" b="0">
                          <a:effectLst/>
                        </a:rPr>
                        <a:t>）​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 dirty="0">
                          <a:effectLst/>
                        </a:rPr>
                        <a:t>高级定时器互补输出​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865989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67D769F7-80DE-416F-DBF7-B657431E46CC}"/>
              </a:ext>
            </a:extLst>
          </p:cNvPr>
          <p:cNvSpPr txBox="1"/>
          <p:nvPr/>
        </p:nvSpPr>
        <p:spPr>
          <a:xfrm>
            <a:off x="6096000" y="3713744"/>
            <a:ext cx="5489359" cy="16542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zh-CN" altLang="en-US" b="0" i="0" dirty="0">
                <a:effectLst/>
                <a:latin typeface="Inter"/>
              </a:rPr>
              <a:t>周期（</a:t>
            </a:r>
            <a:r>
              <a:rPr lang="en-US" altLang="zh-CN" b="0" i="0" dirty="0">
                <a:effectLst/>
                <a:latin typeface="Inter"/>
              </a:rPr>
              <a:t>Period</a:t>
            </a:r>
            <a:r>
              <a:rPr lang="zh-CN" altLang="en-US" b="0" i="0" dirty="0">
                <a:effectLst/>
                <a:latin typeface="Inter"/>
              </a:rPr>
              <a:t>）：决定 </a:t>
            </a:r>
            <a:r>
              <a:rPr lang="en-US" altLang="zh-CN" b="0" i="0" dirty="0">
                <a:effectLst/>
                <a:latin typeface="Inter"/>
              </a:rPr>
              <a:t>PWM </a:t>
            </a:r>
            <a:r>
              <a:rPr lang="zh-CN" altLang="en-US" b="0" i="0" dirty="0">
                <a:effectLst/>
                <a:latin typeface="Inter"/>
              </a:rPr>
              <a:t>频率（如 </a:t>
            </a:r>
            <a:r>
              <a:rPr lang="en-US" altLang="zh-CN" b="0" i="0" dirty="0">
                <a:effectLst/>
                <a:latin typeface="Inter"/>
              </a:rPr>
              <a:t>10kHz</a:t>
            </a:r>
            <a:r>
              <a:rPr lang="zh-CN" altLang="en-US" b="0" i="0" dirty="0">
                <a:effectLst/>
                <a:latin typeface="Inter"/>
              </a:rPr>
              <a:t>）​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b="1" i="0" dirty="0">
                <a:effectLst/>
                <a:latin typeface="Inter"/>
              </a:rPr>
              <a:t>死区时间（</a:t>
            </a:r>
            <a:r>
              <a:rPr lang="en-US" altLang="zh-CN" b="1" i="0" dirty="0">
                <a:effectLst/>
                <a:latin typeface="Inter"/>
              </a:rPr>
              <a:t>Dead Time</a:t>
            </a:r>
            <a:r>
              <a:rPr lang="zh-CN" altLang="en-US" b="1" i="0" dirty="0">
                <a:effectLst/>
                <a:latin typeface="Inter"/>
              </a:rPr>
              <a:t>）：高级 </a:t>
            </a:r>
            <a:r>
              <a:rPr lang="en-US" altLang="zh-CN" b="1" i="0" dirty="0">
                <a:effectLst/>
                <a:latin typeface="Inter"/>
              </a:rPr>
              <a:t>TIM </a:t>
            </a:r>
            <a:r>
              <a:rPr lang="zh-CN" altLang="en-US" b="1" i="0" dirty="0">
                <a:effectLst/>
                <a:latin typeface="Inter"/>
              </a:rPr>
              <a:t>的‘防炸机’功能</a:t>
            </a:r>
            <a:endParaRPr lang="en-US" altLang="zh-CN" b="1" i="0" dirty="0"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effectLst/>
                <a:latin typeface="Inter"/>
              </a:rPr>
              <a:t>占空比（</a:t>
            </a:r>
            <a:r>
              <a:rPr lang="en-US" altLang="zh-CN" b="0" i="0" dirty="0">
                <a:effectLst/>
                <a:latin typeface="Inter"/>
              </a:rPr>
              <a:t>Pulse</a:t>
            </a:r>
            <a:r>
              <a:rPr lang="zh-CN" altLang="en-US" b="0" i="0" dirty="0">
                <a:effectLst/>
                <a:latin typeface="Inter"/>
              </a:rPr>
              <a:t>）：调节输出到负载的平均电压 ​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b="0" i="0" dirty="0">
                <a:effectLst/>
                <a:latin typeface="Inter"/>
              </a:rPr>
              <a:t>时钟分频（</a:t>
            </a:r>
            <a:r>
              <a:rPr lang="en-US" altLang="zh-CN" b="0" i="0" dirty="0" err="1">
                <a:effectLst/>
                <a:latin typeface="Inter"/>
              </a:rPr>
              <a:t>Prescaler</a:t>
            </a:r>
            <a:r>
              <a:rPr lang="zh-CN" altLang="en-US" b="0" i="0" dirty="0">
                <a:effectLst/>
                <a:latin typeface="Inter"/>
              </a:rPr>
              <a:t>）：避免 </a:t>
            </a:r>
            <a:r>
              <a:rPr lang="en-US" altLang="zh-CN" b="0" i="0" dirty="0">
                <a:effectLst/>
                <a:latin typeface="Inter"/>
              </a:rPr>
              <a:t>CPU </a:t>
            </a:r>
            <a:r>
              <a:rPr lang="zh-CN" altLang="en-US" b="0" i="0" dirty="0">
                <a:effectLst/>
                <a:latin typeface="Inter"/>
              </a:rPr>
              <a:t>负载过高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EA787DE-CEFC-7490-B094-D3FE37CC0CE5}"/>
              </a:ext>
            </a:extLst>
          </p:cNvPr>
          <p:cNvSpPr txBox="1"/>
          <p:nvPr/>
        </p:nvSpPr>
        <p:spPr>
          <a:xfrm>
            <a:off x="495844" y="3169837"/>
            <a:ext cx="4489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典型应用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C4C20E-A2AF-6F40-DDB0-443C6B1021EE}"/>
              </a:ext>
            </a:extLst>
          </p:cNvPr>
          <p:cNvSpPr txBox="1"/>
          <p:nvPr/>
        </p:nvSpPr>
        <p:spPr>
          <a:xfrm>
            <a:off x="6096000" y="3145888"/>
            <a:ext cx="54893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配置关键点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6252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384A2-CB04-A6EB-FF5B-ACDC4E68F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A3FEC83D-3ADB-8458-413A-64089DDA0421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BC177D3-5AAB-B674-2338-A0BC8FB0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.2 GPIO</a:t>
            </a:r>
            <a:endParaRPr lang="zh-CN" alt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C32E1952-0068-17F1-E579-CDCAF1BA4E03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52979250"/>
              </p:ext>
            </p:extLst>
          </p:nvPr>
        </p:nvGraphicFramePr>
        <p:xfrm>
          <a:off x="504825" y="1362076"/>
          <a:ext cx="5780565" cy="5216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830DC825-2711-4EF9-5B7E-BC0FF38FD5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8336" y="202882"/>
            <a:ext cx="3405560" cy="243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87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DA69C10-81F4-27EA-4E6F-037B7F3CB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522" y="486748"/>
            <a:ext cx="6492536" cy="17948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04BB8F4-CADB-B32F-1BA0-85AC3593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ADC</a:t>
            </a:r>
            <a:endParaRPr lang="zh-CN" alt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24934C71-3AD5-1870-6308-C1878EE1917E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650346390"/>
              </p:ext>
            </p:extLst>
          </p:nvPr>
        </p:nvGraphicFramePr>
        <p:xfrm>
          <a:off x="221942" y="1242873"/>
          <a:ext cx="6072326" cy="5128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8B8B06D-BD15-32A1-2E7A-693C11AF4C4C}"/>
              </a:ext>
            </a:extLst>
          </p:cNvPr>
          <p:cNvSpPr/>
          <p:nvPr/>
        </p:nvSpPr>
        <p:spPr>
          <a:xfrm>
            <a:off x="8149701" y="1811045"/>
            <a:ext cx="1544715" cy="4705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0ADBCA8-0ADC-B88F-4E4E-5E87861FA306}"/>
              </a:ext>
            </a:extLst>
          </p:cNvPr>
          <p:cNvSpPr txBox="1"/>
          <p:nvPr/>
        </p:nvSpPr>
        <p:spPr>
          <a:xfrm>
            <a:off x="6587231" y="2506501"/>
            <a:ext cx="5604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电流环控制，测量实际电流需要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8116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B43CB-D4CC-3018-92CC-96294A5B8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1CB3F5-FF7C-3682-C4FC-BCED3B54B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TIM</a:t>
            </a:r>
            <a:r>
              <a:rPr lang="zh-CN" altLang="en-US" dirty="0"/>
              <a:t>（编码器模式）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50F03EA3-2B8B-56FF-0953-1AA2E90A68C5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009425294"/>
              </p:ext>
            </p:extLst>
          </p:nvPr>
        </p:nvGraphicFramePr>
        <p:xfrm>
          <a:off x="504826" y="1362076"/>
          <a:ext cx="5327804" cy="4867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EA3B40C0-0D20-05A6-2C44-C5836755C2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2179" y="2988273"/>
            <a:ext cx="5327804" cy="242172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9B59434-BA54-875D-83F6-BC834390A540}"/>
              </a:ext>
            </a:extLst>
          </p:cNvPr>
          <p:cNvSpPr txBox="1"/>
          <p:nvPr/>
        </p:nvSpPr>
        <p:spPr>
          <a:xfrm>
            <a:off x="6693763" y="2228295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计时器当计数（脉冲）器使用</a:t>
            </a:r>
          </a:p>
        </p:txBody>
      </p:sp>
    </p:spTree>
    <p:extLst>
      <p:ext uri="{BB962C8B-B14F-4D97-AF65-F5344CB8AC3E}">
        <p14:creationId xmlns:p14="http://schemas.microsoft.com/office/powerpoint/2010/main" val="1670268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0FEFA-FF6B-3F0B-A53F-AE6CA1894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C7B67-258A-7763-7D08-6AF88EF0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</a:t>
            </a:r>
            <a:r>
              <a:rPr lang="zh-CN" altLang="en-US" dirty="0"/>
              <a:t>通信外设（</a:t>
            </a:r>
            <a:r>
              <a:rPr lang="en-US" altLang="zh-CN" b="1" i="0" dirty="0">
                <a:effectLst/>
                <a:latin typeface="Inter"/>
              </a:rPr>
              <a:t>USART/SPI/I2C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6FEE97A3-4672-77BD-22E6-9E249E053260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566918989"/>
              </p:ext>
            </p:extLst>
          </p:nvPr>
        </p:nvGraphicFramePr>
        <p:xfrm>
          <a:off x="504824" y="1362076"/>
          <a:ext cx="5185761" cy="4852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D6F74E4-3BC2-6B35-0B55-C2ACE197A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380687"/>
              </p:ext>
            </p:extLst>
          </p:nvPr>
        </p:nvGraphicFramePr>
        <p:xfrm>
          <a:off x="5948039" y="1905000"/>
          <a:ext cx="6081204" cy="1524000"/>
        </p:xfrm>
        <a:graphic>
          <a:graphicData uri="http://schemas.openxmlformats.org/drawingml/2006/table">
            <a:tbl>
              <a:tblPr/>
              <a:tblGrid>
                <a:gridCol w="1051714">
                  <a:extLst>
                    <a:ext uri="{9D8B030D-6E8A-4147-A177-3AD203B41FA5}">
                      <a16:colId xmlns:a16="http://schemas.microsoft.com/office/drawing/2014/main" val="612348119"/>
                    </a:ext>
                  </a:extLst>
                </a:gridCol>
                <a:gridCol w="2259657">
                  <a:extLst>
                    <a:ext uri="{9D8B030D-6E8A-4147-A177-3AD203B41FA5}">
                      <a16:colId xmlns:a16="http://schemas.microsoft.com/office/drawing/2014/main" val="3931831752"/>
                    </a:ext>
                  </a:extLst>
                </a:gridCol>
                <a:gridCol w="2769833">
                  <a:extLst>
                    <a:ext uri="{9D8B030D-6E8A-4147-A177-3AD203B41FA5}">
                      <a16:colId xmlns:a16="http://schemas.microsoft.com/office/drawing/2014/main" val="53061792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b="0" dirty="0">
                          <a:effectLst/>
                        </a:rPr>
                        <a:t>接口​</a:t>
                      </a:r>
                    </a:p>
                  </a:txBody>
                  <a:tcPr>
                    <a:lnL w="9525" cap="flat" cmpd="sng" algn="ctr">
                      <a:solidFill>
                        <a:srgbClr val="303B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b="0" dirty="0">
                          <a:effectLst/>
                        </a:rPr>
                        <a:t>优势​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b="0" dirty="0">
                          <a:effectLst/>
                        </a:rPr>
                        <a:t>典型场景​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38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03187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effectLst/>
                        </a:rPr>
                        <a:t>USART​</a:t>
                      </a:r>
                    </a:p>
                  </a:txBody>
                  <a:tcPr>
                    <a:lnL w="9525" cap="flat" cmpd="sng" algn="ctr">
                      <a:solidFill>
                        <a:srgbClr val="1038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简单易用，支持异步​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人机交互（上位机指令）​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95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96169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effectLst/>
                        </a:rPr>
                        <a:t>SPI​</a:t>
                      </a:r>
                    </a:p>
                  </a:txBody>
                  <a:tcPr>
                    <a:lnL w="9525" cap="flat" cmpd="sng" algn="ctr">
                      <a:solidFill>
                        <a:srgbClr val="309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高速率，全双工​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高精度传感器数据采集​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8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929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 dirty="0">
                          <a:effectLst/>
                        </a:rPr>
                        <a:t>I2C​</a:t>
                      </a:r>
                    </a:p>
                  </a:txBody>
                  <a:tcPr>
                    <a:lnL w="9525" cap="flat" cmpd="sng" algn="ctr">
                      <a:solidFill>
                        <a:srgbClr val="70B5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二线制，省引脚​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 dirty="0">
                          <a:effectLst/>
                        </a:rPr>
                        <a:t>多传感器级联（如 </a:t>
                      </a:r>
                      <a:r>
                        <a:rPr lang="en-US" altLang="zh-CN" b="0" dirty="0">
                          <a:effectLst/>
                        </a:rPr>
                        <a:t>IMU</a:t>
                      </a:r>
                      <a:r>
                        <a:rPr lang="zh-CN" altLang="en-US" b="0" dirty="0">
                          <a:effectLst/>
                        </a:rPr>
                        <a:t>）​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8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953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8216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A4ACC-80C9-A8E1-0B8C-FE65A2B4C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5CB56495-5DDC-AFA3-A4D6-1A2BB9834D7D}"/>
              </a:ext>
            </a:extLst>
          </p:cNvPr>
          <p:cNvSpPr txBox="1"/>
          <p:nvPr/>
        </p:nvSpPr>
        <p:spPr>
          <a:xfrm rot="2544951">
            <a:off x="415546" y="374372"/>
            <a:ext cx="134622" cy="197908"/>
          </a:xfrm>
          <a:custGeom>
            <a:avLst/>
            <a:gdLst>
              <a:gd name="connsiteX0" fmla="*/ 265175 w 356639"/>
              <a:gd name="connsiteY0" fmla="*/ 0 h 524296"/>
              <a:gd name="connsiteX1" fmla="*/ 356639 w 356639"/>
              <a:gd name="connsiteY1" fmla="*/ 0 h 524296"/>
              <a:gd name="connsiteX2" fmla="*/ 356639 w 356639"/>
              <a:gd name="connsiteY2" fmla="*/ 521734 h 524296"/>
              <a:gd name="connsiteX3" fmla="*/ 345917 w 356639"/>
              <a:gd name="connsiteY3" fmla="*/ 521734 h 524296"/>
              <a:gd name="connsiteX4" fmla="*/ 345921 w 356639"/>
              <a:gd name="connsiteY4" fmla="*/ 522433 h 524296"/>
              <a:gd name="connsiteX5" fmla="*/ 493 w 356639"/>
              <a:gd name="connsiteY5" fmla="*/ 524296 h 524296"/>
              <a:gd name="connsiteX6" fmla="*/ 0 w 356639"/>
              <a:gd name="connsiteY6" fmla="*/ 432834 h 524296"/>
              <a:gd name="connsiteX7" fmla="*/ 265175 w 356639"/>
              <a:gd name="connsiteY7" fmla="*/ 431403 h 524296"/>
            </a:gdLst>
            <a:ahLst/>
            <a:cxnLst/>
            <a:rect l="l" t="t" r="r" b="b"/>
            <a:pathLst>
              <a:path w="356639" h="524296">
                <a:moveTo>
                  <a:pt x="265175" y="0"/>
                </a:moveTo>
                <a:lnTo>
                  <a:pt x="356639" y="0"/>
                </a:lnTo>
                <a:lnTo>
                  <a:pt x="356639" y="521734"/>
                </a:lnTo>
                <a:lnTo>
                  <a:pt x="345917" y="521734"/>
                </a:lnTo>
                <a:lnTo>
                  <a:pt x="345921" y="522433"/>
                </a:lnTo>
                <a:lnTo>
                  <a:pt x="493" y="524296"/>
                </a:lnTo>
                <a:lnTo>
                  <a:pt x="0" y="432834"/>
                </a:lnTo>
                <a:lnTo>
                  <a:pt x="265175" y="431403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59BC8BE-3EC3-165A-068A-1B783A69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b="1" dirty="0"/>
              <a:t>.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选型速查表</a:t>
            </a:r>
            <a:endParaRPr lang="zh-CN" altLang="en-US" dirty="0"/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39ADCEB1-B244-2054-51E9-95A330723E1F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824771980"/>
              </p:ext>
            </p:extLst>
          </p:nvPr>
        </p:nvGraphicFramePr>
        <p:xfrm>
          <a:off x="482856" y="2259357"/>
          <a:ext cx="8430325" cy="1524000"/>
        </p:xfrm>
        <a:graphic>
          <a:graphicData uri="http://schemas.openxmlformats.org/drawingml/2006/table">
            <a:tbl>
              <a:tblPr/>
              <a:tblGrid>
                <a:gridCol w="1479284">
                  <a:extLst>
                    <a:ext uri="{9D8B030D-6E8A-4147-A177-3AD203B41FA5}">
                      <a16:colId xmlns:a16="http://schemas.microsoft.com/office/drawing/2014/main" val="1098693593"/>
                    </a:ext>
                  </a:extLst>
                </a:gridCol>
                <a:gridCol w="4239660">
                  <a:extLst>
                    <a:ext uri="{9D8B030D-6E8A-4147-A177-3AD203B41FA5}">
                      <a16:colId xmlns:a16="http://schemas.microsoft.com/office/drawing/2014/main" val="3104596015"/>
                    </a:ext>
                  </a:extLst>
                </a:gridCol>
                <a:gridCol w="2711381">
                  <a:extLst>
                    <a:ext uri="{9D8B030D-6E8A-4147-A177-3AD203B41FA5}">
                      <a16:colId xmlns:a16="http://schemas.microsoft.com/office/drawing/2014/main" val="112243489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电机类型​</a:t>
                      </a:r>
                    </a:p>
                  </a:txBody>
                  <a:tcPr>
                    <a:lnL w="9525" cap="flat" cmpd="sng" algn="ctr">
                      <a:solidFill>
                        <a:srgbClr val="F00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必配外设​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可选增强外设​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1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47077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直流电机​</a:t>
                      </a:r>
                    </a:p>
                  </a:txBody>
                  <a:tcPr>
                    <a:lnL w="9525" cap="flat" cmpd="sng" algn="ctr">
                      <a:solidFill>
                        <a:srgbClr val="1018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effectLst/>
                        </a:rPr>
                        <a:t>GPIO（</a:t>
                      </a:r>
                      <a:r>
                        <a:rPr lang="zh-CN" altLang="en-US" b="0">
                          <a:effectLst/>
                        </a:rPr>
                        <a:t>方向）</a:t>
                      </a:r>
                      <a:r>
                        <a:rPr lang="en-US" altLang="zh-CN" b="0">
                          <a:effectLst/>
                        </a:rPr>
                        <a:t>+ </a:t>
                      </a:r>
                      <a:r>
                        <a:rPr lang="en-US" b="0">
                          <a:effectLst/>
                        </a:rPr>
                        <a:t>TIM（PWM）​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b="0">
                          <a:effectLst/>
                        </a:rPr>
                        <a:t>ADC</a:t>
                      </a:r>
                      <a:r>
                        <a:rPr lang="zh-CN" altLang="en-US" b="0">
                          <a:effectLst/>
                        </a:rPr>
                        <a:t>（电流监测）​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1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97107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步进电机​</a:t>
                      </a:r>
                    </a:p>
                  </a:txBody>
                  <a:tcPr>
                    <a:lnL w="9525" cap="flat" cmpd="sng" algn="ctr">
                      <a:solidFill>
                        <a:srgbClr val="901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b="0">
                          <a:effectLst/>
                        </a:rPr>
                        <a:t>GPIO</a:t>
                      </a:r>
                      <a:r>
                        <a:rPr lang="zh-CN" altLang="en-US" b="0">
                          <a:effectLst/>
                        </a:rPr>
                        <a:t>（脉冲序列）</a:t>
                      </a:r>
                      <a:r>
                        <a:rPr lang="en-US" altLang="zh-CN" b="0">
                          <a:effectLst/>
                        </a:rPr>
                        <a:t>+ TIM​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编码器（细分控制）​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02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85745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 dirty="0">
                          <a:effectLst/>
                        </a:rPr>
                        <a:t>无刷电机​</a:t>
                      </a:r>
                    </a:p>
                  </a:txBody>
                  <a:tcPr>
                    <a:lnL w="9525" cap="flat" cmpd="sng" algn="ctr">
                      <a:solidFill>
                        <a:srgbClr val="F02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b="0">
                          <a:effectLst/>
                        </a:rPr>
                        <a:t>高级 </a:t>
                      </a:r>
                      <a:r>
                        <a:rPr lang="en-US" b="0">
                          <a:effectLst/>
                        </a:rPr>
                        <a:t>TIM（</a:t>
                      </a:r>
                      <a:r>
                        <a:rPr lang="zh-CN" altLang="en-US" b="0">
                          <a:effectLst/>
                        </a:rPr>
                        <a:t>互补 </a:t>
                      </a:r>
                      <a:r>
                        <a:rPr lang="en-US" b="0">
                          <a:effectLst/>
                        </a:rPr>
                        <a:t>PWM）+ Encoder​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b="0" dirty="0">
                          <a:effectLst/>
                        </a:rPr>
                        <a:t>CAN</a:t>
                      </a:r>
                      <a:r>
                        <a:rPr lang="zh-CN" altLang="en-US" b="0" dirty="0">
                          <a:effectLst/>
                        </a:rPr>
                        <a:t>（多电机协同）​</a:t>
                      </a:r>
                    </a:p>
                  </a:txBody>
                  <a:tcPr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2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30214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2105B76E-6D6C-8F2D-51AB-6259F5862EFE}"/>
              </a:ext>
            </a:extLst>
          </p:cNvPr>
          <p:cNvSpPr txBox="1"/>
          <p:nvPr/>
        </p:nvSpPr>
        <p:spPr>
          <a:xfrm>
            <a:off x="721311" y="155091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选型速表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EC80B4C-5A82-A680-7DC3-1732A58F4A9F}"/>
              </a:ext>
            </a:extLst>
          </p:cNvPr>
          <p:cNvSpPr txBox="1"/>
          <p:nvPr/>
        </p:nvSpPr>
        <p:spPr>
          <a:xfrm>
            <a:off x="482857" y="4841378"/>
            <a:ext cx="843032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ter"/>
              </a:rPr>
              <a:t>别用普通 </a:t>
            </a:r>
            <a:r>
              <a:rPr lang="en-US" altLang="zh-CN" b="0" i="0" dirty="0">
                <a:effectLst/>
                <a:latin typeface="Inter"/>
              </a:rPr>
              <a:t>TIM </a:t>
            </a:r>
            <a:r>
              <a:rPr lang="zh-CN" altLang="en-US" b="0" i="0" dirty="0">
                <a:effectLst/>
                <a:latin typeface="Inter"/>
              </a:rPr>
              <a:t>驱动 </a:t>
            </a:r>
            <a:r>
              <a:rPr lang="en-US" altLang="zh-CN" b="0" i="0" dirty="0">
                <a:effectLst/>
                <a:latin typeface="Inter"/>
              </a:rPr>
              <a:t>BLDC</a:t>
            </a:r>
            <a:r>
              <a:rPr lang="zh-CN" altLang="en-US" b="0" i="0" dirty="0">
                <a:effectLst/>
                <a:latin typeface="Inter"/>
              </a:rPr>
              <a:t>！必须用带互补输出的高级 </a:t>
            </a:r>
            <a:r>
              <a:rPr lang="en-US" altLang="zh-CN" b="0" i="0" dirty="0">
                <a:effectLst/>
                <a:latin typeface="Inter"/>
              </a:rPr>
              <a:t>TIM</a:t>
            </a:r>
            <a:r>
              <a:rPr lang="zh-CN" altLang="en-US" b="0" i="0" dirty="0">
                <a:effectLst/>
                <a:latin typeface="Inter"/>
              </a:rPr>
              <a:t>（如 </a:t>
            </a:r>
            <a:r>
              <a:rPr lang="en-US" altLang="zh-CN" b="0" i="0" dirty="0">
                <a:effectLst/>
                <a:latin typeface="Inter"/>
              </a:rPr>
              <a:t>TIM1/TIM8</a:t>
            </a:r>
            <a:r>
              <a:rPr lang="zh-CN" altLang="en-US" b="0" i="0" dirty="0">
                <a:effectLst/>
                <a:latin typeface="Inter"/>
              </a:rPr>
              <a:t>）。​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Inter"/>
              </a:rPr>
              <a:t>编码器接口优先选 </a:t>
            </a:r>
            <a:r>
              <a:rPr lang="en-US" altLang="zh-CN" b="0" i="0" dirty="0">
                <a:effectLst/>
                <a:latin typeface="Inter"/>
              </a:rPr>
              <a:t>TIM2~TIM5</a:t>
            </a:r>
            <a:r>
              <a:rPr lang="zh-CN" altLang="en-US" b="0" i="0" dirty="0">
                <a:effectLst/>
                <a:latin typeface="Inter"/>
              </a:rPr>
              <a:t>（硬件原生支持，无需软件计数）。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5AF9E2-694F-AC1A-2027-3AB5EEE57000}"/>
              </a:ext>
            </a:extLst>
          </p:cNvPr>
          <p:cNvSpPr txBox="1"/>
          <p:nvPr/>
        </p:nvSpPr>
        <p:spPr>
          <a:xfrm>
            <a:off x="783455" y="432962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避坑指南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3353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2025.5</a:t>
            </a:r>
            <a:endParaRPr kumimoji="1" lang="zh-CN" altLang="en-US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830</Words>
  <Application>Microsoft Office PowerPoint</Application>
  <PresentationFormat>宽屏</PresentationFormat>
  <Paragraphs>129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Inter</vt:lpstr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目录</vt:lpstr>
      <vt:lpstr>1. 问题背景</vt:lpstr>
      <vt:lpstr>2 主要外设一栏</vt:lpstr>
      <vt:lpstr>2.1 定时器（PWM）</vt:lpstr>
      <vt:lpstr>2.2 GPIO</vt:lpstr>
      <vt:lpstr>2.3 ADC</vt:lpstr>
      <vt:lpstr>2.4 TIM（编码器模式）</vt:lpstr>
      <vt:lpstr>2.5 通信外设（USART/SPI/I2C）</vt:lpstr>
      <vt:lpstr>3. 选型速查表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28</cp:revision>
  <dcterms:created xsi:type="dcterms:W3CDTF">2025-05-21T06:55:53Z</dcterms:created>
  <dcterms:modified xsi:type="dcterms:W3CDTF">2025-06-05T06:04:55Z</dcterms:modified>
</cp:coreProperties>
</file>