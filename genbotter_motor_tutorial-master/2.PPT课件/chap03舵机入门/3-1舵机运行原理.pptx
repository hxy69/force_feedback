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9" r:id="rId2"/>
    <p:sldId id="799" r:id="rId3"/>
    <p:sldId id="770" r:id="rId4"/>
    <p:sldId id="795" r:id="rId5"/>
    <p:sldId id="794" r:id="rId6"/>
    <p:sldId id="796" r:id="rId7"/>
    <p:sldId id="797" r:id="rId8"/>
    <p:sldId id="783" r:id="rId9"/>
    <p:sldId id="784" r:id="rId10"/>
    <p:sldId id="769" r:id="rId11"/>
    <p:sldId id="798" r:id="rId12"/>
    <p:sldId id="785" r:id="rId13"/>
    <p:sldId id="792" r:id="rId14"/>
    <p:sldId id="28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11E3D5-3BAC-4B49-8059-0400BF053A0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572234B-6B49-4044-B663-9BDE79B25680}">
      <dgm:prSet/>
      <dgm:spPr/>
      <dgm:t>
        <a:bodyPr/>
        <a:lstStyle/>
        <a:p>
          <a:r>
            <a:rPr lang="en-US" dirty="0"/>
            <a:t>1.</a:t>
          </a:r>
          <a:r>
            <a:rPr lang="zh-CN" dirty="0"/>
            <a:t>收</a:t>
          </a:r>
          <a:r>
            <a:rPr lang="en-US" dirty="0"/>
            <a:t>PWM</a:t>
          </a:r>
          <a:endParaRPr lang="zh-CN" dirty="0"/>
        </a:p>
      </dgm:t>
    </dgm:pt>
    <dgm:pt modelId="{DA1CA53F-C6EB-47D1-B963-DFD1F7104673}" type="parTrans" cxnId="{965C6F99-54F8-456C-9DE8-9019322D1B88}">
      <dgm:prSet/>
      <dgm:spPr/>
      <dgm:t>
        <a:bodyPr/>
        <a:lstStyle/>
        <a:p>
          <a:endParaRPr lang="zh-CN" altLang="en-US"/>
        </a:p>
      </dgm:t>
    </dgm:pt>
    <dgm:pt modelId="{D294F170-1E3E-4DA6-A38E-8E2DEEC24D35}" type="sibTrans" cxnId="{965C6F99-54F8-456C-9DE8-9019322D1B88}">
      <dgm:prSet/>
      <dgm:spPr/>
      <dgm:t>
        <a:bodyPr/>
        <a:lstStyle/>
        <a:p>
          <a:endParaRPr lang="zh-CN" altLang="en-US"/>
        </a:p>
      </dgm:t>
    </dgm:pt>
    <dgm:pt modelId="{26AD4245-4336-40FB-AC8B-E640E0758485}">
      <dgm:prSet/>
      <dgm:spPr/>
      <dgm:t>
        <a:bodyPr/>
        <a:lstStyle/>
        <a:p>
          <a:r>
            <a:rPr lang="en-US" dirty="0"/>
            <a:t>PWM</a:t>
          </a:r>
          <a:r>
            <a:rPr lang="zh-CN" dirty="0"/>
            <a:t>来自控制器（如</a:t>
          </a:r>
          <a:r>
            <a:rPr lang="en-US" dirty="0"/>
            <a:t>STM32</a:t>
          </a:r>
          <a:r>
            <a:rPr lang="zh-CN" dirty="0"/>
            <a:t>）</a:t>
          </a:r>
        </a:p>
      </dgm:t>
    </dgm:pt>
    <dgm:pt modelId="{7853C029-E6D6-488B-A432-F4245C8B36C4}" type="parTrans" cxnId="{CC8AAB8B-0DE2-4623-8E64-43433F7787D5}">
      <dgm:prSet/>
      <dgm:spPr/>
      <dgm:t>
        <a:bodyPr/>
        <a:lstStyle/>
        <a:p>
          <a:endParaRPr lang="zh-CN" altLang="en-US"/>
        </a:p>
      </dgm:t>
    </dgm:pt>
    <dgm:pt modelId="{F307873B-8C16-4124-8AB4-F103F3F83254}" type="sibTrans" cxnId="{CC8AAB8B-0DE2-4623-8E64-43433F7787D5}">
      <dgm:prSet/>
      <dgm:spPr/>
      <dgm:t>
        <a:bodyPr/>
        <a:lstStyle/>
        <a:p>
          <a:endParaRPr lang="zh-CN" altLang="en-US"/>
        </a:p>
      </dgm:t>
    </dgm:pt>
    <dgm:pt modelId="{4543BECF-863C-49B5-9728-BCF231037383}">
      <dgm:prSet/>
      <dgm:spPr/>
      <dgm:t>
        <a:bodyPr/>
        <a:lstStyle/>
        <a:p>
          <a:r>
            <a:rPr lang="en-US" dirty="0"/>
            <a:t>PWM</a:t>
          </a:r>
          <a:r>
            <a:rPr lang="zh-CN" dirty="0"/>
            <a:t>频率为</a:t>
          </a:r>
          <a:r>
            <a:rPr lang="en-US" dirty="0"/>
            <a:t>50Hz</a:t>
          </a:r>
          <a:r>
            <a:rPr lang="zh-CN" dirty="0"/>
            <a:t>（周期</a:t>
          </a:r>
          <a:r>
            <a:rPr lang="en-US" dirty="0"/>
            <a:t>20ms</a:t>
          </a:r>
          <a:r>
            <a:rPr lang="zh-CN" dirty="0"/>
            <a:t>）</a:t>
          </a:r>
        </a:p>
      </dgm:t>
    </dgm:pt>
    <dgm:pt modelId="{E42D8D4E-6590-4B2C-A56E-56083335BBA0}" type="parTrans" cxnId="{EAA5973B-B73E-4806-94B8-561F4CA8915A}">
      <dgm:prSet/>
      <dgm:spPr/>
      <dgm:t>
        <a:bodyPr/>
        <a:lstStyle/>
        <a:p>
          <a:endParaRPr lang="zh-CN" altLang="en-US"/>
        </a:p>
      </dgm:t>
    </dgm:pt>
    <dgm:pt modelId="{1ED65C68-6280-45AD-86FC-7421873EB1A5}" type="sibTrans" cxnId="{EAA5973B-B73E-4806-94B8-561F4CA8915A}">
      <dgm:prSet/>
      <dgm:spPr/>
      <dgm:t>
        <a:bodyPr/>
        <a:lstStyle/>
        <a:p>
          <a:endParaRPr lang="zh-CN" altLang="en-US"/>
        </a:p>
      </dgm:t>
    </dgm:pt>
    <dgm:pt modelId="{367AF9E4-FA73-4824-B3BB-23B99CD57740}">
      <dgm:prSet/>
      <dgm:spPr/>
      <dgm:t>
        <a:bodyPr/>
        <a:lstStyle/>
        <a:p>
          <a:r>
            <a:rPr lang="en-US" altLang="zh-CN" dirty="0"/>
            <a:t>2.</a:t>
          </a:r>
          <a:r>
            <a:rPr lang="zh-CN" dirty="0"/>
            <a:t>解码PWM</a:t>
          </a:r>
        </a:p>
      </dgm:t>
    </dgm:pt>
    <dgm:pt modelId="{00CF2037-29C7-434E-BD07-3DC2A53437A4}" type="parTrans" cxnId="{2A67C014-1114-454C-B1E6-7976B68E90AC}">
      <dgm:prSet/>
      <dgm:spPr/>
      <dgm:t>
        <a:bodyPr/>
        <a:lstStyle/>
        <a:p>
          <a:endParaRPr lang="zh-CN" altLang="en-US"/>
        </a:p>
      </dgm:t>
    </dgm:pt>
    <dgm:pt modelId="{3A99BC43-B0D8-42E3-98AB-68AB547D5D55}" type="sibTrans" cxnId="{2A67C014-1114-454C-B1E6-7976B68E90AC}">
      <dgm:prSet/>
      <dgm:spPr/>
      <dgm:t>
        <a:bodyPr/>
        <a:lstStyle/>
        <a:p>
          <a:endParaRPr lang="zh-CN" altLang="en-US"/>
        </a:p>
      </dgm:t>
    </dgm:pt>
    <dgm:pt modelId="{0E53F6E4-322C-47BC-BE19-94E2B9CEA846}">
      <dgm:prSet/>
      <dgm:spPr/>
      <dgm:t>
        <a:bodyPr/>
        <a:lstStyle/>
        <a:p>
          <a:r>
            <a:rPr lang="zh-CN" dirty="0"/>
            <a:t>解码</a:t>
          </a:r>
          <a:r>
            <a:rPr lang="en-US" dirty="0"/>
            <a:t>PWM</a:t>
          </a:r>
          <a:r>
            <a:rPr lang="zh-CN" dirty="0"/>
            <a:t>，提取脉冲宽度。</a:t>
          </a:r>
        </a:p>
      </dgm:t>
    </dgm:pt>
    <dgm:pt modelId="{6298953D-4B68-4C3B-A586-136A4D0AE4D3}" type="parTrans" cxnId="{131C45CC-36AE-49B8-8D40-3874BFC4E6BB}">
      <dgm:prSet/>
      <dgm:spPr/>
      <dgm:t>
        <a:bodyPr/>
        <a:lstStyle/>
        <a:p>
          <a:endParaRPr lang="zh-CN" altLang="en-US"/>
        </a:p>
      </dgm:t>
    </dgm:pt>
    <dgm:pt modelId="{6BA1A6B2-999B-4AA3-99B0-E09F960CCCF5}" type="sibTrans" cxnId="{131C45CC-36AE-49B8-8D40-3874BFC4E6BB}">
      <dgm:prSet/>
      <dgm:spPr/>
      <dgm:t>
        <a:bodyPr/>
        <a:lstStyle/>
        <a:p>
          <a:endParaRPr lang="zh-CN" altLang="en-US"/>
        </a:p>
      </dgm:t>
    </dgm:pt>
    <dgm:pt modelId="{C69BAE59-E82D-4E1E-9413-9CE197F715A5}">
      <dgm:prSet/>
      <dgm:spPr/>
      <dgm:t>
        <a:bodyPr/>
        <a:lstStyle/>
        <a:p>
          <a:r>
            <a:rPr lang="zh-CN" dirty="0"/>
            <a:t>读电位器的电阻值（或电压值）</a:t>
          </a:r>
        </a:p>
      </dgm:t>
    </dgm:pt>
    <dgm:pt modelId="{41862D26-E801-4D92-AF88-EE22E7E7E183}" type="parTrans" cxnId="{0C9DD348-E4DB-4F73-98AE-AC2914156532}">
      <dgm:prSet/>
      <dgm:spPr/>
      <dgm:t>
        <a:bodyPr/>
        <a:lstStyle/>
        <a:p>
          <a:endParaRPr lang="zh-CN" altLang="en-US"/>
        </a:p>
      </dgm:t>
    </dgm:pt>
    <dgm:pt modelId="{1D95A4D7-AE5D-450E-9B0C-F058448CFB6B}" type="sibTrans" cxnId="{0C9DD348-E4DB-4F73-98AE-AC2914156532}">
      <dgm:prSet/>
      <dgm:spPr/>
      <dgm:t>
        <a:bodyPr/>
        <a:lstStyle/>
        <a:p>
          <a:endParaRPr lang="zh-CN" altLang="en-US"/>
        </a:p>
      </dgm:t>
    </dgm:pt>
    <dgm:pt modelId="{D196903D-9294-4655-AD19-8859853A5265}">
      <dgm:prSet/>
      <dgm:spPr/>
      <dgm:t>
        <a:bodyPr/>
        <a:lstStyle/>
        <a:p>
          <a:r>
            <a:rPr lang="zh-CN" altLang="en-US" dirty="0"/>
            <a:t>比较实际角度与目标角度</a:t>
          </a:r>
          <a:endParaRPr lang="zh-CN" dirty="0"/>
        </a:p>
      </dgm:t>
    </dgm:pt>
    <dgm:pt modelId="{E6C7CD20-D4A6-425F-9AFC-AD3917F83737}" type="parTrans" cxnId="{4A67D3AA-B09E-47FD-89E9-19651FF9D156}">
      <dgm:prSet/>
      <dgm:spPr/>
      <dgm:t>
        <a:bodyPr/>
        <a:lstStyle/>
        <a:p>
          <a:endParaRPr lang="zh-CN" altLang="en-US"/>
        </a:p>
      </dgm:t>
    </dgm:pt>
    <dgm:pt modelId="{11003252-47ED-4231-8DE8-BEB19982D60F}" type="sibTrans" cxnId="{4A67D3AA-B09E-47FD-89E9-19651FF9D156}">
      <dgm:prSet/>
      <dgm:spPr/>
      <dgm:t>
        <a:bodyPr/>
        <a:lstStyle/>
        <a:p>
          <a:endParaRPr lang="zh-CN" altLang="en-US"/>
        </a:p>
      </dgm:t>
    </dgm:pt>
    <dgm:pt modelId="{CD0367D6-11A3-4174-8BD0-A6869B7034F0}">
      <dgm:prSet/>
      <dgm:spPr/>
      <dgm:t>
        <a:bodyPr/>
        <a:lstStyle/>
        <a:p>
          <a:r>
            <a:rPr lang="en-US" altLang="zh-CN" dirty="0"/>
            <a:t>4.</a:t>
          </a:r>
          <a:r>
            <a:rPr lang="zh-CN" dirty="0"/>
            <a:t>驱动电机</a:t>
          </a:r>
        </a:p>
      </dgm:t>
    </dgm:pt>
    <dgm:pt modelId="{D75652C9-D036-4CFF-8800-5B2248C26B09}" type="parTrans" cxnId="{F5A10A39-EEB8-401A-A2BC-B80720BFD995}">
      <dgm:prSet/>
      <dgm:spPr/>
      <dgm:t>
        <a:bodyPr/>
        <a:lstStyle/>
        <a:p>
          <a:endParaRPr lang="zh-CN" altLang="en-US"/>
        </a:p>
      </dgm:t>
    </dgm:pt>
    <dgm:pt modelId="{F5B2ECEA-747D-4A27-A24D-D64D377C0731}" type="sibTrans" cxnId="{F5A10A39-EEB8-401A-A2BC-B80720BFD995}">
      <dgm:prSet/>
      <dgm:spPr/>
      <dgm:t>
        <a:bodyPr/>
        <a:lstStyle/>
        <a:p>
          <a:endParaRPr lang="zh-CN" altLang="en-US"/>
        </a:p>
      </dgm:t>
    </dgm:pt>
    <dgm:pt modelId="{9FDB0A0B-B10A-40DF-A13B-EB1DDB6A3B10}">
      <dgm:prSet/>
      <dgm:spPr/>
      <dgm:t>
        <a:bodyPr/>
        <a:lstStyle/>
        <a:p>
          <a:r>
            <a:rPr lang="zh-CN" altLang="en-US" dirty="0"/>
            <a:t>实际</a:t>
          </a:r>
          <a:r>
            <a:rPr lang="zh-CN" dirty="0"/>
            <a:t>角度</a:t>
          </a:r>
          <a:r>
            <a:rPr lang="en-US" altLang="zh-CN" dirty="0"/>
            <a:t> &lt; </a:t>
          </a:r>
          <a:r>
            <a:rPr lang="zh-CN" dirty="0"/>
            <a:t>目标角度，正转</a:t>
          </a:r>
        </a:p>
      </dgm:t>
    </dgm:pt>
    <dgm:pt modelId="{927BAF47-1A68-4384-B586-94C1A69AD479}" type="parTrans" cxnId="{881C6007-E5EA-4297-9105-063D912C076B}">
      <dgm:prSet/>
      <dgm:spPr/>
      <dgm:t>
        <a:bodyPr/>
        <a:lstStyle/>
        <a:p>
          <a:endParaRPr lang="zh-CN" altLang="en-US"/>
        </a:p>
      </dgm:t>
    </dgm:pt>
    <dgm:pt modelId="{1C29AF27-1437-421A-9A24-9D03E7800EB6}" type="sibTrans" cxnId="{881C6007-E5EA-4297-9105-063D912C076B}">
      <dgm:prSet/>
      <dgm:spPr/>
      <dgm:t>
        <a:bodyPr/>
        <a:lstStyle/>
        <a:p>
          <a:endParaRPr lang="zh-CN" altLang="en-US"/>
        </a:p>
      </dgm:t>
    </dgm:pt>
    <dgm:pt modelId="{EC6F731C-DD63-4CC6-BA2B-D058C9645FC5}">
      <dgm:prSet/>
      <dgm:spPr/>
      <dgm:t>
        <a:bodyPr/>
        <a:lstStyle/>
        <a:p>
          <a:r>
            <a:rPr lang="zh-CN" altLang="en-US" dirty="0"/>
            <a:t>实际</a:t>
          </a:r>
          <a:r>
            <a:rPr lang="zh-CN" dirty="0"/>
            <a:t>角度</a:t>
          </a:r>
          <a:r>
            <a:rPr lang="en-US" altLang="zh-CN" dirty="0"/>
            <a:t> &gt; </a:t>
          </a:r>
          <a:r>
            <a:rPr lang="zh-CN" dirty="0"/>
            <a:t>目标角度，反转</a:t>
          </a:r>
        </a:p>
      </dgm:t>
    </dgm:pt>
    <dgm:pt modelId="{01931772-5A05-4BE4-89FD-B534106FB2A0}" type="parTrans" cxnId="{2E75499B-3F4C-4216-A9D5-FDD3B4830C0B}">
      <dgm:prSet/>
      <dgm:spPr/>
      <dgm:t>
        <a:bodyPr/>
        <a:lstStyle/>
        <a:p>
          <a:endParaRPr lang="zh-CN" altLang="en-US"/>
        </a:p>
      </dgm:t>
    </dgm:pt>
    <dgm:pt modelId="{D5734D06-94B4-4620-8164-BA7FE7DAB58B}" type="sibTrans" cxnId="{2E75499B-3F4C-4216-A9D5-FDD3B4830C0B}">
      <dgm:prSet/>
      <dgm:spPr/>
      <dgm:t>
        <a:bodyPr/>
        <a:lstStyle/>
        <a:p>
          <a:endParaRPr lang="zh-CN" altLang="en-US"/>
        </a:p>
      </dgm:t>
    </dgm:pt>
    <dgm:pt modelId="{DE4A6522-2E52-4D48-9FDA-F210A33DF33E}">
      <dgm:prSet/>
      <dgm:spPr/>
      <dgm:t>
        <a:bodyPr/>
        <a:lstStyle/>
        <a:p>
          <a:r>
            <a:rPr lang="zh-CN" dirty="0"/>
            <a:t>电机的转动通过减速齿轮组</a:t>
          </a:r>
          <a:r>
            <a:rPr lang="zh-CN" altLang="en-US" dirty="0"/>
            <a:t>带动</a:t>
          </a:r>
          <a:r>
            <a:rPr lang="zh-CN" dirty="0"/>
            <a:t>输出轴旋转</a:t>
          </a:r>
          <a:r>
            <a:rPr lang="zh-CN" altLang="en-US" dirty="0"/>
            <a:t>，又改变电位器阻值</a:t>
          </a:r>
          <a:r>
            <a:rPr lang="zh-CN" dirty="0"/>
            <a:t>。</a:t>
          </a:r>
        </a:p>
      </dgm:t>
    </dgm:pt>
    <dgm:pt modelId="{B8380979-4480-4C8F-A4D7-C02429B7F078}" type="parTrans" cxnId="{5AFA75CD-C09E-4A8D-8ECA-06D4E23F5E0E}">
      <dgm:prSet/>
      <dgm:spPr/>
      <dgm:t>
        <a:bodyPr/>
        <a:lstStyle/>
        <a:p>
          <a:endParaRPr lang="zh-CN" altLang="en-US"/>
        </a:p>
      </dgm:t>
    </dgm:pt>
    <dgm:pt modelId="{4A1B3D29-AED1-4EDF-8D1E-38198B506942}" type="sibTrans" cxnId="{5AFA75CD-C09E-4A8D-8ECA-06D4E23F5E0E}">
      <dgm:prSet/>
      <dgm:spPr/>
      <dgm:t>
        <a:bodyPr/>
        <a:lstStyle/>
        <a:p>
          <a:endParaRPr lang="zh-CN" altLang="en-US"/>
        </a:p>
      </dgm:t>
    </dgm:pt>
    <dgm:pt modelId="{40F60973-431B-48CA-97B0-452FFA98BFF4}">
      <dgm:prSet/>
      <dgm:spPr/>
      <dgm:t>
        <a:bodyPr/>
        <a:lstStyle/>
        <a:p>
          <a:r>
            <a:rPr lang="zh-CN" dirty="0"/>
            <a:t>5</a:t>
          </a:r>
          <a:r>
            <a:rPr lang="en-US" altLang="zh-CN" dirty="0"/>
            <a:t>.</a:t>
          </a:r>
          <a:r>
            <a:rPr lang="zh-CN" dirty="0"/>
            <a:t>达到目标角度</a:t>
          </a:r>
        </a:p>
      </dgm:t>
    </dgm:pt>
    <dgm:pt modelId="{90B4A209-77D7-4E28-9914-01126724EBF9}" type="parTrans" cxnId="{4C64D144-2281-48FB-BF84-07E638647D9A}">
      <dgm:prSet/>
      <dgm:spPr/>
      <dgm:t>
        <a:bodyPr/>
        <a:lstStyle/>
        <a:p>
          <a:endParaRPr lang="zh-CN" altLang="en-US"/>
        </a:p>
      </dgm:t>
    </dgm:pt>
    <dgm:pt modelId="{39CC8D75-8677-4BA6-8D42-CC19EBDE1F25}" type="sibTrans" cxnId="{4C64D144-2281-48FB-BF84-07E638647D9A}">
      <dgm:prSet/>
      <dgm:spPr/>
      <dgm:t>
        <a:bodyPr/>
        <a:lstStyle/>
        <a:p>
          <a:endParaRPr lang="zh-CN" altLang="en-US"/>
        </a:p>
      </dgm:t>
    </dgm:pt>
    <dgm:pt modelId="{CB4291A8-7B04-42C3-ABF7-56EADA5AA41A}">
      <dgm:prSet/>
      <dgm:spPr/>
      <dgm:t>
        <a:bodyPr/>
        <a:lstStyle/>
        <a:p>
          <a:r>
            <a:rPr lang="zh-CN" dirty="0"/>
            <a:t>到</a:t>
          </a:r>
          <a:r>
            <a:rPr lang="zh-CN" altLang="en-US" dirty="0"/>
            <a:t>达</a:t>
          </a:r>
          <a:r>
            <a:rPr lang="zh-CN" dirty="0"/>
            <a:t>目标角度时，电位器的反馈信号与目标信号一致，误差为零。</a:t>
          </a:r>
        </a:p>
      </dgm:t>
    </dgm:pt>
    <dgm:pt modelId="{65BB74DE-E5E2-48C3-BB63-35CA9BD02FE6}" type="parTrans" cxnId="{E0B44246-A0F7-47EC-9477-033B4C6BE80A}">
      <dgm:prSet/>
      <dgm:spPr/>
      <dgm:t>
        <a:bodyPr/>
        <a:lstStyle/>
        <a:p>
          <a:endParaRPr lang="zh-CN" altLang="en-US"/>
        </a:p>
      </dgm:t>
    </dgm:pt>
    <dgm:pt modelId="{A534CE95-2DCD-46EF-9596-476504E39209}" type="sibTrans" cxnId="{E0B44246-A0F7-47EC-9477-033B4C6BE80A}">
      <dgm:prSet/>
      <dgm:spPr/>
      <dgm:t>
        <a:bodyPr/>
        <a:lstStyle/>
        <a:p>
          <a:endParaRPr lang="zh-CN" altLang="en-US"/>
        </a:p>
      </dgm:t>
    </dgm:pt>
    <dgm:pt modelId="{B6E0A6B9-4FB6-4D3D-A6F9-A25236C9BA47}">
      <dgm:prSet/>
      <dgm:spPr/>
      <dgm:t>
        <a:bodyPr/>
        <a:lstStyle/>
        <a:p>
          <a:r>
            <a:rPr lang="zh-CN" dirty="0"/>
            <a:t>控制电路停止驱动电机，舵机保持当前位置。</a:t>
          </a:r>
        </a:p>
      </dgm:t>
    </dgm:pt>
    <dgm:pt modelId="{1ECB35E9-F39E-4BD5-9AB4-0A587AAB8F18}" type="parTrans" cxnId="{F902C691-1BB7-4692-BDF3-37300259C09D}">
      <dgm:prSet/>
      <dgm:spPr/>
      <dgm:t>
        <a:bodyPr/>
        <a:lstStyle/>
        <a:p>
          <a:endParaRPr lang="zh-CN" altLang="en-US"/>
        </a:p>
      </dgm:t>
    </dgm:pt>
    <dgm:pt modelId="{F631395B-3CE6-40A7-8F31-920E2E34CE82}" type="sibTrans" cxnId="{F902C691-1BB7-4692-BDF3-37300259C09D}">
      <dgm:prSet/>
      <dgm:spPr/>
      <dgm:t>
        <a:bodyPr/>
        <a:lstStyle/>
        <a:p>
          <a:endParaRPr lang="zh-CN" altLang="en-US"/>
        </a:p>
      </dgm:t>
    </dgm:pt>
    <dgm:pt modelId="{E7C419FB-BE7A-44C0-B34E-875C007C3888}">
      <dgm:prSet/>
      <dgm:spPr/>
      <dgm:t>
        <a:bodyPr/>
        <a:lstStyle/>
        <a:p>
          <a:r>
            <a:rPr lang="en-US" altLang="zh-CN" dirty="0"/>
            <a:t>3.</a:t>
          </a:r>
          <a:r>
            <a:rPr lang="zh-CN" dirty="0"/>
            <a:t>读电位器反馈</a:t>
          </a:r>
        </a:p>
      </dgm:t>
    </dgm:pt>
    <dgm:pt modelId="{F714CE76-1DFC-4025-89E8-A1F9DA4825BD}" type="sibTrans" cxnId="{43C5964A-4966-4CF6-8BC9-6FDD304F666F}">
      <dgm:prSet/>
      <dgm:spPr/>
      <dgm:t>
        <a:bodyPr/>
        <a:lstStyle/>
        <a:p>
          <a:endParaRPr lang="zh-CN" altLang="en-US"/>
        </a:p>
      </dgm:t>
    </dgm:pt>
    <dgm:pt modelId="{1FE0E3E7-D3F4-4211-BB4E-4E2354D88F89}" type="parTrans" cxnId="{43C5964A-4966-4CF6-8BC9-6FDD304F666F}">
      <dgm:prSet/>
      <dgm:spPr/>
      <dgm:t>
        <a:bodyPr/>
        <a:lstStyle/>
        <a:p>
          <a:endParaRPr lang="zh-CN" altLang="en-US"/>
        </a:p>
      </dgm:t>
    </dgm:pt>
    <dgm:pt modelId="{9D0992CA-C1A5-45A6-89A2-E43F90BCC445}">
      <dgm:prSet/>
      <dgm:spPr/>
      <dgm:t>
        <a:bodyPr/>
        <a:lstStyle/>
        <a:p>
          <a:r>
            <a:rPr lang="zh-CN" altLang="en-US" dirty="0"/>
            <a:t>得到目标角度</a:t>
          </a:r>
          <a:endParaRPr lang="zh-CN" dirty="0"/>
        </a:p>
      </dgm:t>
    </dgm:pt>
    <dgm:pt modelId="{AB06D90C-31C2-41F9-85BE-A62421C92A44}" type="parTrans" cxnId="{8BA6A2B1-382C-426F-854C-EFCDCC531463}">
      <dgm:prSet/>
      <dgm:spPr/>
      <dgm:t>
        <a:bodyPr/>
        <a:lstStyle/>
        <a:p>
          <a:endParaRPr lang="zh-CN" altLang="en-US"/>
        </a:p>
      </dgm:t>
    </dgm:pt>
    <dgm:pt modelId="{9AA7ED4E-AB98-4EF0-A115-00210FEDDED5}" type="sibTrans" cxnId="{8BA6A2B1-382C-426F-854C-EFCDCC531463}">
      <dgm:prSet/>
      <dgm:spPr/>
      <dgm:t>
        <a:bodyPr/>
        <a:lstStyle/>
        <a:p>
          <a:endParaRPr lang="zh-CN" altLang="en-US"/>
        </a:p>
      </dgm:t>
    </dgm:pt>
    <dgm:pt modelId="{D6ED5106-FABA-4F43-A00F-E8A56E6EA7F7}">
      <dgm:prSet/>
      <dgm:spPr/>
      <dgm:t>
        <a:bodyPr/>
        <a:lstStyle/>
        <a:p>
          <a:r>
            <a:rPr lang="zh-CN" dirty="0"/>
            <a:t>脉冲宽度</a:t>
          </a:r>
          <a:r>
            <a:rPr lang="en-US" dirty="0"/>
            <a:t>0.5ms</a:t>
          </a:r>
          <a:r>
            <a:rPr lang="en-US" altLang="zh-CN" dirty="0"/>
            <a:t>~</a:t>
          </a:r>
          <a:r>
            <a:rPr lang="en-US" dirty="0"/>
            <a:t>2.5ms</a:t>
          </a:r>
          <a:r>
            <a:rPr lang="zh-CN" dirty="0"/>
            <a:t>，对应</a:t>
          </a:r>
          <a:r>
            <a:rPr lang="en-US" dirty="0"/>
            <a:t>0</a:t>
          </a:r>
          <a:r>
            <a:rPr lang="en-US" altLang="zh-CN" dirty="0"/>
            <a:t>°~</a:t>
          </a:r>
          <a:r>
            <a:rPr lang="en-US" dirty="0"/>
            <a:t>180</a:t>
          </a:r>
          <a:r>
            <a:rPr lang="en-US" altLang="zh-CN" dirty="0"/>
            <a:t>°</a:t>
          </a:r>
          <a:endParaRPr lang="zh-CN" dirty="0"/>
        </a:p>
      </dgm:t>
    </dgm:pt>
    <dgm:pt modelId="{6C5F22B1-48A8-4B9F-BFC7-AF66CB598BF3}" type="parTrans" cxnId="{3615FF22-76AB-4794-9425-4B0242045A02}">
      <dgm:prSet/>
      <dgm:spPr/>
      <dgm:t>
        <a:bodyPr/>
        <a:lstStyle/>
        <a:p>
          <a:endParaRPr lang="zh-CN" altLang="en-US"/>
        </a:p>
      </dgm:t>
    </dgm:pt>
    <dgm:pt modelId="{AD3723BC-4FE1-4E35-AB15-3483388E448F}" type="sibTrans" cxnId="{3615FF22-76AB-4794-9425-4B0242045A02}">
      <dgm:prSet/>
      <dgm:spPr/>
      <dgm:t>
        <a:bodyPr/>
        <a:lstStyle/>
        <a:p>
          <a:endParaRPr lang="zh-CN" altLang="en-US"/>
        </a:p>
      </dgm:t>
    </dgm:pt>
    <dgm:pt modelId="{7EEFADB0-40C6-464D-9AA5-123E14468669}">
      <dgm:prSet/>
      <dgm:spPr/>
      <dgm:t>
        <a:bodyPr/>
        <a:lstStyle/>
        <a:p>
          <a:r>
            <a:rPr lang="zh-CN" altLang="en-US" dirty="0"/>
            <a:t>得到实际角度</a:t>
          </a:r>
          <a:endParaRPr lang="zh-CN" dirty="0"/>
        </a:p>
      </dgm:t>
    </dgm:pt>
    <dgm:pt modelId="{F456FACA-52A9-4CC6-A2C8-2E2858320DDC}" type="parTrans" cxnId="{7F789DF3-A14B-4B66-A03A-3264FE508FC6}">
      <dgm:prSet/>
      <dgm:spPr/>
      <dgm:t>
        <a:bodyPr/>
        <a:lstStyle/>
        <a:p>
          <a:endParaRPr lang="zh-CN" altLang="en-US"/>
        </a:p>
      </dgm:t>
    </dgm:pt>
    <dgm:pt modelId="{D4DFCCBB-CB3A-43D1-92A0-095912024404}" type="sibTrans" cxnId="{7F789DF3-A14B-4B66-A03A-3264FE508FC6}">
      <dgm:prSet/>
      <dgm:spPr/>
      <dgm:t>
        <a:bodyPr/>
        <a:lstStyle/>
        <a:p>
          <a:endParaRPr lang="zh-CN" altLang="en-US"/>
        </a:p>
      </dgm:t>
    </dgm:pt>
    <dgm:pt modelId="{C23C0E66-5DB5-421F-BBB4-73B9F27C1E24}" type="pres">
      <dgm:prSet presAssocID="{FD11E3D5-3BAC-4B49-8059-0400BF053A04}" presName="Name0" presStyleCnt="0">
        <dgm:presLayoutVars>
          <dgm:dir/>
          <dgm:resizeHandles val="exact"/>
        </dgm:presLayoutVars>
      </dgm:prSet>
      <dgm:spPr/>
    </dgm:pt>
    <dgm:pt modelId="{FBBF75D2-C653-4754-8CF2-C81DDC9B1E85}" type="pres">
      <dgm:prSet presAssocID="{FD11E3D5-3BAC-4B49-8059-0400BF053A04}" presName="arrow" presStyleLbl="bgShp" presStyleIdx="0" presStyleCnt="1"/>
      <dgm:spPr/>
    </dgm:pt>
    <dgm:pt modelId="{1CB910A5-DF5B-45F1-A6B2-8B6619E4515A}" type="pres">
      <dgm:prSet presAssocID="{FD11E3D5-3BAC-4B49-8059-0400BF053A04}" presName="points" presStyleCnt="0"/>
      <dgm:spPr/>
    </dgm:pt>
    <dgm:pt modelId="{C1C04EE5-50CE-422B-9BE2-6ABD74CB9440}" type="pres">
      <dgm:prSet presAssocID="{0572234B-6B49-4044-B663-9BDE79B25680}" presName="compositeA" presStyleCnt="0"/>
      <dgm:spPr/>
    </dgm:pt>
    <dgm:pt modelId="{02201F28-B065-4970-8359-E0ADA103FA71}" type="pres">
      <dgm:prSet presAssocID="{0572234B-6B49-4044-B663-9BDE79B25680}" presName="textA" presStyleLbl="revTx" presStyleIdx="0" presStyleCnt="5">
        <dgm:presLayoutVars>
          <dgm:bulletEnabled val="1"/>
        </dgm:presLayoutVars>
      </dgm:prSet>
      <dgm:spPr/>
    </dgm:pt>
    <dgm:pt modelId="{0DA09FBC-71C9-43C3-8CBF-70063CA72499}" type="pres">
      <dgm:prSet presAssocID="{0572234B-6B49-4044-B663-9BDE79B25680}" presName="circleA" presStyleLbl="node1" presStyleIdx="0" presStyleCnt="5"/>
      <dgm:spPr/>
    </dgm:pt>
    <dgm:pt modelId="{3864FF23-6E41-4B5E-8EF8-B3BFFEABB253}" type="pres">
      <dgm:prSet presAssocID="{0572234B-6B49-4044-B663-9BDE79B25680}" presName="spaceA" presStyleCnt="0"/>
      <dgm:spPr/>
    </dgm:pt>
    <dgm:pt modelId="{51A0B715-99DA-4809-8AE6-2F1D43F15AFF}" type="pres">
      <dgm:prSet presAssocID="{D294F170-1E3E-4DA6-A38E-8E2DEEC24D35}" presName="space" presStyleCnt="0"/>
      <dgm:spPr/>
    </dgm:pt>
    <dgm:pt modelId="{5B9CEC08-D4E9-46FD-809E-44CD7F77AA23}" type="pres">
      <dgm:prSet presAssocID="{367AF9E4-FA73-4824-B3BB-23B99CD57740}" presName="compositeB" presStyleCnt="0"/>
      <dgm:spPr/>
    </dgm:pt>
    <dgm:pt modelId="{3890DF8E-134A-4F08-A1A1-0EC656A79381}" type="pres">
      <dgm:prSet presAssocID="{367AF9E4-FA73-4824-B3BB-23B99CD57740}" presName="textB" presStyleLbl="revTx" presStyleIdx="1" presStyleCnt="5">
        <dgm:presLayoutVars>
          <dgm:bulletEnabled val="1"/>
        </dgm:presLayoutVars>
      </dgm:prSet>
      <dgm:spPr/>
    </dgm:pt>
    <dgm:pt modelId="{8D0DC835-5934-4BB5-B55F-4676CB0EB5D1}" type="pres">
      <dgm:prSet presAssocID="{367AF9E4-FA73-4824-B3BB-23B99CD57740}" presName="circleB" presStyleLbl="node1" presStyleIdx="1" presStyleCnt="5"/>
      <dgm:spPr/>
    </dgm:pt>
    <dgm:pt modelId="{A016F9FB-A067-4762-BCCB-4EBF82DB4208}" type="pres">
      <dgm:prSet presAssocID="{367AF9E4-FA73-4824-B3BB-23B99CD57740}" presName="spaceB" presStyleCnt="0"/>
      <dgm:spPr/>
    </dgm:pt>
    <dgm:pt modelId="{B4804E90-5B98-4D24-B3C6-288C5E5E4AA0}" type="pres">
      <dgm:prSet presAssocID="{3A99BC43-B0D8-42E3-98AB-68AB547D5D55}" presName="space" presStyleCnt="0"/>
      <dgm:spPr/>
    </dgm:pt>
    <dgm:pt modelId="{0F0E887D-595F-4434-90F2-449704692A89}" type="pres">
      <dgm:prSet presAssocID="{E7C419FB-BE7A-44C0-B34E-875C007C3888}" presName="compositeA" presStyleCnt="0"/>
      <dgm:spPr/>
    </dgm:pt>
    <dgm:pt modelId="{3CE38837-0797-404F-9353-6BBF61A90B5D}" type="pres">
      <dgm:prSet presAssocID="{E7C419FB-BE7A-44C0-B34E-875C007C3888}" presName="textA" presStyleLbl="revTx" presStyleIdx="2" presStyleCnt="5">
        <dgm:presLayoutVars>
          <dgm:bulletEnabled val="1"/>
        </dgm:presLayoutVars>
      </dgm:prSet>
      <dgm:spPr/>
    </dgm:pt>
    <dgm:pt modelId="{31EB1FF0-EFEF-4121-9481-CB6F3D867F08}" type="pres">
      <dgm:prSet presAssocID="{E7C419FB-BE7A-44C0-B34E-875C007C3888}" presName="circleA" presStyleLbl="node1" presStyleIdx="2" presStyleCnt="5"/>
      <dgm:spPr/>
    </dgm:pt>
    <dgm:pt modelId="{2F47A44B-5716-4483-8442-6074D329859A}" type="pres">
      <dgm:prSet presAssocID="{E7C419FB-BE7A-44C0-B34E-875C007C3888}" presName="spaceA" presStyleCnt="0"/>
      <dgm:spPr/>
    </dgm:pt>
    <dgm:pt modelId="{655C2EF8-1CE4-4EB9-85A9-981BF7C79DD1}" type="pres">
      <dgm:prSet presAssocID="{F714CE76-1DFC-4025-89E8-A1F9DA4825BD}" presName="space" presStyleCnt="0"/>
      <dgm:spPr/>
    </dgm:pt>
    <dgm:pt modelId="{4144D9C7-D395-4F8C-8F3E-4750308F2E8D}" type="pres">
      <dgm:prSet presAssocID="{CD0367D6-11A3-4174-8BD0-A6869B7034F0}" presName="compositeB" presStyleCnt="0"/>
      <dgm:spPr/>
    </dgm:pt>
    <dgm:pt modelId="{D84896AB-BD5A-4AB7-BBD0-2DC6721636B2}" type="pres">
      <dgm:prSet presAssocID="{CD0367D6-11A3-4174-8BD0-A6869B7034F0}" presName="textB" presStyleLbl="revTx" presStyleIdx="3" presStyleCnt="5">
        <dgm:presLayoutVars>
          <dgm:bulletEnabled val="1"/>
        </dgm:presLayoutVars>
      </dgm:prSet>
      <dgm:spPr/>
    </dgm:pt>
    <dgm:pt modelId="{552FAFFE-0281-42FF-990D-4B0BF69A454F}" type="pres">
      <dgm:prSet presAssocID="{CD0367D6-11A3-4174-8BD0-A6869B7034F0}" presName="circleB" presStyleLbl="node1" presStyleIdx="3" presStyleCnt="5"/>
      <dgm:spPr/>
    </dgm:pt>
    <dgm:pt modelId="{0909B37E-D141-43BC-A1D2-705BD0EB5FA2}" type="pres">
      <dgm:prSet presAssocID="{CD0367D6-11A3-4174-8BD0-A6869B7034F0}" presName="spaceB" presStyleCnt="0"/>
      <dgm:spPr/>
    </dgm:pt>
    <dgm:pt modelId="{90F0A967-00F8-422D-B881-0F4F1C84B15F}" type="pres">
      <dgm:prSet presAssocID="{F5B2ECEA-747D-4A27-A24D-D64D377C0731}" presName="space" presStyleCnt="0"/>
      <dgm:spPr/>
    </dgm:pt>
    <dgm:pt modelId="{605C7A42-8EF5-431A-AF20-6BC7968F04C3}" type="pres">
      <dgm:prSet presAssocID="{40F60973-431B-48CA-97B0-452FFA98BFF4}" presName="compositeA" presStyleCnt="0"/>
      <dgm:spPr/>
    </dgm:pt>
    <dgm:pt modelId="{E305D42F-CE7D-4F4D-8F7B-B59DCD5FBD0B}" type="pres">
      <dgm:prSet presAssocID="{40F60973-431B-48CA-97B0-452FFA98BFF4}" presName="textA" presStyleLbl="revTx" presStyleIdx="4" presStyleCnt="5">
        <dgm:presLayoutVars>
          <dgm:bulletEnabled val="1"/>
        </dgm:presLayoutVars>
      </dgm:prSet>
      <dgm:spPr/>
    </dgm:pt>
    <dgm:pt modelId="{F8A15034-280C-4160-A8E8-314F9BF73F3C}" type="pres">
      <dgm:prSet presAssocID="{40F60973-431B-48CA-97B0-452FFA98BFF4}" presName="circleA" presStyleLbl="node1" presStyleIdx="4" presStyleCnt="5"/>
      <dgm:spPr/>
    </dgm:pt>
    <dgm:pt modelId="{F515338E-2643-4974-8B45-E14B7EB6D376}" type="pres">
      <dgm:prSet presAssocID="{40F60973-431B-48CA-97B0-452FFA98BFF4}" presName="spaceA" presStyleCnt="0"/>
      <dgm:spPr/>
    </dgm:pt>
  </dgm:ptLst>
  <dgm:cxnLst>
    <dgm:cxn modelId="{881C6007-E5EA-4297-9105-063D912C076B}" srcId="{CD0367D6-11A3-4174-8BD0-A6869B7034F0}" destId="{9FDB0A0B-B10A-40DF-A13B-EB1DDB6A3B10}" srcOrd="0" destOrd="0" parTransId="{927BAF47-1A68-4384-B586-94C1A69AD479}" sibTransId="{1C29AF27-1437-421A-9A24-9D03E7800EB6}"/>
    <dgm:cxn modelId="{A12BDE0E-9E2E-46E1-AE7F-55F798054230}" type="presOf" srcId="{9D0992CA-C1A5-45A6-89A2-E43F90BCC445}" destId="{3890DF8E-134A-4F08-A1A1-0EC656A79381}" srcOrd="0" destOrd="2" presId="urn:microsoft.com/office/officeart/2005/8/layout/hProcess11"/>
    <dgm:cxn modelId="{2A67C014-1114-454C-B1E6-7976B68E90AC}" srcId="{FD11E3D5-3BAC-4B49-8059-0400BF053A04}" destId="{367AF9E4-FA73-4824-B3BB-23B99CD57740}" srcOrd="1" destOrd="0" parTransId="{00CF2037-29C7-434E-BD07-3DC2A53437A4}" sibTransId="{3A99BC43-B0D8-42E3-98AB-68AB547D5D55}"/>
    <dgm:cxn modelId="{3615FF22-76AB-4794-9425-4B0242045A02}" srcId="{0572234B-6B49-4044-B663-9BDE79B25680}" destId="{D6ED5106-FABA-4F43-A00F-E8A56E6EA7F7}" srcOrd="2" destOrd="0" parTransId="{6C5F22B1-48A8-4B9F-BFC7-AF66CB598BF3}" sibTransId="{AD3723BC-4FE1-4E35-AB15-3483388E448F}"/>
    <dgm:cxn modelId="{F5A10A39-EEB8-401A-A2BC-B80720BFD995}" srcId="{FD11E3D5-3BAC-4B49-8059-0400BF053A04}" destId="{CD0367D6-11A3-4174-8BD0-A6869B7034F0}" srcOrd="3" destOrd="0" parTransId="{D75652C9-D036-4CFF-8800-5B2248C26B09}" sibTransId="{F5B2ECEA-747D-4A27-A24D-D64D377C0731}"/>
    <dgm:cxn modelId="{82FE083B-EDB8-442F-B9A2-B35FC3E03472}" type="presOf" srcId="{0E53F6E4-322C-47BC-BE19-94E2B9CEA846}" destId="{3890DF8E-134A-4F08-A1A1-0EC656A79381}" srcOrd="0" destOrd="1" presId="urn:microsoft.com/office/officeart/2005/8/layout/hProcess11"/>
    <dgm:cxn modelId="{EAA5973B-B73E-4806-94B8-561F4CA8915A}" srcId="{0572234B-6B49-4044-B663-9BDE79B25680}" destId="{4543BECF-863C-49B5-9728-BCF231037383}" srcOrd="1" destOrd="0" parTransId="{E42D8D4E-6590-4B2C-A56E-56083335BBA0}" sibTransId="{1ED65C68-6280-45AD-86FC-7421873EB1A5}"/>
    <dgm:cxn modelId="{0BEB8A3E-087A-4919-B11D-7BFAD66861A8}" type="presOf" srcId="{DE4A6522-2E52-4D48-9FDA-F210A33DF33E}" destId="{D84896AB-BD5A-4AB7-BBD0-2DC6721636B2}" srcOrd="0" destOrd="3" presId="urn:microsoft.com/office/officeart/2005/8/layout/hProcess11"/>
    <dgm:cxn modelId="{238BC03E-AD6A-4D2A-9774-116C9190CC77}" type="presOf" srcId="{FD11E3D5-3BAC-4B49-8059-0400BF053A04}" destId="{C23C0E66-5DB5-421F-BBB4-73B9F27C1E24}" srcOrd="0" destOrd="0" presId="urn:microsoft.com/office/officeart/2005/8/layout/hProcess11"/>
    <dgm:cxn modelId="{3E83CD3F-427D-45E7-A761-307AC2BEB358}" type="presOf" srcId="{B6E0A6B9-4FB6-4D3D-A6F9-A25236C9BA47}" destId="{E305D42F-CE7D-4F4D-8F7B-B59DCD5FBD0B}" srcOrd="0" destOrd="2" presId="urn:microsoft.com/office/officeart/2005/8/layout/hProcess11"/>
    <dgm:cxn modelId="{AD08A963-FB56-4A28-9538-8DC4AB6B188B}" type="presOf" srcId="{CB4291A8-7B04-42C3-ABF7-56EADA5AA41A}" destId="{E305D42F-CE7D-4F4D-8F7B-B59DCD5FBD0B}" srcOrd="0" destOrd="1" presId="urn:microsoft.com/office/officeart/2005/8/layout/hProcess11"/>
    <dgm:cxn modelId="{4C64D144-2281-48FB-BF84-07E638647D9A}" srcId="{FD11E3D5-3BAC-4B49-8059-0400BF053A04}" destId="{40F60973-431B-48CA-97B0-452FFA98BFF4}" srcOrd="4" destOrd="0" parTransId="{90B4A209-77D7-4E28-9914-01126724EBF9}" sibTransId="{39CC8D75-8677-4BA6-8D42-CC19EBDE1F25}"/>
    <dgm:cxn modelId="{E0B44246-A0F7-47EC-9477-033B4C6BE80A}" srcId="{40F60973-431B-48CA-97B0-452FFA98BFF4}" destId="{CB4291A8-7B04-42C3-ABF7-56EADA5AA41A}" srcOrd="0" destOrd="0" parTransId="{65BB74DE-E5E2-48C3-BB63-35CA9BD02FE6}" sibTransId="{A534CE95-2DCD-46EF-9596-476504E39209}"/>
    <dgm:cxn modelId="{4AC56468-AEFE-483B-BFF2-1698B7E664AD}" type="presOf" srcId="{7EEFADB0-40C6-464D-9AA5-123E14468669}" destId="{3CE38837-0797-404F-9353-6BBF61A90B5D}" srcOrd="0" destOrd="2" presId="urn:microsoft.com/office/officeart/2005/8/layout/hProcess11"/>
    <dgm:cxn modelId="{0C9DD348-E4DB-4F73-98AE-AC2914156532}" srcId="{E7C419FB-BE7A-44C0-B34E-875C007C3888}" destId="{C69BAE59-E82D-4E1E-9413-9CE197F715A5}" srcOrd="0" destOrd="0" parTransId="{41862D26-E801-4D92-AF88-EE22E7E7E183}" sibTransId="{1D95A4D7-AE5D-450E-9B0C-F058448CFB6B}"/>
    <dgm:cxn modelId="{43C5964A-4966-4CF6-8BC9-6FDD304F666F}" srcId="{FD11E3D5-3BAC-4B49-8059-0400BF053A04}" destId="{E7C419FB-BE7A-44C0-B34E-875C007C3888}" srcOrd="2" destOrd="0" parTransId="{1FE0E3E7-D3F4-4211-BB4E-4E2354D88F89}" sibTransId="{F714CE76-1DFC-4025-89E8-A1F9DA4825BD}"/>
    <dgm:cxn modelId="{7421AE6D-1BF8-4008-A11E-BFA65672F242}" type="presOf" srcId="{D6ED5106-FABA-4F43-A00F-E8A56E6EA7F7}" destId="{02201F28-B065-4970-8359-E0ADA103FA71}" srcOrd="0" destOrd="3" presId="urn:microsoft.com/office/officeart/2005/8/layout/hProcess11"/>
    <dgm:cxn modelId="{F2340450-F6AB-458A-813C-59894FA7C758}" type="presOf" srcId="{367AF9E4-FA73-4824-B3BB-23B99CD57740}" destId="{3890DF8E-134A-4F08-A1A1-0EC656A79381}" srcOrd="0" destOrd="0" presId="urn:microsoft.com/office/officeart/2005/8/layout/hProcess11"/>
    <dgm:cxn modelId="{C42AE651-A339-4952-8441-E4E69D42CD2E}" type="presOf" srcId="{0572234B-6B49-4044-B663-9BDE79B25680}" destId="{02201F28-B065-4970-8359-E0ADA103FA71}" srcOrd="0" destOrd="0" presId="urn:microsoft.com/office/officeart/2005/8/layout/hProcess11"/>
    <dgm:cxn modelId="{594BB074-B617-4D46-8F99-8F01376C7DCA}" type="presOf" srcId="{EC6F731C-DD63-4CC6-BA2B-D058C9645FC5}" destId="{D84896AB-BD5A-4AB7-BBD0-2DC6721636B2}" srcOrd="0" destOrd="2" presId="urn:microsoft.com/office/officeart/2005/8/layout/hProcess11"/>
    <dgm:cxn modelId="{2F236689-D813-459E-8B16-61C6D262109D}" type="presOf" srcId="{E7C419FB-BE7A-44C0-B34E-875C007C3888}" destId="{3CE38837-0797-404F-9353-6BBF61A90B5D}" srcOrd="0" destOrd="0" presId="urn:microsoft.com/office/officeart/2005/8/layout/hProcess11"/>
    <dgm:cxn modelId="{CC8AAB8B-0DE2-4623-8E64-43433F7787D5}" srcId="{0572234B-6B49-4044-B663-9BDE79B25680}" destId="{26AD4245-4336-40FB-AC8B-E640E0758485}" srcOrd="0" destOrd="0" parTransId="{7853C029-E6D6-488B-A432-F4245C8B36C4}" sibTransId="{F307873B-8C16-4124-8AB4-F103F3F83254}"/>
    <dgm:cxn modelId="{F902C691-1BB7-4692-BDF3-37300259C09D}" srcId="{40F60973-431B-48CA-97B0-452FFA98BFF4}" destId="{B6E0A6B9-4FB6-4D3D-A6F9-A25236C9BA47}" srcOrd="1" destOrd="0" parTransId="{1ECB35E9-F39E-4BD5-9AB4-0A587AAB8F18}" sibTransId="{F631395B-3CE6-40A7-8F31-920E2E34CE82}"/>
    <dgm:cxn modelId="{8423EF95-D6CC-4D58-9040-F09A5CC2303D}" type="presOf" srcId="{9FDB0A0B-B10A-40DF-A13B-EB1DDB6A3B10}" destId="{D84896AB-BD5A-4AB7-BBD0-2DC6721636B2}" srcOrd="0" destOrd="1" presId="urn:microsoft.com/office/officeart/2005/8/layout/hProcess11"/>
    <dgm:cxn modelId="{965C6F99-54F8-456C-9DE8-9019322D1B88}" srcId="{FD11E3D5-3BAC-4B49-8059-0400BF053A04}" destId="{0572234B-6B49-4044-B663-9BDE79B25680}" srcOrd="0" destOrd="0" parTransId="{DA1CA53F-C6EB-47D1-B963-DFD1F7104673}" sibTransId="{D294F170-1E3E-4DA6-A38E-8E2DEEC24D35}"/>
    <dgm:cxn modelId="{2E75499B-3F4C-4216-A9D5-FDD3B4830C0B}" srcId="{CD0367D6-11A3-4174-8BD0-A6869B7034F0}" destId="{EC6F731C-DD63-4CC6-BA2B-D058C9645FC5}" srcOrd="1" destOrd="0" parTransId="{01931772-5A05-4BE4-89FD-B534106FB2A0}" sibTransId="{D5734D06-94B4-4620-8164-BA7FE7DAB58B}"/>
    <dgm:cxn modelId="{B7E3959C-2755-4DB6-BDD9-3C1681CE19CF}" type="presOf" srcId="{C69BAE59-E82D-4E1E-9413-9CE197F715A5}" destId="{3CE38837-0797-404F-9353-6BBF61A90B5D}" srcOrd="0" destOrd="1" presId="urn:microsoft.com/office/officeart/2005/8/layout/hProcess11"/>
    <dgm:cxn modelId="{C61C999F-6743-4EBF-ABC0-9C61DFD30106}" type="presOf" srcId="{4543BECF-863C-49B5-9728-BCF231037383}" destId="{02201F28-B065-4970-8359-E0ADA103FA71}" srcOrd="0" destOrd="2" presId="urn:microsoft.com/office/officeart/2005/8/layout/hProcess11"/>
    <dgm:cxn modelId="{51A69EA4-96E3-4DC3-9AFB-0C803A97DA6D}" type="presOf" srcId="{40F60973-431B-48CA-97B0-452FFA98BFF4}" destId="{E305D42F-CE7D-4F4D-8F7B-B59DCD5FBD0B}" srcOrd="0" destOrd="0" presId="urn:microsoft.com/office/officeart/2005/8/layout/hProcess11"/>
    <dgm:cxn modelId="{4A67D3AA-B09E-47FD-89E9-19651FF9D156}" srcId="{E7C419FB-BE7A-44C0-B34E-875C007C3888}" destId="{D196903D-9294-4655-AD19-8859853A5265}" srcOrd="2" destOrd="0" parTransId="{E6C7CD20-D4A6-425F-9AFC-AD3917F83737}" sibTransId="{11003252-47ED-4231-8DE8-BEB19982D60F}"/>
    <dgm:cxn modelId="{8BA6A2B1-382C-426F-854C-EFCDCC531463}" srcId="{367AF9E4-FA73-4824-B3BB-23B99CD57740}" destId="{9D0992CA-C1A5-45A6-89A2-E43F90BCC445}" srcOrd="1" destOrd="0" parTransId="{AB06D90C-31C2-41F9-85BE-A62421C92A44}" sibTransId="{9AA7ED4E-AB98-4EF0-A115-00210FEDDED5}"/>
    <dgm:cxn modelId="{3F26F4C3-F465-412B-B74C-B30164BA1822}" type="presOf" srcId="{26AD4245-4336-40FB-AC8B-E640E0758485}" destId="{02201F28-B065-4970-8359-E0ADA103FA71}" srcOrd="0" destOrd="1" presId="urn:microsoft.com/office/officeart/2005/8/layout/hProcess11"/>
    <dgm:cxn modelId="{2A02D4CB-F8EF-4407-8571-3A4B3490B086}" type="presOf" srcId="{CD0367D6-11A3-4174-8BD0-A6869B7034F0}" destId="{D84896AB-BD5A-4AB7-BBD0-2DC6721636B2}" srcOrd="0" destOrd="0" presId="urn:microsoft.com/office/officeart/2005/8/layout/hProcess11"/>
    <dgm:cxn modelId="{131C45CC-36AE-49B8-8D40-3874BFC4E6BB}" srcId="{367AF9E4-FA73-4824-B3BB-23B99CD57740}" destId="{0E53F6E4-322C-47BC-BE19-94E2B9CEA846}" srcOrd="0" destOrd="0" parTransId="{6298953D-4B68-4C3B-A586-136A4D0AE4D3}" sibTransId="{6BA1A6B2-999B-4AA3-99B0-E09F960CCCF5}"/>
    <dgm:cxn modelId="{5AFA75CD-C09E-4A8D-8ECA-06D4E23F5E0E}" srcId="{CD0367D6-11A3-4174-8BD0-A6869B7034F0}" destId="{DE4A6522-2E52-4D48-9FDA-F210A33DF33E}" srcOrd="2" destOrd="0" parTransId="{B8380979-4480-4C8F-A4D7-C02429B7F078}" sibTransId="{4A1B3D29-AED1-4EDF-8D1E-38198B506942}"/>
    <dgm:cxn modelId="{EB1757E2-7BD6-4726-8921-A97F2015BA9F}" type="presOf" srcId="{D196903D-9294-4655-AD19-8859853A5265}" destId="{3CE38837-0797-404F-9353-6BBF61A90B5D}" srcOrd="0" destOrd="3" presId="urn:microsoft.com/office/officeart/2005/8/layout/hProcess11"/>
    <dgm:cxn modelId="{7F789DF3-A14B-4B66-A03A-3264FE508FC6}" srcId="{E7C419FB-BE7A-44C0-B34E-875C007C3888}" destId="{7EEFADB0-40C6-464D-9AA5-123E14468669}" srcOrd="1" destOrd="0" parTransId="{F456FACA-52A9-4CC6-A2C8-2E2858320DDC}" sibTransId="{D4DFCCBB-CB3A-43D1-92A0-095912024404}"/>
    <dgm:cxn modelId="{F674AC2D-C4FD-433A-ADE3-BBF618D486BC}" type="presParOf" srcId="{C23C0E66-5DB5-421F-BBB4-73B9F27C1E24}" destId="{FBBF75D2-C653-4754-8CF2-C81DDC9B1E85}" srcOrd="0" destOrd="0" presId="urn:microsoft.com/office/officeart/2005/8/layout/hProcess11"/>
    <dgm:cxn modelId="{1C21F94A-030F-485E-9CC5-77945DB9C934}" type="presParOf" srcId="{C23C0E66-5DB5-421F-BBB4-73B9F27C1E24}" destId="{1CB910A5-DF5B-45F1-A6B2-8B6619E4515A}" srcOrd="1" destOrd="0" presId="urn:microsoft.com/office/officeart/2005/8/layout/hProcess11"/>
    <dgm:cxn modelId="{FE509242-7214-4693-8781-F147D5F47C6C}" type="presParOf" srcId="{1CB910A5-DF5B-45F1-A6B2-8B6619E4515A}" destId="{C1C04EE5-50CE-422B-9BE2-6ABD74CB9440}" srcOrd="0" destOrd="0" presId="urn:microsoft.com/office/officeart/2005/8/layout/hProcess11"/>
    <dgm:cxn modelId="{E94668B6-E908-4C77-B300-6BB76BD5FF89}" type="presParOf" srcId="{C1C04EE5-50CE-422B-9BE2-6ABD74CB9440}" destId="{02201F28-B065-4970-8359-E0ADA103FA71}" srcOrd="0" destOrd="0" presId="urn:microsoft.com/office/officeart/2005/8/layout/hProcess11"/>
    <dgm:cxn modelId="{C2F00157-A34C-460A-9922-D51D7A4224F5}" type="presParOf" srcId="{C1C04EE5-50CE-422B-9BE2-6ABD74CB9440}" destId="{0DA09FBC-71C9-43C3-8CBF-70063CA72499}" srcOrd="1" destOrd="0" presId="urn:microsoft.com/office/officeart/2005/8/layout/hProcess11"/>
    <dgm:cxn modelId="{9BF18AC4-CBBF-4BF2-9BAC-FA6C836C9F20}" type="presParOf" srcId="{C1C04EE5-50CE-422B-9BE2-6ABD74CB9440}" destId="{3864FF23-6E41-4B5E-8EF8-B3BFFEABB253}" srcOrd="2" destOrd="0" presId="urn:microsoft.com/office/officeart/2005/8/layout/hProcess11"/>
    <dgm:cxn modelId="{127D984C-249D-4475-ACAB-B15784131E3A}" type="presParOf" srcId="{1CB910A5-DF5B-45F1-A6B2-8B6619E4515A}" destId="{51A0B715-99DA-4809-8AE6-2F1D43F15AFF}" srcOrd="1" destOrd="0" presId="urn:microsoft.com/office/officeart/2005/8/layout/hProcess11"/>
    <dgm:cxn modelId="{490EEE84-ABF4-4346-AC6C-E79D4CFECF0C}" type="presParOf" srcId="{1CB910A5-DF5B-45F1-A6B2-8B6619E4515A}" destId="{5B9CEC08-D4E9-46FD-809E-44CD7F77AA23}" srcOrd="2" destOrd="0" presId="urn:microsoft.com/office/officeart/2005/8/layout/hProcess11"/>
    <dgm:cxn modelId="{22151BD7-89F2-47D2-A21D-21FAAFDFFF5E}" type="presParOf" srcId="{5B9CEC08-D4E9-46FD-809E-44CD7F77AA23}" destId="{3890DF8E-134A-4F08-A1A1-0EC656A79381}" srcOrd="0" destOrd="0" presId="urn:microsoft.com/office/officeart/2005/8/layout/hProcess11"/>
    <dgm:cxn modelId="{8ED18EBB-D777-4384-B336-1066AEC17011}" type="presParOf" srcId="{5B9CEC08-D4E9-46FD-809E-44CD7F77AA23}" destId="{8D0DC835-5934-4BB5-B55F-4676CB0EB5D1}" srcOrd="1" destOrd="0" presId="urn:microsoft.com/office/officeart/2005/8/layout/hProcess11"/>
    <dgm:cxn modelId="{CCD8AF6D-B810-45BB-B20E-5B0015D0FDD9}" type="presParOf" srcId="{5B9CEC08-D4E9-46FD-809E-44CD7F77AA23}" destId="{A016F9FB-A067-4762-BCCB-4EBF82DB4208}" srcOrd="2" destOrd="0" presId="urn:microsoft.com/office/officeart/2005/8/layout/hProcess11"/>
    <dgm:cxn modelId="{629FF344-A854-4E8A-834C-CD1A934EA381}" type="presParOf" srcId="{1CB910A5-DF5B-45F1-A6B2-8B6619E4515A}" destId="{B4804E90-5B98-4D24-B3C6-288C5E5E4AA0}" srcOrd="3" destOrd="0" presId="urn:microsoft.com/office/officeart/2005/8/layout/hProcess11"/>
    <dgm:cxn modelId="{06726328-5826-4C75-8BF5-C650D096EC8D}" type="presParOf" srcId="{1CB910A5-DF5B-45F1-A6B2-8B6619E4515A}" destId="{0F0E887D-595F-4434-90F2-449704692A89}" srcOrd="4" destOrd="0" presId="urn:microsoft.com/office/officeart/2005/8/layout/hProcess11"/>
    <dgm:cxn modelId="{CCC4A69B-E769-4488-BE50-AED6AE567051}" type="presParOf" srcId="{0F0E887D-595F-4434-90F2-449704692A89}" destId="{3CE38837-0797-404F-9353-6BBF61A90B5D}" srcOrd="0" destOrd="0" presId="urn:microsoft.com/office/officeart/2005/8/layout/hProcess11"/>
    <dgm:cxn modelId="{C33E1335-459D-4D4E-A655-B0C684B0348E}" type="presParOf" srcId="{0F0E887D-595F-4434-90F2-449704692A89}" destId="{31EB1FF0-EFEF-4121-9481-CB6F3D867F08}" srcOrd="1" destOrd="0" presId="urn:microsoft.com/office/officeart/2005/8/layout/hProcess11"/>
    <dgm:cxn modelId="{45E77992-B8EB-499F-AB68-D83B4547FF1D}" type="presParOf" srcId="{0F0E887D-595F-4434-90F2-449704692A89}" destId="{2F47A44B-5716-4483-8442-6074D329859A}" srcOrd="2" destOrd="0" presId="urn:microsoft.com/office/officeart/2005/8/layout/hProcess11"/>
    <dgm:cxn modelId="{731B6D6F-1726-4D6F-89B3-BB8E037B1740}" type="presParOf" srcId="{1CB910A5-DF5B-45F1-A6B2-8B6619E4515A}" destId="{655C2EF8-1CE4-4EB9-85A9-981BF7C79DD1}" srcOrd="5" destOrd="0" presId="urn:microsoft.com/office/officeart/2005/8/layout/hProcess11"/>
    <dgm:cxn modelId="{C35718A9-96DD-439E-A649-30D7A261651B}" type="presParOf" srcId="{1CB910A5-DF5B-45F1-A6B2-8B6619E4515A}" destId="{4144D9C7-D395-4F8C-8F3E-4750308F2E8D}" srcOrd="6" destOrd="0" presId="urn:microsoft.com/office/officeart/2005/8/layout/hProcess11"/>
    <dgm:cxn modelId="{7E3E9367-C2A7-4831-B8EE-D51098C4A950}" type="presParOf" srcId="{4144D9C7-D395-4F8C-8F3E-4750308F2E8D}" destId="{D84896AB-BD5A-4AB7-BBD0-2DC6721636B2}" srcOrd="0" destOrd="0" presId="urn:microsoft.com/office/officeart/2005/8/layout/hProcess11"/>
    <dgm:cxn modelId="{550F6147-12E4-4373-87FA-D4DC407C74BA}" type="presParOf" srcId="{4144D9C7-D395-4F8C-8F3E-4750308F2E8D}" destId="{552FAFFE-0281-42FF-990D-4B0BF69A454F}" srcOrd="1" destOrd="0" presId="urn:microsoft.com/office/officeart/2005/8/layout/hProcess11"/>
    <dgm:cxn modelId="{54235612-06AF-4CA2-9389-85597EA1F610}" type="presParOf" srcId="{4144D9C7-D395-4F8C-8F3E-4750308F2E8D}" destId="{0909B37E-D141-43BC-A1D2-705BD0EB5FA2}" srcOrd="2" destOrd="0" presId="urn:microsoft.com/office/officeart/2005/8/layout/hProcess11"/>
    <dgm:cxn modelId="{DD949A76-DCDF-400C-AF46-52EB5CD254E3}" type="presParOf" srcId="{1CB910A5-DF5B-45F1-A6B2-8B6619E4515A}" destId="{90F0A967-00F8-422D-B881-0F4F1C84B15F}" srcOrd="7" destOrd="0" presId="urn:microsoft.com/office/officeart/2005/8/layout/hProcess11"/>
    <dgm:cxn modelId="{029AABAD-5EDB-4057-A8AA-D9602C8E5DC7}" type="presParOf" srcId="{1CB910A5-DF5B-45F1-A6B2-8B6619E4515A}" destId="{605C7A42-8EF5-431A-AF20-6BC7968F04C3}" srcOrd="8" destOrd="0" presId="urn:microsoft.com/office/officeart/2005/8/layout/hProcess11"/>
    <dgm:cxn modelId="{FA2CEECF-4C6A-4BBF-BAE1-D5AD8E3415BC}" type="presParOf" srcId="{605C7A42-8EF5-431A-AF20-6BC7968F04C3}" destId="{E305D42F-CE7D-4F4D-8F7B-B59DCD5FBD0B}" srcOrd="0" destOrd="0" presId="urn:microsoft.com/office/officeart/2005/8/layout/hProcess11"/>
    <dgm:cxn modelId="{64506B14-5AE5-4E01-B982-90CCC1012990}" type="presParOf" srcId="{605C7A42-8EF5-431A-AF20-6BC7968F04C3}" destId="{F8A15034-280C-4160-A8E8-314F9BF73F3C}" srcOrd="1" destOrd="0" presId="urn:microsoft.com/office/officeart/2005/8/layout/hProcess11"/>
    <dgm:cxn modelId="{81F0972C-2FCD-4D3B-885C-137CB70D9035}" type="presParOf" srcId="{605C7A42-8EF5-431A-AF20-6BC7968F04C3}" destId="{F515338E-2643-4974-8B45-E14B7EB6D37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F75D2-C653-4754-8CF2-C81DDC9B1E85}">
      <dsp:nvSpPr>
        <dsp:cNvPr id="0" name=""/>
        <dsp:cNvSpPr/>
      </dsp:nvSpPr>
      <dsp:spPr>
        <a:xfrm>
          <a:off x="0" y="1672229"/>
          <a:ext cx="12192000" cy="222963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01F28-B065-4970-8359-E0ADA103FA71}">
      <dsp:nvSpPr>
        <dsp:cNvPr id="0" name=""/>
        <dsp:cNvSpPr/>
      </dsp:nvSpPr>
      <dsp:spPr>
        <a:xfrm>
          <a:off x="4822" y="0"/>
          <a:ext cx="2108299" cy="2229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1.</a:t>
          </a:r>
          <a:r>
            <a:rPr lang="zh-CN" sz="1700" kern="1200" dirty="0"/>
            <a:t>收</a:t>
          </a:r>
          <a:r>
            <a:rPr lang="en-US" sz="1700" kern="1200" dirty="0"/>
            <a:t>PWM</a:t>
          </a:r>
          <a:endParaRPr lang="zh-CN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PWM</a:t>
          </a:r>
          <a:r>
            <a:rPr lang="zh-CN" sz="1300" kern="1200" dirty="0"/>
            <a:t>来自控制器（如</a:t>
          </a:r>
          <a:r>
            <a:rPr lang="en-US" sz="1300" kern="1200" dirty="0"/>
            <a:t>STM32</a:t>
          </a:r>
          <a:r>
            <a:rPr lang="zh-CN" sz="1300" kern="1200" dirty="0"/>
            <a:t>）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PWM</a:t>
          </a:r>
          <a:r>
            <a:rPr lang="zh-CN" sz="1300" kern="1200" dirty="0"/>
            <a:t>频率为</a:t>
          </a:r>
          <a:r>
            <a:rPr lang="en-US" sz="1300" kern="1200" dirty="0"/>
            <a:t>50Hz</a:t>
          </a:r>
          <a:r>
            <a:rPr lang="zh-CN" sz="1300" kern="1200" dirty="0"/>
            <a:t>（周期</a:t>
          </a:r>
          <a:r>
            <a:rPr lang="en-US" sz="1300" kern="1200" dirty="0"/>
            <a:t>20ms</a:t>
          </a:r>
          <a:r>
            <a:rPr lang="zh-CN" sz="1300" kern="1200" dirty="0"/>
            <a:t>）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脉冲宽度</a:t>
          </a:r>
          <a:r>
            <a:rPr lang="en-US" sz="1300" kern="1200" dirty="0"/>
            <a:t>0.5ms</a:t>
          </a:r>
          <a:r>
            <a:rPr lang="en-US" altLang="zh-CN" sz="1300" kern="1200" dirty="0"/>
            <a:t>~</a:t>
          </a:r>
          <a:r>
            <a:rPr lang="en-US" sz="1300" kern="1200" dirty="0"/>
            <a:t>2.5ms</a:t>
          </a:r>
          <a:r>
            <a:rPr lang="zh-CN" sz="1300" kern="1200" dirty="0"/>
            <a:t>，对应</a:t>
          </a:r>
          <a:r>
            <a:rPr lang="en-US" sz="1300" kern="1200" dirty="0"/>
            <a:t>0</a:t>
          </a:r>
          <a:r>
            <a:rPr lang="en-US" altLang="zh-CN" sz="1300" kern="1200" dirty="0"/>
            <a:t>°~</a:t>
          </a:r>
          <a:r>
            <a:rPr lang="en-US" sz="1300" kern="1200" dirty="0"/>
            <a:t>180</a:t>
          </a:r>
          <a:r>
            <a:rPr lang="en-US" altLang="zh-CN" sz="1300" kern="1200" dirty="0"/>
            <a:t>°</a:t>
          </a:r>
          <a:endParaRPr lang="zh-CN" sz="1300" kern="1200" dirty="0"/>
        </a:p>
      </dsp:txBody>
      <dsp:txXfrm>
        <a:off x="4822" y="0"/>
        <a:ext cx="2108299" cy="2229638"/>
      </dsp:txXfrm>
    </dsp:sp>
    <dsp:sp modelId="{0DA09FBC-71C9-43C3-8CBF-70063CA72499}">
      <dsp:nvSpPr>
        <dsp:cNvPr id="0" name=""/>
        <dsp:cNvSpPr/>
      </dsp:nvSpPr>
      <dsp:spPr>
        <a:xfrm>
          <a:off x="780266" y="2508343"/>
          <a:ext cx="557409" cy="5574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0DF8E-134A-4F08-A1A1-0EC656A79381}">
      <dsp:nvSpPr>
        <dsp:cNvPr id="0" name=""/>
        <dsp:cNvSpPr/>
      </dsp:nvSpPr>
      <dsp:spPr>
        <a:xfrm>
          <a:off x="2218536" y="3344458"/>
          <a:ext cx="2108299" cy="2229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2.</a:t>
          </a:r>
          <a:r>
            <a:rPr lang="zh-CN" sz="1700" kern="1200" dirty="0"/>
            <a:t>解码PWM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kern="1200" dirty="0"/>
            <a:t>解码</a:t>
          </a:r>
          <a:r>
            <a:rPr lang="en-US" sz="1300" kern="1200" dirty="0"/>
            <a:t>PWM</a:t>
          </a:r>
          <a:r>
            <a:rPr lang="zh-CN" sz="1300" kern="1200" dirty="0"/>
            <a:t>，提取脉冲宽度。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得到目标角度</a:t>
          </a:r>
        </a:p>
      </dsp:txBody>
      <dsp:txXfrm>
        <a:off x="2218536" y="3344458"/>
        <a:ext cx="2108299" cy="2229638"/>
      </dsp:txXfrm>
    </dsp:sp>
    <dsp:sp modelId="{8D0DC835-5934-4BB5-B55F-4676CB0EB5D1}">
      <dsp:nvSpPr>
        <dsp:cNvPr id="0" name=""/>
        <dsp:cNvSpPr/>
      </dsp:nvSpPr>
      <dsp:spPr>
        <a:xfrm>
          <a:off x="2993980" y="2508343"/>
          <a:ext cx="557409" cy="5574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38837-0797-404F-9353-6BBF61A90B5D}">
      <dsp:nvSpPr>
        <dsp:cNvPr id="0" name=""/>
        <dsp:cNvSpPr/>
      </dsp:nvSpPr>
      <dsp:spPr>
        <a:xfrm>
          <a:off x="4432250" y="0"/>
          <a:ext cx="2108299" cy="2229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3.</a:t>
          </a:r>
          <a:r>
            <a:rPr lang="zh-CN" sz="1700" kern="1200" dirty="0"/>
            <a:t>读电位器反馈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读电位器的电阻值（或电压值）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得到实际角度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比较实际角度与目标角度</a:t>
          </a:r>
        </a:p>
      </dsp:txBody>
      <dsp:txXfrm>
        <a:off x="4432250" y="0"/>
        <a:ext cx="2108299" cy="2229638"/>
      </dsp:txXfrm>
    </dsp:sp>
    <dsp:sp modelId="{31EB1FF0-EFEF-4121-9481-CB6F3D867F08}">
      <dsp:nvSpPr>
        <dsp:cNvPr id="0" name=""/>
        <dsp:cNvSpPr/>
      </dsp:nvSpPr>
      <dsp:spPr>
        <a:xfrm>
          <a:off x="5207695" y="2508343"/>
          <a:ext cx="557409" cy="5574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896AB-BD5A-4AB7-BBD0-2DC6721636B2}">
      <dsp:nvSpPr>
        <dsp:cNvPr id="0" name=""/>
        <dsp:cNvSpPr/>
      </dsp:nvSpPr>
      <dsp:spPr>
        <a:xfrm>
          <a:off x="6645964" y="3344458"/>
          <a:ext cx="2108299" cy="2229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4.</a:t>
          </a:r>
          <a:r>
            <a:rPr lang="zh-CN" sz="1700" kern="1200" dirty="0"/>
            <a:t>驱动电机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实际</a:t>
          </a:r>
          <a:r>
            <a:rPr lang="zh-CN" sz="1300" kern="1200" dirty="0"/>
            <a:t>角度</a:t>
          </a:r>
          <a:r>
            <a:rPr lang="en-US" altLang="zh-CN" sz="1300" kern="1200" dirty="0"/>
            <a:t> &lt; </a:t>
          </a:r>
          <a:r>
            <a:rPr lang="zh-CN" sz="1300" kern="1200" dirty="0"/>
            <a:t>目标角度，正转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实际</a:t>
          </a:r>
          <a:r>
            <a:rPr lang="zh-CN" sz="1300" kern="1200" dirty="0"/>
            <a:t>角度</a:t>
          </a:r>
          <a:r>
            <a:rPr lang="en-US" altLang="zh-CN" sz="1300" kern="1200" dirty="0"/>
            <a:t> &gt; </a:t>
          </a:r>
          <a:r>
            <a:rPr lang="zh-CN" sz="1300" kern="1200" dirty="0"/>
            <a:t>目标角度，反转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电机的转动通过减速齿轮组带动输出轴旋转，又改变电位器阻值。</a:t>
          </a:r>
        </a:p>
      </dsp:txBody>
      <dsp:txXfrm>
        <a:off x="6645964" y="3344458"/>
        <a:ext cx="2108299" cy="2229638"/>
      </dsp:txXfrm>
    </dsp:sp>
    <dsp:sp modelId="{552FAFFE-0281-42FF-990D-4B0BF69A454F}">
      <dsp:nvSpPr>
        <dsp:cNvPr id="0" name=""/>
        <dsp:cNvSpPr/>
      </dsp:nvSpPr>
      <dsp:spPr>
        <a:xfrm>
          <a:off x="7421409" y="2508343"/>
          <a:ext cx="557409" cy="5574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5D42F-CE7D-4F4D-8F7B-B59DCD5FBD0B}">
      <dsp:nvSpPr>
        <dsp:cNvPr id="0" name=""/>
        <dsp:cNvSpPr/>
      </dsp:nvSpPr>
      <dsp:spPr>
        <a:xfrm>
          <a:off x="8859678" y="0"/>
          <a:ext cx="2108299" cy="2229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5</a:t>
          </a:r>
          <a:r>
            <a:rPr lang="en-US" altLang="zh-CN" sz="1700" kern="1200" dirty="0"/>
            <a:t>.</a:t>
          </a:r>
          <a:r>
            <a:rPr lang="zh-CN" sz="1700" kern="1200" dirty="0"/>
            <a:t>达到目标角度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到达目标角度时，电位器的反馈信号与目标信号一致，误差为零。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kern="1200" dirty="0"/>
            <a:t>控制电路停止驱动电机，舵机保持当前位置。</a:t>
          </a:r>
        </a:p>
      </dsp:txBody>
      <dsp:txXfrm>
        <a:off x="8859678" y="0"/>
        <a:ext cx="2108299" cy="2229638"/>
      </dsp:txXfrm>
    </dsp:sp>
    <dsp:sp modelId="{F8A15034-280C-4160-A8E8-314F9BF73F3C}">
      <dsp:nvSpPr>
        <dsp:cNvPr id="0" name=""/>
        <dsp:cNvSpPr/>
      </dsp:nvSpPr>
      <dsp:spPr>
        <a:xfrm>
          <a:off x="9635123" y="2508343"/>
          <a:ext cx="557409" cy="5574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5"/>
            <a:ext cx="10363200" cy="14700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8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11651-619E-422E-94C3-B9413DCF9B4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日期占位符 3"/>
          <p:cNvSpPr txBox="1"/>
          <p:nvPr userDrawn="1"/>
        </p:nvSpPr>
        <p:spPr>
          <a:xfrm>
            <a:off x="762099" y="6508832"/>
            <a:ext cx="2845170" cy="365040"/>
          </a:xfrm>
          <a:prstGeom prst="rect">
            <a:avLst/>
          </a:prstGeom>
        </p:spPr>
        <p:txBody>
          <a:bodyPr vert="horz" lIns="121889" tIns="60944" rIns="121889" bIns="60944" rtlCol="0" anchor="ctr"/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02034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345070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295196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372039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140542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359340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245134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6461430" y="4395929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40941" y="2756950"/>
            <a:ext cx="4211308" cy="108581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舵机运行原理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6693" y="1806581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【03-01】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15489734-E4FB-E959-AD64-F75CD948AF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013" y="2686347"/>
            <a:ext cx="2276445" cy="1227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C88D0-6F8E-2D66-5740-0D694A9E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021" y="1611087"/>
            <a:ext cx="5531031" cy="2130242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快速掌握</a:t>
            </a:r>
            <a:br>
              <a:rPr lang="en-US" altLang="zh-CN" dirty="0"/>
            </a:br>
            <a:r>
              <a:rPr lang="zh-CN" altLang="en-US" sz="9800" b="1" dirty="0">
                <a:solidFill>
                  <a:srgbClr val="FF0000"/>
                </a:solidFill>
              </a:rPr>
              <a:t>舵机开发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3874E3-7AEC-6CFA-2C63-BA6CC6B9B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" t="17906" r="23298" b="29142"/>
          <a:stretch>
            <a:fillRect/>
          </a:stretch>
        </p:blipFill>
        <p:spPr>
          <a:xfrm>
            <a:off x="5922372" y="1348150"/>
            <a:ext cx="5432090" cy="38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3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999" dirty="0"/>
              <a:t>1</a:t>
            </a:r>
            <a:r>
              <a:rPr lang="zh-CN" altLang="en-US" sz="3999" dirty="0"/>
              <a:t>、舵机拆解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D94408A-D439-4B13-56D1-91904D79B66F}"/>
              </a:ext>
            </a:extLst>
          </p:cNvPr>
          <p:cNvSpPr txBox="1"/>
          <p:nvPr/>
        </p:nvSpPr>
        <p:spPr>
          <a:xfrm>
            <a:off x="7024007" y="1343931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CB489E3-BB09-AFEE-A81A-F93CB0AC20DB}"/>
              </a:ext>
            </a:extLst>
          </p:cNvPr>
          <p:cNvGrpSpPr/>
          <p:nvPr/>
        </p:nvGrpSpPr>
        <p:grpSpPr>
          <a:xfrm>
            <a:off x="7132967" y="1431773"/>
            <a:ext cx="191046" cy="123736"/>
            <a:chOff x="9405360" y="560916"/>
            <a:chExt cx="191046" cy="123736"/>
          </a:xfrm>
        </p:grpSpPr>
        <p:sp>
          <p:nvSpPr>
            <p:cNvPr id="5" name="标题 1">
              <a:extLst>
                <a:ext uri="{FF2B5EF4-FFF2-40B4-BE49-F238E27FC236}">
                  <a16:creationId xmlns:a16="http://schemas.microsoft.com/office/drawing/2014/main" id="{97315B58-9C91-3E59-E690-D311C155C3FD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6" name="标题 1">
              <a:extLst>
                <a:ext uri="{FF2B5EF4-FFF2-40B4-BE49-F238E27FC236}">
                  <a16:creationId xmlns:a16="http://schemas.microsoft.com/office/drawing/2014/main" id="{F1C1C890-51DE-54B2-FE1B-254768F49FDB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31E03E1F-F1CE-C07E-5FBB-FF080CD6D16F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8" name="标题 1">
            <a:extLst>
              <a:ext uri="{FF2B5EF4-FFF2-40B4-BE49-F238E27FC236}">
                <a16:creationId xmlns:a16="http://schemas.microsoft.com/office/drawing/2014/main" id="{EFE7F2FD-E654-955A-7073-CE38B2C7CA82}"/>
              </a:ext>
            </a:extLst>
          </p:cNvPr>
          <p:cNvSpPr txBox="1"/>
          <p:nvPr/>
        </p:nvSpPr>
        <p:spPr>
          <a:xfrm>
            <a:off x="10143744" y="1412912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34331A9-26AC-9EEA-81FE-818EAA74E10B}"/>
              </a:ext>
            </a:extLst>
          </p:cNvPr>
          <p:cNvSpPr txBox="1"/>
          <p:nvPr/>
        </p:nvSpPr>
        <p:spPr>
          <a:xfrm>
            <a:off x="7324034" y="1374811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电机开发板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5576537" cy="390527"/>
          </a:xfrm>
        </p:spPr>
        <p:txBody>
          <a:bodyPr/>
          <a:lstStyle/>
          <a:p>
            <a:r>
              <a:rPr lang="en-US" altLang="zh-CN" sz="3200" dirty="0"/>
              <a:t>1.1 SG90</a:t>
            </a:r>
            <a:r>
              <a:rPr lang="zh-CN" altLang="en-US" sz="3200" dirty="0"/>
              <a:t>舵机拆解图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 rot="5400000">
            <a:off x="1486492" y="153564"/>
            <a:ext cx="5151832" cy="6870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744" y="982117"/>
            <a:ext cx="3872604" cy="5163895"/>
          </a:xfrm>
          <a:prstGeom prst="rect">
            <a:avLst/>
          </a:prstGeom>
        </p:spPr>
      </p:pic>
      <p:sp>
        <p:nvSpPr>
          <p:cNvPr id="9" name="上箭头 8"/>
          <p:cNvSpPr/>
          <p:nvPr/>
        </p:nvSpPr>
        <p:spPr>
          <a:xfrm>
            <a:off x="8615256" y="4292876"/>
            <a:ext cx="215850" cy="575812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039444" y="4920111"/>
            <a:ext cx="1439847" cy="5516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1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电位器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039444" y="5471799"/>
            <a:ext cx="3185058" cy="5516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与输出齿轮相连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6606" y="374794"/>
            <a:ext cx="5975281" cy="390527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</a:rPr>
              <a:t>1.2 </a:t>
            </a:r>
            <a:r>
              <a:rPr lang="zh-CN" altLang="en-US" sz="2400" dirty="0">
                <a:solidFill>
                  <a:srgbClr val="262626"/>
                </a:solidFill>
              </a:rPr>
              <a:t>舵机构造</a:t>
            </a:r>
            <a:endParaRPr lang="en-US" altLang="zh-CN" sz="2400" dirty="0">
              <a:solidFill>
                <a:srgbClr val="262626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20719" y="1197269"/>
            <a:ext cx="6811304" cy="336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①：信号线：接收来自微控制器的控制信号；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②：电位器：可以测量输出轴的位置量，属于整个伺服机构的反馈部分；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③：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内部控制器：处理来自外部控制的信号，驱动电机以及处理反馈的位置信号，是整个伺服机构的核心；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④：电机：作为执行机构，输出多少转速，转矩，位置；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⑤：传动机构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舵机系统：该机构根据一定传动比，将电机输出的行程缩放到最终输出的角度上</a:t>
            </a:r>
            <a:r>
              <a:rPr lang="en-US" altLang="zh-CN" dirty="0">
                <a:latin typeface="+mn-ea"/>
              </a:rPr>
              <a:t>.</a:t>
            </a:r>
            <a:endParaRPr lang="zh-CN" altLang="en-US" dirty="0">
              <a:latin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3" y="4724844"/>
            <a:ext cx="2941361" cy="18717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039767" y="5950438"/>
            <a:ext cx="1583810" cy="646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红线 ：       </a:t>
            </a:r>
            <a:r>
              <a:rPr lang="en-US" altLang="zh-CN" sz="1200" dirty="0">
                <a:latin typeface="+mn-ea"/>
              </a:rPr>
              <a:t>3.3v/ 5v</a:t>
            </a:r>
          </a:p>
          <a:p>
            <a:r>
              <a:rPr lang="zh-CN" altLang="en-US" sz="1200" dirty="0">
                <a:latin typeface="+mn-ea"/>
              </a:rPr>
              <a:t>黑 </a:t>
            </a:r>
            <a:r>
              <a:rPr lang="en-US" altLang="zh-CN" sz="1200" dirty="0">
                <a:latin typeface="+mn-ea"/>
              </a:rPr>
              <a:t>/ </a:t>
            </a:r>
            <a:r>
              <a:rPr lang="zh-CN" altLang="en-US" sz="1200" dirty="0">
                <a:latin typeface="+mn-ea"/>
              </a:rPr>
              <a:t>棕线 ： </a:t>
            </a:r>
            <a:r>
              <a:rPr lang="en-US" altLang="zh-CN" sz="1200" dirty="0">
                <a:latin typeface="+mn-ea"/>
              </a:rPr>
              <a:t>GND</a:t>
            </a:r>
          </a:p>
          <a:p>
            <a:r>
              <a:rPr lang="zh-CN" altLang="en-US" sz="1200" dirty="0">
                <a:latin typeface="+mn-ea"/>
              </a:rPr>
              <a:t>黄线 ：        信号线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256" y="981295"/>
            <a:ext cx="4901901" cy="2807662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09273A6-7518-45AC-7ECA-6E9BFB2C0109}"/>
              </a:ext>
            </a:extLst>
          </p:cNvPr>
          <p:cNvCxnSpPr>
            <a:endCxn id="5" idx="1"/>
          </p:cNvCxnSpPr>
          <p:nvPr/>
        </p:nvCxnSpPr>
        <p:spPr>
          <a:xfrm flipH="1" flipV="1">
            <a:off x="7032257" y="2385126"/>
            <a:ext cx="143614" cy="406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6606" y="374794"/>
            <a:ext cx="5975281" cy="390527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sz="3200" dirty="0">
                <a:solidFill>
                  <a:srgbClr val="262626"/>
                </a:solidFill>
              </a:rPr>
              <a:t>1.3 </a:t>
            </a:r>
            <a:r>
              <a:rPr lang="en-US" altLang="zh-CN" sz="3200" dirty="0" err="1">
                <a:solidFill>
                  <a:srgbClr val="262626"/>
                </a:solidFill>
              </a:rPr>
              <a:t>原理</a:t>
            </a:r>
            <a:r>
              <a:rPr lang="zh-CN" altLang="en-US" sz="3200" dirty="0">
                <a:solidFill>
                  <a:srgbClr val="262626"/>
                </a:solidFill>
              </a:rPr>
              <a:t>框图</a:t>
            </a:r>
            <a:endParaRPr lang="en-US" altLang="zh-CN" sz="3200" dirty="0">
              <a:solidFill>
                <a:srgbClr val="262626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7689" y="1231551"/>
            <a:ext cx="3286134" cy="2091176"/>
          </a:xfrm>
          <a:prstGeom prst="rect">
            <a:avLst/>
          </a:prstGeom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835" y="3932939"/>
            <a:ext cx="4469961" cy="274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984616" y="1356204"/>
            <a:ext cx="7510812" cy="64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舵机也叫也叫 </a:t>
            </a:r>
            <a:r>
              <a:rPr lang="en-US" altLang="zh-CN" dirty="0">
                <a:latin typeface="+mn-ea"/>
              </a:rPr>
              <a:t>RC </a:t>
            </a:r>
            <a:r>
              <a:rPr lang="zh-CN" altLang="en-US" dirty="0">
                <a:latin typeface="+mn-ea"/>
              </a:rPr>
              <a:t>伺服器，通常用于机器人项目，也可以在遥控汽车，飞机等航模中找到它们。</a:t>
            </a:r>
          </a:p>
        </p:txBody>
      </p:sp>
      <p:sp>
        <p:nvSpPr>
          <p:cNvPr id="3" name="矩形 2"/>
          <p:cNvSpPr/>
          <p:nvPr/>
        </p:nvSpPr>
        <p:spPr>
          <a:xfrm>
            <a:off x="1704528" y="2997052"/>
            <a:ext cx="1007879" cy="431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控制电路</a:t>
            </a:r>
          </a:p>
        </p:txBody>
      </p:sp>
      <p:sp>
        <p:nvSpPr>
          <p:cNvPr id="8" name="矩形 7"/>
          <p:cNvSpPr/>
          <p:nvPr/>
        </p:nvSpPr>
        <p:spPr>
          <a:xfrm>
            <a:off x="3144355" y="2997052"/>
            <a:ext cx="1007879" cy="431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电机</a:t>
            </a:r>
          </a:p>
        </p:txBody>
      </p:sp>
      <p:sp>
        <p:nvSpPr>
          <p:cNvPr id="9" name="矩形 8"/>
          <p:cNvSpPr/>
          <p:nvPr/>
        </p:nvSpPr>
        <p:spPr>
          <a:xfrm>
            <a:off x="4800156" y="2997052"/>
            <a:ext cx="1295844" cy="431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变速齿轮组</a:t>
            </a:r>
          </a:p>
        </p:txBody>
      </p:sp>
      <p:sp>
        <p:nvSpPr>
          <p:cNvPr id="10" name="矩形 9"/>
          <p:cNvSpPr/>
          <p:nvPr/>
        </p:nvSpPr>
        <p:spPr>
          <a:xfrm>
            <a:off x="6527948" y="2997052"/>
            <a:ext cx="1007879" cy="431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电位器</a:t>
            </a:r>
          </a:p>
        </p:txBody>
      </p:sp>
      <p:sp>
        <p:nvSpPr>
          <p:cNvPr id="11" name="矩形 10"/>
          <p:cNvSpPr/>
          <p:nvPr/>
        </p:nvSpPr>
        <p:spPr>
          <a:xfrm>
            <a:off x="3148216" y="3873207"/>
            <a:ext cx="1651940" cy="431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电压比较器</a:t>
            </a:r>
          </a:p>
        </p:txBody>
      </p:sp>
      <p:cxnSp>
        <p:nvCxnSpPr>
          <p:cNvPr id="6" name="直接箭头连接符 5"/>
          <p:cNvCxnSpPr>
            <a:endCxn id="3" idx="1"/>
          </p:cNvCxnSpPr>
          <p:nvPr/>
        </p:nvCxnSpPr>
        <p:spPr>
          <a:xfrm>
            <a:off x="1056607" y="3213026"/>
            <a:ext cx="647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" name="直接箭头连接符 15"/>
          <p:cNvCxnSpPr>
            <a:stCxn id="3" idx="3"/>
            <a:endCxn id="8" idx="1"/>
          </p:cNvCxnSpPr>
          <p:nvPr/>
        </p:nvCxnSpPr>
        <p:spPr>
          <a:xfrm>
            <a:off x="2712407" y="3213026"/>
            <a:ext cx="431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直接箭头连接符 18"/>
          <p:cNvCxnSpPr>
            <a:stCxn id="9" idx="3"/>
            <a:endCxn id="10" idx="1"/>
          </p:cNvCxnSpPr>
          <p:nvPr/>
        </p:nvCxnSpPr>
        <p:spPr>
          <a:xfrm>
            <a:off x="6096000" y="3213026"/>
            <a:ext cx="431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4" name="直接箭头连接符 23"/>
          <p:cNvCxnSpPr>
            <a:stCxn id="8" idx="3"/>
            <a:endCxn id="9" idx="1"/>
          </p:cNvCxnSpPr>
          <p:nvPr/>
        </p:nvCxnSpPr>
        <p:spPr>
          <a:xfrm>
            <a:off x="4152234" y="3213026"/>
            <a:ext cx="647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6" name="连接符: 肘形 25"/>
          <p:cNvCxnSpPr>
            <a:stCxn id="10" idx="2"/>
            <a:endCxn id="11" idx="3"/>
          </p:cNvCxnSpPr>
          <p:nvPr/>
        </p:nvCxnSpPr>
        <p:spPr>
          <a:xfrm rot="5400000">
            <a:off x="5585931" y="2643225"/>
            <a:ext cx="660181" cy="22317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8" name="连接符: 肘形 27"/>
          <p:cNvCxnSpPr>
            <a:stCxn id="11" idx="1"/>
            <a:endCxn id="3" idx="2"/>
          </p:cNvCxnSpPr>
          <p:nvPr/>
        </p:nvCxnSpPr>
        <p:spPr>
          <a:xfrm rot="10800000">
            <a:off x="2208468" y="3429000"/>
            <a:ext cx="939748" cy="6601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6606" y="374794"/>
            <a:ext cx="5975281" cy="390527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</a:rPr>
              <a:t>1.4 </a:t>
            </a:r>
            <a:r>
              <a:rPr lang="zh-CN" altLang="en-US" sz="3200" dirty="0">
                <a:latin typeface="+mn-ea"/>
                <a:ea typeface="+mn-ea"/>
                <a:sym typeface="+mn-ea"/>
              </a:rPr>
              <a:t>舵机转动完整流程</a:t>
            </a:r>
            <a:endParaRPr lang="en-US" altLang="zh-CN" sz="3200" dirty="0">
              <a:solidFill>
                <a:srgbClr val="262626"/>
              </a:solidFill>
            </a:endParaRP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1C18BF03-70A9-BBD1-0310-0C2C25E2E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2886615"/>
              </p:ext>
            </p:extLst>
          </p:nvPr>
        </p:nvGraphicFramePr>
        <p:xfrm>
          <a:off x="0" y="909109"/>
          <a:ext cx="12192000" cy="5574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999" dirty="0">
                <a:solidFill>
                  <a:srgbClr val="262626"/>
                </a:solidFill>
                <a:sym typeface="+mn-ea"/>
              </a:rPr>
              <a:t>2</a:t>
            </a:r>
            <a:r>
              <a:rPr lang="zh-CN" altLang="en-US" sz="3999" dirty="0">
                <a:solidFill>
                  <a:srgbClr val="262626"/>
                </a:solidFill>
                <a:sym typeface="+mn-ea"/>
              </a:rPr>
              <a:t>、舵机的控制方法</a:t>
            </a:r>
            <a:endParaRPr lang="zh-CN" altLang="en-US" sz="399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2"/>
          <a:srcRect l="2667" t="4393" r="2749" b="4497"/>
          <a:stretch>
            <a:fillRect/>
          </a:stretch>
        </p:blipFill>
        <p:spPr>
          <a:xfrm>
            <a:off x="1128434" y="1485234"/>
            <a:ext cx="10222404" cy="4463652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056696" y="374563"/>
            <a:ext cx="6439949" cy="390435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</a:rPr>
              <a:t>2.1 </a:t>
            </a:r>
            <a:r>
              <a:rPr lang="zh-CN" altLang="en-US" sz="2400" dirty="0">
                <a:solidFill>
                  <a:srgbClr val="262626"/>
                </a:solidFill>
              </a:rPr>
              <a:t>模拟</a:t>
            </a:r>
            <a:r>
              <a:rPr lang="en-US" altLang="zh-CN" sz="2400" dirty="0" err="1">
                <a:solidFill>
                  <a:srgbClr val="262626"/>
                </a:solidFill>
              </a:rPr>
              <a:t>舵机</a:t>
            </a:r>
            <a:r>
              <a:rPr lang="zh-CN" altLang="en-US" sz="2400" dirty="0">
                <a:solidFill>
                  <a:srgbClr val="262626"/>
                </a:solidFill>
              </a:rPr>
              <a:t>与数字舵机区别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DADBB6-1C5D-8B47-98BA-65BF3EA994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95"/>
          <a:stretch/>
        </p:blipFill>
        <p:spPr>
          <a:xfrm>
            <a:off x="9567624" y="4004931"/>
            <a:ext cx="2344753" cy="15838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6696" y="374563"/>
            <a:ext cx="7415017" cy="39043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2.2 PWM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模拟</a:t>
            </a: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舵机的控制</a:t>
            </a:r>
            <a:r>
              <a:rPr lang="en-US" altLang="zh-CN" sz="2400" dirty="0">
                <a:solidFill>
                  <a:srgbClr val="262626"/>
                </a:solidFill>
              </a:rPr>
              <a:t>——脉宽与舵机转动角度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84615" y="1536613"/>
            <a:ext cx="3239610" cy="313859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altLang="zh-CN" dirty="0"/>
              <a:t>0.5ms---------0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0.6ms---------9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0.7ms---------18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0.8ms---------27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0.9ms---------36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1.0ms---------45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1.1ms---------54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1.2ms---------63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1.3ms---------72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1.4ms---------81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1.5ms---------90</a:t>
            </a:r>
            <a:r>
              <a:rPr lang="zh-CN" altLang="en-US" dirty="0"/>
              <a:t>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68782" y="1587990"/>
            <a:ext cx="3054436" cy="286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1.6ms---------99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1.7ms---------108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1.8ms---------117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1.9ms---------126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2.0ms---------135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2.1ms---------144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2.2ms---------153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2.3ms---------162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2.4ms---------171</a:t>
            </a:r>
            <a:r>
              <a:rPr lang="zh-CN" altLang="en-US" dirty="0"/>
              <a:t>度</a:t>
            </a:r>
          </a:p>
          <a:p>
            <a:r>
              <a:rPr lang="en-US" altLang="zh-CN" dirty="0"/>
              <a:t>2.5ms---------180</a:t>
            </a:r>
            <a:r>
              <a:rPr lang="zh-CN" altLang="en-US" dirty="0"/>
              <a:t>度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8831671" y="3644974"/>
            <a:ext cx="29516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/>
          <p:cNvCxnSpPr/>
          <p:nvPr/>
        </p:nvCxnSpPr>
        <p:spPr>
          <a:xfrm>
            <a:off x="7967775" y="2853069"/>
            <a:ext cx="1727792" cy="791905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967775" y="3644974"/>
            <a:ext cx="0" cy="863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1783315" y="3644974"/>
            <a:ext cx="0" cy="863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7967775" y="4148913"/>
            <a:ext cx="3815541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9404255" y="3885925"/>
            <a:ext cx="617334" cy="276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20mS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9712921" y="1413243"/>
            <a:ext cx="0" cy="1295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978288" y="1413243"/>
            <a:ext cx="0" cy="1295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7978289" y="2277139"/>
            <a:ext cx="173463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204881" y="1969724"/>
            <a:ext cx="1195884" cy="276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0.5mS~2.5mS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BC3B-8634-5865-3518-5AFF170E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8DBB1-408B-79D2-2490-CA73F2A68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696" y="374563"/>
            <a:ext cx="7415017" cy="39043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2.3 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数字舵机（</a:t>
            </a: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Digital Servo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），</a:t>
            </a: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MG90S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为例</a:t>
            </a:r>
            <a:endParaRPr lang="en-US" altLang="zh-CN" sz="2400" dirty="0">
              <a:solidFill>
                <a:srgbClr val="262626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5954B6-1E49-1287-9220-1110C8EE048C}"/>
              </a:ext>
            </a:extLst>
          </p:cNvPr>
          <p:cNvSpPr txBox="1"/>
          <p:nvPr/>
        </p:nvSpPr>
        <p:spPr>
          <a:xfrm>
            <a:off x="408685" y="1042855"/>
            <a:ext cx="10761456" cy="7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和模拟舵机（</a:t>
            </a:r>
            <a:r>
              <a:rPr lang="en-US" altLang="zh-CN" sz="2000" dirty="0">
                <a:latin typeface="+mn-ea"/>
              </a:rPr>
              <a:t>Analog Servo</a:t>
            </a:r>
            <a:r>
              <a:rPr lang="zh-CN" altLang="en-US" sz="2000" dirty="0">
                <a:latin typeface="+mn-ea"/>
              </a:rPr>
              <a:t>）在基本的机械结构方面是完全一样的，最大区别在控制电路上，数字舵机的控制电路比模拟舵机的多了微处理器和晶振。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571AD26-0ED1-6EA6-0EE8-0E3CD400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53"/>
          <a:stretch/>
        </p:blipFill>
        <p:spPr>
          <a:xfrm>
            <a:off x="9603" y="1917183"/>
            <a:ext cx="4247489" cy="226220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09BFEF2-298D-0D7E-7DF6-52EC366E0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092" y="1967735"/>
            <a:ext cx="7761344" cy="357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1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</a:rPr>
              <a:t>2.4 </a:t>
            </a:r>
            <a:r>
              <a:rPr lang="zh-CN" altLang="en-US" sz="2400" dirty="0">
                <a:solidFill>
                  <a:srgbClr val="262626"/>
                </a:solidFill>
              </a:rPr>
              <a:t>总线舵机的控制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6AEB356-0B24-D422-D92B-248E3CC35B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2725662"/>
          </a:xfrm>
        </p:spPr>
        <p:txBody>
          <a:bodyPr>
            <a:normAutofit fontScale="62500" lnSpcReduction="20000"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4000" dirty="0"/>
              <a:t>总线舵机</a:t>
            </a:r>
          </a:p>
          <a:p>
            <a:pPr indent="0">
              <a:lnSpc>
                <a:spcPct val="120000"/>
              </a:lnSpc>
            </a:pPr>
            <a:endParaRPr lang="zh-CN" altLang="en-US" sz="4000" dirty="0"/>
          </a:p>
          <a:p>
            <a:pPr indent="0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这类舵机属于数字舵机，不使用的PWM波控制，而是采用的串口控制。</a:t>
            </a:r>
          </a:p>
          <a:p>
            <a:pPr indent="0">
              <a:lnSpc>
                <a:spcPct val="120000"/>
              </a:lnSpc>
            </a:pPr>
            <a:endParaRPr lang="zh-CN" altLang="en-US" dirty="0"/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一个串口可以控制多台舵机。每个舵机有一个ID号，根据这个ID号，可以实现一个串口对多个舵机的控制。有点类似与I2C的仲裁机制。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可支持角度回读，可实时检测到舵机当前角度位置。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rcRect b="10804"/>
          <a:stretch>
            <a:fillRect/>
          </a:stretch>
        </p:blipFill>
        <p:spPr>
          <a:xfrm>
            <a:off x="1704245" y="4239420"/>
            <a:ext cx="8736848" cy="1637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76A66E7-4F70-CD14-E2BA-859DF9AE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167593" cy="390527"/>
          </a:xfrm>
        </p:spPr>
        <p:txBody>
          <a:bodyPr/>
          <a:lstStyle/>
          <a:p>
            <a:r>
              <a:rPr lang="en-US" altLang="zh-CN" sz="3200" dirty="0">
                <a:solidFill>
                  <a:srgbClr val="262626"/>
                </a:solidFill>
              </a:rPr>
              <a:t>2.5 </a:t>
            </a:r>
            <a:r>
              <a:rPr lang="zh-CN" altLang="en-US" sz="3200" dirty="0">
                <a:solidFill>
                  <a:srgbClr val="262626"/>
                </a:solidFill>
              </a:rPr>
              <a:t>总线舵机的控制（示例）</a:t>
            </a:r>
            <a:endParaRPr lang="zh-CN" altLang="en-US" sz="3200" dirty="0"/>
          </a:p>
        </p:txBody>
      </p:sp>
      <p:pic>
        <p:nvPicPr>
          <p:cNvPr id="4" name="内容占位符 3"/>
          <p:cNvPicPr>
            <a:picLocks noGrp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220686" y="1124960"/>
            <a:ext cx="8307978" cy="171058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829" y="1124960"/>
            <a:ext cx="1360353" cy="57321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指令包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: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9A74528-3692-E211-4608-1852F0409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004315"/>
              </p:ext>
            </p:extLst>
          </p:nvPr>
        </p:nvGraphicFramePr>
        <p:xfrm>
          <a:off x="470263" y="3038382"/>
          <a:ext cx="11338560" cy="340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094">
                  <a:extLst>
                    <a:ext uri="{9D8B030D-6E8A-4147-A177-3AD203B41FA5}">
                      <a16:colId xmlns:a16="http://schemas.microsoft.com/office/drawing/2014/main" val="2524675717"/>
                    </a:ext>
                  </a:extLst>
                </a:gridCol>
                <a:gridCol w="10157466">
                  <a:extLst>
                    <a:ext uri="{9D8B030D-6E8A-4147-A177-3AD203B41FA5}">
                      <a16:colId xmlns:a16="http://schemas.microsoft.com/office/drawing/2014/main" val="951405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字段名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36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帧头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连续收到两个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0x55 ,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表示有数据包到达。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ID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每个舵机一个独立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ID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号。范围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0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～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253,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十六进制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0x00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～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0xFD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254(0xFE)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为广播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ID,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若控制器发出的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ID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号为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254(0xFE)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，所有的舵机均接收指令，但都不返回应答信息，（读取舵机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ID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号除外，具体说明参见下面指令介绍）以防总线冲突。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572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数据长度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等于待发送的数据（包含本身）长度，从帧头到校验和。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98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指令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控制舵机的各种指令，如位置、速度控制等。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55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参数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除指令外需要补充的控制信息。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92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校验和：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Checksum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 ~ (ID + Length +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Cmd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 Prm1 + …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Prm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N)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若括号内的计算和超出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255,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则取最低的一个字节，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“~”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表示取反。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6799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2025.7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4002</TotalTime>
  <Words>782</Words>
  <Application>Microsoft Office PowerPoint</Application>
  <PresentationFormat>宽屏</PresentationFormat>
  <Paragraphs>106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Source Han Sans</vt:lpstr>
      <vt:lpstr>Source Han Sans CN Regular</vt:lpstr>
      <vt:lpstr>等线</vt:lpstr>
      <vt:lpstr>宋体</vt:lpstr>
      <vt:lpstr>微软雅黑</vt:lpstr>
      <vt:lpstr>Arial</vt:lpstr>
      <vt:lpstr>Wingdings</vt:lpstr>
      <vt:lpstr>Office 主题​​</vt:lpstr>
      <vt:lpstr>PowerPoint 演示文稿</vt:lpstr>
      <vt:lpstr>快速掌握 舵机开发</vt:lpstr>
      <vt:lpstr>1、舵机拆解</vt:lpstr>
      <vt:lpstr>1.1 SG90舵机拆解图</vt:lpstr>
      <vt:lpstr>1.2 舵机构造</vt:lpstr>
      <vt:lpstr>1.3 原理框图</vt:lpstr>
      <vt:lpstr>1.4 舵机转动完整流程</vt:lpstr>
      <vt:lpstr>2、舵机的控制方法</vt:lpstr>
      <vt:lpstr>2.1 模拟舵机与数字舵机区别</vt:lpstr>
      <vt:lpstr>2.2 PWM模拟舵机的控制——脉宽与舵机转动角度</vt:lpstr>
      <vt:lpstr>2.3 数字舵机（Digital Servo），MG90S为例</vt:lpstr>
      <vt:lpstr>2.4 总线舵机的控制</vt:lpstr>
      <vt:lpstr>2.5 总线舵机的控制（示例）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86</cp:revision>
  <dcterms:created xsi:type="dcterms:W3CDTF">2025-05-21T06:55:53Z</dcterms:created>
  <dcterms:modified xsi:type="dcterms:W3CDTF">2025-08-06T15:10:38Z</dcterms:modified>
</cp:coreProperties>
</file>