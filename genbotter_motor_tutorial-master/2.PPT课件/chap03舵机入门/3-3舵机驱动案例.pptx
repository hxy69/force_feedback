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802" r:id="rId3"/>
    <p:sldId id="800" r:id="rId4"/>
    <p:sldId id="799" r:id="rId5"/>
    <p:sldId id="28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461430" y="4395929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舵机驱动编码演示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【03-03】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15489734-E4FB-E959-AD64-F75CD948A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13" y="2686347"/>
            <a:ext cx="2276445" cy="1227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951365" cy="39052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开发板上的舵机接口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378726D-4C30-FEA8-01EC-516DC5FCC22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61" y="1012342"/>
            <a:ext cx="7664327" cy="5616577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DEFD3D-47C4-4279-152D-1151DE7DF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80" y="1012341"/>
            <a:ext cx="2708366" cy="496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6878725" cy="390527"/>
          </a:xfrm>
        </p:spPr>
        <p:txBody>
          <a:bodyPr/>
          <a:lstStyle/>
          <a:p>
            <a:r>
              <a:rPr lang="en-US" altLang="zh-CN" sz="3600" dirty="0"/>
              <a:t>2. </a:t>
            </a:r>
            <a:r>
              <a:rPr lang="en-US" altLang="zh-CN" sz="3600" dirty="0" err="1"/>
              <a:t>CubeMX</a:t>
            </a:r>
            <a:r>
              <a:rPr lang="zh-CN" altLang="en-US" sz="3600" dirty="0"/>
              <a:t>的</a:t>
            </a:r>
            <a:r>
              <a:rPr lang="en-US" altLang="zh-CN" sz="3600" dirty="0"/>
              <a:t>TIM8</a:t>
            </a:r>
            <a:r>
              <a:rPr lang="zh-CN" altLang="en-US" sz="3600" dirty="0"/>
              <a:t>配置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07E9604-64DF-4DE6-E77F-AD074323B80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54782" y="1147235"/>
            <a:ext cx="8527463" cy="19355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7A0B46-7463-9F6F-4A96-BCB8DEF0E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82" y="3815774"/>
            <a:ext cx="7255110" cy="189499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05FF9CB-EDD0-6752-1525-43C5D0DC476A}"/>
              </a:ext>
            </a:extLst>
          </p:cNvPr>
          <p:cNvSpPr/>
          <p:nvPr/>
        </p:nvSpPr>
        <p:spPr>
          <a:xfrm>
            <a:off x="5799909" y="4014651"/>
            <a:ext cx="1837508" cy="3570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舵机驱动代码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ADAFD-2892-1B06-E343-084581D56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4056</TotalTime>
  <Words>46</Words>
  <Application>Microsoft Office PowerPoint</Application>
  <PresentationFormat>宽屏</PresentationFormat>
  <Paragraphs>16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1.开发板上的舵机接口</vt:lpstr>
      <vt:lpstr>2. CubeMX的TIM8配置</vt:lpstr>
      <vt:lpstr>3. 舵机驱动代码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97</cp:revision>
  <dcterms:created xsi:type="dcterms:W3CDTF">2025-05-21T06:55:53Z</dcterms:created>
  <dcterms:modified xsi:type="dcterms:W3CDTF">2025-08-04T08:34:54Z</dcterms:modified>
</cp:coreProperties>
</file>