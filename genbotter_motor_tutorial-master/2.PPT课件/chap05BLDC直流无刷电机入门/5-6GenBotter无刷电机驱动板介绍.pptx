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9" r:id="rId2"/>
    <p:sldId id="805" r:id="rId3"/>
    <p:sldId id="806" r:id="rId4"/>
    <p:sldId id="807" r:id="rId5"/>
    <p:sldId id="808" r:id="rId6"/>
    <p:sldId id="809" r:id="rId7"/>
    <p:sldId id="810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A54141-00D7-4C9D-A186-F81BC31F0E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6102409-4CAE-46BD-9A07-B5576FCD6C66}">
      <dgm:prSet/>
      <dgm:spPr/>
      <dgm:t>
        <a:bodyPr/>
        <a:lstStyle/>
        <a:p>
          <a:r>
            <a:rPr lang="en-US" altLang="zh-CN" b="0" i="0" baseline="0" dirty="0"/>
            <a:t>1. </a:t>
          </a:r>
          <a:r>
            <a:rPr lang="zh-CN" b="0" i="0" baseline="0" dirty="0"/>
            <a:t>硬件整体结构</a:t>
          </a:r>
          <a:endParaRPr lang="zh-CN" dirty="0"/>
        </a:p>
      </dgm:t>
    </dgm:pt>
    <dgm:pt modelId="{259CF11C-AD47-4DB6-823D-216AF1C8A80F}" type="parTrans" cxnId="{79384487-7EEB-47AD-843E-575615A7B6BD}">
      <dgm:prSet/>
      <dgm:spPr/>
      <dgm:t>
        <a:bodyPr/>
        <a:lstStyle/>
        <a:p>
          <a:endParaRPr lang="zh-CN" altLang="en-US"/>
        </a:p>
      </dgm:t>
    </dgm:pt>
    <dgm:pt modelId="{88CAD505-7B44-4808-A388-AAC8FEF2E513}" type="sibTrans" cxnId="{79384487-7EEB-47AD-843E-575615A7B6BD}">
      <dgm:prSet/>
      <dgm:spPr/>
      <dgm:t>
        <a:bodyPr/>
        <a:lstStyle/>
        <a:p>
          <a:endParaRPr lang="zh-CN" altLang="en-US"/>
        </a:p>
      </dgm:t>
    </dgm:pt>
    <dgm:pt modelId="{5BF8CB19-9B3F-496D-8FD7-5F3C9F4727E0}">
      <dgm:prSet/>
      <dgm:spPr/>
      <dgm:t>
        <a:bodyPr/>
        <a:lstStyle/>
        <a:p>
          <a:r>
            <a:rPr lang="en-US" altLang="zh-CN" b="0" i="0" baseline="0" dirty="0"/>
            <a:t>2. </a:t>
          </a:r>
          <a:r>
            <a:rPr lang="zh-CN" b="0" i="0" baseline="0" dirty="0"/>
            <a:t>重点模块：三相全桥</a:t>
          </a:r>
          <a:endParaRPr lang="zh-CN" dirty="0"/>
        </a:p>
      </dgm:t>
    </dgm:pt>
    <dgm:pt modelId="{AC7966B9-4546-4BB2-BE5A-2036B9660E7A}" type="parTrans" cxnId="{C44BE316-13CC-46EB-B31F-85EEAAB0BF49}">
      <dgm:prSet/>
      <dgm:spPr/>
      <dgm:t>
        <a:bodyPr/>
        <a:lstStyle/>
        <a:p>
          <a:endParaRPr lang="zh-CN" altLang="en-US"/>
        </a:p>
      </dgm:t>
    </dgm:pt>
    <dgm:pt modelId="{72609302-4DF2-424D-A0C7-EE958D3849BA}" type="sibTrans" cxnId="{C44BE316-13CC-46EB-B31F-85EEAAB0BF49}">
      <dgm:prSet/>
      <dgm:spPr/>
      <dgm:t>
        <a:bodyPr/>
        <a:lstStyle/>
        <a:p>
          <a:endParaRPr lang="zh-CN" altLang="en-US"/>
        </a:p>
      </dgm:t>
    </dgm:pt>
    <dgm:pt modelId="{EAFF6A69-DF12-4D43-9238-8E5909A3FB6B}">
      <dgm:prSet/>
      <dgm:spPr/>
      <dgm:t>
        <a:bodyPr/>
        <a:lstStyle/>
        <a:p>
          <a:r>
            <a:rPr lang="en-US" altLang="zh-CN" b="0" i="0" baseline="0" dirty="0"/>
            <a:t>3. </a:t>
          </a:r>
          <a:r>
            <a:rPr lang="zh-CN" b="0" i="0" baseline="0" dirty="0"/>
            <a:t>接口定义</a:t>
          </a:r>
          <a:endParaRPr lang="zh-CN" dirty="0"/>
        </a:p>
      </dgm:t>
    </dgm:pt>
    <dgm:pt modelId="{C00EBA69-5954-4B41-903C-4B2B075F4BF4}" type="parTrans" cxnId="{27F2E1A3-1650-4C44-9BDE-BC1245CC0C7E}">
      <dgm:prSet/>
      <dgm:spPr/>
      <dgm:t>
        <a:bodyPr/>
        <a:lstStyle/>
        <a:p>
          <a:endParaRPr lang="zh-CN" altLang="en-US"/>
        </a:p>
      </dgm:t>
    </dgm:pt>
    <dgm:pt modelId="{F53577D4-3581-4FD3-B88D-96032295CA5A}" type="sibTrans" cxnId="{27F2E1A3-1650-4C44-9BDE-BC1245CC0C7E}">
      <dgm:prSet/>
      <dgm:spPr/>
      <dgm:t>
        <a:bodyPr/>
        <a:lstStyle/>
        <a:p>
          <a:endParaRPr lang="zh-CN" altLang="en-US"/>
        </a:p>
      </dgm:t>
    </dgm:pt>
    <dgm:pt modelId="{688B4C69-939F-40D7-959C-DF4E26B89066}">
      <dgm:prSet/>
      <dgm:spPr/>
      <dgm:t>
        <a:bodyPr/>
        <a:lstStyle/>
        <a:p>
          <a:r>
            <a:rPr lang="en-US" altLang="zh-CN" b="0" i="0" baseline="0" dirty="0"/>
            <a:t>4. </a:t>
          </a:r>
          <a:r>
            <a:rPr lang="zh-CN" b="0" i="0" baseline="0" dirty="0"/>
            <a:t>与</a:t>
          </a:r>
          <a:r>
            <a:rPr lang="en-US" altLang="zh-CN" b="0" i="0" baseline="0" dirty="0"/>
            <a:t>Motor-1</a:t>
          </a:r>
          <a:r>
            <a:rPr lang="zh-CN" altLang="en-US" b="0" i="0" baseline="0" dirty="0"/>
            <a:t>电机</a:t>
          </a:r>
          <a:r>
            <a:rPr lang="zh-CN" b="0" i="0" baseline="0" dirty="0"/>
            <a:t>开发板的连接</a:t>
          </a:r>
          <a:endParaRPr lang="zh-CN" dirty="0"/>
        </a:p>
      </dgm:t>
    </dgm:pt>
    <dgm:pt modelId="{7123BAC8-689F-43FA-9469-7EF077AA8954}" type="parTrans" cxnId="{68EA22FA-1B0E-4DFA-9C8E-0A4450439280}">
      <dgm:prSet/>
      <dgm:spPr/>
      <dgm:t>
        <a:bodyPr/>
        <a:lstStyle/>
        <a:p>
          <a:endParaRPr lang="zh-CN" altLang="en-US"/>
        </a:p>
      </dgm:t>
    </dgm:pt>
    <dgm:pt modelId="{AB90F6EB-EC94-4832-87AB-485AF6CF9231}" type="sibTrans" cxnId="{68EA22FA-1B0E-4DFA-9C8E-0A4450439280}">
      <dgm:prSet/>
      <dgm:spPr/>
      <dgm:t>
        <a:bodyPr/>
        <a:lstStyle/>
        <a:p>
          <a:endParaRPr lang="zh-CN" altLang="en-US"/>
        </a:p>
      </dgm:t>
    </dgm:pt>
    <dgm:pt modelId="{0C8F0439-FC60-418B-BE40-2F5D138B3145}">
      <dgm:prSet/>
      <dgm:spPr/>
      <dgm:t>
        <a:bodyPr/>
        <a:lstStyle/>
        <a:p>
          <a:r>
            <a:rPr lang="en-US" altLang="zh-CN" b="0" i="0" baseline="0" dirty="0"/>
            <a:t>5. </a:t>
          </a:r>
          <a:r>
            <a:rPr lang="zh-CN" altLang="en-US" dirty="0"/>
            <a:t>使用注意事项</a:t>
          </a:r>
          <a:endParaRPr lang="zh-CN" dirty="0"/>
        </a:p>
      </dgm:t>
    </dgm:pt>
    <dgm:pt modelId="{C6069440-D730-437B-995E-564894556CFB}" type="parTrans" cxnId="{7EEC3812-EF5E-4E1E-A192-E3D171A24494}">
      <dgm:prSet/>
      <dgm:spPr/>
      <dgm:t>
        <a:bodyPr/>
        <a:lstStyle/>
        <a:p>
          <a:endParaRPr lang="zh-CN" altLang="en-US"/>
        </a:p>
      </dgm:t>
    </dgm:pt>
    <dgm:pt modelId="{5E00FCAF-6CA3-471C-A67F-DACF95131BF8}" type="sibTrans" cxnId="{7EEC3812-EF5E-4E1E-A192-E3D171A24494}">
      <dgm:prSet/>
      <dgm:spPr/>
      <dgm:t>
        <a:bodyPr/>
        <a:lstStyle/>
        <a:p>
          <a:endParaRPr lang="zh-CN" altLang="en-US"/>
        </a:p>
      </dgm:t>
    </dgm:pt>
    <dgm:pt modelId="{3428E2D9-5C42-45CF-B155-32ACB5F7FB6C}" type="pres">
      <dgm:prSet presAssocID="{86A54141-00D7-4C9D-A186-F81BC31F0EE6}" presName="linear" presStyleCnt="0">
        <dgm:presLayoutVars>
          <dgm:animLvl val="lvl"/>
          <dgm:resizeHandles val="exact"/>
        </dgm:presLayoutVars>
      </dgm:prSet>
      <dgm:spPr/>
    </dgm:pt>
    <dgm:pt modelId="{40571B0F-7BF3-4FCC-BD9B-F5A0C51A49DA}" type="pres">
      <dgm:prSet presAssocID="{96102409-4CAE-46BD-9A07-B5576FCD6C6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0804BFF-A321-47F3-8664-C5F2EE2350D8}" type="pres">
      <dgm:prSet presAssocID="{88CAD505-7B44-4808-A388-AAC8FEF2E513}" presName="spacer" presStyleCnt="0"/>
      <dgm:spPr/>
    </dgm:pt>
    <dgm:pt modelId="{58ED6A36-32E1-4DE5-B08F-8B5067722FAA}" type="pres">
      <dgm:prSet presAssocID="{5BF8CB19-9B3F-496D-8FD7-5F3C9F4727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1B8CAE4-780D-4D4A-8EB3-8953952948D8}" type="pres">
      <dgm:prSet presAssocID="{72609302-4DF2-424D-A0C7-EE958D3849BA}" presName="spacer" presStyleCnt="0"/>
      <dgm:spPr/>
    </dgm:pt>
    <dgm:pt modelId="{C6B0A641-6080-40FE-AE3A-775E28CA23AD}" type="pres">
      <dgm:prSet presAssocID="{EAFF6A69-DF12-4D43-9238-8E5909A3FB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E0D3D12-2B80-40A3-8C6F-A2CA856047D3}" type="pres">
      <dgm:prSet presAssocID="{F53577D4-3581-4FD3-B88D-96032295CA5A}" presName="spacer" presStyleCnt="0"/>
      <dgm:spPr/>
    </dgm:pt>
    <dgm:pt modelId="{4B10CD7C-CAD0-4612-BF35-97E8005B5BD8}" type="pres">
      <dgm:prSet presAssocID="{688B4C69-939F-40D7-959C-DF4E26B890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5B4A066-B450-4F5C-A207-C836254D6D77}" type="pres">
      <dgm:prSet presAssocID="{AB90F6EB-EC94-4832-87AB-485AF6CF9231}" presName="spacer" presStyleCnt="0"/>
      <dgm:spPr/>
    </dgm:pt>
    <dgm:pt modelId="{88C13688-D226-4E15-9B67-9AA8FFBFDCE7}" type="pres">
      <dgm:prSet presAssocID="{0C8F0439-FC60-418B-BE40-2F5D138B314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EEC3812-EF5E-4E1E-A192-E3D171A24494}" srcId="{86A54141-00D7-4C9D-A186-F81BC31F0EE6}" destId="{0C8F0439-FC60-418B-BE40-2F5D138B3145}" srcOrd="4" destOrd="0" parTransId="{C6069440-D730-437B-995E-564894556CFB}" sibTransId="{5E00FCAF-6CA3-471C-A67F-DACF95131BF8}"/>
    <dgm:cxn modelId="{C44BE316-13CC-46EB-B31F-85EEAAB0BF49}" srcId="{86A54141-00D7-4C9D-A186-F81BC31F0EE6}" destId="{5BF8CB19-9B3F-496D-8FD7-5F3C9F4727E0}" srcOrd="1" destOrd="0" parTransId="{AC7966B9-4546-4BB2-BE5A-2036B9660E7A}" sibTransId="{72609302-4DF2-424D-A0C7-EE958D3849BA}"/>
    <dgm:cxn modelId="{79384487-7EEB-47AD-843E-575615A7B6BD}" srcId="{86A54141-00D7-4C9D-A186-F81BC31F0EE6}" destId="{96102409-4CAE-46BD-9A07-B5576FCD6C66}" srcOrd="0" destOrd="0" parTransId="{259CF11C-AD47-4DB6-823D-216AF1C8A80F}" sibTransId="{88CAD505-7B44-4808-A388-AAC8FEF2E513}"/>
    <dgm:cxn modelId="{C2CE1A93-243A-41CC-B9D6-47F5BDAD5542}" type="presOf" srcId="{86A54141-00D7-4C9D-A186-F81BC31F0EE6}" destId="{3428E2D9-5C42-45CF-B155-32ACB5F7FB6C}" srcOrd="0" destOrd="0" presId="urn:microsoft.com/office/officeart/2005/8/layout/vList2"/>
    <dgm:cxn modelId="{4B9B18A2-0404-4804-BA37-92002DD25E8D}" type="presOf" srcId="{688B4C69-939F-40D7-959C-DF4E26B89066}" destId="{4B10CD7C-CAD0-4612-BF35-97E8005B5BD8}" srcOrd="0" destOrd="0" presId="urn:microsoft.com/office/officeart/2005/8/layout/vList2"/>
    <dgm:cxn modelId="{27F2E1A3-1650-4C44-9BDE-BC1245CC0C7E}" srcId="{86A54141-00D7-4C9D-A186-F81BC31F0EE6}" destId="{EAFF6A69-DF12-4D43-9238-8E5909A3FB6B}" srcOrd="2" destOrd="0" parTransId="{C00EBA69-5954-4B41-903C-4B2B075F4BF4}" sibTransId="{F53577D4-3581-4FD3-B88D-96032295CA5A}"/>
    <dgm:cxn modelId="{45482DB5-8D36-47B4-854F-BBE7D5E83B08}" type="presOf" srcId="{96102409-4CAE-46BD-9A07-B5576FCD6C66}" destId="{40571B0F-7BF3-4FCC-BD9B-F5A0C51A49DA}" srcOrd="0" destOrd="0" presId="urn:microsoft.com/office/officeart/2005/8/layout/vList2"/>
    <dgm:cxn modelId="{198DC4CC-CB28-4F98-8D5F-A91B7188CBCE}" type="presOf" srcId="{0C8F0439-FC60-418B-BE40-2F5D138B3145}" destId="{88C13688-D226-4E15-9B67-9AA8FFBFDCE7}" srcOrd="0" destOrd="0" presId="urn:microsoft.com/office/officeart/2005/8/layout/vList2"/>
    <dgm:cxn modelId="{68EA22FA-1B0E-4DFA-9C8E-0A4450439280}" srcId="{86A54141-00D7-4C9D-A186-F81BC31F0EE6}" destId="{688B4C69-939F-40D7-959C-DF4E26B89066}" srcOrd="3" destOrd="0" parTransId="{7123BAC8-689F-43FA-9469-7EF077AA8954}" sibTransId="{AB90F6EB-EC94-4832-87AB-485AF6CF9231}"/>
    <dgm:cxn modelId="{A1DAAAFA-280C-4452-A72C-E9C2E668C9D4}" type="presOf" srcId="{EAFF6A69-DF12-4D43-9238-8E5909A3FB6B}" destId="{C6B0A641-6080-40FE-AE3A-775E28CA23AD}" srcOrd="0" destOrd="0" presId="urn:microsoft.com/office/officeart/2005/8/layout/vList2"/>
    <dgm:cxn modelId="{F8458CFC-A481-43EA-AD05-0EBE52822C62}" type="presOf" srcId="{5BF8CB19-9B3F-496D-8FD7-5F3C9F4727E0}" destId="{58ED6A36-32E1-4DE5-B08F-8B5067722FAA}" srcOrd="0" destOrd="0" presId="urn:microsoft.com/office/officeart/2005/8/layout/vList2"/>
    <dgm:cxn modelId="{5154CE77-6274-4B7D-9F78-FBBAC76F203E}" type="presParOf" srcId="{3428E2D9-5C42-45CF-B155-32ACB5F7FB6C}" destId="{40571B0F-7BF3-4FCC-BD9B-F5A0C51A49DA}" srcOrd="0" destOrd="0" presId="urn:microsoft.com/office/officeart/2005/8/layout/vList2"/>
    <dgm:cxn modelId="{D35BA2D5-26DF-422C-9699-BA69E20D7F7E}" type="presParOf" srcId="{3428E2D9-5C42-45CF-B155-32ACB5F7FB6C}" destId="{50804BFF-A321-47F3-8664-C5F2EE2350D8}" srcOrd="1" destOrd="0" presId="urn:microsoft.com/office/officeart/2005/8/layout/vList2"/>
    <dgm:cxn modelId="{C4D69DE8-B660-49CD-A921-D87B07FF7894}" type="presParOf" srcId="{3428E2D9-5C42-45CF-B155-32ACB5F7FB6C}" destId="{58ED6A36-32E1-4DE5-B08F-8B5067722FAA}" srcOrd="2" destOrd="0" presId="urn:microsoft.com/office/officeart/2005/8/layout/vList2"/>
    <dgm:cxn modelId="{8EAF0370-F376-49C7-8116-8ACC1ECB9D15}" type="presParOf" srcId="{3428E2D9-5C42-45CF-B155-32ACB5F7FB6C}" destId="{C1B8CAE4-780D-4D4A-8EB3-8953952948D8}" srcOrd="3" destOrd="0" presId="urn:microsoft.com/office/officeart/2005/8/layout/vList2"/>
    <dgm:cxn modelId="{626D4844-B387-4835-AB9D-15653648ED35}" type="presParOf" srcId="{3428E2D9-5C42-45CF-B155-32ACB5F7FB6C}" destId="{C6B0A641-6080-40FE-AE3A-775E28CA23AD}" srcOrd="4" destOrd="0" presId="urn:microsoft.com/office/officeart/2005/8/layout/vList2"/>
    <dgm:cxn modelId="{41DFC6C1-A2BD-45CD-A6AC-31CB51732A5D}" type="presParOf" srcId="{3428E2D9-5C42-45CF-B155-32ACB5F7FB6C}" destId="{0E0D3D12-2B80-40A3-8C6F-A2CA856047D3}" srcOrd="5" destOrd="0" presId="urn:microsoft.com/office/officeart/2005/8/layout/vList2"/>
    <dgm:cxn modelId="{735C303D-5807-48E4-8103-7881EC0EB11E}" type="presParOf" srcId="{3428E2D9-5C42-45CF-B155-32ACB5F7FB6C}" destId="{4B10CD7C-CAD0-4612-BF35-97E8005B5BD8}" srcOrd="6" destOrd="0" presId="urn:microsoft.com/office/officeart/2005/8/layout/vList2"/>
    <dgm:cxn modelId="{9FE95A92-583C-4E79-8396-EF144BF48D09}" type="presParOf" srcId="{3428E2D9-5C42-45CF-B155-32ACB5F7FB6C}" destId="{35B4A066-B450-4F5C-A207-C836254D6D77}" srcOrd="7" destOrd="0" presId="urn:microsoft.com/office/officeart/2005/8/layout/vList2"/>
    <dgm:cxn modelId="{8B1E4246-E853-4C45-98E7-08C5B2AFEA00}" type="presParOf" srcId="{3428E2D9-5C42-45CF-B155-32ACB5F7FB6C}" destId="{88C13688-D226-4E15-9B67-9AA8FFBFDCE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81E9A1-3347-4708-91B6-35D358CFBC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BDF7CF4-804E-4804-AA86-EAAA42B5B8DB}">
      <dgm:prSet/>
      <dgm:spPr/>
      <dgm:t>
        <a:bodyPr/>
        <a:lstStyle/>
        <a:p>
          <a:r>
            <a:rPr lang="zh-CN" b="0"/>
            <a:t>接线必须正确</a:t>
          </a:r>
        </a:p>
      </dgm:t>
    </dgm:pt>
    <dgm:pt modelId="{5E902940-3462-43F5-95E2-5DD3D16F6E3C}" type="parTrans" cxnId="{408EDC20-9C90-46CF-95AF-FC95BEDA0FEA}">
      <dgm:prSet/>
      <dgm:spPr/>
      <dgm:t>
        <a:bodyPr/>
        <a:lstStyle/>
        <a:p>
          <a:endParaRPr lang="zh-CN" altLang="en-US"/>
        </a:p>
      </dgm:t>
    </dgm:pt>
    <dgm:pt modelId="{F24B993A-AFBD-4AF5-87A1-86D97F7FFAE9}" type="sibTrans" cxnId="{408EDC20-9C90-46CF-95AF-FC95BEDA0FEA}">
      <dgm:prSet/>
      <dgm:spPr/>
      <dgm:t>
        <a:bodyPr/>
        <a:lstStyle/>
        <a:p>
          <a:endParaRPr lang="zh-CN" altLang="en-US"/>
        </a:p>
      </dgm:t>
    </dgm:pt>
    <dgm:pt modelId="{49A2ED79-5EA0-4527-BABE-E65307297E17}">
      <dgm:prSet/>
      <dgm:spPr/>
      <dgm:t>
        <a:bodyPr/>
        <a:lstStyle/>
        <a:p>
          <a:r>
            <a:rPr lang="zh-CN" b="0" dirty="0"/>
            <a:t>按丝印正确接线，</a:t>
          </a:r>
        </a:p>
      </dgm:t>
    </dgm:pt>
    <dgm:pt modelId="{52FC0971-7DC3-4D4D-8282-B81F38F2363F}" type="parTrans" cxnId="{5FE41C67-0BAA-4F16-AE5B-AB00647A796C}">
      <dgm:prSet/>
      <dgm:spPr/>
      <dgm:t>
        <a:bodyPr/>
        <a:lstStyle/>
        <a:p>
          <a:endParaRPr lang="zh-CN" altLang="en-US"/>
        </a:p>
      </dgm:t>
    </dgm:pt>
    <dgm:pt modelId="{49B201E0-35FA-40AB-8E71-1B55C793129E}" type="sibTrans" cxnId="{5FE41C67-0BAA-4F16-AE5B-AB00647A796C}">
      <dgm:prSet/>
      <dgm:spPr/>
      <dgm:t>
        <a:bodyPr/>
        <a:lstStyle/>
        <a:p>
          <a:endParaRPr lang="zh-CN" altLang="en-US"/>
        </a:p>
      </dgm:t>
    </dgm:pt>
    <dgm:pt modelId="{7E316EB8-29E4-4F14-A828-2B54F1B3DC22}">
      <dgm:prSet/>
      <dgm:spPr/>
      <dgm:t>
        <a:bodyPr/>
        <a:lstStyle/>
        <a:p>
          <a:r>
            <a:rPr lang="zh-CN" b="0" dirty="0"/>
            <a:t>切勿过载使用</a:t>
          </a:r>
        </a:p>
      </dgm:t>
    </dgm:pt>
    <dgm:pt modelId="{B8E9C0AB-1908-4BD4-B801-0DEC321A1DAE}" type="parTrans" cxnId="{E0FBE6C3-C809-4BA7-87C5-801E4EB2E06A}">
      <dgm:prSet/>
      <dgm:spPr/>
      <dgm:t>
        <a:bodyPr/>
        <a:lstStyle/>
        <a:p>
          <a:endParaRPr lang="zh-CN" altLang="en-US"/>
        </a:p>
      </dgm:t>
    </dgm:pt>
    <dgm:pt modelId="{664D9778-E557-470A-AA67-5C803906912C}" type="sibTrans" cxnId="{E0FBE6C3-C809-4BA7-87C5-801E4EB2E06A}">
      <dgm:prSet/>
      <dgm:spPr/>
      <dgm:t>
        <a:bodyPr/>
        <a:lstStyle/>
        <a:p>
          <a:endParaRPr lang="zh-CN" altLang="en-US"/>
        </a:p>
      </dgm:t>
    </dgm:pt>
    <dgm:pt modelId="{E0F9363C-3474-4CAC-9C31-B268D1B8E0BF}">
      <dgm:prSet/>
      <dgm:spPr/>
      <dgm:t>
        <a:bodyPr/>
        <a:lstStyle/>
        <a:p>
          <a:r>
            <a:rPr lang="zh-CN" b="0" dirty="0"/>
            <a:t>驱动板板载过流保护电路，过流检测灵敏，大功率电机的瞬间启动</a:t>
          </a:r>
          <a:r>
            <a:rPr lang="zh-CN" altLang="en-US" b="0" dirty="0"/>
            <a:t>有</a:t>
          </a:r>
          <a:r>
            <a:rPr lang="zh-CN" b="0" dirty="0"/>
            <a:t>过大的电流易触发过流保护</a:t>
          </a:r>
          <a:r>
            <a:rPr lang="zh-CN" altLang="en-US" b="0" dirty="0"/>
            <a:t>。</a:t>
          </a:r>
          <a:r>
            <a:rPr lang="zh-CN" b="0" dirty="0"/>
            <a:t>使用缓启动的控制方式。</a:t>
          </a:r>
        </a:p>
      </dgm:t>
    </dgm:pt>
    <dgm:pt modelId="{0F5083FC-B942-4A05-9EEF-924815CDD868}" type="parTrans" cxnId="{A81C022A-7118-40E4-B5AE-E40029DFCF02}">
      <dgm:prSet/>
      <dgm:spPr/>
      <dgm:t>
        <a:bodyPr/>
        <a:lstStyle/>
        <a:p>
          <a:endParaRPr lang="zh-CN" altLang="en-US"/>
        </a:p>
      </dgm:t>
    </dgm:pt>
    <dgm:pt modelId="{A3EED6DE-1879-468B-810D-93252032CFF2}" type="sibTrans" cxnId="{A81C022A-7118-40E4-B5AE-E40029DFCF02}">
      <dgm:prSet/>
      <dgm:spPr/>
      <dgm:t>
        <a:bodyPr/>
        <a:lstStyle/>
        <a:p>
          <a:endParaRPr lang="zh-CN" altLang="en-US"/>
        </a:p>
      </dgm:t>
    </dgm:pt>
    <dgm:pt modelId="{D087D4A6-5CFC-4EE4-AEBC-2D7812AB334F}">
      <dgm:prSet/>
      <dgm:spPr/>
      <dgm:t>
        <a:bodyPr/>
        <a:lstStyle/>
        <a:p>
          <a:r>
            <a:rPr lang="zh-CN" b="0"/>
            <a:t>注意反向电动势</a:t>
          </a:r>
        </a:p>
      </dgm:t>
    </dgm:pt>
    <dgm:pt modelId="{64431EC1-0800-4D2B-802D-7B175A6E4C2E}" type="parTrans" cxnId="{7EF031AF-72A4-4A36-800E-DE98E355962D}">
      <dgm:prSet/>
      <dgm:spPr/>
      <dgm:t>
        <a:bodyPr/>
        <a:lstStyle/>
        <a:p>
          <a:endParaRPr lang="zh-CN" altLang="en-US"/>
        </a:p>
      </dgm:t>
    </dgm:pt>
    <dgm:pt modelId="{A139BCE1-3F9E-495C-85FC-175BED4882F2}" type="sibTrans" cxnId="{7EF031AF-72A4-4A36-800E-DE98E355962D}">
      <dgm:prSet/>
      <dgm:spPr/>
      <dgm:t>
        <a:bodyPr/>
        <a:lstStyle/>
        <a:p>
          <a:endParaRPr lang="zh-CN" altLang="en-US"/>
        </a:p>
      </dgm:t>
    </dgm:pt>
    <dgm:pt modelId="{C831B8D4-2788-49B5-884E-CE7E9E5B33D5}">
      <dgm:prSet/>
      <dgm:spPr/>
      <dgm:t>
        <a:bodyPr/>
        <a:lstStyle/>
        <a:p>
          <a:r>
            <a:rPr lang="zh-CN" b="0" dirty="0"/>
            <a:t>电机功率较大或转速较高，关闭 </a:t>
          </a:r>
          <a:r>
            <a:rPr lang="en-US" b="0" dirty="0"/>
            <a:t>H </a:t>
          </a:r>
          <a:r>
            <a:rPr lang="zh-CN" b="0" dirty="0"/>
            <a:t>桥时会产生很大反向电动势，并经过功率管的体二极管整流后叠加到母线电压，如果没有制动电阻和制动控制，迅速上升的母线电压很容易烧毁驱动板。</a:t>
          </a:r>
        </a:p>
      </dgm:t>
    </dgm:pt>
    <dgm:pt modelId="{75845101-8755-4C12-A3C6-52F7B8357407}" type="parTrans" cxnId="{24C4E530-C0E5-407F-A29F-03C8359440CA}">
      <dgm:prSet/>
      <dgm:spPr/>
      <dgm:t>
        <a:bodyPr/>
        <a:lstStyle/>
        <a:p>
          <a:endParaRPr lang="zh-CN" altLang="en-US"/>
        </a:p>
      </dgm:t>
    </dgm:pt>
    <dgm:pt modelId="{3D74C990-8BB4-4E94-9CB6-0E4AAB0FB402}" type="sibTrans" cxnId="{24C4E530-C0E5-407F-A29F-03C8359440CA}">
      <dgm:prSet/>
      <dgm:spPr/>
      <dgm:t>
        <a:bodyPr/>
        <a:lstStyle/>
        <a:p>
          <a:endParaRPr lang="zh-CN" altLang="en-US"/>
        </a:p>
      </dgm:t>
    </dgm:pt>
    <dgm:pt modelId="{2409C489-4D90-4224-8A4A-CA152C43204E}">
      <dgm:prSet/>
      <dgm:spPr/>
      <dgm:t>
        <a:bodyPr/>
        <a:lstStyle/>
        <a:p>
          <a:r>
            <a:rPr lang="zh-CN" altLang="en-US" b="0" dirty="0"/>
            <a:t>先</a:t>
          </a:r>
          <a:r>
            <a:rPr lang="zh-CN" b="0" dirty="0"/>
            <a:t>接控制线和电机线</a:t>
          </a:r>
          <a:r>
            <a:rPr lang="zh-CN" altLang="en-US" b="0" dirty="0"/>
            <a:t>、</a:t>
          </a:r>
          <a:r>
            <a:rPr lang="zh-CN" b="0" dirty="0"/>
            <a:t>再接上电源线</a:t>
          </a:r>
          <a:r>
            <a:rPr lang="zh-CN" altLang="en-US" b="0" dirty="0"/>
            <a:t>、</a:t>
          </a:r>
          <a:r>
            <a:rPr lang="zh-CN" b="0" dirty="0"/>
            <a:t>最后给驱动板上电。</a:t>
          </a:r>
        </a:p>
      </dgm:t>
    </dgm:pt>
    <dgm:pt modelId="{D43925A6-8E01-430B-9208-FE6A999347CF}" type="parTrans" cxnId="{CCBF875B-C3D8-4873-8EE0-D157563048A8}">
      <dgm:prSet/>
      <dgm:spPr/>
      <dgm:t>
        <a:bodyPr/>
        <a:lstStyle/>
        <a:p>
          <a:endParaRPr lang="zh-CN" altLang="en-US"/>
        </a:p>
      </dgm:t>
    </dgm:pt>
    <dgm:pt modelId="{83ABCD29-078B-4F74-9A49-42515791DE46}" type="sibTrans" cxnId="{CCBF875B-C3D8-4873-8EE0-D157563048A8}">
      <dgm:prSet/>
      <dgm:spPr/>
      <dgm:t>
        <a:bodyPr/>
        <a:lstStyle/>
        <a:p>
          <a:endParaRPr lang="zh-CN" altLang="en-US"/>
        </a:p>
      </dgm:t>
    </dgm:pt>
    <dgm:pt modelId="{36920EBB-BBB8-48BC-B3DA-A1FFC23B336B}">
      <dgm:prSet/>
      <dgm:spPr/>
      <dgm:t>
        <a:bodyPr/>
        <a:lstStyle/>
        <a:p>
          <a:r>
            <a:rPr lang="zh-CN" b="0"/>
            <a:t>当</a:t>
          </a:r>
          <a:r>
            <a:rPr lang="zh-CN" b="0" dirty="0"/>
            <a:t>过流指示灯亮起时，请先关闭 </a:t>
          </a:r>
          <a:r>
            <a:rPr lang="en-US" b="0" dirty="0"/>
            <a:t>H </a:t>
          </a:r>
          <a:r>
            <a:rPr lang="zh-CN" b="0" dirty="0"/>
            <a:t>桥输出，再检查电路。 </a:t>
          </a:r>
        </a:p>
      </dgm:t>
    </dgm:pt>
    <dgm:pt modelId="{43F28861-DA62-4A37-8F58-8A4FDAE0C400}" type="parTrans" cxnId="{C68AAE14-7F46-4820-A423-0B158B6E825D}">
      <dgm:prSet/>
      <dgm:spPr/>
      <dgm:t>
        <a:bodyPr/>
        <a:lstStyle/>
        <a:p>
          <a:endParaRPr lang="zh-CN" altLang="en-US"/>
        </a:p>
      </dgm:t>
    </dgm:pt>
    <dgm:pt modelId="{778610C1-445B-40DF-B592-CCFCE4EB9BCA}" type="sibTrans" cxnId="{C68AAE14-7F46-4820-A423-0B158B6E825D}">
      <dgm:prSet/>
      <dgm:spPr/>
      <dgm:t>
        <a:bodyPr/>
        <a:lstStyle/>
        <a:p>
          <a:endParaRPr lang="zh-CN" altLang="en-US"/>
        </a:p>
      </dgm:t>
    </dgm:pt>
    <dgm:pt modelId="{52B2C039-3400-4AEC-9D8C-07B09C9B9746}">
      <dgm:prSet/>
      <dgm:spPr/>
      <dgm:t>
        <a:bodyPr/>
        <a:lstStyle/>
        <a:p>
          <a:r>
            <a:rPr lang="zh-CN" b="0"/>
            <a:t>建</a:t>
          </a:r>
          <a:r>
            <a:rPr lang="zh-CN" b="0" dirty="0"/>
            <a:t>议用户在关闭 </a:t>
          </a:r>
          <a:r>
            <a:rPr lang="en-US" b="0" dirty="0"/>
            <a:t>H </a:t>
          </a:r>
          <a:r>
            <a:rPr lang="zh-CN" b="0" dirty="0"/>
            <a:t>桥的时候，采用缓慢降速关闭的方式。 </a:t>
          </a:r>
        </a:p>
      </dgm:t>
    </dgm:pt>
    <dgm:pt modelId="{A6E3F13E-F6EF-42DD-82F7-AF53659D469F}" type="parTrans" cxnId="{870DE6C2-5CAD-45B7-8D05-4CF650C44057}">
      <dgm:prSet/>
      <dgm:spPr/>
      <dgm:t>
        <a:bodyPr/>
        <a:lstStyle/>
        <a:p>
          <a:endParaRPr lang="zh-CN" altLang="en-US"/>
        </a:p>
      </dgm:t>
    </dgm:pt>
    <dgm:pt modelId="{EF7BA509-69C8-45EE-A654-40150FB514BE}" type="sibTrans" cxnId="{870DE6C2-5CAD-45B7-8D05-4CF650C44057}">
      <dgm:prSet/>
      <dgm:spPr/>
      <dgm:t>
        <a:bodyPr/>
        <a:lstStyle/>
        <a:p>
          <a:endParaRPr lang="zh-CN" altLang="en-US"/>
        </a:p>
      </dgm:t>
    </dgm:pt>
    <dgm:pt modelId="{514AB8EA-C6B5-48AB-8CC6-F910DFA288C5}" type="pres">
      <dgm:prSet presAssocID="{8681E9A1-3347-4708-91B6-35D358CFBCF7}" presName="linear" presStyleCnt="0">
        <dgm:presLayoutVars>
          <dgm:animLvl val="lvl"/>
          <dgm:resizeHandles val="exact"/>
        </dgm:presLayoutVars>
      </dgm:prSet>
      <dgm:spPr/>
    </dgm:pt>
    <dgm:pt modelId="{610CBA93-BA5D-4C7F-AD9B-8CBA44568F86}" type="pres">
      <dgm:prSet presAssocID="{FBDF7CF4-804E-4804-AA86-EAAA42B5B8D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E5851F6-8A87-4D9E-9101-C7BE68E9D280}" type="pres">
      <dgm:prSet presAssocID="{FBDF7CF4-804E-4804-AA86-EAAA42B5B8DB}" presName="childText" presStyleLbl="revTx" presStyleIdx="0" presStyleCnt="3">
        <dgm:presLayoutVars>
          <dgm:bulletEnabled val="1"/>
        </dgm:presLayoutVars>
      </dgm:prSet>
      <dgm:spPr/>
    </dgm:pt>
    <dgm:pt modelId="{2927F615-901F-4FCF-90C4-16222B25204C}" type="pres">
      <dgm:prSet presAssocID="{7E316EB8-29E4-4F14-A828-2B54F1B3DC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7BCE355-7C19-47E9-83E3-3EE5A4A69974}" type="pres">
      <dgm:prSet presAssocID="{7E316EB8-29E4-4F14-A828-2B54F1B3DC22}" presName="childText" presStyleLbl="revTx" presStyleIdx="1" presStyleCnt="3">
        <dgm:presLayoutVars>
          <dgm:bulletEnabled val="1"/>
        </dgm:presLayoutVars>
      </dgm:prSet>
      <dgm:spPr/>
    </dgm:pt>
    <dgm:pt modelId="{28A74889-3C85-491B-97B3-2F742F53F37B}" type="pres">
      <dgm:prSet presAssocID="{D087D4A6-5CFC-4EE4-AEBC-2D7812AB334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4610146-8AB3-4F19-8962-6FDD015ED3A2}" type="pres">
      <dgm:prSet presAssocID="{D087D4A6-5CFC-4EE4-AEBC-2D7812AB334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72FE603-59AC-4960-A835-BADBA9BBD358}" type="presOf" srcId="{2409C489-4D90-4224-8A4A-CA152C43204E}" destId="{9E5851F6-8A87-4D9E-9101-C7BE68E9D280}" srcOrd="0" destOrd="1" presId="urn:microsoft.com/office/officeart/2005/8/layout/vList2"/>
    <dgm:cxn modelId="{C68AAE14-7F46-4820-A423-0B158B6E825D}" srcId="{7E316EB8-29E4-4F14-A828-2B54F1B3DC22}" destId="{36920EBB-BBB8-48BC-B3DA-A1FFC23B336B}" srcOrd="1" destOrd="0" parTransId="{43F28861-DA62-4A37-8F58-8A4FDAE0C400}" sibTransId="{778610C1-445B-40DF-B592-CCFCE4EB9BCA}"/>
    <dgm:cxn modelId="{E9AE371D-24A4-4385-BC2B-4F236649E374}" type="presOf" srcId="{36920EBB-BBB8-48BC-B3DA-A1FFC23B336B}" destId="{D7BCE355-7C19-47E9-83E3-3EE5A4A69974}" srcOrd="0" destOrd="1" presId="urn:microsoft.com/office/officeart/2005/8/layout/vList2"/>
    <dgm:cxn modelId="{408EDC20-9C90-46CF-95AF-FC95BEDA0FEA}" srcId="{8681E9A1-3347-4708-91B6-35D358CFBCF7}" destId="{FBDF7CF4-804E-4804-AA86-EAAA42B5B8DB}" srcOrd="0" destOrd="0" parTransId="{5E902940-3462-43F5-95E2-5DD3D16F6E3C}" sibTransId="{F24B993A-AFBD-4AF5-87A1-86D97F7FFAE9}"/>
    <dgm:cxn modelId="{A81C022A-7118-40E4-B5AE-E40029DFCF02}" srcId="{7E316EB8-29E4-4F14-A828-2B54F1B3DC22}" destId="{E0F9363C-3474-4CAC-9C31-B268D1B8E0BF}" srcOrd="0" destOrd="0" parTransId="{0F5083FC-B942-4A05-9EEF-924815CDD868}" sibTransId="{A3EED6DE-1879-468B-810D-93252032CFF2}"/>
    <dgm:cxn modelId="{24C4E530-C0E5-407F-A29F-03C8359440CA}" srcId="{D087D4A6-5CFC-4EE4-AEBC-2D7812AB334F}" destId="{C831B8D4-2788-49B5-884E-CE7E9E5B33D5}" srcOrd="0" destOrd="0" parTransId="{75845101-8755-4C12-A3C6-52F7B8357407}" sibTransId="{3D74C990-8BB4-4E94-9CB6-0E4AAB0FB402}"/>
    <dgm:cxn modelId="{CCBF875B-C3D8-4873-8EE0-D157563048A8}" srcId="{FBDF7CF4-804E-4804-AA86-EAAA42B5B8DB}" destId="{2409C489-4D90-4224-8A4A-CA152C43204E}" srcOrd="1" destOrd="0" parTransId="{D43925A6-8E01-430B-9208-FE6A999347CF}" sibTransId="{83ABCD29-078B-4F74-9A49-42515791DE46}"/>
    <dgm:cxn modelId="{9597FA5C-40B9-4276-B07F-E42B2425777D}" type="presOf" srcId="{D087D4A6-5CFC-4EE4-AEBC-2D7812AB334F}" destId="{28A74889-3C85-491B-97B3-2F742F53F37B}" srcOrd="0" destOrd="0" presId="urn:microsoft.com/office/officeart/2005/8/layout/vList2"/>
    <dgm:cxn modelId="{CFC1DB61-DD39-45C8-B3A2-546AA85D480C}" type="presOf" srcId="{49A2ED79-5EA0-4527-BABE-E65307297E17}" destId="{9E5851F6-8A87-4D9E-9101-C7BE68E9D280}" srcOrd="0" destOrd="0" presId="urn:microsoft.com/office/officeart/2005/8/layout/vList2"/>
    <dgm:cxn modelId="{88C54A63-0281-4C54-B0C5-504D4B633DFD}" type="presOf" srcId="{7E316EB8-29E4-4F14-A828-2B54F1B3DC22}" destId="{2927F615-901F-4FCF-90C4-16222B25204C}" srcOrd="0" destOrd="0" presId="urn:microsoft.com/office/officeart/2005/8/layout/vList2"/>
    <dgm:cxn modelId="{5FE41C67-0BAA-4F16-AE5B-AB00647A796C}" srcId="{FBDF7CF4-804E-4804-AA86-EAAA42B5B8DB}" destId="{49A2ED79-5EA0-4527-BABE-E65307297E17}" srcOrd="0" destOrd="0" parTransId="{52FC0971-7DC3-4D4D-8282-B81F38F2363F}" sibTransId="{49B201E0-35FA-40AB-8E71-1B55C793129E}"/>
    <dgm:cxn modelId="{6195C648-A991-48E0-86A2-32866068D32B}" type="presOf" srcId="{C831B8D4-2788-49B5-884E-CE7E9E5B33D5}" destId="{B4610146-8AB3-4F19-8962-6FDD015ED3A2}" srcOrd="0" destOrd="0" presId="urn:microsoft.com/office/officeart/2005/8/layout/vList2"/>
    <dgm:cxn modelId="{1017D670-182F-4D27-A835-83F2C5A452E2}" type="presOf" srcId="{8681E9A1-3347-4708-91B6-35D358CFBCF7}" destId="{514AB8EA-C6B5-48AB-8CC6-F910DFA288C5}" srcOrd="0" destOrd="0" presId="urn:microsoft.com/office/officeart/2005/8/layout/vList2"/>
    <dgm:cxn modelId="{7EF031AF-72A4-4A36-800E-DE98E355962D}" srcId="{8681E9A1-3347-4708-91B6-35D358CFBCF7}" destId="{D087D4A6-5CFC-4EE4-AEBC-2D7812AB334F}" srcOrd="2" destOrd="0" parTransId="{64431EC1-0800-4D2B-802D-7B175A6E4C2E}" sibTransId="{A139BCE1-3F9E-495C-85FC-175BED4882F2}"/>
    <dgm:cxn modelId="{D835A6AF-423D-43FB-B696-273FE573CB8A}" type="presOf" srcId="{52B2C039-3400-4AEC-9D8C-07B09C9B9746}" destId="{B4610146-8AB3-4F19-8962-6FDD015ED3A2}" srcOrd="0" destOrd="1" presId="urn:microsoft.com/office/officeart/2005/8/layout/vList2"/>
    <dgm:cxn modelId="{870DE6C2-5CAD-45B7-8D05-4CF650C44057}" srcId="{D087D4A6-5CFC-4EE4-AEBC-2D7812AB334F}" destId="{52B2C039-3400-4AEC-9D8C-07B09C9B9746}" srcOrd="1" destOrd="0" parTransId="{A6E3F13E-F6EF-42DD-82F7-AF53659D469F}" sibTransId="{EF7BA509-69C8-45EE-A654-40150FB514BE}"/>
    <dgm:cxn modelId="{E0FBE6C3-C809-4BA7-87C5-801E4EB2E06A}" srcId="{8681E9A1-3347-4708-91B6-35D358CFBCF7}" destId="{7E316EB8-29E4-4F14-A828-2B54F1B3DC22}" srcOrd="1" destOrd="0" parTransId="{B8E9C0AB-1908-4BD4-B801-0DEC321A1DAE}" sibTransId="{664D9778-E557-470A-AA67-5C803906912C}"/>
    <dgm:cxn modelId="{75DA00D8-DF3D-4940-81A0-1F3161CA4AAA}" type="presOf" srcId="{E0F9363C-3474-4CAC-9C31-B268D1B8E0BF}" destId="{D7BCE355-7C19-47E9-83E3-3EE5A4A69974}" srcOrd="0" destOrd="0" presId="urn:microsoft.com/office/officeart/2005/8/layout/vList2"/>
    <dgm:cxn modelId="{C4B891FF-D025-4F18-A911-477F24D32800}" type="presOf" srcId="{FBDF7CF4-804E-4804-AA86-EAAA42B5B8DB}" destId="{610CBA93-BA5D-4C7F-AD9B-8CBA44568F86}" srcOrd="0" destOrd="0" presId="urn:microsoft.com/office/officeart/2005/8/layout/vList2"/>
    <dgm:cxn modelId="{A8C6EA04-1D50-4E57-8398-69A41E5A0613}" type="presParOf" srcId="{514AB8EA-C6B5-48AB-8CC6-F910DFA288C5}" destId="{610CBA93-BA5D-4C7F-AD9B-8CBA44568F86}" srcOrd="0" destOrd="0" presId="urn:microsoft.com/office/officeart/2005/8/layout/vList2"/>
    <dgm:cxn modelId="{258FBF89-4CAB-4AAB-985F-4799580B430F}" type="presParOf" srcId="{514AB8EA-C6B5-48AB-8CC6-F910DFA288C5}" destId="{9E5851F6-8A87-4D9E-9101-C7BE68E9D280}" srcOrd="1" destOrd="0" presId="urn:microsoft.com/office/officeart/2005/8/layout/vList2"/>
    <dgm:cxn modelId="{09FB8527-6238-4664-BD9E-EB26C96AB0D7}" type="presParOf" srcId="{514AB8EA-C6B5-48AB-8CC6-F910DFA288C5}" destId="{2927F615-901F-4FCF-90C4-16222B25204C}" srcOrd="2" destOrd="0" presId="urn:microsoft.com/office/officeart/2005/8/layout/vList2"/>
    <dgm:cxn modelId="{3E15F47C-1391-4E65-B598-C1ECAC88803B}" type="presParOf" srcId="{514AB8EA-C6B5-48AB-8CC6-F910DFA288C5}" destId="{D7BCE355-7C19-47E9-83E3-3EE5A4A69974}" srcOrd="3" destOrd="0" presId="urn:microsoft.com/office/officeart/2005/8/layout/vList2"/>
    <dgm:cxn modelId="{C8641B87-D643-4E2E-B71A-D52A46ABC388}" type="presParOf" srcId="{514AB8EA-C6B5-48AB-8CC6-F910DFA288C5}" destId="{28A74889-3C85-491B-97B3-2F742F53F37B}" srcOrd="4" destOrd="0" presId="urn:microsoft.com/office/officeart/2005/8/layout/vList2"/>
    <dgm:cxn modelId="{19F448FD-842B-4A7A-9943-806B079A33A6}" type="presParOf" srcId="{514AB8EA-C6B5-48AB-8CC6-F910DFA288C5}" destId="{B4610146-8AB3-4F19-8962-6FDD015ED3A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71B0F-7BF3-4FCC-BD9B-F5A0C51A49DA}">
      <dsp:nvSpPr>
        <dsp:cNvPr id="0" name=""/>
        <dsp:cNvSpPr/>
      </dsp:nvSpPr>
      <dsp:spPr>
        <a:xfrm>
          <a:off x="0" y="45561"/>
          <a:ext cx="7782074" cy="763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b="0" i="0" kern="1200" baseline="0" dirty="0"/>
            <a:t>1. </a:t>
          </a:r>
          <a:r>
            <a:rPr lang="zh-CN" sz="2900" b="0" i="0" kern="1200" baseline="0" dirty="0"/>
            <a:t>硬件整体结构</a:t>
          </a:r>
          <a:endParaRPr lang="zh-CN" sz="2900" kern="1200" dirty="0"/>
        </a:p>
      </dsp:txBody>
      <dsp:txXfrm>
        <a:off x="37267" y="82828"/>
        <a:ext cx="7707540" cy="688891"/>
      </dsp:txXfrm>
    </dsp:sp>
    <dsp:sp modelId="{58ED6A36-32E1-4DE5-B08F-8B5067722FAA}">
      <dsp:nvSpPr>
        <dsp:cNvPr id="0" name=""/>
        <dsp:cNvSpPr/>
      </dsp:nvSpPr>
      <dsp:spPr>
        <a:xfrm>
          <a:off x="0" y="892506"/>
          <a:ext cx="7782074" cy="763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b="0" i="0" kern="1200" baseline="0" dirty="0"/>
            <a:t>2. </a:t>
          </a:r>
          <a:r>
            <a:rPr lang="zh-CN" sz="2900" b="0" i="0" kern="1200" baseline="0" dirty="0"/>
            <a:t>重点模块：三相全桥</a:t>
          </a:r>
          <a:endParaRPr lang="zh-CN" sz="2900" kern="1200" dirty="0"/>
        </a:p>
      </dsp:txBody>
      <dsp:txXfrm>
        <a:off x="37267" y="929773"/>
        <a:ext cx="7707540" cy="688891"/>
      </dsp:txXfrm>
    </dsp:sp>
    <dsp:sp modelId="{C6B0A641-6080-40FE-AE3A-775E28CA23AD}">
      <dsp:nvSpPr>
        <dsp:cNvPr id="0" name=""/>
        <dsp:cNvSpPr/>
      </dsp:nvSpPr>
      <dsp:spPr>
        <a:xfrm>
          <a:off x="0" y="1739451"/>
          <a:ext cx="7782074" cy="763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b="0" i="0" kern="1200" baseline="0" dirty="0"/>
            <a:t>3. </a:t>
          </a:r>
          <a:r>
            <a:rPr lang="zh-CN" sz="2900" b="0" i="0" kern="1200" baseline="0" dirty="0"/>
            <a:t>接口定义</a:t>
          </a:r>
          <a:endParaRPr lang="zh-CN" sz="2900" kern="1200" dirty="0"/>
        </a:p>
      </dsp:txBody>
      <dsp:txXfrm>
        <a:off x="37267" y="1776718"/>
        <a:ext cx="7707540" cy="688891"/>
      </dsp:txXfrm>
    </dsp:sp>
    <dsp:sp modelId="{4B10CD7C-CAD0-4612-BF35-97E8005B5BD8}">
      <dsp:nvSpPr>
        <dsp:cNvPr id="0" name=""/>
        <dsp:cNvSpPr/>
      </dsp:nvSpPr>
      <dsp:spPr>
        <a:xfrm>
          <a:off x="0" y="2586396"/>
          <a:ext cx="7782074" cy="763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b="0" i="0" kern="1200" baseline="0" dirty="0"/>
            <a:t>4. </a:t>
          </a:r>
          <a:r>
            <a:rPr lang="zh-CN" sz="2900" b="0" i="0" kern="1200" baseline="0" dirty="0"/>
            <a:t>与</a:t>
          </a:r>
          <a:r>
            <a:rPr lang="en-US" altLang="zh-CN" sz="2900" b="0" i="0" kern="1200" baseline="0" dirty="0"/>
            <a:t>Motor-1</a:t>
          </a:r>
          <a:r>
            <a:rPr lang="zh-CN" altLang="en-US" sz="2900" b="0" i="0" kern="1200" baseline="0" dirty="0"/>
            <a:t>电机</a:t>
          </a:r>
          <a:r>
            <a:rPr lang="zh-CN" sz="2900" b="0" i="0" kern="1200" baseline="0" dirty="0"/>
            <a:t>开发板的连接</a:t>
          </a:r>
          <a:endParaRPr lang="zh-CN" sz="2900" kern="1200" dirty="0"/>
        </a:p>
      </dsp:txBody>
      <dsp:txXfrm>
        <a:off x="37267" y="2623663"/>
        <a:ext cx="7707540" cy="688891"/>
      </dsp:txXfrm>
    </dsp:sp>
    <dsp:sp modelId="{88C13688-D226-4E15-9B67-9AA8FFBFDCE7}">
      <dsp:nvSpPr>
        <dsp:cNvPr id="0" name=""/>
        <dsp:cNvSpPr/>
      </dsp:nvSpPr>
      <dsp:spPr>
        <a:xfrm>
          <a:off x="0" y="3433341"/>
          <a:ext cx="7782074" cy="763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b="0" i="0" kern="1200" baseline="0" dirty="0"/>
            <a:t>5. </a:t>
          </a:r>
          <a:r>
            <a:rPr lang="zh-CN" altLang="en-US" sz="2900" kern="1200" dirty="0"/>
            <a:t>使用注意事项</a:t>
          </a:r>
          <a:endParaRPr lang="zh-CN" sz="2900" kern="1200" dirty="0"/>
        </a:p>
      </dsp:txBody>
      <dsp:txXfrm>
        <a:off x="37267" y="3470608"/>
        <a:ext cx="7707540" cy="6888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CBA93-BA5D-4C7F-AD9B-8CBA44568F86}">
      <dsp:nvSpPr>
        <dsp:cNvPr id="0" name=""/>
        <dsp:cNvSpPr/>
      </dsp:nvSpPr>
      <dsp:spPr>
        <a:xfrm>
          <a:off x="0" y="24624"/>
          <a:ext cx="10688441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b="0" kern="1200"/>
            <a:t>接线必须正确</a:t>
          </a:r>
        </a:p>
      </dsp:txBody>
      <dsp:txXfrm>
        <a:off x="33412" y="58036"/>
        <a:ext cx="10621617" cy="617626"/>
      </dsp:txXfrm>
    </dsp:sp>
    <dsp:sp modelId="{9E5851F6-8A87-4D9E-9101-C7BE68E9D280}">
      <dsp:nvSpPr>
        <dsp:cNvPr id="0" name=""/>
        <dsp:cNvSpPr/>
      </dsp:nvSpPr>
      <dsp:spPr>
        <a:xfrm>
          <a:off x="0" y="709074"/>
          <a:ext cx="10688441" cy="766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kern="1200" dirty="0"/>
            <a:t>按丝印正确接线，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0" kern="1200" dirty="0"/>
            <a:t>先</a:t>
          </a:r>
          <a:r>
            <a:rPr lang="zh-CN" sz="2000" b="0" kern="1200" dirty="0"/>
            <a:t>接控制线和电机线</a:t>
          </a:r>
          <a:r>
            <a:rPr lang="zh-CN" altLang="en-US" sz="2000" b="0" kern="1200" dirty="0"/>
            <a:t>、</a:t>
          </a:r>
          <a:r>
            <a:rPr lang="zh-CN" sz="2000" b="0" kern="1200" dirty="0"/>
            <a:t>再接上电源线</a:t>
          </a:r>
          <a:r>
            <a:rPr lang="zh-CN" altLang="en-US" sz="2000" b="0" kern="1200" dirty="0"/>
            <a:t>、</a:t>
          </a:r>
          <a:r>
            <a:rPr lang="zh-CN" sz="2000" b="0" kern="1200" dirty="0"/>
            <a:t>最后给驱动板上电。</a:t>
          </a:r>
        </a:p>
      </dsp:txBody>
      <dsp:txXfrm>
        <a:off x="0" y="709074"/>
        <a:ext cx="10688441" cy="766935"/>
      </dsp:txXfrm>
    </dsp:sp>
    <dsp:sp modelId="{2927F615-901F-4FCF-90C4-16222B25204C}">
      <dsp:nvSpPr>
        <dsp:cNvPr id="0" name=""/>
        <dsp:cNvSpPr/>
      </dsp:nvSpPr>
      <dsp:spPr>
        <a:xfrm>
          <a:off x="0" y="1476009"/>
          <a:ext cx="10688441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b="0" kern="1200" dirty="0"/>
            <a:t>切勿过载使用</a:t>
          </a:r>
        </a:p>
      </dsp:txBody>
      <dsp:txXfrm>
        <a:off x="33412" y="1509421"/>
        <a:ext cx="10621617" cy="617626"/>
      </dsp:txXfrm>
    </dsp:sp>
    <dsp:sp modelId="{D7BCE355-7C19-47E9-83E3-3EE5A4A69974}">
      <dsp:nvSpPr>
        <dsp:cNvPr id="0" name=""/>
        <dsp:cNvSpPr/>
      </dsp:nvSpPr>
      <dsp:spPr>
        <a:xfrm>
          <a:off x="0" y="2160460"/>
          <a:ext cx="10688441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kern="1200" dirty="0"/>
            <a:t>驱动板板载过流保护电路，过流检测灵敏，大功率电机的瞬间启动</a:t>
          </a:r>
          <a:r>
            <a:rPr lang="zh-CN" altLang="en-US" sz="2000" b="0" kern="1200" dirty="0"/>
            <a:t>有</a:t>
          </a:r>
          <a:r>
            <a:rPr lang="zh-CN" sz="2000" b="0" kern="1200" dirty="0"/>
            <a:t>过大的电流易触发过流保护</a:t>
          </a:r>
          <a:r>
            <a:rPr lang="zh-CN" altLang="en-US" sz="2000" b="0" kern="1200" dirty="0"/>
            <a:t>。</a:t>
          </a:r>
          <a:r>
            <a:rPr lang="zh-CN" sz="2000" b="0" kern="1200" dirty="0"/>
            <a:t>使用缓启动的控制方式。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kern="1200"/>
            <a:t>当</a:t>
          </a:r>
          <a:r>
            <a:rPr lang="zh-CN" sz="2000" b="0" kern="1200" dirty="0"/>
            <a:t>过流指示灯亮起时，请先关闭 </a:t>
          </a:r>
          <a:r>
            <a:rPr lang="en-US" sz="2000" b="0" kern="1200" dirty="0"/>
            <a:t>H </a:t>
          </a:r>
          <a:r>
            <a:rPr lang="zh-CN" sz="2000" b="0" kern="1200" dirty="0"/>
            <a:t>桥输出，再检查电路。 </a:t>
          </a:r>
        </a:p>
      </dsp:txBody>
      <dsp:txXfrm>
        <a:off x="0" y="2160460"/>
        <a:ext cx="10688441" cy="1076400"/>
      </dsp:txXfrm>
    </dsp:sp>
    <dsp:sp modelId="{28A74889-3C85-491B-97B3-2F742F53F37B}">
      <dsp:nvSpPr>
        <dsp:cNvPr id="0" name=""/>
        <dsp:cNvSpPr/>
      </dsp:nvSpPr>
      <dsp:spPr>
        <a:xfrm>
          <a:off x="0" y="3236860"/>
          <a:ext cx="10688441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b="0" kern="1200"/>
            <a:t>注意反向电动势</a:t>
          </a:r>
        </a:p>
      </dsp:txBody>
      <dsp:txXfrm>
        <a:off x="33412" y="3270272"/>
        <a:ext cx="10621617" cy="617626"/>
      </dsp:txXfrm>
    </dsp:sp>
    <dsp:sp modelId="{B4610146-8AB3-4F19-8962-6FDD015ED3A2}">
      <dsp:nvSpPr>
        <dsp:cNvPr id="0" name=""/>
        <dsp:cNvSpPr/>
      </dsp:nvSpPr>
      <dsp:spPr>
        <a:xfrm>
          <a:off x="0" y="3921310"/>
          <a:ext cx="10688441" cy="1399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kern="1200" dirty="0"/>
            <a:t>电机功率较大或转速较高，关闭 </a:t>
          </a:r>
          <a:r>
            <a:rPr lang="en-US" sz="2000" b="0" kern="1200" dirty="0"/>
            <a:t>H </a:t>
          </a:r>
          <a:r>
            <a:rPr lang="zh-CN" sz="2000" b="0" kern="1200" dirty="0"/>
            <a:t>桥时会产生很大反向电动势，并经过功率管的体二极管整流后叠加到母线电压，如果没有制动电阻和制动控制，迅速上升的母线电压很容易烧毁驱动板。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kern="1200"/>
            <a:t>建</a:t>
          </a:r>
          <a:r>
            <a:rPr lang="zh-CN" sz="2000" b="0" kern="1200" dirty="0"/>
            <a:t>议用户在关闭 </a:t>
          </a:r>
          <a:r>
            <a:rPr lang="en-US" sz="2000" b="0" kern="1200" dirty="0"/>
            <a:t>H </a:t>
          </a:r>
          <a:r>
            <a:rPr lang="zh-CN" sz="2000" b="0" kern="1200" dirty="0"/>
            <a:t>桥的时候，采用缓慢降速关闭的方式。 </a:t>
          </a:r>
        </a:p>
      </dsp:txBody>
      <dsp:txXfrm>
        <a:off x="0" y="3921310"/>
        <a:ext cx="10688441" cy="1399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5250077" cy="152826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200" b="1" dirty="0" err="1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GenBotter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无刷电机驱动板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【05-06】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746669" y="1794752"/>
            <a:ext cx="3156692" cy="2295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FE295-B88D-6950-3E97-15CC6053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A02499C4-513B-2DB7-D558-F353A60E3F8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21958986"/>
              </p:ext>
            </p:extLst>
          </p:nvPr>
        </p:nvGraphicFramePr>
        <p:xfrm>
          <a:off x="2450498" y="1183112"/>
          <a:ext cx="7782074" cy="4242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302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内容占位符 23">
            <a:extLst>
              <a:ext uri="{FF2B5EF4-FFF2-40B4-BE49-F238E27FC236}">
                <a16:creationId xmlns:a16="http://schemas.microsoft.com/office/drawing/2014/main" id="{E10E4BD3-078F-3BAF-FCD1-C191313C503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773809" y="1371046"/>
            <a:ext cx="7583015" cy="530515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C5F9D3C-AA82-2A74-514A-FFDC163A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硬件整体结构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509597-6E2C-3E69-92DC-05F4FB49905B}"/>
              </a:ext>
            </a:extLst>
          </p:cNvPr>
          <p:cNvSpPr txBox="1"/>
          <p:nvPr/>
        </p:nvSpPr>
        <p:spPr>
          <a:xfrm>
            <a:off x="226423" y="3918858"/>
            <a:ext cx="1611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接控制板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2*12P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间距牛角座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49FDE2-BC38-A67E-5A5E-C4F226BF15A0}"/>
              </a:ext>
            </a:extLst>
          </p:cNvPr>
          <p:cNvSpPr txBox="1"/>
          <p:nvPr/>
        </p:nvSpPr>
        <p:spPr>
          <a:xfrm>
            <a:off x="2185851" y="1017252"/>
            <a:ext cx="264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编码器、霍尔传感器接口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D1BF73-356B-7D08-9F44-FE5076A412C4}"/>
              </a:ext>
            </a:extLst>
          </p:cNvPr>
          <p:cNvSpPr txBox="1"/>
          <p:nvPr/>
        </p:nvSpPr>
        <p:spPr>
          <a:xfrm>
            <a:off x="9574539" y="5625738"/>
            <a:ext cx="1611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制动电阻接口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C7CC2E-0954-7E59-B946-A9B97570D633}"/>
              </a:ext>
            </a:extLst>
          </p:cNvPr>
          <p:cNvSpPr txBox="1"/>
          <p:nvPr/>
        </p:nvSpPr>
        <p:spPr>
          <a:xfrm>
            <a:off x="9574539" y="2856976"/>
            <a:ext cx="2443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电源接口（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12~60V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02E450-B533-6281-67D7-85C1EEF6A7FC}"/>
              </a:ext>
            </a:extLst>
          </p:cNvPr>
          <p:cNvSpPr txBox="1"/>
          <p:nvPr/>
        </p:nvSpPr>
        <p:spPr>
          <a:xfrm>
            <a:off x="9574539" y="3918858"/>
            <a:ext cx="2443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U\V\W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无刷电机三相控制接口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AB989B-8DE3-7DE6-DCF9-9F220F19703A}"/>
              </a:ext>
            </a:extLst>
          </p:cNvPr>
          <p:cNvSpPr txBox="1"/>
          <p:nvPr/>
        </p:nvSpPr>
        <p:spPr>
          <a:xfrm>
            <a:off x="226423" y="3026253"/>
            <a:ext cx="110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控制信号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光耦隔离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8AD386-F0D7-910E-7611-721203BDB682}"/>
              </a:ext>
            </a:extLst>
          </p:cNvPr>
          <p:cNvSpPr/>
          <p:nvPr/>
        </p:nvSpPr>
        <p:spPr>
          <a:xfrm>
            <a:off x="2830286" y="3026253"/>
            <a:ext cx="670560" cy="2599485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80E8818-4B4F-EB0B-90EF-A014B26E4B89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 flipV="1">
            <a:off x="1329636" y="3318641"/>
            <a:ext cx="1500650" cy="100735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5501FA3-7657-93F1-F70B-F72A86C61334}"/>
              </a:ext>
            </a:extLst>
          </p:cNvPr>
          <p:cNvSpPr/>
          <p:nvPr/>
        </p:nvSpPr>
        <p:spPr>
          <a:xfrm>
            <a:off x="3598218" y="2564589"/>
            <a:ext cx="4692341" cy="3061149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C889939-B783-D1E6-A16B-65AD2A74D6EF}"/>
              </a:ext>
            </a:extLst>
          </p:cNvPr>
          <p:cNvSpPr txBox="1"/>
          <p:nvPr/>
        </p:nvSpPr>
        <p:spPr>
          <a:xfrm>
            <a:off x="6096000" y="1010930"/>
            <a:ext cx="1436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三相全桥驱动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1EE01FC-7934-3EA7-3F98-370DDFC1340E}"/>
              </a:ext>
            </a:extLst>
          </p:cNvPr>
          <p:cNvCxnSpPr>
            <a:cxnSpLocks/>
            <a:stCxn id="31" idx="2"/>
            <a:endCxn id="29" idx="0"/>
          </p:cNvCxnSpPr>
          <p:nvPr/>
        </p:nvCxnSpPr>
        <p:spPr>
          <a:xfrm flipH="1">
            <a:off x="5944389" y="1349484"/>
            <a:ext cx="870068" cy="12151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22CB0C-739B-DDEA-B31A-1FE6D46BA446}"/>
              </a:ext>
            </a:extLst>
          </p:cNvPr>
          <p:cNvSpPr/>
          <p:nvPr/>
        </p:nvSpPr>
        <p:spPr>
          <a:xfrm>
            <a:off x="4711337" y="1607736"/>
            <a:ext cx="4136572" cy="760996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2CECFED-BE56-B4A5-E304-CD03F7E44D91}"/>
              </a:ext>
            </a:extLst>
          </p:cNvPr>
          <p:cNvSpPr/>
          <p:nvPr/>
        </p:nvSpPr>
        <p:spPr>
          <a:xfrm>
            <a:off x="2643051" y="5706904"/>
            <a:ext cx="2947852" cy="776301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0F6F48-28F8-235C-2FDF-01D7200E45DD}"/>
              </a:ext>
            </a:extLst>
          </p:cNvPr>
          <p:cNvSpPr txBox="1"/>
          <p:nvPr/>
        </p:nvSpPr>
        <p:spPr>
          <a:xfrm>
            <a:off x="7919910" y="1010930"/>
            <a:ext cx="1436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电源模块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6C47BD8-1726-0C04-C923-B75BDB6509AB}"/>
              </a:ext>
            </a:extLst>
          </p:cNvPr>
          <p:cNvCxnSpPr>
            <a:cxnSpLocks/>
            <a:stCxn id="19" idx="2"/>
            <a:endCxn id="4" idx="0"/>
          </p:cNvCxnSpPr>
          <p:nvPr/>
        </p:nvCxnSpPr>
        <p:spPr>
          <a:xfrm flipH="1">
            <a:off x="6779623" y="1349484"/>
            <a:ext cx="1858744" cy="2582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2F4FD6E-F213-4DE6-941C-D0E2C8AED355}"/>
              </a:ext>
            </a:extLst>
          </p:cNvPr>
          <p:cNvSpPr txBox="1"/>
          <p:nvPr/>
        </p:nvSpPr>
        <p:spPr>
          <a:xfrm>
            <a:off x="226422" y="2049702"/>
            <a:ext cx="1199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霍尔、过零检测复用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8698838-846D-0B3D-5C34-D1E5174933A6}"/>
              </a:ext>
            </a:extLst>
          </p:cNvPr>
          <p:cNvSpPr/>
          <p:nvPr/>
        </p:nvSpPr>
        <p:spPr>
          <a:xfrm>
            <a:off x="1776484" y="2080675"/>
            <a:ext cx="653207" cy="776301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2EEC4B6-C1F4-2919-C65A-0091CDBCCB3F}"/>
              </a:ext>
            </a:extLst>
          </p:cNvPr>
          <p:cNvCxnSpPr>
            <a:cxnSpLocks/>
            <a:stCxn id="33" idx="1"/>
            <a:endCxn id="30" idx="3"/>
          </p:cNvCxnSpPr>
          <p:nvPr/>
        </p:nvCxnSpPr>
        <p:spPr>
          <a:xfrm flipH="1" flipV="1">
            <a:off x="1426001" y="2342090"/>
            <a:ext cx="350483" cy="1267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AE99E62-58E6-237D-E695-3CAC797AB335}"/>
              </a:ext>
            </a:extLst>
          </p:cNvPr>
          <p:cNvSpPr/>
          <p:nvPr/>
        </p:nvSpPr>
        <p:spPr>
          <a:xfrm>
            <a:off x="4669373" y="2716989"/>
            <a:ext cx="1018902" cy="2791527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872B53-0747-57E5-9AD2-7D2859637BB4}"/>
              </a:ext>
            </a:extLst>
          </p:cNvPr>
          <p:cNvSpPr txBox="1"/>
          <p:nvPr/>
        </p:nvSpPr>
        <p:spPr>
          <a:xfrm>
            <a:off x="9574539" y="1770441"/>
            <a:ext cx="1702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电压、电流采集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841C579-C0A7-4143-C77E-39C1BD55337C}"/>
              </a:ext>
            </a:extLst>
          </p:cNvPr>
          <p:cNvCxnSpPr>
            <a:cxnSpLocks/>
            <a:stCxn id="40" idx="1"/>
            <a:endCxn id="37" idx="0"/>
          </p:cNvCxnSpPr>
          <p:nvPr/>
        </p:nvCxnSpPr>
        <p:spPr>
          <a:xfrm flipH="1">
            <a:off x="5178824" y="1939718"/>
            <a:ext cx="4395715" cy="7772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92F620D-4531-9304-1B39-D68A0B3E0A18}"/>
              </a:ext>
            </a:extLst>
          </p:cNvPr>
          <p:cNvSpPr/>
          <p:nvPr/>
        </p:nvSpPr>
        <p:spPr>
          <a:xfrm>
            <a:off x="5688275" y="3429000"/>
            <a:ext cx="965074" cy="462385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A3320DC-38E5-B0BA-58AA-31393E1237F8}"/>
              </a:ext>
            </a:extLst>
          </p:cNvPr>
          <p:cNvSpPr txBox="1"/>
          <p:nvPr/>
        </p:nvSpPr>
        <p:spPr>
          <a:xfrm>
            <a:off x="9574539" y="2360675"/>
            <a:ext cx="1702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过流、过零检测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CE5B959-039E-D65B-9C67-E7B00B8FE8CE}"/>
              </a:ext>
            </a:extLst>
          </p:cNvPr>
          <p:cNvCxnSpPr>
            <a:cxnSpLocks/>
            <a:stCxn id="46" idx="1"/>
            <a:endCxn id="44" idx="3"/>
          </p:cNvCxnSpPr>
          <p:nvPr/>
        </p:nvCxnSpPr>
        <p:spPr>
          <a:xfrm flipH="1">
            <a:off x="6653349" y="2529952"/>
            <a:ext cx="2921190" cy="11302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926C2D0-FC7B-B369-CAA4-8156B53BC89B}"/>
              </a:ext>
            </a:extLst>
          </p:cNvPr>
          <p:cNvSpPr txBox="1"/>
          <p:nvPr/>
        </p:nvSpPr>
        <p:spPr>
          <a:xfrm>
            <a:off x="3598218" y="6329168"/>
            <a:ext cx="1436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电源模块</a:t>
            </a:r>
          </a:p>
        </p:txBody>
      </p:sp>
    </p:spTree>
    <p:extLst>
      <p:ext uri="{BB962C8B-B14F-4D97-AF65-F5344CB8AC3E}">
        <p14:creationId xmlns:p14="http://schemas.microsoft.com/office/powerpoint/2010/main" val="380868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B9934-FF52-39B1-3C26-8F9B1370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重点：三相</a:t>
            </a:r>
            <a:r>
              <a:rPr lang="en-US" altLang="zh-CN" dirty="0"/>
              <a:t>H</a:t>
            </a:r>
            <a:r>
              <a:rPr lang="zh-CN" altLang="en-US" dirty="0"/>
              <a:t>桥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585F2D-E01E-88C3-5E08-8F6BDBB3E5F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43197" y="1649914"/>
            <a:ext cx="10688638" cy="3558172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3430922-1360-FB6B-C602-DE368A0B9261}"/>
              </a:ext>
            </a:extLst>
          </p:cNvPr>
          <p:cNvSpPr/>
          <p:nvPr/>
        </p:nvSpPr>
        <p:spPr>
          <a:xfrm>
            <a:off x="7785463" y="3257006"/>
            <a:ext cx="923107" cy="496387"/>
          </a:xfrm>
          <a:prstGeom prst="roundRect">
            <a:avLst>
              <a:gd name="adj" fmla="val 5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808000"/>
              </a:highligh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26C095-D83A-91CE-7223-88719E836E98}"/>
              </a:ext>
            </a:extLst>
          </p:cNvPr>
          <p:cNvSpPr txBox="1"/>
          <p:nvPr/>
        </p:nvSpPr>
        <p:spPr>
          <a:xfrm>
            <a:off x="357052" y="5559875"/>
            <a:ext cx="8029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IR2110SPBF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是由英飞凌（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Infineon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）生产的一款高性能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双通道高低压侧栅极驱动芯片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，专为驱动功率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MOSFET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IGBT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设计，适用于半桥、全桥等拓扑结构。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SD</a:t>
            </a: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置高关闭</a:t>
            </a:r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IR2110.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8C419A-5443-4368-407E-0A32CDDED270}"/>
              </a:ext>
            </a:extLst>
          </p:cNvPr>
          <p:cNvSpPr txBox="1"/>
          <p:nvPr/>
        </p:nvSpPr>
        <p:spPr>
          <a:xfrm>
            <a:off x="478971" y="1003583"/>
            <a:ext cx="10465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以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U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为例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08D01D-513A-45CC-09D5-60EAEDBB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222" y="4757742"/>
            <a:ext cx="2235882" cy="19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3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07C64-2C42-E85F-9DE0-265B94ED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zh-CN" dirty="0"/>
              <a:t>接口定义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D62E17-9C76-5FF4-634B-FD3698B49C3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779520" y="2321319"/>
            <a:ext cx="6118478" cy="43436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8FD196-9437-D628-EC22-37A208AE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43" y="2938559"/>
            <a:ext cx="3465914" cy="28251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EEB0E3-237A-DDA7-2D07-F0ED0AA1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357" y="0"/>
            <a:ext cx="3323025" cy="232131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34A9B37-1914-E49A-B904-38F7103AA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603" y="3132908"/>
            <a:ext cx="2195397" cy="210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0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30C4F-DBD3-D83E-1658-D65972FE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zh-CN" dirty="0"/>
              <a:t>与</a:t>
            </a:r>
            <a:r>
              <a:rPr lang="en-US" altLang="zh-CN" dirty="0"/>
              <a:t>Motor-1</a:t>
            </a:r>
            <a:r>
              <a:rPr lang="zh-CN" altLang="en-US" dirty="0"/>
              <a:t>电机</a:t>
            </a:r>
            <a:r>
              <a:rPr lang="zh-CN" altLang="zh-CN" dirty="0"/>
              <a:t>开发板的连接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5718B6-DAC9-2BE2-3C2D-3ED371954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9892"/>
            <a:ext cx="4748432" cy="38705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3BC13B-4254-60BF-FE6C-C16CF263C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06" y="1149532"/>
            <a:ext cx="6824833" cy="498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EE413-8564-B51E-E5D0-18D40891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使用注意事项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7F622C4-7334-3E05-36A1-4FF52EEFB1D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73556230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59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5226</TotalTime>
  <Words>455</Words>
  <Application>Microsoft Office PowerPoint</Application>
  <PresentationFormat>宽屏</PresentationFormat>
  <Paragraphs>57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-apple-system</vt:lpstr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目录</vt:lpstr>
      <vt:lpstr>1. 硬件整体结构</vt:lpstr>
      <vt:lpstr>2. 重点：三相H桥</vt:lpstr>
      <vt:lpstr>3. 接口定义</vt:lpstr>
      <vt:lpstr>4. 与Motor-1电机开发板的连接</vt:lpstr>
      <vt:lpstr>5. 使用注意事项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133</cp:revision>
  <dcterms:created xsi:type="dcterms:W3CDTF">2025-05-21T06:55:53Z</dcterms:created>
  <dcterms:modified xsi:type="dcterms:W3CDTF">2025-09-13T01:27:17Z</dcterms:modified>
</cp:coreProperties>
</file>