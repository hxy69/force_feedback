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9" r:id="rId2"/>
    <p:sldId id="805" r:id="rId3"/>
    <p:sldId id="806" r:id="rId4"/>
    <p:sldId id="28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318518" y="4841733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1" y="2818708"/>
            <a:ext cx="6650020" cy="6969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36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补充：机械角度和电角度关系</a:t>
            </a:r>
            <a:endParaRPr kumimoji="1" lang="en-US" altLang="zh-CN" sz="36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【05-05-01】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C1D3C-721C-C049-C256-8709BA978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如果换成极对数为</a:t>
            </a:r>
            <a:r>
              <a:rPr lang="en-US" altLang="zh-CN" dirty="0"/>
              <a:t>2</a:t>
            </a:r>
            <a:r>
              <a:rPr lang="zh-CN" altLang="en-US" dirty="0"/>
              <a:t>的转子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C716508-365B-0B28-6A49-BDB2FB757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076" y="1096362"/>
            <a:ext cx="7126536" cy="3725756"/>
          </a:xfrm>
          <a:prstGeom prst="rect">
            <a:avLst/>
          </a:prstGeom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1F609E59-8167-FBAF-C88C-CCF51D9E15AE}"/>
              </a:ext>
            </a:extLst>
          </p:cNvPr>
          <p:cNvGrpSpPr/>
          <p:nvPr/>
        </p:nvGrpSpPr>
        <p:grpSpPr>
          <a:xfrm rot="10800000">
            <a:off x="2503299" y="5606224"/>
            <a:ext cx="1143202" cy="929405"/>
            <a:chOff x="8954386" y="5130113"/>
            <a:chExt cx="1156405" cy="969387"/>
          </a:xfrm>
        </p:grpSpPr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8EA63477-57DE-4D5B-0A23-A5636A1A725A}"/>
                </a:ext>
              </a:extLst>
            </p:cNvPr>
            <p:cNvSpPr/>
            <p:nvPr/>
          </p:nvSpPr>
          <p:spPr>
            <a:xfrm>
              <a:off x="9015487" y="5161316"/>
              <a:ext cx="1034204" cy="932226"/>
            </a:xfrm>
            <a:custGeom>
              <a:avLst/>
              <a:gdLst>
                <a:gd name="csX0" fmla="*/ 474741 w 1350076"/>
                <a:gd name="csY0" fmla="*/ 0 h 1336334"/>
                <a:gd name="csX1" fmla="*/ 875335 w 1350076"/>
                <a:gd name="csY1" fmla="*/ 0 h 1336334"/>
                <a:gd name="csX2" fmla="*/ 875335 w 1350076"/>
                <a:gd name="csY2" fmla="*/ 274066 h 1336334"/>
                <a:gd name="csX3" fmla="*/ 879446 w 1350076"/>
                <a:gd name="csY3" fmla="*/ 275749 h 1336334"/>
                <a:gd name="csX4" fmla="*/ 1030635 w 1350076"/>
                <a:gd name="csY4" fmla="*/ 418647 h 1336334"/>
                <a:gd name="csX5" fmla="*/ 1054187 w 1350076"/>
                <a:gd name="csY5" fmla="*/ 463805 h 1336334"/>
                <a:gd name="csX6" fmla="*/ 1350076 w 1350076"/>
                <a:gd name="csY6" fmla="*/ 463805 h 1336334"/>
                <a:gd name="csX7" fmla="*/ 1350076 w 1350076"/>
                <a:gd name="csY7" fmla="*/ 872529 h 1336334"/>
                <a:gd name="csX8" fmla="*/ 1055276 w 1350076"/>
                <a:gd name="csY8" fmla="*/ 872529 h 1336334"/>
                <a:gd name="csX9" fmla="*/ 1052115 w 1350076"/>
                <a:gd name="csY9" fmla="*/ 880891 h 1336334"/>
                <a:gd name="csX10" fmla="*/ 914804 w 1350076"/>
                <a:gd name="csY10" fmla="*/ 1038230 h 1336334"/>
                <a:gd name="csX11" fmla="*/ 875335 w 1350076"/>
                <a:gd name="csY11" fmla="*/ 1060525 h 1336334"/>
                <a:gd name="csX12" fmla="*/ 875335 w 1350076"/>
                <a:gd name="csY12" fmla="*/ 1336334 h 1336334"/>
                <a:gd name="csX13" fmla="*/ 474741 w 1350076"/>
                <a:gd name="csY13" fmla="*/ 1336334 h 1336334"/>
                <a:gd name="csX14" fmla="*/ 474741 w 1350076"/>
                <a:gd name="csY14" fmla="*/ 1060525 h 1336334"/>
                <a:gd name="csX15" fmla="*/ 435272 w 1350076"/>
                <a:gd name="csY15" fmla="*/ 1038230 h 1336334"/>
                <a:gd name="csX16" fmla="*/ 297961 w 1350076"/>
                <a:gd name="csY16" fmla="*/ 880891 h 1336334"/>
                <a:gd name="csX17" fmla="*/ 294800 w 1350076"/>
                <a:gd name="csY17" fmla="*/ 872529 h 1336334"/>
                <a:gd name="csX18" fmla="*/ 0 w 1350076"/>
                <a:gd name="csY18" fmla="*/ 872529 h 1336334"/>
                <a:gd name="csX19" fmla="*/ 0 w 1350076"/>
                <a:gd name="csY19" fmla="*/ 463805 h 1336334"/>
                <a:gd name="csX20" fmla="*/ 294800 w 1350076"/>
                <a:gd name="csY20" fmla="*/ 463805 h 1336334"/>
                <a:gd name="csX21" fmla="*/ 297961 w 1350076"/>
                <a:gd name="csY21" fmla="*/ 455443 h 1336334"/>
                <a:gd name="csX22" fmla="*/ 435272 w 1350076"/>
                <a:gd name="csY22" fmla="*/ 298104 h 1336334"/>
                <a:gd name="csX23" fmla="*/ 474741 w 1350076"/>
                <a:gd name="csY23" fmla="*/ 275809 h 13363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350076" h="1336334">
                  <a:moveTo>
                    <a:pt x="474741" y="0"/>
                  </a:moveTo>
                  <a:lnTo>
                    <a:pt x="875335" y="0"/>
                  </a:lnTo>
                  <a:lnTo>
                    <a:pt x="875335" y="274066"/>
                  </a:lnTo>
                  <a:lnTo>
                    <a:pt x="879446" y="275749"/>
                  </a:lnTo>
                  <a:cubicBezTo>
                    <a:pt x="940209" y="310101"/>
                    <a:pt x="992102" y="359291"/>
                    <a:pt x="1030635" y="418647"/>
                  </a:cubicBezTo>
                  <a:lnTo>
                    <a:pt x="1054187" y="463805"/>
                  </a:lnTo>
                  <a:lnTo>
                    <a:pt x="1350076" y="463805"/>
                  </a:lnTo>
                  <a:lnTo>
                    <a:pt x="1350076" y="872529"/>
                  </a:lnTo>
                  <a:lnTo>
                    <a:pt x="1055276" y="872529"/>
                  </a:lnTo>
                  <a:lnTo>
                    <a:pt x="1052115" y="880891"/>
                  </a:lnTo>
                  <a:cubicBezTo>
                    <a:pt x="1019107" y="944126"/>
                    <a:pt x="971840" y="998130"/>
                    <a:pt x="914804" y="1038230"/>
                  </a:cubicBezTo>
                  <a:lnTo>
                    <a:pt x="875335" y="1060525"/>
                  </a:lnTo>
                  <a:lnTo>
                    <a:pt x="875335" y="1336334"/>
                  </a:lnTo>
                  <a:lnTo>
                    <a:pt x="474741" y="1336334"/>
                  </a:lnTo>
                  <a:lnTo>
                    <a:pt x="474741" y="1060525"/>
                  </a:lnTo>
                  <a:lnTo>
                    <a:pt x="435272" y="1038230"/>
                  </a:lnTo>
                  <a:cubicBezTo>
                    <a:pt x="378237" y="998130"/>
                    <a:pt x="330969" y="944126"/>
                    <a:pt x="297961" y="880891"/>
                  </a:cubicBezTo>
                  <a:lnTo>
                    <a:pt x="294800" y="872529"/>
                  </a:lnTo>
                  <a:lnTo>
                    <a:pt x="0" y="872529"/>
                  </a:lnTo>
                  <a:lnTo>
                    <a:pt x="0" y="463805"/>
                  </a:lnTo>
                  <a:lnTo>
                    <a:pt x="294800" y="463805"/>
                  </a:lnTo>
                  <a:lnTo>
                    <a:pt x="297961" y="455443"/>
                  </a:lnTo>
                  <a:cubicBezTo>
                    <a:pt x="330969" y="392208"/>
                    <a:pt x="378237" y="338204"/>
                    <a:pt x="435272" y="298104"/>
                  </a:cubicBezTo>
                  <a:lnTo>
                    <a:pt x="474741" y="275809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EF604CE6-B7B5-AEA7-1993-DAE211893471}"/>
                </a:ext>
              </a:extLst>
            </p:cNvPr>
            <p:cNvSpPr txBox="1"/>
            <p:nvPr/>
          </p:nvSpPr>
          <p:spPr>
            <a:xfrm rot="10800000">
              <a:off x="9341091" y="5810585"/>
              <a:ext cx="383003" cy="288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N1</a:t>
              </a:r>
              <a:endParaRPr lang="zh-CN" altLang="en-US" sz="12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9E073164-2B64-83E3-02D4-DC0AFCE5484D}"/>
                </a:ext>
              </a:extLst>
            </p:cNvPr>
            <p:cNvSpPr txBox="1"/>
            <p:nvPr/>
          </p:nvSpPr>
          <p:spPr>
            <a:xfrm rot="10800000">
              <a:off x="9341092" y="5130113"/>
              <a:ext cx="383003" cy="288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N2</a:t>
              </a:r>
              <a:endParaRPr lang="zh-CN" altLang="en-US" sz="12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3E82F080-9D9D-4014-63D7-588C72C3461A}"/>
                </a:ext>
              </a:extLst>
            </p:cNvPr>
            <p:cNvSpPr txBox="1"/>
            <p:nvPr/>
          </p:nvSpPr>
          <p:spPr>
            <a:xfrm rot="10800000">
              <a:off x="9761841" y="5465304"/>
              <a:ext cx="348950" cy="288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S1</a:t>
              </a:r>
              <a:endParaRPr lang="zh-CN" altLang="en-US" sz="12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98515F9-4B97-73AF-CFE1-796110F1BC89}"/>
                </a:ext>
              </a:extLst>
            </p:cNvPr>
            <p:cNvSpPr txBox="1"/>
            <p:nvPr/>
          </p:nvSpPr>
          <p:spPr>
            <a:xfrm rot="10800000">
              <a:off x="8954386" y="5465304"/>
              <a:ext cx="348950" cy="288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S2</a:t>
              </a:r>
              <a:endParaRPr lang="zh-CN" altLang="en-US" sz="1200" dirty="0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C153D51-D6C9-8BA6-F24E-45D118C22863}"/>
              </a:ext>
            </a:extLst>
          </p:cNvPr>
          <p:cNvGrpSpPr/>
          <p:nvPr/>
        </p:nvGrpSpPr>
        <p:grpSpPr>
          <a:xfrm>
            <a:off x="9599760" y="2798836"/>
            <a:ext cx="2418069" cy="2023282"/>
            <a:chOff x="8128011" y="2811210"/>
            <a:chExt cx="2418069" cy="2023282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43171214-F7AD-8902-7AF0-D452E5C8F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28011" y="2811210"/>
              <a:ext cx="2418069" cy="2023282"/>
            </a:xfrm>
            <a:prstGeom prst="rect">
              <a:avLst/>
            </a:prstGeom>
          </p:spPr>
        </p:pic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9819C738-FC39-2AB0-7156-0D7FF4429305}"/>
                </a:ext>
              </a:extLst>
            </p:cNvPr>
            <p:cNvSpPr/>
            <p:nvPr/>
          </p:nvSpPr>
          <p:spPr>
            <a:xfrm>
              <a:off x="8438606" y="3030583"/>
              <a:ext cx="418011" cy="398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E5546D26-7537-3634-2CEA-C457F916EB84}"/>
                </a:ext>
              </a:extLst>
            </p:cNvPr>
            <p:cNvSpPr/>
            <p:nvPr/>
          </p:nvSpPr>
          <p:spPr>
            <a:xfrm>
              <a:off x="9128039" y="4554583"/>
              <a:ext cx="418011" cy="2186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箭头: 右 36">
            <a:extLst>
              <a:ext uri="{FF2B5EF4-FFF2-40B4-BE49-F238E27FC236}">
                <a16:creationId xmlns:a16="http://schemas.microsoft.com/office/drawing/2014/main" id="{4390DC72-1DAB-5112-31BC-F73ADBF46BDA}"/>
              </a:ext>
            </a:extLst>
          </p:cNvPr>
          <p:cNvSpPr/>
          <p:nvPr/>
        </p:nvSpPr>
        <p:spPr>
          <a:xfrm>
            <a:off x="3265716" y="2034428"/>
            <a:ext cx="974660" cy="4354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Step1</a:t>
            </a:r>
            <a:endParaRPr lang="zh-CN" altLang="en-US" dirty="0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8F477CF2-8D9D-E4AE-7A85-A62E24077CE9}"/>
              </a:ext>
            </a:extLst>
          </p:cNvPr>
          <p:cNvSpPr/>
          <p:nvPr/>
        </p:nvSpPr>
        <p:spPr>
          <a:xfrm>
            <a:off x="5956664" y="2034428"/>
            <a:ext cx="974660" cy="4354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Step2</a:t>
            </a:r>
            <a:endParaRPr lang="zh-CN" altLang="en-US" dirty="0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68ECC43C-28C1-59AB-B9FB-19882FCEF98C}"/>
              </a:ext>
            </a:extLst>
          </p:cNvPr>
          <p:cNvSpPr/>
          <p:nvPr/>
        </p:nvSpPr>
        <p:spPr>
          <a:xfrm>
            <a:off x="624858" y="3689056"/>
            <a:ext cx="974660" cy="4354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Step3</a:t>
            </a:r>
            <a:endParaRPr lang="zh-CN" altLang="en-US" dirty="0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2AB90E60-7D1A-2679-B465-71B7FB939927}"/>
              </a:ext>
            </a:extLst>
          </p:cNvPr>
          <p:cNvSpPr/>
          <p:nvPr/>
        </p:nvSpPr>
        <p:spPr>
          <a:xfrm>
            <a:off x="3475845" y="3689056"/>
            <a:ext cx="974660" cy="4354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Step4</a:t>
            </a:r>
            <a:endParaRPr lang="zh-CN" altLang="en-US" dirty="0"/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5816EFEB-64C2-56FF-E25D-954DBAF53EFA}"/>
              </a:ext>
            </a:extLst>
          </p:cNvPr>
          <p:cNvSpPr/>
          <p:nvPr/>
        </p:nvSpPr>
        <p:spPr>
          <a:xfrm>
            <a:off x="5839502" y="3689056"/>
            <a:ext cx="974660" cy="4354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Step5</a:t>
            </a:r>
            <a:endParaRPr lang="zh-CN" altLang="en-US" dirty="0"/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3C372F5D-61A7-C27B-345E-39EFF459AE80}"/>
              </a:ext>
            </a:extLst>
          </p:cNvPr>
          <p:cNvSpPr/>
          <p:nvPr/>
        </p:nvSpPr>
        <p:spPr>
          <a:xfrm>
            <a:off x="8741568" y="3689055"/>
            <a:ext cx="974660" cy="4354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Step6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649F033-CEA8-563D-49BA-300901C0949B}"/>
              </a:ext>
            </a:extLst>
          </p:cNvPr>
          <p:cNvSpPr txBox="1"/>
          <p:nvPr/>
        </p:nvSpPr>
        <p:spPr>
          <a:xfrm>
            <a:off x="9793130" y="479066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转子位置回到起点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868B522-3EE8-B97C-33DC-2896D6E49BA4}"/>
              </a:ext>
            </a:extLst>
          </p:cNvPr>
          <p:cNvSpPr txBox="1"/>
          <p:nvPr/>
        </p:nvSpPr>
        <p:spPr>
          <a:xfrm>
            <a:off x="288137" y="202337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转子位置起点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7A1E708-4E1B-DF34-D244-FFD4C6F61CAB}"/>
              </a:ext>
            </a:extLst>
          </p:cNvPr>
          <p:cNvSpPr txBox="1"/>
          <p:nvPr/>
        </p:nvSpPr>
        <p:spPr>
          <a:xfrm>
            <a:off x="4712792" y="577970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电角度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机械角度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极对数（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873081B-6257-2BCF-993C-2CAD83C0B376}"/>
              </a:ext>
            </a:extLst>
          </p:cNvPr>
          <p:cNvSpPr txBox="1"/>
          <p:nvPr/>
        </p:nvSpPr>
        <p:spPr>
          <a:xfrm>
            <a:off x="1295298" y="5538017"/>
            <a:ext cx="1378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极对数为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4119411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01D056-5568-406A-0571-36D43F413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画的关系图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732D9A3-4665-3667-43E0-868D1A38974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984" y="1054100"/>
            <a:ext cx="8017669" cy="5345113"/>
          </a:xfrm>
        </p:spPr>
      </p:pic>
    </p:spTree>
    <p:extLst>
      <p:ext uri="{BB962C8B-B14F-4D97-AF65-F5344CB8AC3E}">
        <p14:creationId xmlns:p14="http://schemas.microsoft.com/office/powerpoint/2010/main" val="282543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5764</TotalTime>
  <Words>77</Words>
  <Application>Microsoft Office PowerPoint</Application>
  <PresentationFormat>宽屏</PresentationFormat>
  <Paragraphs>29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1. 如果换成极对数为2的转子</vt:lpstr>
      <vt:lpstr>AI画的关系图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132</cp:revision>
  <dcterms:created xsi:type="dcterms:W3CDTF">2025-05-21T06:55:53Z</dcterms:created>
  <dcterms:modified xsi:type="dcterms:W3CDTF">2025-12-12T02:40:45Z</dcterms:modified>
</cp:coreProperties>
</file>