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800" r:id="rId3"/>
    <p:sldId id="801" r:id="rId4"/>
    <p:sldId id="802" r:id="rId5"/>
    <p:sldId id="28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 autoAdjust="0"/>
    <p:restoredTop sz="96238" autoAdjust="0"/>
  </p:normalViewPr>
  <p:slideViewPr>
    <p:cSldViewPr snapToGrid="0">
      <p:cViewPr varScale="1">
        <p:scale>
          <a:sx n="121" d="100"/>
          <a:sy n="121" d="100"/>
        </p:scale>
        <p:origin x="9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6848766" y="4726795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39612" y="2818707"/>
            <a:ext cx="4364935" cy="131392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BLDC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（中）</a:t>
            </a:r>
            <a:endParaRPr kumimoji="1" lang="en-US" altLang="zh-CN" sz="32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驱动代码</a:t>
            </a:r>
            <a:endParaRPr kumimoji="1" lang="en-US" altLang="zh-CN" sz="32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【05-09】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551252" y="2077462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5668733" y="1726092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状态机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C678C5C-B8DC-FDE4-F871-AF157027894C}"/>
              </a:ext>
            </a:extLst>
          </p:cNvPr>
          <p:cNvSpPr/>
          <p:nvPr/>
        </p:nvSpPr>
        <p:spPr>
          <a:xfrm>
            <a:off x="2876550" y="1247775"/>
            <a:ext cx="9315450" cy="5353050"/>
          </a:xfrm>
          <a:prstGeom prst="roundRect">
            <a:avLst>
              <a:gd name="adj" fmla="val 45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4A81A87-8EC0-002E-F2D7-3B7D49699B96}"/>
              </a:ext>
            </a:extLst>
          </p:cNvPr>
          <p:cNvSpPr/>
          <p:nvPr/>
        </p:nvSpPr>
        <p:spPr>
          <a:xfrm>
            <a:off x="7877175" y="1676400"/>
            <a:ext cx="14478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停止状态</a:t>
            </a:r>
            <a:endParaRPr lang="en-US" altLang="zh-CN" dirty="0"/>
          </a:p>
          <a:p>
            <a:pPr algn="ctr"/>
            <a:r>
              <a:rPr lang="en-US" altLang="zh-CN" dirty="0"/>
              <a:t>Stopped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2E5A542-C27D-0759-A082-E37B1DC2B9F2}"/>
              </a:ext>
            </a:extLst>
          </p:cNvPr>
          <p:cNvSpPr/>
          <p:nvPr/>
        </p:nvSpPr>
        <p:spPr>
          <a:xfrm>
            <a:off x="7877175" y="3362325"/>
            <a:ext cx="14478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单步状态</a:t>
            </a:r>
            <a:endParaRPr lang="en-US" altLang="zh-CN" dirty="0"/>
          </a:p>
          <a:p>
            <a:pPr algn="ctr"/>
            <a:r>
              <a:rPr lang="en-US" altLang="zh-CN" dirty="0"/>
              <a:t>Stepped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6A4B408-2ACB-CCBC-A83A-3BC0B9642A27}"/>
              </a:ext>
            </a:extLst>
          </p:cNvPr>
          <p:cNvSpPr/>
          <p:nvPr/>
        </p:nvSpPr>
        <p:spPr>
          <a:xfrm>
            <a:off x="7877175" y="5048250"/>
            <a:ext cx="14478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连续状态</a:t>
            </a:r>
            <a:endParaRPr lang="en-US" altLang="zh-CN" dirty="0"/>
          </a:p>
          <a:p>
            <a:pPr algn="ctr"/>
            <a:r>
              <a:rPr lang="en-US" altLang="zh-CN" dirty="0"/>
              <a:t>Run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221262-369C-CAD2-D2B9-3B4668A154DC}"/>
              </a:ext>
            </a:extLst>
          </p:cNvPr>
          <p:cNvSpPr/>
          <p:nvPr/>
        </p:nvSpPr>
        <p:spPr>
          <a:xfrm>
            <a:off x="3143250" y="3390900"/>
            <a:ext cx="1847850" cy="895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驱动器</a:t>
            </a:r>
            <a:endParaRPr lang="en-US" altLang="zh-CN" dirty="0"/>
          </a:p>
          <a:p>
            <a:pPr algn="ctr"/>
            <a:r>
              <a:rPr lang="en-US" altLang="zh-CN" dirty="0" err="1"/>
              <a:t>tickhanlder</a:t>
            </a:r>
            <a:endParaRPr lang="en-US" altLang="zh-CN" dirty="0"/>
          </a:p>
          <a:p>
            <a:pPr algn="ctr"/>
            <a:r>
              <a:rPr lang="zh-CN" altLang="en-US" dirty="0"/>
              <a:t>状态机的节拍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A3CBA7A-17EF-D9A9-751D-323C22468CDC}"/>
              </a:ext>
            </a:extLst>
          </p:cNvPr>
          <p:cNvSpPr/>
          <p:nvPr/>
        </p:nvSpPr>
        <p:spPr>
          <a:xfrm>
            <a:off x="0" y="3390900"/>
            <a:ext cx="2495550" cy="895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TIM2</a:t>
            </a:r>
            <a:r>
              <a:rPr lang="zh-CN" altLang="en-US" dirty="0"/>
              <a:t>的</a:t>
            </a:r>
            <a:r>
              <a:rPr lang="en-US" altLang="zh-CN" dirty="0" err="1"/>
              <a:t>ms</a:t>
            </a:r>
            <a:r>
              <a:rPr lang="zh-CN" altLang="en-US" dirty="0"/>
              <a:t>级节拍中断</a:t>
            </a:r>
            <a:endParaRPr lang="en-US" altLang="zh-CN" dirty="0"/>
          </a:p>
          <a:p>
            <a:pPr algn="ctr"/>
            <a:r>
              <a:rPr lang="zh-CN" altLang="en-US" dirty="0"/>
              <a:t>系统时基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756DC73-58CC-3475-4A43-FFCBF8A6600D}"/>
              </a:ext>
            </a:extLst>
          </p:cNvPr>
          <p:cNvSpPr/>
          <p:nvPr/>
        </p:nvSpPr>
        <p:spPr>
          <a:xfrm>
            <a:off x="9486900" y="1676400"/>
            <a:ext cx="2638425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/>
              <a:t>BLDC</a:t>
            </a:r>
            <a:r>
              <a:rPr lang="zh-CN" altLang="en-US" sz="1600" dirty="0"/>
              <a:t>停止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437324E-E9A1-EC68-BC70-2BC2F6C6BC5A}"/>
              </a:ext>
            </a:extLst>
          </p:cNvPr>
          <p:cNvSpPr/>
          <p:nvPr/>
        </p:nvSpPr>
        <p:spPr>
          <a:xfrm>
            <a:off x="9486900" y="3362325"/>
            <a:ext cx="2638425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/>
              <a:t>BLDC</a:t>
            </a:r>
            <a:r>
              <a:rPr lang="zh-CN" altLang="en-US" sz="1600" dirty="0"/>
              <a:t>根据当前旋转方向单步换相（换相后保持足够时间）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8D09156-DC92-7ECC-4C6A-B04EB1100417}"/>
              </a:ext>
            </a:extLst>
          </p:cNvPr>
          <p:cNvSpPr/>
          <p:nvPr/>
        </p:nvSpPr>
        <p:spPr>
          <a:xfrm>
            <a:off x="9486900" y="5048250"/>
            <a:ext cx="2638425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/>
              <a:t>BLDC</a:t>
            </a:r>
            <a:r>
              <a:rPr lang="zh-CN" altLang="en-US" sz="1600" dirty="0"/>
              <a:t>根据当前旋转方向持续换相（每次换相要保持足够时间）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E06C75D-E382-DABE-5789-004A881B5987}"/>
              </a:ext>
            </a:extLst>
          </p:cNvPr>
          <p:cNvSpPr/>
          <p:nvPr/>
        </p:nvSpPr>
        <p:spPr>
          <a:xfrm>
            <a:off x="5172075" y="3390900"/>
            <a:ext cx="1847850" cy="8953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/>
              <a:t>根据当前状态，让</a:t>
            </a:r>
            <a:r>
              <a:rPr lang="en-US" altLang="zh-CN" sz="1600" dirty="0"/>
              <a:t>BLDC</a:t>
            </a:r>
            <a:r>
              <a:rPr lang="zh-CN" altLang="en-US" sz="1600" dirty="0"/>
              <a:t>进行合适动作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7041507-6E96-63CE-1659-5A3D81AC13EE}"/>
              </a:ext>
            </a:extLst>
          </p:cNvPr>
          <p:cNvSpPr/>
          <p:nvPr/>
        </p:nvSpPr>
        <p:spPr>
          <a:xfrm>
            <a:off x="0" y="1790700"/>
            <a:ext cx="2495550" cy="895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按键动作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08C32E8-8E14-2D46-DD5F-28D3056C09AD}"/>
              </a:ext>
            </a:extLst>
          </p:cNvPr>
          <p:cNvSpPr/>
          <p:nvPr/>
        </p:nvSpPr>
        <p:spPr>
          <a:xfrm>
            <a:off x="3143250" y="1790700"/>
            <a:ext cx="1847850" cy="8953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改变</a:t>
            </a:r>
            <a:r>
              <a:rPr lang="en-US" altLang="zh-CN" dirty="0"/>
              <a:t>BLDC</a:t>
            </a:r>
            <a:r>
              <a:rPr lang="zh-CN" altLang="en-US" dirty="0"/>
              <a:t>状态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A8B0E0D-4A37-0E0A-BAD3-EFF7B1B9D00F}"/>
              </a:ext>
            </a:extLst>
          </p:cNvPr>
          <p:cNvSpPr/>
          <p:nvPr/>
        </p:nvSpPr>
        <p:spPr>
          <a:xfrm>
            <a:off x="5172075" y="1790700"/>
            <a:ext cx="1847850" cy="8953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/>
              <a:t>包括旋转方向、运动状态、最短换相保持时间等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8A8139-FE84-C94B-523A-A5843CBCFB79}"/>
              </a:ext>
            </a:extLst>
          </p:cNvPr>
          <p:cNvSpPr txBox="1"/>
          <p:nvPr/>
        </p:nvSpPr>
        <p:spPr>
          <a:xfrm>
            <a:off x="3143250" y="5898430"/>
            <a:ext cx="2824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BLDC</a:t>
            </a:r>
            <a:r>
              <a:rPr lang="zh-CN" altLang="en-US" sz="3200" b="1" dirty="0">
                <a:solidFill>
                  <a:srgbClr val="FF0000"/>
                </a:solidFill>
              </a:rPr>
              <a:t>驱动模块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0C66B25-BD5F-387A-03DA-671F047F480B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2495550" y="2238375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1E69D1A-0255-5504-DDA6-E3F82508BAC0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2495550" y="3838575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BD0E1-181D-3429-A92F-E4B13DB1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bldc_motor.h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608B9A-0485-B444-73F1-40E8D45079B1}"/>
              </a:ext>
            </a:extLst>
          </p:cNvPr>
          <p:cNvSpPr txBox="1"/>
          <p:nvPr/>
        </p:nvSpPr>
        <p:spPr>
          <a:xfrm>
            <a:off x="123825" y="976030"/>
            <a:ext cx="4733925" cy="3593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电机旋转方向枚举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BLDC_CW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顺时针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BLDC_CCW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逆时针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BLDC_Dir_t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100"/>
              </a:lnSpc>
              <a:buNone/>
            </a:pPr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电机状态枚举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BLDC_STOPPED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停止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BLDC_STEP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单步换相转动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BLDC_RUN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持续转动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BLDC_State_t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FD131C-82F3-D9B6-718B-BED0BDD3F375}"/>
              </a:ext>
            </a:extLst>
          </p:cNvPr>
          <p:cNvSpPr txBox="1"/>
          <p:nvPr/>
        </p:nvSpPr>
        <p:spPr>
          <a:xfrm>
            <a:off x="4972050" y="976030"/>
            <a:ext cx="6819900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初始化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BLDC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BLDC_Init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TIM_HandleTypeDef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htim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100"/>
              </a:lnSpc>
              <a:buNone/>
            </a:pPr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设置状态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BLDC_SetState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BLDC_State_t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BLDC_Dir_t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100"/>
              </a:lnSpc>
              <a:buNone/>
            </a:pP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获取状态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BLDC_State_t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BLDC_GetState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100"/>
              </a:lnSpc>
              <a:buNone/>
            </a:pPr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BLDC_Dir_t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BLDC_GetDir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100"/>
              </a:lnSpc>
              <a:buNone/>
            </a:pP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单步换相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BLDC_StepOnce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100"/>
              </a:lnSpc>
              <a:buNone/>
            </a:pPr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设置连续旋转的单步换相间隔时间，防止转的太快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单位</a:t>
            </a:r>
            <a:r>
              <a:rPr lang="en-US" altLang="zh-C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BLDC_SetStepInterval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定时器中断中调用的函数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BLDC_TickHandler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内部函数：配置某一步的通道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BLDC_SetStep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CA8DAF6-93F6-F495-99C8-1923D0E1322A}"/>
              </a:ext>
            </a:extLst>
          </p:cNvPr>
          <p:cNvCxnSpPr>
            <a:cxnSpLocks/>
          </p:cNvCxnSpPr>
          <p:nvPr/>
        </p:nvCxnSpPr>
        <p:spPr>
          <a:xfrm>
            <a:off x="4772025" y="976030"/>
            <a:ext cx="0" cy="588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6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62718-9AC8-C3C8-1DD9-112FB359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bldc_motor.c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DDFFD9-41A3-1E55-940C-74B4C7EA67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见</a:t>
            </a:r>
            <a:r>
              <a:rPr lang="en-US" altLang="zh-CN" dirty="0" err="1"/>
              <a:t>gitee</a:t>
            </a:r>
            <a:r>
              <a:rPr lang="zh-CN" altLang="en-US" dirty="0"/>
              <a:t>案例代码</a:t>
            </a:r>
          </a:p>
        </p:txBody>
      </p:sp>
    </p:spTree>
    <p:extLst>
      <p:ext uri="{BB962C8B-B14F-4D97-AF65-F5344CB8AC3E}">
        <p14:creationId xmlns:p14="http://schemas.microsoft.com/office/powerpoint/2010/main" val="2918827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5887</TotalTime>
  <Words>747</Words>
  <Application>Microsoft Office PowerPoint</Application>
  <PresentationFormat>宽屏</PresentationFormat>
  <Paragraphs>85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Source Han Sans</vt:lpstr>
      <vt:lpstr>Source Han Sans CN Regular</vt:lpstr>
      <vt:lpstr>等线</vt:lpstr>
      <vt:lpstr>微软雅黑</vt:lpstr>
      <vt:lpstr>Arial</vt:lpstr>
      <vt:lpstr>Consolas</vt:lpstr>
      <vt:lpstr>Office 主题​​</vt:lpstr>
      <vt:lpstr>PowerPoint 演示文稿</vt:lpstr>
      <vt:lpstr>状态机</vt:lpstr>
      <vt:lpstr>bldc_motor.h</vt:lpstr>
      <vt:lpstr>bldc_motor.c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142</cp:revision>
  <dcterms:created xsi:type="dcterms:W3CDTF">2025-05-21T06:55:53Z</dcterms:created>
  <dcterms:modified xsi:type="dcterms:W3CDTF">2025-09-15T08:56:05Z</dcterms:modified>
</cp:coreProperties>
</file>