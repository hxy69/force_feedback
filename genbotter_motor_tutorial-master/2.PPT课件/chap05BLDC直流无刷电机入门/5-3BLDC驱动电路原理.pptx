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799" r:id="rId3"/>
    <p:sldId id="800" r:id="rId4"/>
    <p:sldId id="805" r:id="rId5"/>
    <p:sldId id="801" r:id="rId6"/>
    <p:sldId id="806" r:id="rId7"/>
    <p:sldId id="808" r:id="rId8"/>
    <p:sldId id="807" r:id="rId9"/>
    <p:sldId id="28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FF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68F72B-E103-47A9-B9C8-B8CBCF11746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5608F2A-92D2-4EC3-9F2F-6040B8FE00EB}">
      <dgm:prSet/>
      <dgm:spPr/>
      <dgm:t>
        <a:bodyPr/>
        <a:lstStyle/>
        <a:p>
          <a:r>
            <a:rPr lang="en-US" altLang="zh-CN" dirty="0"/>
            <a:t>1. </a:t>
          </a:r>
          <a:r>
            <a:rPr lang="zh-CN" dirty="0"/>
            <a:t>三相全桥拓扑结构</a:t>
          </a:r>
        </a:p>
      </dgm:t>
    </dgm:pt>
    <dgm:pt modelId="{22DD6071-C399-42CA-9E50-ED7C0A35C2AB}" type="parTrans" cxnId="{E0612BCE-5493-4DC7-8133-485213B61397}">
      <dgm:prSet/>
      <dgm:spPr/>
      <dgm:t>
        <a:bodyPr/>
        <a:lstStyle/>
        <a:p>
          <a:endParaRPr lang="zh-CN" altLang="en-US"/>
        </a:p>
      </dgm:t>
    </dgm:pt>
    <dgm:pt modelId="{2FF8938A-1F80-4B9B-A782-75A4990FC7F9}" type="sibTrans" cxnId="{E0612BCE-5493-4DC7-8133-485213B61397}">
      <dgm:prSet/>
      <dgm:spPr/>
      <dgm:t>
        <a:bodyPr/>
        <a:lstStyle/>
        <a:p>
          <a:endParaRPr lang="zh-CN" altLang="en-US"/>
        </a:p>
      </dgm:t>
    </dgm:pt>
    <dgm:pt modelId="{33589326-FEE6-4863-B571-EE9977482681}">
      <dgm:prSet/>
      <dgm:spPr/>
      <dgm:t>
        <a:bodyPr/>
        <a:lstStyle/>
        <a:p>
          <a:r>
            <a:rPr lang="en-US" altLang="zh-CN" dirty="0"/>
            <a:t>2. </a:t>
          </a:r>
          <a:r>
            <a:rPr lang="zh-CN" altLang="en-US" dirty="0"/>
            <a:t>获知电机转动情况</a:t>
          </a:r>
          <a:endParaRPr lang="zh-CN" dirty="0"/>
        </a:p>
      </dgm:t>
    </dgm:pt>
    <dgm:pt modelId="{68E319EB-545F-4359-8DA7-A0B4C43EC5DE}" type="parTrans" cxnId="{77B45A09-5729-4CFC-95D9-B949D8647606}">
      <dgm:prSet/>
      <dgm:spPr/>
      <dgm:t>
        <a:bodyPr/>
        <a:lstStyle/>
        <a:p>
          <a:endParaRPr lang="zh-CN" altLang="en-US"/>
        </a:p>
      </dgm:t>
    </dgm:pt>
    <dgm:pt modelId="{B54ACB94-0642-4ECA-8F90-08863556902A}" type="sibTrans" cxnId="{77B45A09-5729-4CFC-95D9-B949D8647606}">
      <dgm:prSet/>
      <dgm:spPr/>
      <dgm:t>
        <a:bodyPr/>
        <a:lstStyle/>
        <a:p>
          <a:endParaRPr lang="zh-CN" altLang="en-US"/>
        </a:p>
      </dgm:t>
    </dgm:pt>
    <dgm:pt modelId="{A9EC02D0-BF10-4FFB-A268-8E08DDE39729}">
      <dgm:prSet/>
      <dgm:spPr/>
      <dgm:t>
        <a:bodyPr/>
        <a:lstStyle/>
        <a:p>
          <a:r>
            <a:rPr lang="en-US" dirty="0"/>
            <a:t>6</a:t>
          </a:r>
          <a:r>
            <a:rPr lang="zh-CN" dirty="0"/>
            <a:t>个</a:t>
          </a:r>
          <a:r>
            <a:rPr lang="en-US" dirty="0"/>
            <a:t>MOSFET</a:t>
          </a:r>
          <a:r>
            <a:rPr lang="zh-CN" dirty="0"/>
            <a:t>组成</a:t>
          </a:r>
        </a:p>
      </dgm:t>
    </dgm:pt>
    <dgm:pt modelId="{D92328E0-8EC7-4926-9EB1-9A46150195EC}" type="parTrans" cxnId="{F341D921-3A36-4BEB-81D7-3ADC294BF877}">
      <dgm:prSet/>
      <dgm:spPr/>
      <dgm:t>
        <a:bodyPr/>
        <a:lstStyle/>
        <a:p>
          <a:endParaRPr lang="zh-CN" altLang="en-US"/>
        </a:p>
      </dgm:t>
    </dgm:pt>
    <dgm:pt modelId="{4C4715F6-028B-49E4-92EE-216B4104AC0C}" type="sibTrans" cxnId="{F341D921-3A36-4BEB-81D7-3ADC294BF877}">
      <dgm:prSet/>
      <dgm:spPr/>
      <dgm:t>
        <a:bodyPr/>
        <a:lstStyle/>
        <a:p>
          <a:endParaRPr lang="zh-CN" altLang="en-US"/>
        </a:p>
      </dgm:t>
    </dgm:pt>
    <dgm:pt modelId="{617E3180-51A9-47D1-A0C6-BEE490717E61}">
      <dgm:prSet/>
      <dgm:spPr/>
      <dgm:t>
        <a:bodyPr/>
        <a:lstStyle/>
        <a:p>
          <a:r>
            <a:rPr lang="zh-CN" altLang="en-US" dirty="0"/>
            <a:t>霍尔传感器 </a:t>
          </a:r>
          <a:r>
            <a:rPr lang="en-US" altLang="zh-CN" dirty="0"/>
            <a:t>OR </a:t>
          </a:r>
          <a:r>
            <a:rPr lang="zh-CN" altLang="en-US" dirty="0"/>
            <a:t>感应电动势检测</a:t>
          </a:r>
          <a:endParaRPr lang="zh-CN" dirty="0"/>
        </a:p>
      </dgm:t>
    </dgm:pt>
    <dgm:pt modelId="{F47D9FE1-EC3E-450A-94B7-F1783F55A390}" type="parTrans" cxnId="{02FF64CD-34BE-4FCE-B0E7-7CC9A87957D6}">
      <dgm:prSet/>
      <dgm:spPr/>
      <dgm:t>
        <a:bodyPr/>
        <a:lstStyle/>
        <a:p>
          <a:endParaRPr lang="zh-CN" altLang="en-US"/>
        </a:p>
      </dgm:t>
    </dgm:pt>
    <dgm:pt modelId="{B7197C9B-8AD4-4572-8A46-B1455FA2C95E}" type="sibTrans" cxnId="{02FF64CD-34BE-4FCE-B0E7-7CC9A87957D6}">
      <dgm:prSet/>
      <dgm:spPr/>
      <dgm:t>
        <a:bodyPr/>
        <a:lstStyle/>
        <a:p>
          <a:endParaRPr lang="zh-CN" altLang="en-US"/>
        </a:p>
      </dgm:t>
    </dgm:pt>
    <dgm:pt modelId="{E9F75B25-4675-4B14-88DE-160B824C0BA0}">
      <dgm:prSet/>
      <dgm:spPr/>
      <dgm:t>
        <a:bodyPr/>
        <a:lstStyle/>
        <a:p>
          <a:r>
            <a:rPr lang="en-US" altLang="zh-CN" dirty="0"/>
            <a:t>3. BLDC</a:t>
          </a:r>
          <a:r>
            <a:rPr lang="zh-CN" altLang="en-US" dirty="0"/>
            <a:t>驱动整体框图</a:t>
          </a:r>
          <a:endParaRPr lang="zh-CN" dirty="0"/>
        </a:p>
      </dgm:t>
    </dgm:pt>
    <dgm:pt modelId="{C8E8A19B-033D-4AD5-B033-9F49D4491238}" type="parTrans" cxnId="{70D95312-617A-4118-89E3-CA27B60FC345}">
      <dgm:prSet/>
      <dgm:spPr/>
      <dgm:t>
        <a:bodyPr/>
        <a:lstStyle/>
        <a:p>
          <a:endParaRPr lang="zh-CN" altLang="en-US"/>
        </a:p>
      </dgm:t>
    </dgm:pt>
    <dgm:pt modelId="{A8FFA872-9F9E-42A6-B1EA-C8E95BD60430}" type="sibTrans" cxnId="{70D95312-617A-4118-89E3-CA27B60FC345}">
      <dgm:prSet/>
      <dgm:spPr/>
      <dgm:t>
        <a:bodyPr/>
        <a:lstStyle/>
        <a:p>
          <a:endParaRPr lang="zh-CN" altLang="en-US"/>
        </a:p>
      </dgm:t>
    </dgm:pt>
    <dgm:pt modelId="{FF06E770-320B-4592-AE9B-2DC2FB5D2234}">
      <dgm:prSet/>
      <dgm:spPr/>
      <dgm:t>
        <a:bodyPr/>
        <a:lstStyle/>
        <a:p>
          <a:r>
            <a:rPr lang="zh-CN" altLang="en-US" dirty="0"/>
            <a:t>控制、三相</a:t>
          </a:r>
          <a:r>
            <a:rPr lang="en-US" altLang="zh-CN" dirty="0"/>
            <a:t>H</a:t>
          </a:r>
          <a:r>
            <a:rPr lang="zh-CN" altLang="en-US" dirty="0"/>
            <a:t>桥驱动、三相</a:t>
          </a:r>
          <a:r>
            <a:rPr lang="en-US" altLang="zh-CN" dirty="0"/>
            <a:t>H</a:t>
          </a:r>
          <a:r>
            <a:rPr lang="zh-CN" altLang="en-US" dirty="0"/>
            <a:t>桥、霍尔传感器接口</a:t>
          </a:r>
          <a:endParaRPr lang="zh-CN" dirty="0"/>
        </a:p>
      </dgm:t>
    </dgm:pt>
    <dgm:pt modelId="{02789AF7-782C-49DC-BB57-A179F6021C50}" type="parTrans" cxnId="{EAC275D3-9216-44C3-9509-12FD24254D55}">
      <dgm:prSet/>
      <dgm:spPr/>
      <dgm:t>
        <a:bodyPr/>
        <a:lstStyle/>
        <a:p>
          <a:endParaRPr lang="zh-CN" altLang="en-US"/>
        </a:p>
      </dgm:t>
    </dgm:pt>
    <dgm:pt modelId="{8532D089-CFE0-440C-BF47-528A8EAE0670}" type="sibTrans" cxnId="{EAC275D3-9216-44C3-9509-12FD24254D55}">
      <dgm:prSet/>
      <dgm:spPr/>
      <dgm:t>
        <a:bodyPr/>
        <a:lstStyle/>
        <a:p>
          <a:endParaRPr lang="zh-CN" altLang="en-US"/>
        </a:p>
      </dgm:t>
    </dgm:pt>
    <dgm:pt modelId="{EF0D2A5C-4E9F-471C-BF1A-DC1339F472F1}" type="pres">
      <dgm:prSet presAssocID="{CE68F72B-E103-47A9-B9C8-B8CBCF11746A}" presName="linear" presStyleCnt="0">
        <dgm:presLayoutVars>
          <dgm:dir/>
          <dgm:animLvl val="lvl"/>
          <dgm:resizeHandles val="exact"/>
        </dgm:presLayoutVars>
      </dgm:prSet>
      <dgm:spPr/>
    </dgm:pt>
    <dgm:pt modelId="{1C26BB17-7352-4A04-9E70-E5507A04F6BB}" type="pres">
      <dgm:prSet presAssocID="{25608F2A-92D2-4EC3-9F2F-6040B8FE00EB}" presName="parentLin" presStyleCnt="0"/>
      <dgm:spPr/>
    </dgm:pt>
    <dgm:pt modelId="{B557B85C-2386-4B1A-BA4D-3CEE12B2370F}" type="pres">
      <dgm:prSet presAssocID="{25608F2A-92D2-4EC3-9F2F-6040B8FE00EB}" presName="parentLeftMargin" presStyleLbl="node1" presStyleIdx="0" presStyleCnt="3"/>
      <dgm:spPr/>
    </dgm:pt>
    <dgm:pt modelId="{252D1949-D374-4B82-B429-FCCC6154E698}" type="pres">
      <dgm:prSet presAssocID="{25608F2A-92D2-4EC3-9F2F-6040B8FE00E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105E5A8-D0FC-41C1-93D4-4FB2C91016EA}" type="pres">
      <dgm:prSet presAssocID="{25608F2A-92D2-4EC3-9F2F-6040B8FE00EB}" presName="negativeSpace" presStyleCnt="0"/>
      <dgm:spPr/>
    </dgm:pt>
    <dgm:pt modelId="{5AFDC18C-FC03-4260-B97F-42D437E2694E}" type="pres">
      <dgm:prSet presAssocID="{25608F2A-92D2-4EC3-9F2F-6040B8FE00EB}" presName="childText" presStyleLbl="conFgAcc1" presStyleIdx="0" presStyleCnt="3">
        <dgm:presLayoutVars>
          <dgm:bulletEnabled val="1"/>
        </dgm:presLayoutVars>
      </dgm:prSet>
      <dgm:spPr/>
    </dgm:pt>
    <dgm:pt modelId="{93340720-F534-4EB3-B49A-C346BA296E44}" type="pres">
      <dgm:prSet presAssocID="{2FF8938A-1F80-4B9B-A782-75A4990FC7F9}" presName="spaceBetweenRectangles" presStyleCnt="0"/>
      <dgm:spPr/>
    </dgm:pt>
    <dgm:pt modelId="{59C39220-8FAE-42C2-AF31-893F037D7A15}" type="pres">
      <dgm:prSet presAssocID="{33589326-FEE6-4863-B571-EE9977482681}" presName="parentLin" presStyleCnt="0"/>
      <dgm:spPr/>
    </dgm:pt>
    <dgm:pt modelId="{0B3071A1-19EF-4FFB-9E7D-E61B8DFC11FE}" type="pres">
      <dgm:prSet presAssocID="{33589326-FEE6-4863-B571-EE9977482681}" presName="parentLeftMargin" presStyleLbl="node1" presStyleIdx="0" presStyleCnt="3"/>
      <dgm:spPr/>
    </dgm:pt>
    <dgm:pt modelId="{D2A88FAE-897E-4C03-8E6F-0DD88E53F030}" type="pres">
      <dgm:prSet presAssocID="{33589326-FEE6-4863-B571-EE99774826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4D5D326-0AA5-466A-BDA5-B1AE326FC300}" type="pres">
      <dgm:prSet presAssocID="{33589326-FEE6-4863-B571-EE9977482681}" presName="negativeSpace" presStyleCnt="0"/>
      <dgm:spPr/>
    </dgm:pt>
    <dgm:pt modelId="{9BBD60D6-891B-47A6-A8F0-61A33F3779A7}" type="pres">
      <dgm:prSet presAssocID="{33589326-FEE6-4863-B571-EE9977482681}" presName="childText" presStyleLbl="conFgAcc1" presStyleIdx="1" presStyleCnt="3">
        <dgm:presLayoutVars>
          <dgm:bulletEnabled val="1"/>
        </dgm:presLayoutVars>
      </dgm:prSet>
      <dgm:spPr/>
    </dgm:pt>
    <dgm:pt modelId="{54C3D8A7-B346-4B99-8E3B-094EB50170EB}" type="pres">
      <dgm:prSet presAssocID="{B54ACB94-0642-4ECA-8F90-08863556902A}" presName="spaceBetweenRectangles" presStyleCnt="0"/>
      <dgm:spPr/>
    </dgm:pt>
    <dgm:pt modelId="{8C8D0E45-27B3-4D56-99BF-9C245242D389}" type="pres">
      <dgm:prSet presAssocID="{E9F75B25-4675-4B14-88DE-160B824C0BA0}" presName="parentLin" presStyleCnt="0"/>
      <dgm:spPr/>
    </dgm:pt>
    <dgm:pt modelId="{FBC24173-5430-4561-9D0F-3A6C80E2C450}" type="pres">
      <dgm:prSet presAssocID="{E9F75B25-4675-4B14-88DE-160B824C0BA0}" presName="parentLeftMargin" presStyleLbl="node1" presStyleIdx="1" presStyleCnt="3"/>
      <dgm:spPr/>
    </dgm:pt>
    <dgm:pt modelId="{DBA8D0A5-E88F-4273-B13D-0E925B8EC0FF}" type="pres">
      <dgm:prSet presAssocID="{E9F75B25-4675-4B14-88DE-160B824C0BA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5DC639A-B10F-4E17-B7AF-8B8BB0B3C3E1}" type="pres">
      <dgm:prSet presAssocID="{E9F75B25-4675-4B14-88DE-160B824C0BA0}" presName="negativeSpace" presStyleCnt="0"/>
      <dgm:spPr/>
    </dgm:pt>
    <dgm:pt modelId="{487D4FAD-F2C7-4EF8-9EDF-5CA1367F5667}" type="pres">
      <dgm:prSet presAssocID="{E9F75B25-4675-4B14-88DE-160B824C0BA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8B40D03-0EC8-463F-9231-4EDF528C11A0}" type="presOf" srcId="{E9F75B25-4675-4B14-88DE-160B824C0BA0}" destId="{FBC24173-5430-4561-9D0F-3A6C80E2C450}" srcOrd="0" destOrd="0" presId="urn:microsoft.com/office/officeart/2005/8/layout/list1"/>
    <dgm:cxn modelId="{77B45A09-5729-4CFC-95D9-B949D8647606}" srcId="{CE68F72B-E103-47A9-B9C8-B8CBCF11746A}" destId="{33589326-FEE6-4863-B571-EE9977482681}" srcOrd="1" destOrd="0" parTransId="{68E319EB-545F-4359-8DA7-A0B4C43EC5DE}" sibTransId="{B54ACB94-0642-4ECA-8F90-08863556902A}"/>
    <dgm:cxn modelId="{D2873812-8268-4408-8E17-FE8D4C5152E7}" type="presOf" srcId="{33589326-FEE6-4863-B571-EE9977482681}" destId="{0B3071A1-19EF-4FFB-9E7D-E61B8DFC11FE}" srcOrd="0" destOrd="0" presId="urn:microsoft.com/office/officeart/2005/8/layout/list1"/>
    <dgm:cxn modelId="{70D95312-617A-4118-89E3-CA27B60FC345}" srcId="{CE68F72B-E103-47A9-B9C8-B8CBCF11746A}" destId="{E9F75B25-4675-4B14-88DE-160B824C0BA0}" srcOrd="2" destOrd="0" parTransId="{C8E8A19B-033D-4AD5-B033-9F49D4491238}" sibTransId="{A8FFA872-9F9E-42A6-B1EA-C8E95BD60430}"/>
    <dgm:cxn modelId="{1E3BEE12-EF5A-44E5-BA90-B7D39889CEFF}" type="presOf" srcId="{E9F75B25-4675-4B14-88DE-160B824C0BA0}" destId="{DBA8D0A5-E88F-4273-B13D-0E925B8EC0FF}" srcOrd="1" destOrd="0" presId="urn:microsoft.com/office/officeart/2005/8/layout/list1"/>
    <dgm:cxn modelId="{F341D921-3A36-4BEB-81D7-3ADC294BF877}" srcId="{25608F2A-92D2-4EC3-9F2F-6040B8FE00EB}" destId="{A9EC02D0-BF10-4FFB-A268-8E08DDE39729}" srcOrd="0" destOrd="0" parTransId="{D92328E0-8EC7-4926-9EB1-9A46150195EC}" sibTransId="{4C4715F6-028B-49E4-92EE-216B4104AC0C}"/>
    <dgm:cxn modelId="{3DA4B477-5978-47F5-99BE-BDA8D10B599E}" type="presOf" srcId="{CE68F72B-E103-47A9-B9C8-B8CBCF11746A}" destId="{EF0D2A5C-4E9F-471C-BF1A-DC1339F472F1}" srcOrd="0" destOrd="0" presId="urn:microsoft.com/office/officeart/2005/8/layout/list1"/>
    <dgm:cxn modelId="{12EC067F-7322-40EE-BA46-F63931B36021}" type="presOf" srcId="{FF06E770-320B-4592-AE9B-2DC2FB5D2234}" destId="{487D4FAD-F2C7-4EF8-9EDF-5CA1367F5667}" srcOrd="0" destOrd="0" presId="urn:microsoft.com/office/officeart/2005/8/layout/list1"/>
    <dgm:cxn modelId="{D5E465A5-7534-4029-9BA7-DA710CBD4D66}" type="presOf" srcId="{617E3180-51A9-47D1-A0C6-BEE490717E61}" destId="{9BBD60D6-891B-47A6-A8F0-61A33F3779A7}" srcOrd="0" destOrd="0" presId="urn:microsoft.com/office/officeart/2005/8/layout/list1"/>
    <dgm:cxn modelId="{62F0BCB4-73DF-4B81-B3DF-A787DE0D339B}" type="presOf" srcId="{A9EC02D0-BF10-4FFB-A268-8E08DDE39729}" destId="{5AFDC18C-FC03-4260-B97F-42D437E2694E}" srcOrd="0" destOrd="0" presId="urn:microsoft.com/office/officeart/2005/8/layout/list1"/>
    <dgm:cxn modelId="{025C62C4-E94B-4273-B29E-A93DC2A8E884}" type="presOf" srcId="{25608F2A-92D2-4EC3-9F2F-6040B8FE00EB}" destId="{252D1949-D374-4B82-B429-FCCC6154E698}" srcOrd="1" destOrd="0" presId="urn:microsoft.com/office/officeart/2005/8/layout/list1"/>
    <dgm:cxn modelId="{02FF64CD-34BE-4FCE-B0E7-7CC9A87957D6}" srcId="{33589326-FEE6-4863-B571-EE9977482681}" destId="{617E3180-51A9-47D1-A0C6-BEE490717E61}" srcOrd="0" destOrd="0" parTransId="{F47D9FE1-EC3E-450A-94B7-F1783F55A390}" sibTransId="{B7197C9B-8AD4-4572-8A46-B1455FA2C95E}"/>
    <dgm:cxn modelId="{E0612BCE-5493-4DC7-8133-485213B61397}" srcId="{CE68F72B-E103-47A9-B9C8-B8CBCF11746A}" destId="{25608F2A-92D2-4EC3-9F2F-6040B8FE00EB}" srcOrd="0" destOrd="0" parTransId="{22DD6071-C399-42CA-9E50-ED7C0A35C2AB}" sibTransId="{2FF8938A-1F80-4B9B-A782-75A4990FC7F9}"/>
    <dgm:cxn modelId="{EAC275D3-9216-44C3-9509-12FD24254D55}" srcId="{E9F75B25-4675-4B14-88DE-160B824C0BA0}" destId="{FF06E770-320B-4592-AE9B-2DC2FB5D2234}" srcOrd="0" destOrd="0" parTransId="{02789AF7-782C-49DC-BB57-A179F6021C50}" sibTransId="{8532D089-CFE0-440C-BF47-528A8EAE0670}"/>
    <dgm:cxn modelId="{3DC144E3-ED7D-4452-AD07-9A54F974516C}" type="presOf" srcId="{33589326-FEE6-4863-B571-EE9977482681}" destId="{D2A88FAE-897E-4C03-8E6F-0DD88E53F030}" srcOrd="1" destOrd="0" presId="urn:microsoft.com/office/officeart/2005/8/layout/list1"/>
    <dgm:cxn modelId="{F89FE1FA-E66C-440F-B735-2E208278BE62}" type="presOf" srcId="{25608F2A-92D2-4EC3-9F2F-6040B8FE00EB}" destId="{B557B85C-2386-4B1A-BA4D-3CEE12B2370F}" srcOrd="0" destOrd="0" presId="urn:microsoft.com/office/officeart/2005/8/layout/list1"/>
    <dgm:cxn modelId="{8B0A7341-F97B-4181-9AD4-E37A5552061B}" type="presParOf" srcId="{EF0D2A5C-4E9F-471C-BF1A-DC1339F472F1}" destId="{1C26BB17-7352-4A04-9E70-E5507A04F6BB}" srcOrd="0" destOrd="0" presId="urn:microsoft.com/office/officeart/2005/8/layout/list1"/>
    <dgm:cxn modelId="{D9B90958-705F-4EDD-996C-9403F1AF3300}" type="presParOf" srcId="{1C26BB17-7352-4A04-9E70-E5507A04F6BB}" destId="{B557B85C-2386-4B1A-BA4D-3CEE12B2370F}" srcOrd="0" destOrd="0" presId="urn:microsoft.com/office/officeart/2005/8/layout/list1"/>
    <dgm:cxn modelId="{277D3351-2C29-4A7A-ACB5-6748E2AEC082}" type="presParOf" srcId="{1C26BB17-7352-4A04-9E70-E5507A04F6BB}" destId="{252D1949-D374-4B82-B429-FCCC6154E698}" srcOrd="1" destOrd="0" presId="urn:microsoft.com/office/officeart/2005/8/layout/list1"/>
    <dgm:cxn modelId="{730FE70E-2583-415C-9629-0A6EF98B1D95}" type="presParOf" srcId="{EF0D2A5C-4E9F-471C-BF1A-DC1339F472F1}" destId="{2105E5A8-D0FC-41C1-93D4-4FB2C91016EA}" srcOrd="1" destOrd="0" presId="urn:microsoft.com/office/officeart/2005/8/layout/list1"/>
    <dgm:cxn modelId="{A06BBBB0-52D1-4259-9EDD-0BA717B5C833}" type="presParOf" srcId="{EF0D2A5C-4E9F-471C-BF1A-DC1339F472F1}" destId="{5AFDC18C-FC03-4260-B97F-42D437E2694E}" srcOrd="2" destOrd="0" presId="urn:microsoft.com/office/officeart/2005/8/layout/list1"/>
    <dgm:cxn modelId="{3330A241-12F9-4A64-9F4A-E4CF13092F2E}" type="presParOf" srcId="{EF0D2A5C-4E9F-471C-BF1A-DC1339F472F1}" destId="{93340720-F534-4EB3-B49A-C346BA296E44}" srcOrd="3" destOrd="0" presId="urn:microsoft.com/office/officeart/2005/8/layout/list1"/>
    <dgm:cxn modelId="{8E0E737F-EE85-41DE-AD19-5437E95C5403}" type="presParOf" srcId="{EF0D2A5C-4E9F-471C-BF1A-DC1339F472F1}" destId="{59C39220-8FAE-42C2-AF31-893F037D7A15}" srcOrd="4" destOrd="0" presId="urn:microsoft.com/office/officeart/2005/8/layout/list1"/>
    <dgm:cxn modelId="{1E45717C-9CB3-4963-9DAF-686A648487B0}" type="presParOf" srcId="{59C39220-8FAE-42C2-AF31-893F037D7A15}" destId="{0B3071A1-19EF-4FFB-9E7D-E61B8DFC11FE}" srcOrd="0" destOrd="0" presId="urn:microsoft.com/office/officeart/2005/8/layout/list1"/>
    <dgm:cxn modelId="{76B6A137-1FD5-4DEE-9E17-7D79F37AD7DE}" type="presParOf" srcId="{59C39220-8FAE-42C2-AF31-893F037D7A15}" destId="{D2A88FAE-897E-4C03-8E6F-0DD88E53F030}" srcOrd="1" destOrd="0" presId="urn:microsoft.com/office/officeart/2005/8/layout/list1"/>
    <dgm:cxn modelId="{2AE865D5-035A-471A-A495-AE36C94C5C01}" type="presParOf" srcId="{EF0D2A5C-4E9F-471C-BF1A-DC1339F472F1}" destId="{94D5D326-0AA5-466A-BDA5-B1AE326FC300}" srcOrd="5" destOrd="0" presId="urn:microsoft.com/office/officeart/2005/8/layout/list1"/>
    <dgm:cxn modelId="{E6181BA8-E08C-4745-8699-435975C1F505}" type="presParOf" srcId="{EF0D2A5C-4E9F-471C-BF1A-DC1339F472F1}" destId="{9BBD60D6-891B-47A6-A8F0-61A33F3779A7}" srcOrd="6" destOrd="0" presId="urn:microsoft.com/office/officeart/2005/8/layout/list1"/>
    <dgm:cxn modelId="{31F9326F-1748-4408-98BA-7BC7B9EA1FD1}" type="presParOf" srcId="{EF0D2A5C-4E9F-471C-BF1A-DC1339F472F1}" destId="{54C3D8A7-B346-4B99-8E3B-094EB50170EB}" srcOrd="7" destOrd="0" presId="urn:microsoft.com/office/officeart/2005/8/layout/list1"/>
    <dgm:cxn modelId="{1F505D30-1165-4E1D-A8B3-03C8BFFD41D3}" type="presParOf" srcId="{EF0D2A5C-4E9F-471C-BF1A-DC1339F472F1}" destId="{8C8D0E45-27B3-4D56-99BF-9C245242D389}" srcOrd="8" destOrd="0" presId="urn:microsoft.com/office/officeart/2005/8/layout/list1"/>
    <dgm:cxn modelId="{265DC991-54B6-4AA7-B029-7EEA57BCD161}" type="presParOf" srcId="{8C8D0E45-27B3-4D56-99BF-9C245242D389}" destId="{FBC24173-5430-4561-9D0F-3A6C80E2C450}" srcOrd="0" destOrd="0" presId="urn:microsoft.com/office/officeart/2005/8/layout/list1"/>
    <dgm:cxn modelId="{12692260-3FBF-44E0-81D7-C04436D62860}" type="presParOf" srcId="{8C8D0E45-27B3-4D56-99BF-9C245242D389}" destId="{DBA8D0A5-E88F-4273-B13D-0E925B8EC0FF}" srcOrd="1" destOrd="0" presId="urn:microsoft.com/office/officeart/2005/8/layout/list1"/>
    <dgm:cxn modelId="{8A229B4D-C7A7-46B4-9399-6D77A27CB25E}" type="presParOf" srcId="{EF0D2A5C-4E9F-471C-BF1A-DC1339F472F1}" destId="{B5DC639A-B10F-4E17-B7AF-8B8BB0B3C3E1}" srcOrd="9" destOrd="0" presId="urn:microsoft.com/office/officeart/2005/8/layout/list1"/>
    <dgm:cxn modelId="{E46FD10C-BB19-470D-915B-3F6B21CA581B}" type="presParOf" srcId="{EF0D2A5C-4E9F-471C-BF1A-DC1339F472F1}" destId="{487D4FAD-F2C7-4EF8-9EDF-5CA1367F566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DC18C-FC03-4260-B97F-42D437E2694E}">
      <dsp:nvSpPr>
        <dsp:cNvPr id="0" name=""/>
        <dsp:cNvSpPr/>
      </dsp:nvSpPr>
      <dsp:spPr>
        <a:xfrm>
          <a:off x="0" y="46258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6</a:t>
          </a:r>
          <a:r>
            <a:rPr lang="zh-CN" sz="2800" kern="1200" dirty="0"/>
            <a:t>个</a:t>
          </a:r>
          <a:r>
            <a:rPr lang="en-US" sz="2800" kern="1200" dirty="0"/>
            <a:t>MOSFET</a:t>
          </a:r>
          <a:r>
            <a:rPr lang="zh-CN" sz="2800" kern="1200" dirty="0"/>
            <a:t>组成</a:t>
          </a:r>
        </a:p>
      </dsp:txBody>
      <dsp:txXfrm>
        <a:off x="0" y="462587"/>
        <a:ext cx="10688441" cy="1234800"/>
      </dsp:txXfrm>
    </dsp:sp>
    <dsp:sp modelId="{252D1949-D374-4B82-B429-FCCC6154E698}">
      <dsp:nvSpPr>
        <dsp:cNvPr id="0" name=""/>
        <dsp:cNvSpPr/>
      </dsp:nvSpPr>
      <dsp:spPr>
        <a:xfrm>
          <a:off x="534422" y="4930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1. </a:t>
          </a:r>
          <a:r>
            <a:rPr lang="zh-CN" sz="2800" kern="1200" dirty="0"/>
            <a:t>三相全桥拓扑结构</a:t>
          </a:r>
        </a:p>
      </dsp:txBody>
      <dsp:txXfrm>
        <a:off x="574771" y="89656"/>
        <a:ext cx="7401210" cy="745862"/>
      </dsp:txXfrm>
    </dsp:sp>
    <dsp:sp modelId="{9BBD60D6-891B-47A6-A8F0-61A33F3779A7}">
      <dsp:nvSpPr>
        <dsp:cNvPr id="0" name=""/>
        <dsp:cNvSpPr/>
      </dsp:nvSpPr>
      <dsp:spPr>
        <a:xfrm>
          <a:off x="0" y="226186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/>
            <a:t>霍尔传感器 </a:t>
          </a:r>
          <a:r>
            <a:rPr lang="en-US" altLang="zh-CN" sz="2800" kern="1200" dirty="0"/>
            <a:t>OR </a:t>
          </a:r>
          <a:r>
            <a:rPr lang="zh-CN" altLang="en-US" sz="2800" kern="1200" dirty="0"/>
            <a:t>感应电动势检测</a:t>
          </a:r>
          <a:endParaRPr lang="zh-CN" sz="2800" kern="1200" dirty="0"/>
        </a:p>
      </dsp:txBody>
      <dsp:txXfrm>
        <a:off x="0" y="2261867"/>
        <a:ext cx="10688441" cy="1234800"/>
      </dsp:txXfrm>
    </dsp:sp>
    <dsp:sp modelId="{D2A88FAE-897E-4C03-8E6F-0DD88E53F030}">
      <dsp:nvSpPr>
        <dsp:cNvPr id="0" name=""/>
        <dsp:cNvSpPr/>
      </dsp:nvSpPr>
      <dsp:spPr>
        <a:xfrm>
          <a:off x="534422" y="184858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2. </a:t>
          </a:r>
          <a:r>
            <a:rPr lang="zh-CN" altLang="en-US" sz="2800" kern="1200" dirty="0"/>
            <a:t>获知电机转动情况</a:t>
          </a:r>
          <a:endParaRPr lang="zh-CN" sz="2800" kern="1200" dirty="0"/>
        </a:p>
      </dsp:txBody>
      <dsp:txXfrm>
        <a:off x="574771" y="1888936"/>
        <a:ext cx="7401210" cy="745862"/>
      </dsp:txXfrm>
    </dsp:sp>
    <dsp:sp modelId="{487D4FAD-F2C7-4EF8-9EDF-5CA1367F5667}">
      <dsp:nvSpPr>
        <dsp:cNvPr id="0" name=""/>
        <dsp:cNvSpPr/>
      </dsp:nvSpPr>
      <dsp:spPr>
        <a:xfrm>
          <a:off x="0" y="4061147"/>
          <a:ext cx="10688441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83184" rIns="829542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/>
            <a:t>控制、三相</a:t>
          </a:r>
          <a:r>
            <a:rPr lang="en-US" altLang="zh-CN" sz="2800" kern="1200" dirty="0"/>
            <a:t>H</a:t>
          </a:r>
          <a:r>
            <a:rPr lang="zh-CN" altLang="en-US" sz="2800" kern="1200" dirty="0"/>
            <a:t>桥驱动、三相</a:t>
          </a:r>
          <a:r>
            <a:rPr lang="en-US" altLang="zh-CN" sz="2800" kern="1200" dirty="0"/>
            <a:t>H</a:t>
          </a:r>
          <a:r>
            <a:rPr lang="zh-CN" altLang="en-US" sz="2800" kern="1200" dirty="0"/>
            <a:t>桥、霍尔传感器接口</a:t>
          </a:r>
          <a:endParaRPr lang="zh-CN" sz="2800" kern="1200" dirty="0"/>
        </a:p>
      </dsp:txBody>
      <dsp:txXfrm>
        <a:off x="0" y="4061147"/>
        <a:ext cx="10688441" cy="1234800"/>
      </dsp:txXfrm>
    </dsp:sp>
    <dsp:sp modelId="{DBA8D0A5-E88F-4273-B13D-0E925B8EC0FF}">
      <dsp:nvSpPr>
        <dsp:cNvPr id="0" name=""/>
        <dsp:cNvSpPr/>
      </dsp:nvSpPr>
      <dsp:spPr>
        <a:xfrm>
          <a:off x="534422" y="3647867"/>
          <a:ext cx="7481908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3. BLDC</a:t>
          </a:r>
          <a:r>
            <a:rPr lang="zh-CN" altLang="en-US" sz="2800" kern="1200" dirty="0"/>
            <a:t>驱动整体框图</a:t>
          </a:r>
          <a:endParaRPr lang="zh-CN" sz="2800" kern="1200" dirty="0"/>
        </a:p>
      </dsp:txBody>
      <dsp:txXfrm>
        <a:off x="574771" y="3688216"/>
        <a:ext cx="7401210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20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18518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64521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的构成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954732" y="2239385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6107869" y="1883520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zh-CN" altLang="en-US" sz="3200" dirty="0"/>
              <a:t>目录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0E2ED1F3-A677-5884-25BC-D383AD41305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53635923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D89FA-0457-9D2C-1D6A-FA9A4BBF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三相全桥拓扑结构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580DF-D5E6-813D-7FD2-4D38410DD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2" y="2992477"/>
            <a:ext cx="7424890" cy="29956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66CA22-A13D-B452-A850-A393AC2EADED}"/>
              </a:ext>
            </a:extLst>
          </p:cNvPr>
          <p:cNvSpPr txBox="1"/>
          <p:nvPr/>
        </p:nvSpPr>
        <p:spPr>
          <a:xfrm>
            <a:off x="888275" y="1071044"/>
            <a:ext cx="6096000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个半桥组成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每相电机端子连接半桥中点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上下管互补导通，避免直通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544C8E-BBD9-73C4-1CC2-BE69C61D6E48}"/>
              </a:ext>
            </a:extLst>
          </p:cNvPr>
          <p:cNvSpPr txBox="1"/>
          <p:nvPr/>
        </p:nvSpPr>
        <p:spPr>
          <a:xfrm>
            <a:off x="8029303" y="2865120"/>
            <a:ext cx="361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导通后，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中任一导通可形成回路</a:t>
            </a:r>
          </a:p>
        </p:txBody>
      </p:sp>
    </p:spTree>
    <p:extLst>
      <p:ext uri="{BB962C8B-B14F-4D97-AF65-F5344CB8AC3E}">
        <p14:creationId xmlns:p14="http://schemas.microsoft.com/office/powerpoint/2010/main" val="376659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01367-C959-3E13-3C11-4A7C82E9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六步换相导通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387F72-0714-6F4C-4A29-686DFA61D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17" y="1111321"/>
            <a:ext cx="3640183" cy="1903089"/>
          </a:xfrm>
          <a:prstGeom prst="rect">
            <a:avLst/>
          </a:prstGeo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F6FC925-00DE-5402-0FE7-19A13E6FE29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755000" y="1111321"/>
            <a:ext cx="7233795" cy="4679879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A396C403-65C6-1F41-E7A2-CE5948ECC99B}"/>
              </a:ext>
            </a:extLst>
          </p:cNvPr>
          <p:cNvSpPr/>
          <p:nvPr/>
        </p:nvSpPr>
        <p:spPr>
          <a:xfrm>
            <a:off x="6839066" y="4754880"/>
            <a:ext cx="679268" cy="5660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0E1BAA-2E7A-4433-487D-0CC5F0341EB2}"/>
              </a:ext>
            </a:extLst>
          </p:cNvPr>
          <p:cNvSpPr txBox="1"/>
          <p:nvPr/>
        </p:nvSpPr>
        <p:spPr>
          <a:xfrm>
            <a:off x="8885181" y="5037908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实际应用中，使用</a:t>
            </a:r>
            <a:r>
              <a:rPr lang="en-US" altLang="zh-CN" dirty="0"/>
              <a:t>MOS</a:t>
            </a:r>
            <a:r>
              <a:rPr lang="zh-CN" altLang="en-US" dirty="0"/>
              <a:t>管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AA1D196-6B70-CD8F-E8B0-B9AB61034AFF}"/>
              </a:ext>
            </a:extLst>
          </p:cNvPr>
          <p:cNvCxnSpPr>
            <a:stCxn id="12" idx="1"/>
            <a:endCxn id="11" idx="6"/>
          </p:cNvCxnSpPr>
          <p:nvPr/>
        </p:nvCxnSpPr>
        <p:spPr>
          <a:xfrm flipH="1" flipV="1">
            <a:off x="7518334" y="5037909"/>
            <a:ext cx="1366847" cy="184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55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1A831-C5BD-9AD1-1271-986B3CFC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电机旋转情况感知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A85C60-0AE0-7A6A-9F57-5F328547F342}"/>
              </a:ext>
            </a:extLst>
          </p:cNvPr>
          <p:cNvSpPr txBox="1"/>
          <p:nvPr/>
        </p:nvSpPr>
        <p:spPr>
          <a:xfrm>
            <a:off x="1078193" y="1100390"/>
            <a:ext cx="9902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BLDC</a:t>
            </a:r>
            <a:r>
              <a:rPr lang="zh-CN" altLang="en-US" b="1" dirty="0"/>
              <a:t>的驱动器必须知道转子磁极目前转到哪里了，才能在正确的时机换相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DE75F2BC-D415-3D14-7D60-AEA75FB57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44488"/>
              </p:ext>
            </p:extLst>
          </p:nvPr>
        </p:nvGraphicFramePr>
        <p:xfrm>
          <a:off x="633428" y="2081789"/>
          <a:ext cx="5871876" cy="360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938">
                  <a:extLst>
                    <a:ext uri="{9D8B030D-6E8A-4147-A177-3AD203B41FA5}">
                      <a16:colId xmlns:a16="http://schemas.microsoft.com/office/drawing/2014/main" val="2303526510"/>
                    </a:ext>
                  </a:extLst>
                </a:gridCol>
                <a:gridCol w="2935938">
                  <a:extLst>
                    <a:ext uri="{9D8B030D-6E8A-4147-A177-3AD203B41FA5}">
                      <a16:colId xmlns:a16="http://schemas.microsoft.com/office/drawing/2014/main" val="866061253"/>
                    </a:ext>
                  </a:extLst>
                </a:gridCol>
              </a:tblGrid>
              <a:tr h="5371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步进电机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BLDC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49119"/>
                  </a:ext>
                </a:extLst>
              </a:tr>
              <a:tr h="3068152"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转子和定子都有齿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（50 齿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100齿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当定子某一相绕组通电时，转子齿会“对齐”到最近的定子齿 → 一个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稳定平衡点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由于齿数设计的不同，转子只能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一格一格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地运动（这就是“步距角”，比如 1.8°）。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转子是整体永磁体（2或4 极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），没有齿槽结构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定子绕组产生旋转磁场，转子只是跟着磁场转动 → 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它是连续的运动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，不是“一格一格的”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，和步进不同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换相的时机和转子磁极位置不一致，就会出现反向力矩、抖动或停转。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689643"/>
                  </a:ext>
                </a:extLst>
              </a:tr>
            </a:tbl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6EAD4B0C-C4A2-778F-A393-2B68B17C7DE7}"/>
              </a:ext>
            </a:extLst>
          </p:cNvPr>
          <p:cNvGrpSpPr/>
          <p:nvPr/>
        </p:nvGrpSpPr>
        <p:grpSpPr>
          <a:xfrm>
            <a:off x="7175625" y="1944587"/>
            <a:ext cx="4465439" cy="1864602"/>
            <a:chOff x="7654834" y="2987039"/>
            <a:chExt cx="4465439" cy="1864602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EADA156-1456-7FB3-D135-FDCAAAE5D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4834" y="2987039"/>
              <a:ext cx="3986229" cy="1838476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FCB851E-E039-05A0-6A39-CECDC59CA8CB}"/>
                </a:ext>
              </a:extLst>
            </p:cNvPr>
            <p:cNvSpPr/>
            <p:nvPr/>
          </p:nvSpPr>
          <p:spPr>
            <a:xfrm>
              <a:off x="9039497" y="3335383"/>
              <a:ext cx="1193074" cy="40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输出高电平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C4FA1AC-8894-3221-7137-E8FEF23E5069}"/>
                </a:ext>
              </a:extLst>
            </p:cNvPr>
            <p:cNvSpPr/>
            <p:nvPr/>
          </p:nvSpPr>
          <p:spPr>
            <a:xfrm>
              <a:off x="10927199" y="3211566"/>
              <a:ext cx="1193074" cy="6569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输出低电平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8456B8D-FCD8-6902-BC4C-24E890EE9C2B}"/>
                </a:ext>
              </a:extLst>
            </p:cNvPr>
            <p:cNvSpPr/>
            <p:nvPr/>
          </p:nvSpPr>
          <p:spPr>
            <a:xfrm>
              <a:off x="8133805" y="4442338"/>
              <a:ext cx="1193074" cy="40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霍尔传感器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2725AB8-222A-3E4E-D7B6-C72BD1E40141}"/>
                </a:ext>
              </a:extLst>
            </p:cNvPr>
            <p:cNvSpPr/>
            <p:nvPr/>
          </p:nvSpPr>
          <p:spPr>
            <a:xfrm>
              <a:off x="10232571" y="4442338"/>
              <a:ext cx="1193074" cy="40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霍尔传感器</a:t>
              </a: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C643D9AA-F81F-26AA-B512-2D6B14809FC6}"/>
              </a:ext>
            </a:extLst>
          </p:cNvPr>
          <p:cNvSpPr txBox="1"/>
          <p:nvPr/>
        </p:nvSpPr>
        <p:spPr>
          <a:xfrm>
            <a:off x="7044558" y="5144988"/>
            <a:ext cx="47982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通过检测电机反电动势（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-apple-system"/>
              </a:rPr>
              <a:t>Back-EMF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）的过零点或电感变化，间接估算转子位置，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无感控制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C211BAD-8F73-AA71-DBFF-908372FA2AED}"/>
              </a:ext>
            </a:extLst>
          </p:cNvPr>
          <p:cNvSpPr txBox="1"/>
          <p:nvPr/>
        </p:nvSpPr>
        <p:spPr>
          <a:xfrm>
            <a:off x="7044557" y="4007590"/>
            <a:ext cx="47982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用霍尔传感器（或其它传感器）检测转子位置，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有感控制</a:t>
            </a:r>
          </a:p>
        </p:txBody>
      </p:sp>
    </p:spTree>
    <p:extLst>
      <p:ext uri="{BB962C8B-B14F-4D97-AF65-F5344CB8AC3E}">
        <p14:creationId xmlns:p14="http://schemas.microsoft.com/office/powerpoint/2010/main" val="375894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3E98-2E9A-7181-0457-EACF9B0C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9020A-2EB3-D5BD-233B-B73E584AD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电机旋转情况感知</a:t>
            </a:r>
            <a:r>
              <a:rPr lang="en-US" altLang="zh-CN" dirty="0"/>
              <a:t>——</a:t>
            </a:r>
            <a:r>
              <a:rPr lang="zh-CN" altLang="en-US" dirty="0"/>
              <a:t>霍尔传感器示意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837839-3FF6-4A06-0DEF-D51640FA9573}"/>
              </a:ext>
            </a:extLst>
          </p:cNvPr>
          <p:cNvSpPr txBox="1"/>
          <p:nvPr/>
        </p:nvSpPr>
        <p:spPr>
          <a:xfrm>
            <a:off x="1078193" y="1100390"/>
            <a:ext cx="9902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根据三个霍尔传感器的读数知道转子在哪个区间，控制下一个定子上的磁场方向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AD2F7B-385A-EC4F-3FC4-543542D6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49" y="2053182"/>
            <a:ext cx="4789946" cy="30365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B2E0A5C-94A2-6DDF-79AF-04A03CD1D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25" y="2053182"/>
            <a:ext cx="6988054" cy="303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9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48D8B-768A-7525-707D-4040ECAA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88" y="374795"/>
            <a:ext cx="9311972" cy="390527"/>
          </a:xfrm>
        </p:spPr>
        <p:txBody>
          <a:bodyPr/>
          <a:lstStyle/>
          <a:p>
            <a:r>
              <a:rPr lang="zh-CN" altLang="en-US" sz="2800" dirty="0"/>
              <a:t>某</a:t>
            </a:r>
            <a:r>
              <a:rPr lang="en-US" altLang="zh-CN" sz="2800" dirty="0"/>
              <a:t>BLDC</a:t>
            </a:r>
            <a:r>
              <a:rPr lang="zh-CN" altLang="en-US" sz="2800" dirty="0"/>
              <a:t>电机霍尔读数与三相</a:t>
            </a:r>
            <a:r>
              <a:rPr lang="en-US" altLang="zh-CN" sz="2800" dirty="0"/>
              <a:t>H</a:t>
            </a:r>
            <a:r>
              <a:rPr lang="zh-CN" altLang="en-US" sz="2800" dirty="0"/>
              <a:t>桥导通情况对照表（示例）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B29266-5609-D442-9F1F-97093E853EF3}"/>
              </a:ext>
            </a:extLst>
          </p:cNvPr>
          <p:cNvSpPr txBox="1"/>
          <p:nvPr/>
        </p:nvSpPr>
        <p:spPr>
          <a:xfrm>
            <a:off x="7926347" y="993140"/>
            <a:ext cx="3838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1" dirty="0">
                <a:solidFill>
                  <a:srgbClr val="404040"/>
                </a:solidFill>
                <a:effectLst/>
                <a:latin typeface="Helvetica Neue"/>
                <a:ea typeface="Helvetica Neue"/>
                <a:cs typeface="Helvetica Neue"/>
              </a:rPr>
              <a:t>0</a:t>
            </a:r>
            <a:r>
              <a:rPr lang="zh-CN" altLang="zh-CN" sz="18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Helvetica Neue"/>
                <a:cs typeface="Helvetica Neue"/>
              </a:rPr>
              <a:t>：低电平（霍尔传感器未被触发）</a:t>
            </a:r>
            <a:endParaRPr lang="zh-CN" altLang="zh-CN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800" b="1" dirty="0">
                <a:solidFill>
                  <a:srgbClr val="404040"/>
                </a:solidFill>
                <a:effectLst/>
                <a:latin typeface="Helvetica Neue"/>
                <a:ea typeface="Helvetica Neue"/>
                <a:cs typeface="Helvetica Neue"/>
              </a:rPr>
              <a:t>1</a:t>
            </a:r>
            <a:r>
              <a:rPr lang="zh-CN" altLang="zh-CN" sz="18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Helvetica Neue"/>
                <a:cs typeface="Helvetica Neue"/>
              </a:rPr>
              <a:t>：高电平（霍尔传感器被触发）</a:t>
            </a:r>
            <a:endParaRPr lang="zh-CN" altLang="zh-CN" sz="18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439A713B-09E5-7C68-2351-96F09272F03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1087" y="993140"/>
            <a:ext cx="7735260" cy="53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2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45C9-B67D-3668-81C8-6E4078DE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17DC9-6FC9-4BCB-68BB-C40EB1FF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BLDC</a:t>
            </a:r>
            <a:r>
              <a:rPr lang="zh-CN" altLang="en-US" dirty="0"/>
              <a:t>电机驱动框图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4ABEAEB-5EC4-385D-D91C-516CF63E1C0A}"/>
              </a:ext>
            </a:extLst>
          </p:cNvPr>
          <p:cNvGrpSpPr/>
          <p:nvPr/>
        </p:nvGrpSpPr>
        <p:grpSpPr>
          <a:xfrm>
            <a:off x="662932" y="1176211"/>
            <a:ext cx="8889441" cy="4274677"/>
            <a:chOff x="1124571" y="1105190"/>
            <a:chExt cx="9942857" cy="464761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142049F-854A-0E81-85A6-B8D6D8B13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4571" y="1105190"/>
              <a:ext cx="9942857" cy="4647619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D76BD0C-CF8F-1982-54EB-D2E25856DF8E}"/>
                </a:ext>
              </a:extLst>
            </p:cNvPr>
            <p:cNvSpPr/>
            <p:nvPr/>
          </p:nvSpPr>
          <p:spPr>
            <a:xfrm>
              <a:off x="2059619" y="1607265"/>
              <a:ext cx="1136342" cy="22545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41F40BA-3C2C-5C3C-FDCD-0FBAA22BA461}"/>
              </a:ext>
            </a:extLst>
          </p:cNvPr>
          <p:cNvSpPr txBox="1"/>
          <p:nvPr/>
        </p:nvSpPr>
        <p:spPr>
          <a:xfrm>
            <a:off x="1112188" y="5858862"/>
            <a:ext cx="9869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实际上，为了让三相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桥驱动好好工作，还需要电源模块、保护电路等</a:t>
            </a:r>
          </a:p>
        </p:txBody>
      </p:sp>
    </p:spTree>
    <p:extLst>
      <p:ext uri="{BB962C8B-B14F-4D97-AF65-F5344CB8AC3E}">
        <p14:creationId xmlns:p14="http://schemas.microsoft.com/office/powerpoint/2010/main" val="86244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6170</TotalTime>
  <Words>422</Words>
  <Application>Microsoft Office PowerPoint</Application>
  <PresentationFormat>宽屏</PresentationFormat>
  <Paragraphs>52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-apple-system</vt:lpstr>
      <vt:lpstr>Helvetica Neue</vt:lpstr>
      <vt:lpstr>Source Han Sans</vt:lpstr>
      <vt:lpstr>Source Han Sans CN Regular</vt:lpstr>
      <vt:lpstr>等线</vt:lpstr>
      <vt:lpstr>微软雅黑</vt:lpstr>
      <vt:lpstr>Arial</vt:lpstr>
      <vt:lpstr>Calibri</vt:lpstr>
      <vt:lpstr>Wingdings</vt:lpstr>
      <vt:lpstr>Office 主题​​</vt:lpstr>
      <vt:lpstr>PowerPoint 演示文稿</vt:lpstr>
      <vt:lpstr>目录</vt:lpstr>
      <vt:lpstr>1. 三相全桥拓扑结构</vt:lpstr>
      <vt:lpstr>六步换相导通</vt:lpstr>
      <vt:lpstr>2. 电机旋转情况感知</vt:lpstr>
      <vt:lpstr>2. 电机旋转情况感知——霍尔传感器示意</vt:lpstr>
      <vt:lpstr>某BLDC电机霍尔读数与三相H桥导通情况对照表（示例）</vt:lpstr>
      <vt:lpstr>3. BLDC电机驱动框图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141</cp:revision>
  <dcterms:created xsi:type="dcterms:W3CDTF">2025-05-21T06:55:53Z</dcterms:created>
  <dcterms:modified xsi:type="dcterms:W3CDTF">2025-09-12T08:21:03Z</dcterms:modified>
</cp:coreProperties>
</file>