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03" r:id="rId2"/>
    <p:sldId id="289" r:id="rId3"/>
    <p:sldId id="802" r:id="rId4"/>
    <p:sldId id="800" r:id="rId5"/>
    <p:sldId id="799" r:id="rId6"/>
    <p:sldId id="805" r:id="rId7"/>
    <p:sldId id="807" r:id="rId8"/>
    <p:sldId id="804" r:id="rId9"/>
    <p:sldId id="808" r:id="rId10"/>
    <p:sldId id="28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3D8"/>
    <a:srgbClr val="F94502"/>
    <a:srgbClr val="FFFFFF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baseline="0" dirty="0"/>
            <a:t>1. </a:t>
          </a:r>
          <a:r>
            <a:rPr lang="zh-CN" b="0" i="0" baseline="0" dirty="0"/>
            <a:t>什么是BLDC（概念、与有刷对比表）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118A83C-5222-4221-A506-F83C2AA7FC34}">
      <dgm:prSet/>
      <dgm:spPr/>
      <dgm:t>
        <a:bodyPr/>
        <a:lstStyle/>
        <a:p>
          <a:r>
            <a:rPr lang="en-US" altLang="zh-CN" b="0" i="0" baseline="0" dirty="0"/>
            <a:t>2. </a:t>
          </a:r>
          <a:r>
            <a:rPr lang="zh-CN" altLang="en-US" b="0" i="0" baseline="0" dirty="0"/>
            <a:t>有刷变无刷的思路（无刷电机的一般原理）</a:t>
          </a:r>
          <a:endParaRPr lang="zh-CN" dirty="0"/>
        </a:p>
      </dgm:t>
    </dgm:pt>
    <dgm:pt modelId="{D48F979D-CEE7-4607-A4C7-859C651DBD36}" type="par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2BFAFC48-F919-4681-86DE-0DA1D0706F30}" type="sib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4ED9C52C-BB00-4A4E-A056-6D3431BE6546}">
      <dgm:prSet/>
      <dgm:spPr/>
      <dgm:t>
        <a:bodyPr/>
        <a:lstStyle/>
        <a:p>
          <a:r>
            <a:rPr lang="en-US" altLang="zh-CN" b="0" i="0" baseline="0" dirty="0"/>
            <a:t>3. </a:t>
          </a:r>
          <a:r>
            <a:rPr lang="zh-CN" b="0" i="0" baseline="0" dirty="0"/>
            <a:t>工作原理：定子绕组产生旋转磁场</a:t>
          </a:r>
          <a:endParaRPr lang="zh-CN" dirty="0"/>
        </a:p>
      </dgm:t>
    </dgm:pt>
    <dgm:pt modelId="{2A55890C-BCED-4C0F-B7C8-B61AB761DB99}" type="par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B6A78FE3-AB56-465F-B4B0-EC8772DCEF17}" type="sib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871CB9B6-FF2C-46C8-8AA1-87E15F4BDC9D}">
      <dgm:prSet/>
      <dgm:spPr/>
      <dgm:t>
        <a:bodyPr/>
        <a:lstStyle/>
        <a:p>
          <a:r>
            <a:rPr lang="en-US" altLang="zh-CN" b="0" i="0" baseline="0" dirty="0"/>
            <a:t>4. </a:t>
          </a:r>
          <a:r>
            <a:rPr lang="zh-CN" b="0" i="0" baseline="0" dirty="0"/>
            <a:t>三相驱动的核心思想（A-B-C依次通电）</a:t>
          </a:r>
          <a:endParaRPr lang="zh-CN" dirty="0"/>
        </a:p>
      </dgm:t>
    </dgm:pt>
    <dgm:pt modelId="{D942A074-15A2-4B0A-848B-D9943C7F320F}" type="parTrans" cxnId="{CCF44B02-0C11-46E8-B4BB-98B1B757D86E}">
      <dgm:prSet/>
      <dgm:spPr/>
      <dgm:t>
        <a:bodyPr/>
        <a:lstStyle/>
        <a:p>
          <a:endParaRPr lang="zh-CN" altLang="en-US"/>
        </a:p>
      </dgm:t>
    </dgm:pt>
    <dgm:pt modelId="{0BB781B6-2594-4954-9CE6-5794B4BA4B5E}" type="sibTrans" cxnId="{CCF44B02-0C11-46E8-B4BB-98B1B757D86E}">
      <dgm:prSet/>
      <dgm:spPr/>
      <dgm:t>
        <a:bodyPr/>
        <a:lstStyle/>
        <a:p>
          <a:endParaRPr lang="zh-CN" altLang="en-US"/>
        </a:p>
      </dgm:t>
    </dgm:pt>
    <dgm:pt modelId="{0101DC69-1117-4564-A110-D1F759C60419}">
      <dgm:prSet/>
      <dgm:spPr/>
      <dgm:t>
        <a:bodyPr/>
        <a:lstStyle/>
        <a:p>
          <a:r>
            <a:rPr lang="en-US" altLang="zh-CN" b="0" i="0" baseline="0" dirty="0"/>
            <a:t>5. </a:t>
          </a:r>
          <a:r>
            <a:rPr lang="zh-CN" b="0" i="0" baseline="0" dirty="0"/>
            <a:t>六步换向的基本示意（简化版）</a:t>
          </a:r>
          <a:endParaRPr lang="zh-CN" dirty="0"/>
        </a:p>
      </dgm:t>
    </dgm:pt>
    <dgm:pt modelId="{F83D30F5-4C0C-4361-877A-864C8FCF0F96}" type="parTrans" cxnId="{BF8D37BB-29C5-4A3B-A64A-EB478AE6E646}">
      <dgm:prSet/>
      <dgm:spPr/>
      <dgm:t>
        <a:bodyPr/>
        <a:lstStyle/>
        <a:p>
          <a:endParaRPr lang="zh-CN" altLang="en-US"/>
        </a:p>
      </dgm:t>
    </dgm:pt>
    <dgm:pt modelId="{DFF5D7CB-97FA-47B5-BA69-EFDE1A4D1B09}" type="sibTrans" cxnId="{BF8D37BB-29C5-4A3B-A64A-EB478AE6E646}">
      <dgm:prSet/>
      <dgm:spPr/>
      <dgm:t>
        <a:bodyPr/>
        <a:lstStyle/>
        <a:p>
          <a:endParaRPr lang="zh-CN" altLang="en-US"/>
        </a:p>
      </dgm:t>
    </dgm:pt>
    <dgm:pt modelId="{08E997D5-91A6-4313-A088-56F7AE214552}">
      <dgm:prSet/>
      <dgm:spPr/>
      <dgm:t>
        <a:bodyPr/>
        <a:lstStyle/>
        <a:p>
          <a:r>
            <a:rPr lang="en-US" altLang="zh-CN" dirty="0"/>
            <a:t>6. </a:t>
          </a:r>
          <a:r>
            <a:rPr lang="zh-CN" altLang="en-US" dirty="0"/>
            <a:t>和步进电机的比较</a:t>
          </a:r>
          <a:endParaRPr lang="zh-CN" dirty="0"/>
        </a:p>
      </dgm:t>
    </dgm:pt>
    <dgm:pt modelId="{01DEA917-B583-46C8-9CDD-4D85222B9E88}" type="parTrans" cxnId="{BCC7D474-1DFE-4614-950D-492E47D3AFE0}">
      <dgm:prSet/>
      <dgm:spPr/>
      <dgm:t>
        <a:bodyPr/>
        <a:lstStyle/>
        <a:p>
          <a:endParaRPr lang="zh-CN" altLang="en-US"/>
        </a:p>
      </dgm:t>
    </dgm:pt>
    <dgm:pt modelId="{6A7BDD89-E1B5-4348-8B67-D0BD3946F2CE}" type="sibTrans" cxnId="{BCC7D474-1DFE-4614-950D-492E47D3AFE0}">
      <dgm:prSet/>
      <dgm:spPr/>
      <dgm:t>
        <a:bodyPr/>
        <a:lstStyle/>
        <a:p>
          <a:endParaRPr lang="zh-CN" altLang="en-US"/>
        </a:p>
      </dgm:t>
    </dgm:pt>
    <dgm:pt modelId="{738BEC7C-3245-4286-9DF7-13B01FFA45FB}" type="pres">
      <dgm:prSet presAssocID="{8CD2E5DB-863B-4C72-909B-8B419B7117A4}" presName="Name0" presStyleCnt="0">
        <dgm:presLayoutVars>
          <dgm:chMax/>
          <dgm:chPref/>
          <dgm:dir/>
        </dgm:presLayoutVars>
      </dgm:prSet>
      <dgm:spPr/>
    </dgm:pt>
    <dgm:pt modelId="{055E1E82-F836-47A6-BC32-2DE6ACF44229}" type="pres">
      <dgm:prSet presAssocID="{E64E6344-03F3-41EA-B2B3-D9F732B8BD60}" presName="parenttextcomposite" presStyleCnt="0"/>
      <dgm:spPr/>
    </dgm:pt>
    <dgm:pt modelId="{1C4478CB-78FA-4414-9C89-53ACFBCE411B}" type="pres">
      <dgm:prSet presAssocID="{E64E6344-03F3-41EA-B2B3-D9F732B8BD60}" presName="parenttext" presStyleLbl="revTx" presStyleIdx="0" presStyleCnt="6">
        <dgm:presLayoutVars>
          <dgm:chMax/>
          <dgm:chPref val="2"/>
          <dgm:bulletEnabled val="1"/>
        </dgm:presLayoutVars>
      </dgm:prSet>
      <dgm:spPr/>
    </dgm:pt>
    <dgm:pt modelId="{B0277B7C-836D-47A8-B3BC-AC5757B50D54}" type="pres">
      <dgm:prSet presAssocID="{E64E6344-03F3-41EA-B2B3-D9F732B8BD60}" presName="parallelogramComposite" presStyleCnt="0"/>
      <dgm:spPr/>
    </dgm:pt>
    <dgm:pt modelId="{A614731B-BCE0-4731-84AA-055B66388F5D}" type="pres">
      <dgm:prSet presAssocID="{E64E6344-03F3-41EA-B2B3-D9F732B8BD60}" presName="parallelogram1" presStyleLbl="alignNode1" presStyleIdx="0" presStyleCnt="42"/>
      <dgm:spPr/>
    </dgm:pt>
    <dgm:pt modelId="{25AE42F5-658F-48EB-9FCF-DCC1A6CF8AE4}" type="pres">
      <dgm:prSet presAssocID="{E64E6344-03F3-41EA-B2B3-D9F732B8BD60}" presName="parallelogram2" presStyleLbl="alignNode1" presStyleIdx="1" presStyleCnt="42"/>
      <dgm:spPr/>
    </dgm:pt>
    <dgm:pt modelId="{FEE00E69-F14F-43AF-8A1E-E4E7EA79D594}" type="pres">
      <dgm:prSet presAssocID="{E64E6344-03F3-41EA-B2B3-D9F732B8BD60}" presName="parallelogram3" presStyleLbl="alignNode1" presStyleIdx="2" presStyleCnt="42"/>
      <dgm:spPr/>
    </dgm:pt>
    <dgm:pt modelId="{C945F776-9E00-4635-AB7D-CB30AD2AFD9F}" type="pres">
      <dgm:prSet presAssocID="{E64E6344-03F3-41EA-B2B3-D9F732B8BD60}" presName="parallelogram4" presStyleLbl="alignNode1" presStyleIdx="3" presStyleCnt="42"/>
      <dgm:spPr/>
    </dgm:pt>
    <dgm:pt modelId="{2189FF60-D3C8-4931-B00D-B45E380C9F68}" type="pres">
      <dgm:prSet presAssocID="{E64E6344-03F3-41EA-B2B3-D9F732B8BD60}" presName="parallelogram5" presStyleLbl="alignNode1" presStyleIdx="4" presStyleCnt="42"/>
      <dgm:spPr/>
    </dgm:pt>
    <dgm:pt modelId="{90D9821C-89AA-4408-A115-111B28E9EEF7}" type="pres">
      <dgm:prSet presAssocID="{E64E6344-03F3-41EA-B2B3-D9F732B8BD60}" presName="parallelogram6" presStyleLbl="alignNode1" presStyleIdx="5" presStyleCnt="42"/>
      <dgm:spPr/>
    </dgm:pt>
    <dgm:pt modelId="{FE5A3424-D893-4DB0-AED5-4AA5EEE9E952}" type="pres">
      <dgm:prSet presAssocID="{E64E6344-03F3-41EA-B2B3-D9F732B8BD60}" presName="parallelogram7" presStyleLbl="alignNode1" presStyleIdx="6" presStyleCnt="42"/>
      <dgm:spPr/>
    </dgm:pt>
    <dgm:pt modelId="{DB53369C-F37E-439A-B454-2A3E26B5C592}" type="pres">
      <dgm:prSet presAssocID="{0DC89421-7892-4BB5-8A47-F6705D342A56}" presName="sibTrans" presStyleCnt="0"/>
      <dgm:spPr/>
    </dgm:pt>
    <dgm:pt modelId="{972A3C29-5A13-436B-B57C-C9F86793AEB6}" type="pres">
      <dgm:prSet presAssocID="{D118A83C-5222-4221-A506-F83C2AA7FC34}" presName="parenttextcomposite" presStyleCnt="0"/>
      <dgm:spPr/>
    </dgm:pt>
    <dgm:pt modelId="{E3B57A0B-D321-4B2B-AF35-06912DD4DB42}" type="pres">
      <dgm:prSet presAssocID="{D118A83C-5222-4221-A506-F83C2AA7FC34}" presName="parenttext" presStyleLbl="revTx" presStyleIdx="1" presStyleCnt="6">
        <dgm:presLayoutVars>
          <dgm:chMax/>
          <dgm:chPref val="2"/>
          <dgm:bulletEnabled val="1"/>
        </dgm:presLayoutVars>
      </dgm:prSet>
      <dgm:spPr/>
    </dgm:pt>
    <dgm:pt modelId="{B6D4990B-EFB7-4577-B1DD-2745398976C9}" type="pres">
      <dgm:prSet presAssocID="{D118A83C-5222-4221-A506-F83C2AA7FC34}" presName="parallelogramComposite" presStyleCnt="0"/>
      <dgm:spPr/>
    </dgm:pt>
    <dgm:pt modelId="{EF36861A-3A1C-4428-A4B8-9A815B01A6F1}" type="pres">
      <dgm:prSet presAssocID="{D118A83C-5222-4221-A506-F83C2AA7FC34}" presName="parallelogram1" presStyleLbl="alignNode1" presStyleIdx="7" presStyleCnt="42"/>
      <dgm:spPr/>
    </dgm:pt>
    <dgm:pt modelId="{5928AD55-6F0E-485C-828B-D9F30DC1009A}" type="pres">
      <dgm:prSet presAssocID="{D118A83C-5222-4221-A506-F83C2AA7FC34}" presName="parallelogram2" presStyleLbl="alignNode1" presStyleIdx="8" presStyleCnt="42"/>
      <dgm:spPr/>
    </dgm:pt>
    <dgm:pt modelId="{49F4CDC7-51CB-4ED6-A750-F71B734FD8A2}" type="pres">
      <dgm:prSet presAssocID="{D118A83C-5222-4221-A506-F83C2AA7FC34}" presName="parallelogram3" presStyleLbl="alignNode1" presStyleIdx="9" presStyleCnt="42"/>
      <dgm:spPr/>
    </dgm:pt>
    <dgm:pt modelId="{DB8D2BE4-B05F-4F08-8C1C-214B361034C5}" type="pres">
      <dgm:prSet presAssocID="{D118A83C-5222-4221-A506-F83C2AA7FC34}" presName="parallelogram4" presStyleLbl="alignNode1" presStyleIdx="10" presStyleCnt="42"/>
      <dgm:spPr/>
    </dgm:pt>
    <dgm:pt modelId="{52C53AE6-C717-459D-BEC5-762DDB69AA39}" type="pres">
      <dgm:prSet presAssocID="{D118A83C-5222-4221-A506-F83C2AA7FC34}" presName="parallelogram5" presStyleLbl="alignNode1" presStyleIdx="11" presStyleCnt="42"/>
      <dgm:spPr/>
    </dgm:pt>
    <dgm:pt modelId="{2154D313-A28D-420B-9F14-A24E84C381C1}" type="pres">
      <dgm:prSet presAssocID="{D118A83C-5222-4221-A506-F83C2AA7FC34}" presName="parallelogram6" presStyleLbl="alignNode1" presStyleIdx="12" presStyleCnt="42"/>
      <dgm:spPr/>
    </dgm:pt>
    <dgm:pt modelId="{141B039D-0992-43C7-8135-D1BF3E76AB73}" type="pres">
      <dgm:prSet presAssocID="{D118A83C-5222-4221-A506-F83C2AA7FC34}" presName="parallelogram7" presStyleLbl="alignNode1" presStyleIdx="13" presStyleCnt="42"/>
      <dgm:spPr/>
    </dgm:pt>
    <dgm:pt modelId="{14A14E05-9F3D-4B9A-B86A-D6DD9940788A}" type="pres">
      <dgm:prSet presAssocID="{2BFAFC48-F919-4681-86DE-0DA1D0706F30}" presName="sibTrans" presStyleCnt="0"/>
      <dgm:spPr/>
    </dgm:pt>
    <dgm:pt modelId="{DA34A958-5CB9-43C7-AAC6-6A4559987EF3}" type="pres">
      <dgm:prSet presAssocID="{4ED9C52C-BB00-4A4E-A056-6D3431BE6546}" presName="parenttextcomposite" presStyleCnt="0"/>
      <dgm:spPr/>
    </dgm:pt>
    <dgm:pt modelId="{1BDA6404-8374-4C31-B966-60DE0F300ED6}" type="pres">
      <dgm:prSet presAssocID="{4ED9C52C-BB00-4A4E-A056-6D3431BE6546}" presName="parenttext" presStyleLbl="revTx" presStyleIdx="2" presStyleCnt="6">
        <dgm:presLayoutVars>
          <dgm:chMax/>
          <dgm:chPref val="2"/>
          <dgm:bulletEnabled val="1"/>
        </dgm:presLayoutVars>
      </dgm:prSet>
      <dgm:spPr/>
    </dgm:pt>
    <dgm:pt modelId="{6163D5FB-A459-41F2-802E-13C50D80195E}" type="pres">
      <dgm:prSet presAssocID="{4ED9C52C-BB00-4A4E-A056-6D3431BE6546}" presName="parallelogramComposite" presStyleCnt="0"/>
      <dgm:spPr/>
    </dgm:pt>
    <dgm:pt modelId="{25C56942-9F57-4BC8-A904-426B7AE34DA7}" type="pres">
      <dgm:prSet presAssocID="{4ED9C52C-BB00-4A4E-A056-6D3431BE6546}" presName="parallelogram1" presStyleLbl="alignNode1" presStyleIdx="14" presStyleCnt="42"/>
      <dgm:spPr/>
    </dgm:pt>
    <dgm:pt modelId="{023EA3DC-AB8B-453C-B0EC-6518D619DD9F}" type="pres">
      <dgm:prSet presAssocID="{4ED9C52C-BB00-4A4E-A056-6D3431BE6546}" presName="parallelogram2" presStyleLbl="alignNode1" presStyleIdx="15" presStyleCnt="42"/>
      <dgm:spPr/>
    </dgm:pt>
    <dgm:pt modelId="{FD638E45-4D4B-4C2D-92C0-87B74BB11997}" type="pres">
      <dgm:prSet presAssocID="{4ED9C52C-BB00-4A4E-A056-6D3431BE6546}" presName="parallelogram3" presStyleLbl="alignNode1" presStyleIdx="16" presStyleCnt="42"/>
      <dgm:spPr/>
    </dgm:pt>
    <dgm:pt modelId="{5A4ABDE6-B026-4610-B8B0-5D5EDD735026}" type="pres">
      <dgm:prSet presAssocID="{4ED9C52C-BB00-4A4E-A056-6D3431BE6546}" presName="parallelogram4" presStyleLbl="alignNode1" presStyleIdx="17" presStyleCnt="42"/>
      <dgm:spPr/>
    </dgm:pt>
    <dgm:pt modelId="{5E30A2B5-B301-4B60-BE05-452DF7DADAFF}" type="pres">
      <dgm:prSet presAssocID="{4ED9C52C-BB00-4A4E-A056-6D3431BE6546}" presName="parallelogram5" presStyleLbl="alignNode1" presStyleIdx="18" presStyleCnt="42"/>
      <dgm:spPr/>
    </dgm:pt>
    <dgm:pt modelId="{0769D221-A488-4174-96DD-6F14B6E4F0D9}" type="pres">
      <dgm:prSet presAssocID="{4ED9C52C-BB00-4A4E-A056-6D3431BE6546}" presName="parallelogram6" presStyleLbl="alignNode1" presStyleIdx="19" presStyleCnt="42"/>
      <dgm:spPr/>
    </dgm:pt>
    <dgm:pt modelId="{64495B30-E362-48B3-B9B4-FE00B080B2F5}" type="pres">
      <dgm:prSet presAssocID="{4ED9C52C-BB00-4A4E-A056-6D3431BE6546}" presName="parallelogram7" presStyleLbl="alignNode1" presStyleIdx="20" presStyleCnt="42"/>
      <dgm:spPr/>
    </dgm:pt>
    <dgm:pt modelId="{6A55CD29-3B9F-47FF-8CFD-9638641354F1}" type="pres">
      <dgm:prSet presAssocID="{B6A78FE3-AB56-465F-B4B0-EC8772DCEF17}" presName="sibTrans" presStyleCnt="0"/>
      <dgm:spPr/>
    </dgm:pt>
    <dgm:pt modelId="{8184FB26-1967-4F08-A1AD-B7A47FD6A0EB}" type="pres">
      <dgm:prSet presAssocID="{871CB9B6-FF2C-46C8-8AA1-87E15F4BDC9D}" presName="parenttextcomposite" presStyleCnt="0"/>
      <dgm:spPr/>
    </dgm:pt>
    <dgm:pt modelId="{09F5FA6F-1B16-43B4-B873-F477D8F0831D}" type="pres">
      <dgm:prSet presAssocID="{871CB9B6-FF2C-46C8-8AA1-87E15F4BDC9D}" presName="parenttext" presStyleLbl="revTx" presStyleIdx="3" presStyleCnt="6">
        <dgm:presLayoutVars>
          <dgm:chMax/>
          <dgm:chPref val="2"/>
          <dgm:bulletEnabled val="1"/>
        </dgm:presLayoutVars>
      </dgm:prSet>
      <dgm:spPr/>
    </dgm:pt>
    <dgm:pt modelId="{23DBEBC3-3E2D-4939-BEA9-68F338B4411F}" type="pres">
      <dgm:prSet presAssocID="{871CB9B6-FF2C-46C8-8AA1-87E15F4BDC9D}" presName="parallelogramComposite" presStyleCnt="0"/>
      <dgm:spPr/>
    </dgm:pt>
    <dgm:pt modelId="{EE12A625-012C-49A2-BC5C-1C49D9CCE5DD}" type="pres">
      <dgm:prSet presAssocID="{871CB9B6-FF2C-46C8-8AA1-87E15F4BDC9D}" presName="parallelogram1" presStyleLbl="alignNode1" presStyleIdx="21" presStyleCnt="42"/>
      <dgm:spPr/>
    </dgm:pt>
    <dgm:pt modelId="{92B13EDF-16D8-4C13-8A66-D3E273365832}" type="pres">
      <dgm:prSet presAssocID="{871CB9B6-FF2C-46C8-8AA1-87E15F4BDC9D}" presName="parallelogram2" presStyleLbl="alignNode1" presStyleIdx="22" presStyleCnt="42"/>
      <dgm:spPr/>
    </dgm:pt>
    <dgm:pt modelId="{CA4A621D-7BD2-4CF8-9D5C-8180732EFF39}" type="pres">
      <dgm:prSet presAssocID="{871CB9B6-FF2C-46C8-8AA1-87E15F4BDC9D}" presName="parallelogram3" presStyleLbl="alignNode1" presStyleIdx="23" presStyleCnt="42"/>
      <dgm:spPr/>
    </dgm:pt>
    <dgm:pt modelId="{883D60B5-C731-40CB-9A9B-999275AD6DF1}" type="pres">
      <dgm:prSet presAssocID="{871CB9B6-FF2C-46C8-8AA1-87E15F4BDC9D}" presName="parallelogram4" presStyleLbl="alignNode1" presStyleIdx="24" presStyleCnt="42"/>
      <dgm:spPr/>
    </dgm:pt>
    <dgm:pt modelId="{7B874D42-993D-4CC0-AF70-086C0F71B453}" type="pres">
      <dgm:prSet presAssocID="{871CB9B6-FF2C-46C8-8AA1-87E15F4BDC9D}" presName="parallelogram5" presStyleLbl="alignNode1" presStyleIdx="25" presStyleCnt="42"/>
      <dgm:spPr/>
    </dgm:pt>
    <dgm:pt modelId="{CF1523F0-7907-4745-B077-7BA2B74CAF1F}" type="pres">
      <dgm:prSet presAssocID="{871CB9B6-FF2C-46C8-8AA1-87E15F4BDC9D}" presName="parallelogram6" presStyleLbl="alignNode1" presStyleIdx="26" presStyleCnt="42"/>
      <dgm:spPr/>
    </dgm:pt>
    <dgm:pt modelId="{1880BF41-003A-4754-BC3D-4D2792FE0317}" type="pres">
      <dgm:prSet presAssocID="{871CB9B6-FF2C-46C8-8AA1-87E15F4BDC9D}" presName="parallelogram7" presStyleLbl="alignNode1" presStyleIdx="27" presStyleCnt="42"/>
      <dgm:spPr/>
    </dgm:pt>
    <dgm:pt modelId="{891F48B2-3B95-432F-91F0-9958EF0A7156}" type="pres">
      <dgm:prSet presAssocID="{0BB781B6-2594-4954-9CE6-5794B4BA4B5E}" presName="sibTrans" presStyleCnt="0"/>
      <dgm:spPr/>
    </dgm:pt>
    <dgm:pt modelId="{769EA1F0-F301-4C73-AF01-9759A76C1DB4}" type="pres">
      <dgm:prSet presAssocID="{0101DC69-1117-4564-A110-D1F759C60419}" presName="parenttextcomposite" presStyleCnt="0"/>
      <dgm:spPr/>
    </dgm:pt>
    <dgm:pt modelId="{3D8F4D2F-A16A-4768-A739-BDCCCB52DDA1}" type="pres">
      <dgm:prSet presAssocID="{0101DC69-1117-4564-A110-D1F759C60419}" presName="parenttext" presStyleLbl="revTx" presStyleIdx="4" presStyleCnt="6">
        <dgm:presLayoutVars>
          <dgm:chMax/>
          <dgm:chPref val="2"/>
          <dgm:bulletEnabled val="1"/>
        </dgm:presLayoutVars>
      </dgm:prSet>
      <dgm:spPr/>
    </dgm:pt>
    <dgm:pt modelId="{D8EC8E81-84C7-45F8-B2DD-455641167DBB}" type="pres">
      <dgm:prSet presAssocID="{0101DC69-1117-4564-A110-D1F759C60419}" presName="parallelogramComposite" presStyleCnt="0"/>
      <dgm:spPr/>
    </dgm:pt>
    <dgm:pt modelId="{1D7324FE-0062-4EA0-A47C-C4A5A7A742BE}" type="pres">
      <dgm:prSet presAssocID="{0101DC69-1117-4564-A110-D1F759C60419}" presName="parallelogram1" presStyleLbl="alignNode1" presStyleIdx="28" presStyleCnt="42"/>
      <dgm:spPr/>
    </dgm:pt>
    <dgm:pt modelId="{F006ADF2-D5FD-413D-9DF8-F9D15E21392E}" type="pres">
      <dgm:prSet presAssocID="{0101DC69-1117-4564-A110-D1F759C60419}" presName="parallelogram2" presStyleLbl="alignNode1" presStyleIdx="29" presStyleCnt="42"/>
      <dgm:spPr/>
    </dgm:pt>
    <dgm:pt modelId="{D6FE6C88-71B4-4C84-916A-7818731F0741}" type="pres">
      <dgm:prSet presAssocID="{0101DC69-1117-4564-A110-D1F759C60419}" presName="parallelogram3" presStyleLbl="alignNode1" presStyleIdx="30" presStyleCnt="42"/>
      <dgm:spPr/>
    </dgm:pt>
    <dgm:pt modelId="{842BC246-936C-4CBC-A9B4-180B54E7F7AE}" type="pres">
      <dgm:prSet presAssocID="{0101DC69-1117-4564-A110-D1F759C60419}" presName="parallelogram4" presStyleLbl="alignNode1" presStyleIdx="31" presStyleCnt="42"/>
      <dgm:spPr/>
    </dgm:pt>
    <dgm:pt modelId="{FD84CD14-E78B-46C1-8598-6B9F88F0D5B7}" type="pres">
      <dgm:prSet presAssocID="{0101DC69-1117-4564-A110-D1F759C60419}" presName="parallelogram5" presStyleLbl="alignNode1" presStyleIdx="32" presStyleCnt="42"/>
      <dgm:spPr/>
    </dgm:pt>
    <dgm:pt modelId="{8FF8C3A6-8EE0-463E-BAF4-BEE93C4385F8}" type="pres">
      <dgm:prSet presAssocID="{0101DC69-1117-4564-A110-D1F759C60419}" presName="parallelogram6" presStyleLbl="alignNode1" presStyleIdx="33" presStyleCnt="42"/>
      <dgm:spPr/>
    </dgm:pt>
    <dgm:pt modelId="{FF5BC919-288D-4D6A-BC89-7FFCDEC804E1}" type="pres">
      <dgm:prSet presAssocID="{0101DC69-1117-4564-A110-D1F759C60419}" presName="parallelogram7" presStyleLbl="alignNode1" presStyleIdx="34" presStyleCnt="42"/>
      <dgm:spPr/>
    </dgm:pt>
    <dgm:pt modelId="{1656679C-B4CA-4A3F-8492-1E02601AA0E7}" type="pres">
      <dgm:prSet presAssocID="{DFF5D7CB-97FA-47B5-BA69-EFDE1A4D1B09}" presName="sibTrans" presStyleCnt="0"/>
      <dgm:spPr/>
    </dgm:pt>
    <dgm:pt modelId="{C660D324-2991-4607-B41A-5F1FED2B09CB}" type="pres">
      <dgm:prSet presAssocID="{08E997D5-91A6-4313-A088-56F7AE214552}" presName="parenttextcomposite" presStyleCnt="0"/>
      <dgm:spPr/>
    </dgm:pt>
    <dgm:pt modelId="{1C22EE9D-2CC6-43F0-9B10-896CA6BBD6BC}" type="pres">
      <dgm:prSet presAssocID="{08E997D5-91A6-4313-A088-56F7AE214552}" presName="parenttext" presStyleLbl="revTx" presStyleIdx="5" presStyleCnt="6">
        <dgm:presLayoutVars>
          <dgm:chMax/>
          <dgm:chPref val="2"/>
          <dgm:bulletEnabled val="1"/>
        </dgm:presLayoutVars>
      </dgm:prSet>
      <dgm:spPr/>
    </dgm:pt>
    <dgm:pt modelId="{418D5AFD-AE65-4653-9E01-1654C0B97237}" type="pres">
      <dgm:prSet presAssocID="{08E997D5-91A6-4313-A088-56F7AE214552}" presName="parallelogramComposite" presStyleCnt="0"/>
      <dgm:spPr/>
    </dgm:pt>
    <dgm:pt modelId="{64C023E1-2325-4DB4-95F2-A67E6D75E0AF}" type="pres">
      <dgm:prSet presAssocID="{08E997D5-91A6-4313-A088-56F7AE214552}" presName="parallelogram1" presStyleLbl="alignNode1" presStyleIdx="35" presStyleCnt="42"/>
      <dgm:spPr/>
    </dgm:pt>
    <dgm:pt modelId="{9730725D-C10C-4A19-9AA5-EE1072648665}" type="pres">
      <dgm:prSet presAssocID="{08E997D5-91A6-4313-A088-56F7AE214552}" presName="parallelogram2" presStyleLbl="alignNode1" presStyleIdx="36" presStyleCnt="42"/>
      <dgm:spPr/>
    </dgm:pt>
    <dgm:pt modelId="{684CBA87-7EBD-42C7-9A9C-40042E2C485C}" type="pres">
      <dgm:prSet presAssocID="{08E997D5-91A6-4313-A088-56F7AE214552}" presName="parallelogram3" presStyleLbl="alignNode1" presStyleIdx="37" presStyleCnt="42"/>
      <dgm:spPr/>
    </dgm:pt>
    <dgm:pt modelId="{693D93EF-C65F-4078-93FC-CA85850B7F70}" type="pres">
      <dgm:prSet presAssocID="{08E997D5-91A6-4313-A088-56F7AE214552}" presName="parallelogram4" presStyleLbl="alignNode1" presStyleIdx="38" presStyleCnt="42"/>
      <dgm:spPr/>
    </dgm:pt>
    <dgm:pt modelId="{5705C367-30A5-4014-B88E-217CE39388EA}" type="pres">
      <dgm:prSet presAssocID="{08E997D5-91A6-4313-A088-56F7AE214552}" presName="parallelogram5" presStyleLbl="alignNode1" presStyleIdx="39" presStyleCnt="42"/>
      <dgm:spPr/>
    </dgm:pt>
    <dgm:pt modelId="{CCF55BBB-80B8-4047-BF58-F9BFFC516A5E}" type="pres">
      <dgm:prSet presAssocID="{08E997D5-91A6-4313-A088-56F7AE214552}" presName="parallelogram6" presStyleLbl="alignNode1" presStyleIdx="40" presStyleCnt="42"/>
      <dgm:spPr/>
    </dgm:pt>
    <dgm:pt modelId="{6CB3D8EE-555C-490F-A1F9-62C719B38958}" type="pres">
      <dgm:prSet presAssocID="{08E997D5-91A6-4313-A088-56F7AE214552}" presName="parallelogram7" presStyleLbl="alignNode1" presStyleIdx="41" presStyleCnt="42"/>
      <dgm:spPr/>
    </dgm:pt>
  </dgm:ptLst>
  <dgm:cxnLst>
    <dgm:cxn modelId="{CCF44B02-0C11-46E8-B4BB-98B1B757D86E}" srcId="{8CD2E5DB-863B-4C72-909B-8B419B7117A4}" destId="{871CB9B6-FF2C-46C8-8AA1-87E15F4BDC9D}" srcOrd="3" destOrd="0" parTransId="{D942A074-15A2-4B0A-848B-D9943C7F320F}" sibTransId="{0BB781B6-2594-4954-9CE6-5794B4BA4B5E}"/>
    <dgm:cxn modelId="{3A69001C-F338-4EBD-8B42-35A6ECB5A607}" srcId="{8CD2E5DB-863B-4C72-909B-8B419B7117A4}" destId="{D118A83C-5222-4221-A506-F83C2AA7FC34}" srcOrd="1" destOrd="0" parTransId="{D48F979D-CEE7-4607-A4C7-859C651DBD36}" sibTransId="{2BFAFC48-F919-4681-86DE-0DA1D0706F30}"/>
    <dgm:cxn modelId="{FC568423-CAA5-43B0-B4E2-394049A3E8D6}" type="presOf" srcId="{4ED9C52C-BB00-4A4E-A056-6D3431BE6546}" destId="{1BDA6404-8374-4C31-B966-60DE0F300ED6}" srcOrd="0" destOrd="0" presId="urn:microsoft.com/office/officeart/2008/layout/VerticalAccentList"/>
    <dgm:cxn modelId="{8CB11445-BCB6-403C-845C-81493127B963}" type="presOf" srcId="{0101DC69-1117-4564-A110-D1F759C60419}" destId="{3D8F4D2F-A16A-4768-A739-BDCCCB52DDA1}" srcOrd="0" destOrd="0" presId="urn:microsoft.com/office/officeart/2008/layout/VerticalAccentList"/>
    <dgm:cxn modelId="{07506450-267C-4851-A719-13C26EA5B303}" type="presOf" srcId="{8CD2E5DB-863B-4C72-909B-8B419B7117A4}" destId="{738BEC7C-3245-4286-9DF7-13B01FFA45FB}" srcOrd="0" destOrd="0" presId="urn:microsoft.com/office/officeart/2008/layout/VerticalAccentList"/>
    <dgm:cxn modelId="{BCC7D474-1DFE-4614-950D-492E47D3AFE0}" srcId="{8CD2E5DB-863B-4C72-909B-8B419B7117A4}" destId="{08E997D5-91A6-4313-A088-56F7AE214552}" srcOrd="5" destOrd="0" parTransId="{01DEA917-B583-46C8-9CDD-4D85222B9E88}" sibTransId="{6A7BDD89-E1B5-4348-8B67-D0BD3946F2CE}"/>
    <dgm:cxn modelId="{E78E6293-AF56-4CC0-828B-B688982CE433}" type="presOf" srcId="{871CB9B6-FF2C-46C8-8AA1-87E15F4BDC9D}" destId="{09F5FA6F-1B16-43B4-B873-F477D8F0831D}" srcOrd="0" destOrd="0" presId="urn:microsoft.com/office/officeart/2008/layout/VerticalAccentList"/>
    <dgm:cxn modelId="{E7799A96-6B0A-45EF-95AE-AD47B39B047A}" srcId="{8CD2E5DB-863B-4C72-909B-8B419B7117A4}" destId="{4ED9C52C-BB00-4A4E-A056-6D3431BE6546}" srcOrd="2" destOrd="0" parTransId="{2A55890C-BCED-4C0F-B7C8-B61AB761DB99}" sibTransId="{B6A78FE3-AB56-465F-B4B0-EC8772DCEF17}"/>
    <dgm:cxn modelId="{BF8D37BB-29C5-4A3B-A64A-EB478AE6E646}" srcId="{8CD2E5DB-863B-4C72-909B-8B419B7117A4}" destId="{0101DC69-1117-4564-A110-D1F759C60419}" srcOrd="4" destOrd="0" parTransId="{F83D30F5-4C0C-4361-877A-864C8FCF0F96}" sibTransId="{DFF5D7CB-97FA-47B5-BA69-EFDE1A4D1B09}"/>
    <dgm:cxn modelId="{17D2F0C2-1AB8-45B9-B237-1A6948823A4B}" type="presOf" srcId="{08E997D5-91A6-4313-A088-56F7AE214552}" destId="{1C22EE9D-2CC6-43F0-9B10-896CA6BBD6BC}" srcOrd="0" destOrd="0" presId="urn:microsoft.com/office/officeart/2008/layout/VerticalAccentList"/>
    <dgm:cxn modelId="{21F8D8DF-2A5A-472B-BC05-93B7FDE0AF80}" type="presOf" srcId="{E64E6344-03F3-41EA-B2B3-D9F732B8BD60}" destId="{1C4478CB-78FA-4414-9C89-53ACFBCE411B}" srcOrd="0" destOrd="0" presId="urn:microsoft.com/office/officeart/2008/layout/VerticalAccentList"/>
    <dgm:cxn modelId="{F40096E3-8D73-43A0-A268-893A4FDEB9BF}" type="presOf" srcId="{D118A83C-5222-4221-A506-F83C2AA7FC34}" destId="{E3B57A0B-D321-4B2B-AF35-06912DD4DB42}" srcOrd="0" destOrd="0" presId="urn:microsoft.com/office/officeart/2008/layout/VerticalAccentList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95D26AB8-9FB1-465C-AD4C-4FC08BE70BBD}" type="presParOf" srcId="{738BEC7C-3245-4286-9DF7-13B01FFA45FB}" destId="{055E1E82-F836-47A6-BC32-2DE6ACF44229}" srcOrd="0" destOrd="0" presId="urn:microsoft.com/office/officeart/2008/layout/VerticalAccentList"/>
    <dgm:cxn modelId="{2251750B-E472-492E-A06B-6FE7C7C1711B}" type="presParOf" srcId="{055E1E82-F836-47A6-BC32-2DE6ACF44229}" destId="{1C4478CB-78FA-4414-9C89-53ACFBCE411B}" srcOrd="0" destOrd="0" presId="urn:microsoft.com/office/officeart/2008/layout/VerticalAccentList"/>
    <dgm:cxn modelId="{AB91266B-DBDF-4BA0-8532-A5440B3355BA}" type="presParOf" srcId="{738BEC7C-3245-4286-9DF7-13B01FFA45FB}" destId="{B0277B7C-836D-47A8-B3BC-AC5757B50D54}" srcOrd="1" destOrd="0" presId="urn:microsoft.com/office/officeart/2008/layout/VerticalAccentList"/>
    <dgm:cxn modelId="{463E3654-4DAB-46CB-8B98-1988B01F5A61}" type="presParOf" srcId="{B0277B7C-836D-47A8-B3BC-AC5757B50D54}" destId="{A614731B-BCE0-4731-84AA-055B66388F5D}" srcOrd="0" destOrd="0" presId="urn:microsoft.com/office/officeart/2008/layout/VerticalAccentList"/>
    <dgm:cxn modelId="{883BF118-5749-41A7-B1DE-2BBAEF810FCF}" type="presParOf" srcId="{B0277B7C-836D-47A8-B3BC-AC5757B50D54}" destId="{25AE42F5-658F-48EB-9FCF-DCC1A6CF8AE4}" srcOrd="1" destOrd="0" presId="urn:microsoft.com/office/officeart/2008/layout/VerticalAccentList"/>
    <dgm:cxn modelId="{E1B581B1-2609-4D35-9FCD-47F24EC492EA}" type="presParOf" srcId="{B0277B7C-836D-47A8-B3BC-AC5757B50D54}" destId="{FEE00E69-F14F-43AF-8A1E-E4E7EA79D594}" srcOrd="2" destOrd="0" presId="urn:microsoft.com/office/officeart/2008/layout/VerticalAccentList"/>
    <dgm:cxn modelId="{B76CA70A-4D52-47E5-8DE2-BB1553174312}" type="presParOf" srcId="{B0277B7C-836D-47A8-B3BC-AC5757B50D54}" destId="{C945F776-9E00-4635-AB7D-CB30AD2AFD9F}" srcOrd="3" destOrd="0" presId="urn:microsoft.com/office/officeart/2008/layout/VerticalAccentList"/>
    <dgm:cxn modelId="{2D0AA1FA-31C4-42EC-A290-21CE3753EEB8}" type="presParOf" srcId="{B0277B7C-836D-47A8-B3BC-AC5757B50D54}" destId="{2189FF60-D3C8-4931-B00D-B45E380C9F68}" srcOrd="4" destOrd="0" presId="urn:microsoft.com/office/officeart/2008/layout/VerticalAccentList"/>
    <dgm:cxn modelId="{BACB5F4A-3E73-4AD4-9CB2-A404BCD9411C}" type="presParOf" srcId="{B0277B7C-836D-47A8-B3BC-AC5757B50D54}" destId="{90D9821C-89AA-4408-A115-111B28E9EEF7}" srcOrd="5" destOrd="0" presId="urn:microsoft.com/office/officeart/2008/layout/VerticalAccentList"/>
    <dgm:cxn modelId="{E6763FC2-54E6-4E26-BE31-B7E94F1A29FE}" type="presParOf" srcId="{B0277B7C-836D-47A8-B3BC-AC5757B50D54}" destId="{FE5A3424-D893-4DB0-AED5-4AA5EEE9E952}" srcOrd="6" destOrd="0" presId="urn:microsoft.com/office/officeart/2008/layout/VerticalAccentList"/>
    <dgm:cxn modelId="{BFCAEBC7-4347-4A38-896B-E3C998C1B47F}" type="presParOf" srcId="{738BEC7C-3245-4286-9DF7-13B01FFA45FB}" destId="{DB53369C-F37E-439A-B454-2A3E26B5C592}" srcOrd="2" destOrd="0" presId="urn:microsoft.com/office/officeart/2008/layout/VerticalAccentList"/>
    <dgm:cxn modelId="{4DC63B9B-FC28-46B6-8155-F324037CD2C0}" type="presParOf" srcId="{738BEC7C-3245-4286-9DF7-13B01FFA45FB}" destId="{972A3C29-5A13-436B-B57C-C9F86793AEB6}" srcOrd="3" destOrd="0" presId="urn:microsoft.com/office/officeart/2008/layout/VerticalAccentList"/>
    <dgm:cxn modelId="{0E98F989-6974-4A80-AA52-3584B17ACA34}" type="presParOf" srcId="{972A3C29-5A13-436B-B57C-C9F86793AEB6}" destId="{E3B57A0B-D321-4B2B-AF35-06912DD4DB42}" srcOrd="0" destOrd="0" presId="urn:microsoft.com/office/officeart/2008/layout/VerticalAccentList"/>
    <dgm:cxn modelId="{9B1E24AF-5266-43CB-82FB-E5DBED083048}" type="presParOf" srcId="{738BEC7C-3245-4286-9DF7-13B01FFA45FB}" destId="{B6D4990B-EFB7-4577-B1DD-2745398976C9}" srcOrd="4" destOrd="0" presId="urn:microsoft.com/office/officeart/2008/layout/VerticalAccentList"/>
    <dgm:cxn modelId="{97231D24-8765-417F-A078-C3F8AC95C317}" type="presParOf" srcId="{B6D4990B-EFB7-4577-B1DD-2745398976C9}" destId="{EF36861A-3A1C-4428-A4B8-9A815B01A6F1}" srcOrd="0" destOrd="0" presId="urn:microsoft.com/office/officeart/2008/layout/VerticalAccentList"/>
    <dgm:cxn modelId="{EF453A3A-4D33-4DC1-972E-F3FDDDF425DD}" type="presParOf" srcId="{B6D4990B-EFB7-4577-B1DD-2745398976C9}" destId="{5928AD55-6F0E-485C-828B-D9F30DC1009A}" srcOrd="1" destOrd="0" presId="urn:microsoft.com/office/officeart/2008/layout/VerticalAccentList"/>
    <dgm:cxn modelId="{38F44201-7B8C-4B22-B67F-12C0DBCF6BE3}" type="presParOf" srcId="{B6D4990B-EFB7-4577-B1DD-2745398976C9}" destId="{49F4CDC7-51CB-4ED6-A750-F71B734FD8A2}" srcOrd="2" destOrd="0" presId="urn:microsoft.com/office/officeart/2008/layout/VerticalAccentList"/>
    <dgm:cxn modelId="{B4A11A64-CFE5-4133-889C-DD7B24BCE42A}" type="presParOf" srcId="{B6D4990B-EFB7-4577-B1DD-2745398976C9}" destId="{DB8D2BE4-B05F-4F08-8C1C-214B361034C5}" srcOrd="3" destOrd="0" presId="urn:microsoft.com/office/officeart/2008/layout/VerticalAccentList"/>
    <dgm:cxn modelId="{0E0C5FBD-2986-4593-8F80-4582C95773E8}" type="presParOf" srcId="{B6D4990B-EFB7-4577-B1DD-2745398976C9}" destId="{52C53AE6-C717-459D-BEC5-762DDB69AA39}" srcOrd="4" destOrd="0" presId="urn:microsoft.com/office/officeart/2008/layout/VerticalAccentList"/>
    <dgm:cxn modelId="{A0DB6676-6B68-4F20-BDE4-03C2963F7515}" type="presParOf" srcId="{B6D4990B-EFB7-4577-B1DD-2745398976C9}" destId="{2154D313-A28D-420B-9F14-A24E84C381C1}" srcOrd="5" destOrd="0" presId="urn:microsoft.com/office/officeart/2008/layout/VerticalAccentList"/>
    <dgm:cxn modelId="{8F378C2D-0DAD-40F6-8CC0-13BDA1B1F5F3}" type="presParOf" srcId="{B6D4990B-EFB7-4577-B1DD-2745398976C9}" destId="{141B039D-0992-43C7-8135-D1BF3E76AB73}" srcOrd="6" destOrd="0" presId="urn:microsoft.com/office/officeart/2008/layout/VerticalAccentList"/>
    <dgm:cxn modelId="{9AAF8B53-AE35-4CD4-880F-3CB8543C2741}" type="presParOf" srcId="{738BEC7C-3245-4286-9DF7-13B01FFA45FB}" destId="{14A14E05-9F3D-4B9A-B86A-D6DD9940788A}" srcOrd="5" destOrd="0" presId="urn:microsoft.com/office/officeart/2008/layout/VerticalAccentList"/>
    <dgm:cxn modelId="{B3C2A93D-C4C2-4DD2-A871-8A426C24B38E}" type="presParOf" srcId="{738BEC7C-3245-4286-9DF7-13B01FFA45FB}" destId="{DA34A958-5CB9-43C7-AAC6-6A4559987EF3}" srcOrd="6" destOrd="0" presId="urn:microsoft.com/office/officeart/2008/layout/VerticalAccentList"/>
    <dgm:cxn modelId="{F0B36BA1-430F-45C6-A9D4-0CE37D396AD7}" type="presParOf" srcId="{DA34A958-5CB9-43C7-AAC6-6A4559987EF3}" destId="{1BDA6404-8374-4C31-B966-60DE0F300ED6}" srcOrd="0" destOrd="0" presId="urn:microsoft.com/office/officeart/2008/layout/VerticalAccentList"/>
    <dgm:cxn modelId="{B665FD00-563D-482E-AFDD-114363D52B05}" type="presParOf" srcId="{738BEC7C-3245-4286-9DF7-13B01FFA45FB}" destId="{6163D5FB-A459-41F2-802E-13C50D80195E}" srcOrd="7" destOrd="0" presId="urn:microsoft.com/office/officeart/2008/layout/VerticalAccentList"/>
    <dgm:cxn modelId="{53C9E05D-DFC0-4CE0-8BB2-9EAF54C19B34}" type="presParOf" srcId="{6163D5FB-A459-41F2-802E-13C50D80195E}" destId="{25C56942-9F57-4BC8-A904-426B7AE34DA7}" srcOrd="0" destOrd="0" presId="urn:microsoft.com/office/officeart/2008/layout/VerticalAccentList"/>
    <dgm:cxn modelId="{3FB5C0B0-069E-4F5C-9137-D581BE4F7E93}" type="presParOf" srcId="{6163D5FB-A459-41F2-802E-13C50D80195E}" destId="{023EA3DC-AB8B-453C-B0EC-6518D619DD9F}" srcOrd="1" destOrd="0" presId="urn:microsoft.com/office/officeart/2008/layout/VerticalAccentList"/>
    <dgm:cxn modelId="{37182163-7FAF-4E0E-A0B5-D9CCBE61547A}" type="presParOf" srcId="{6163D5FB-A459-41F2-802E-13C50D80195E}" destId="{FD638E45-4D4B-4C2D-92C0-87B74BB11997}" srcOrd="2" destOrd="0" presId="urn:microsoft.com/office/officeart/2008/layout/VerticalAccentList"/>
    <dgm:cxn modelId="{F52A358E-A2D3-41E7-B23D-EEF89DFFE060}" type="presParOf" srcId="{6163D5FB-A459-41F2-802E-13C50D80195E}" destId="{5A4ABDE6-B026-4610-B8B0-5D5EDD735026}" srcOrd="3" destOrd="0" presId="urn:microsoft.com/office/officeart/2008/layout/VerticalAccentList"/>
    <dgm:cxn modelId="{28F84A98-03FC-4465-BA6E-76CCBE1AEF26}" type="presParOf" srcId="{6163D5FB-A459-41F2-802E-13C50D80195E}" destId="{5E30A2B5-B301-4B60-BE05-452DF7DADAFF}" srcOrd="4" destOrd="0" presId="urn:microsoft.com/office/officeart/2008/layout/VerticalAccentList"/>
    <dgm:cxn modelId="{0C9390EB-F3E5-4E3B-AFC5-3BF080F978AC}" type="presParOf" srcId="{6163D5FB-A459-41F2-802E-13C50D80195E}" destId="{0769D221-A488-4174-96DD-6F14B6E4F0D9}" srcOrd="5" destOrd="0" presId="urn:microsoft.com/office/officeart/2008/layout/VerticalAccentList"/>
    <dgm:cxn modelId="{A1FFE0CE-2136-4671-BE84-2886F973F0C3}" type="presParOf" srcId="{6163D5FB-A459-41F2-802E-13C50D80195E}" destId="{64495B30-E362-48B3-B9B4-FE00B080B2F5}" srcOrd="6" destOrd="0" presId="urn:microsoft.com/office/officeart/2008/layout/VerticalAccentList"/>
    <dgm:cxn modelId="{D64F6895-6812-4277-8669-B86B87C224BA}" type="presParOf" srcId="{738BEC7C-3245-4286-9DF7-13B01FFA45FB}" destId="{6A55CD29-3B9F-47FF-8CFD-9638641354F1}" srcOrd="8" destOrd="0" presId="urn:microsoft.com/office/officeart/2008/layout/VerticalAccentList"/>
    <dgm:cxn modelId="{70F65B4A-536C-4541-88F4-D58968F53151}" type="presParOf" srcId="{738BEC7C-3245-4286-9DF7-13B01FFA45FB}" destId="{8184FB26-1967-4F08-A1AD-B7A47FD6A0EB}" srcOrd="9" destOrd="0" presId="urn:microsoft.com/office/officeart/2008/layout/VerticalAccentList"/>
    <dgm:cxn modelId="{510153D3-3AEA-48CD-8DB0-66D32D625837}" type="presParOf" srcId="{8184FB26-1967-4F08-A1AD-B7A47FD6A0EB}" destId="{09F5FA6F-1B16-43B4-B873-F477D8F0831D}" srcOrd="0" destOrd="0" presId="urn:microsoft.com/office/officeart/2008/layout/VerticalAccentList"/>
    <dgm:cxn modelId="{54D1D59C-6B59-47DD-8482-989EC54E3B71}" type="presParOf" srcId="{738BEC7C-3245-4286-9DF7-13B01FFA45FB}" destId="{23DBEBC3-3E2D-4939-BEA9-68F338B4411F}" srcOrd="10" destOrd="0" presId="urn:microsoft.com/office/officeart/2008/layout/VerticalAccentList"/>
    <dgm:cxn modelId="{32344684-BF3E-40AC-8573-C1930C3A9A54}" type="presParOf" srcId="{23DBEBC3-3E2D-4939-BEA9-68F338B4411F}" destId="{EE12A625-012C-49A2-BC5C-1C49D9CCE5DD}" srcOrd="0" destOrd="0" presId="urn:microsoft.com/office/officeart/2008/layout/VerticalAccentList"/>
    <dgm:cxn modelId="{94017CCA-30D5-42A7-88A3-1B6CDD975E9D}" type="presParOf" srcId="{23DBEBC3-3E2D-4939-BEA9-68F338B4411F}" destId="{92B13EDF-16D8-4C13-8A66-D3E273365832}" srcOrd="1" destOrd="0" presId="urn:microsoft.com/office/officeart/2008/layout/VerticalAccentList"/>
    <dgm:cxn modelId="{1E87312B-BB91-4AA0-BEEB-B1618A000A3B}" type="presParOf" srcId="{23DBEBC3-3E2D-4939-BEA9-68F338B4411F}" destId="{CA4A621D-7BD2-4CF8-9D5C-8180732EFF39}" srcOrd="2" destOrd="0" presId="urn:microsoft.com/office/officeart/2008/layout/VerticalAccentList"/>
    <dgm:cxn modelId="{2A6302B0-B74C-47D3-9162-37A18F3B0004}" type="presParOf" srcId="{23DBEBC3-3E2D-4939-BEA9-68F338B4411F}" destId="{883D60B5-C731-40CB-9A9B-999275AD6DF1}" srcOrd="3" destOrd="0" presId="urn:microsoft.com/office/officeart/2008/layout/VerticalAccentList"/>
    <dgm:cxn modelId="{00FC322E-1975-4A32-AC0D-5F48E6E4BF39}" type="presParOf" srcId="{23DBEBC3-3E2D-4939-BEA9-68F338B4411F}" destId="{7B874D42-993D-4CC0-AF70-086C0F71B453}" srcOrd="4" destOrd="0" presId="urn:microsoft.com/office/officeart/2008/layout/VerticalAccentList"/>
    <dgm:cxn modelId="{97FFB95C-6855-408A-ACB4-1157820DD3FC}" type="presParOf" srcId="{23DBEBC3-3E2D-4939-BEA9-68F338B4411F}" destId="{CF1523F0-7907-4745-B077-7BA2B74CAF1F}" srcOrd="5" destOrd="0" presId="urn:microsoft.com/office/officeart/2008/layout/VerticalAccentList"/>
    <dgm:cxn modelId="{67F39BD9-25D3-40B0-837B-41AE00909ADB}" type="presParOf" srcId="{23DBEBC3-3E2D-4939-BEA9-68F338B4411F}" destId="{1880BF41-003A-4754-BC3D-4D2792FE0317}" srcOrd="6" destOrd="0" presId="urn:microsoft.com/office/officeart/2008/layout/VerticalAccentList"/>
    <dgm:cxn modelId="{5F61B23D-4861-445E-BA41-77BC9586B844}" type="presParOf" srcId="{738BEC7C-3245-4286-9DF7-13B01FFA45FB}" destId="{891F48B2-3B95-432F-91F0-9958EF0A7156}" srcOrd="11" destOrd="0" presId="urn:microsoft.com/office/officeart/2008/layout/VerticalAccentList"/>
    <dgm:cxn modelId="{572595DB-B937-494B-80F5-5DDD2088AF65}" type="presParOf" srcId="{738BEC7C-3245-4286-9DF7-13B01FFA45FB}" destId="{769EA1F0-F301-4C73-AF01-9759A76C1DB4}" srcOrd="12" destOrd="0" presId="urn:microsoft.com/office/officeart/2008/layout/VerticalAccentList"/>
    <dgm:cxn modelId="{BBFF5324-F4DE-441A-BF61-87017BAF6AFD}" type="presParOf" srcId="{769EA1F0-F301-4C73-AF01-9759A76C1DB4}" destId="{3D8F4D2F-A16A-4768-A739-BDCCCB52DDA1}" srcOrd="0" destOrd="0" presId="urn:microsoft.com/office/officeart/2008/layout/VerticalAccentList"/>
    <dgm:cxn modelId="{07C3B490-793D-417E-8859-BF69E4BEF9C7}" type="presParOf" srcId="{738BEC7C-3245-4286-9DF7-13B01FFA45FB}" destId="{D8EC8E81-84C7-45F8-B2DD-455641167DBB}" srcOrd="13" destOrd="0" presId="urn:microsoft.com/office/officeart/2008/layout/VerticalAccentList"/>
    <dgm:cxn modelId="{4D4D2213-1B3D-4D6C-861B-BF2D24E65635}" type="presParOf" srcId="{D8EC8E81-84C7-45F8-B2DD-455641167DBB}" destId="{1D7324FE-0062-4EA0-A47C-C4A5A7A742BE}" srcOrd="0" destOrd="0" presId="urn:microsoft.com/office/officeart/2008/layout/VerticalAccentList"/>
    <dgm:cxn modelId="{90337ADD-4C4E-42AD-80D6-ECD5F8521FCB}" type="presParOf" srcId="{D8EC8E81-84C7-45F8-B2DD-455641167DBB}" destId="{F006ADF2-D5FD-413D-9DF8-F9D15E21392E}" srcOrd="1" destOrd="0" presId="urn:microsoft.com/office/officeart/2008/layout/VerticalAccentList"/>
    <dgm:cxn modelId="{44B8FEB8-C884-451B-BC7D-4BBE574CC539}" type="presParOf" srcId="{D8EC8E81-84C7-45F8-B2DD-455641167DBB}" destId="{D6FE6C88-71B4-4C84-916A-7818731F0741}" srcOrd="2" destOrd="0" presId="urn:microsoft.com/office/officeart/2008/layout/VerticalAccentList"/>
    <dgm:cxn modelId="{9D917381-CD07-4374-BFC6-8815CC2DAD29}" type="presParOf" srcId="{D8EC8E81-84C7-45F8-B2DD-455641167DBB}" destId="{842BC246-936C-4CBC-A9B4-180B54E7F7AE}" srcOrd="3" destOrd="0" presId="urn:microsoft.com/office/officeart/2008/layout/VerticalAccentList"/>
    <dgm:cxn modelId="{3943DD8A-B25E-430E-81B2-02A69C7E40A3}" type="presParOf" srcId="{D8EC8E81-84C7-45F8-B2DD-455641167DBB}" destId="{FD84CD14-E78B-46C1-8598-6B9F88F0D5B7}" srcOrd="4" destOrd="0" presId="urn:microsoft.com/office/officeart/2008/layout/VerticalAccentList"/>
    <dgm:cxn modelId="{4772C10F-5C29-4ED8-B742-5E70516C8E5D}" type="presParOf" srcId="{D8EC8E81-84C7-45F8-B2DD-455641167DBB}" destId="{8FF8C3A6-8EE0-463E-BAF4-BEE93C4385F8}" srcOrd="5" destOrd="0" presId="urn:microsoft.com/office/officeart/2008/layout/VerticalAccentList"/>
    <dgm:cxn modelId="{7357EEDA-B13F-4D67-9C67-604F493B2017}" type="presParOf" srcId="{D8EC8E81-84C7-45F8-B2DD-455641167DBB}" destId="{FF5BC919-288D-4D6A-BC89-7FFCDEC804E1}" srcOrd="6" destOrd="0" presId="urn:microsoft.com/office/officeart/2008/layout/VerticalAccentList"/>
    <dgm:cxn modelId="{303FE7B3-CC39-4C67-ABA1-4992CA65F6AC}" type="presParOf" srcId="{738BEC7C-3245-4286-9DF7-13B01FFA45FB}" destId="{1656679C-B4CA-4A3F-8492-1E02601AA0E7}" srcOrd="14" destOrd="0" presId="urn:microsoft.com/office/officeart/2008/layout/VerticalAccentList"/>
    <dgm:cxn modelId="{92721016-6F09-49D8-8BE3-A3F3A7B4560D}" type="presParOf" srcId="{738BEC7C-3245-4286-9DF7-13B01FFA45FB}" destId="{C660D324-2991-4607-B41A-5F1FED2B09CB}" srcOrd="15" destOrd="0" presId="urn:microsoft.com/office/officeart/2008/layout/VerticalAccentList"/>
    <dgm:cxn modelId="{D55292ED-234D-40B6-8A5A-3AE1D2D42B39}" type="presParOf" srcId="{C660D324-2991-4607-B41A-5F1FED2B09CB}" destId="{1C22EE9D-2CC6-43F0-9B10-896CA6BBD6BC}" srcOrd="0" destOrd="0" presId="urn:microsoft.com/office/officeart/2008/layout/VerticalAccentList"/>
    <dgm:cxn modelId="{24D72724-2ADD-4336-891B-B991E85F4B80}" type="presParOf" srcId="{738BEC7C-3245-4286-9DF7-13B01FFA45FB}" destId="{418D5AFD-AE65-4653-9E01-1654C0B97237}" srcOrd="16" destOrd="0" presId="urn:microsoft.com/office/officeart/2008/layout/VerticalAccentList"/>
    <dgm:cxn modelId="{F1CCAC6E-1D62-4903-99F9-C7B2C217C6B0}" type="presParOf" srcId="{418D5AFD-AE65-4653-9E01-1654C0B97237}" destId="{64C023E1-2325-4DB4-95F2-A67E6D75E0AF}" srcOrd="0" destOrd="0" presId="urn:microsoft.com/office/officeart/2008/layout/VerticalAccentList"/>
    <dgm:cxn modelId="{4859B130-34B8-4BAE-B6E5-28317FD69D31}" type="presParOf" srcId="{418D5AFD-AE65-4653-9E01-1654C0B97237}" destId="{9730725D-C10C-4A19-9AA5-EE1072648665}" srcOrd="1" destOrd="0" presId="urn:microsoft.com/office/officeart/2008/layout/VerticalAccentList"/>
    <dgm:cxn modelId="{D2F26BA4-C4BC-4355-A905-27D1FE2E4524}" type="presParOf" srcId="{418D5AFD-AE65-4653-9E01-1654C0B97237}" destId="{684CBA87-7EBD-42C7-9A9C-40042E2C485C}" srcOrd="2" destOrd="0" presId="urn:microsoft.com/office/officeart/2008/layout/VerticalAccentList"/>
    <dgm:cxn modelId="{85303639-807C-434B-A3F0-4DDEFF3469AC}" type="presParOf" srcId="{418D5AFD-AE65-4653-9E01-1654C0B97237}" destId="{693D93EF-C65F-4078-93FC-CA85850B7F70}" srcOrd="3" destOrd="0" presId="urn:microsoft.com/office/officeart/2008/layout/VerticalAccentList"/>
    <dgm:cxn modelId="{FFBB6CAE-EB41-4601-9E39-D94A0E3AD46B}" type="presParOf" srcId="{418D5AFD-AE65-4653-9E01-1654C0B97237}" destId="{5705C367-30A5-4014-B88E-217CE39388EA}" srcOrd="4" destOrd="0" presId="urn:microsoft.com/office/officeart/2008/layout/VerticalAccentList"/>
    <dgm:cxn modelId="{4BAADAB3-98B1-4998-9F8E-AF9041EBFD69}" type="presParOf" srcId="{418D5AFD-AE65-4653-9E01-1654C0B97237}" destId="{CCF55BBB-80B8-4047-BF58-F9BFFC516A5E}" srcOrd="5" destOrd="0" presId="urn:microsoft.com/office/officeart/2008/layout/VerticalAccentList"/>
    <dgm:cxn modelId="{65F29F20-6DB7-4456-9CA7-EDC0E2AABFB5}" type="presParOf" srcId="{418D5AFD-AE65-4653-9E01-1654C0B97237}" destId="{6CB3D8EE-555C-490F-A1F9-62C719B38958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478CB-78FA-4414-9C89-53ACFBCE411B}">
      <dsp:nvSpPr>
        <dsp:cNvPr id="0" name=""/>
        <dsp:cNvSpPr/>
      </dsp:nvSpPr>
      <dsp:spPr>
        <a:xfrm>
          <a:off x="1361799" y="3040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b="0" i="0" kern="1200" baseline="0" dirty="0"/>
            <a:t>1. </a:t>
          </a:r>
          <a:r>
            <a:rPr lang="zh-CN" sz="2500" b="0" i="0" kern="1200" baseline="0" dirty="0"/>
            <a:t>什么是BLDC（概念、与有刷对比表）</a:t>
          </a:r>
          <a:endParaRPr lang="zh-CN" sz="2500" kern="1200" dirty="0"/>
        </a:p>
      </dsp:txBody>
      <dsp:txXfrm>
        <a:off x="1361799" y="3040"/>
        <a:ext cx="6730520" cy="611865"/>
      </dsp:txXfrm>
    </dsp:sp>
    <dsp:sp modelId="{A614731B-BCE0-4731-84AA-055B66388F5D}">
      <dsp:nvSpPr>
        <dsp:cNvPr id="0" name=""/>
        <dsp:cNvSpPr/>
      </dsp:nvSpPr>
      <dsp:spPr>
        <a:xfrm>
          <a:off x="1361799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E42F5-658F-48EB-9FCF-DCC1A6CF8AE4}">
      <dsp:nvSpPr>
        <dsp:cNvPr id="0" name=""/>
        <dsp:cNvSpPr/>
      </dsp:nvSpPr>
      <dsp:spPr>
        <a:xfrm>
          <a:off x="2311550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00E69-F14F-43AF-8A1E-E4E7EA79D594}">
      <dsp:nvSpPr>
        <dsp:cNvPr id="0" name=""/>
        <dsp:cNvSpPr/>
      </dsp:nvSpPr>
      <dsp:spPr>
        <a:xfrm>
          <a:off x="3261301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5F776-9E00-4635-AB7D-CB30AD2AFD9F}">
      <dsp:nvSpPr>
        <dsp:cNvPr id="0" name=""/>
        <dsp:cNvSpPr/>
      </dsp:nvSpPr>
      <dsp:spPr>
        <a:xfrm>
          <a:off x="4211052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9FF60-D3C8-4931-B00D-B45E380C9F68}">
      <dsp:nvSpPr>
        <dsp:cNvPr id="0" name=""/>
        <dsp:cNvSpPr/>
      </dsp:nvSpPr>
      <dsp:spPr>
        <a:xfrm>
          <a:off x="5160804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9821C-89AA-4408-A115-111B28E9EEF7}">
      <dsp:nvSpPr>
        <dsp:cNvPr id="0" name=""/>
        <dsp:cNvSpPr/>
      </dsp:nvSpPr>
      <dsp:spPr>
        <a:xfrm>
          <a:off x="6110555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A3424-D893-4DB0-AED5-4AA5EEE9E952}">
      <dsp:nvSpPr>
        <dsp:cNvPr id="0" name=""/>
        <dsp:cNvSpPr/>
      </dsp:nvSpPr>
      <dsp:spPr>
        <a:xfrm>
          <a:off x="7060306" y="61490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57A0B-D321-4B2B-AF35-06912DD4DB42}">
      <dsp:nvSpPr>
        <dsp:cNvPr id="0" name=""/>
        <dsp:cNvSpPr/>
      </dsp:nvSpPr>
      <dsp:spPr>
        <a:xfrm>
          <a:off x="1361799" y="843062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b="0" i="0" kern="1200" baseline="0" dirty="0"/>
            <a:t>2. </a:t>
          </a:r>
          <a:r>
            <a:rPr lang="zh-CN" altLang="en-US" sz="2500" b="0" i="0" kern="1200" baseline="0" dirty="0"/>
            <a:t>有刷变无刷的思路（无刷电机的一般原理）</a:t>
          </a:r>
          <a:endParaRPr lang="zh-CN" sz="2500" kern="1200" dirty="0"/>
        </a:p>
      </dsp:txBody>
      <dsp:txXfrm>
        <a:off x="1361799" y="843062"/>
        <a:ext cx="6730520" cy="611865"/>
      </dsp:txXfrm>
    </dsp:sp>
    <dsp:sp modelId="{EF36861A-3A1C-4428-A4B8-9A815B01A6F1}">
      <dsp:nvSpPr>
        <dsp:cNvPr id="0" name=""/>
        <dsp:cNvSpPr/>
      </dsp:nvSpPr>
      <dsp:spPr>
        <a:xfrm>
          <a:off x="1361799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8AD55-6F0E-485C-828B-D9F30DC1009A}">
      <dsp:nvSpPr>
        <dsp:cNvPr id="0" name=""/>
        <dsp:cNvSpPr/>
      </dsp:nvSpPr>
      <dsp:spPr>
        <a:xfrm>
          <a:off x="2311550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4CDC7-51CB-4ED6-A750-F71B734FD8A2}">
      <dsp:nvSpPr>
        <dsp:cNvPr id="0" name=""/>
        <dsp:cNvSpPr/>
      </dsp:nvSpPr>
      <dsp:spPr>
        <a:xfrm>
          <a:off x="3261301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D2BE4-B05F-4F08-8C1C-214B361034C5}">
      <dsp:nvSpPr>
        <dsp:cNvPr id="0" name=""/>
        <dsp:cNvSpPr/>
      </dsp:nvSpPr>
      <dsp:spPr>
        <a:xfrm>
          <a:off x="4211052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53AE6-C717-459D-BEC5-762DDB69AA39}">
      <dsp:nvSpPr>
        <dsp:cNvPr id="0" name=""/>
        <dsp:cNvSpPr/>
      </dsp:nvSpPr>
      <dsp:spPr>
        <a:xfrm>
          <a:off x="5160804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4D313-A28D-420B-9F14-A24E84C381C1}">
      <dsp:nvSpPr>
        <dsp:cNvPr id="0" name=""/>
        <dsp:cNvSpPr/>
      </dsp:nvSpPr>
      <dsp:spPr>
        <a:xfrm>
          <a:off x="6110555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B039D-0992-43C7-8135-D1BF3E76AB73}">
      <dsp:nvSpPr>
        <dsp:cNvPr id="0" name=""/>
        <dsp:cNvSpPr/>
      </dsp:nvSpPr>
      <dsp:spPr>
        <a:xfrm>
          <a:off x="7060306" y="1454927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A6404-8374-4C31-B966-60DE0F300ED6}">
      <dsp:nvSpPr>
        <dsp:cNvPr id="0" name=""/>
        <dsp:cNvSpPr/>
      </dsp:nvSpPr>
      <dsp:spPr>
        <a:xfrm>
          <a:off x="1361799" y="1683084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b="0" i="0" kern="1200" baseline="0" dirty="0"/>
            <a:t>3. </a:t>
          </a:r>
          <a:r>
            <a:rPr lang="zh-CN" sz="2500" b="0" i="0" kern="1200" baseline="0" dirty="0"/>
            <a:t>工作原理：定子绕组产生旋转磁场</a:t>
          </a:r>
          <a:endParaRPr lang="zh-CN" sz="2500" kern="1200" dirty="0"/>
        </a:p>
      </dsp:txBody>
      <dsp:txXfrm>
        <a:off x="1361799" y="1683084"/>
        <a:ext cx="6730520" cy="611865"/>
      </dsp:txXfrm>
    </dsp:sp>
    <dsp:sp modelId="{25C56942-9F57-4BC8-A904-426B7AE34DA7}">
      <dsp:nvSpPr>
        <dsp:cNvPr id="0" name=""/>
        <dsp:cNvSpPr/>
      </dsp:nvSpPr>
      <dsp:spPr>
        <a:xfrm>
          <a:off x="1361799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EA3DC-AB8B-453C-B0EC-6518D619DD9F}">
      <dsp:nvSpPr>
        <dsp:cNvPr id="0" name=""/>
        <dsp:cNvSpPr/>
      </dsp:nvSpPr>
      <dsp:spPr>
        <a:xfrm>
          <a:off x="2311550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38E45-4D4B-4C2D-92C0-87B74BB11997}">
      <dsp:nvSpPr>
        <dsp:cNvPr id="0" name=""/>
        <dsp:cNvSpPr/>
      </dsp:nvSpPr>
      <dsp:spPr>
        <a:xfrm>
          <a:off x="3261301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ABDE6-B026-4610-B8B0-5D5EDD735026}">
      <dsp:nvSpPr>
        <dsp:cNvPr id="0" name=""/>
        <dsp:cNvSpPr/>
      </dsp:nvSpPr>
      <dsp:spPr>
        <a:xfrm>
          <a:off x="4211052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0A2B5-B301-4B60-BE05-452DF7DADAFF}">
      <dsp:nvSpPr>
        <dsp:cNvPr id="0" name=""/>
        <dsp:cNvSpPr/>
      </dsp:nvSpPr>
      <dsp:spPr>
        <a:xfrm>
          <a:off x="5160804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9D221-A488-4174-96DD-6F14B6E4F0D9}">
      <dsp:nvSpPr>
        <dsp:cNvPr id="0" name=""/>
        <dsp:cNvSpPr/>
      </dsp:nvSpPr>
      <dsp:spPr>
        <a:xfrm>
          <a:off x="6110555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5B30-E362-48B3-B9B4-FE00B080B2F5}">
      <dsp:nvSpPr>
        <dsp:cNvPr id="0" name=""/>
        <dsp:cNvSpPr/>
      </dsp:nvSpPr>
      <dsp:spPr>
        <a:xfrm>
          <a:off x="7060306" y="2294949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5FA6F-1B16-43B4-B873-F477D8F0831D}">
      <dsp:nvSpPr>
        <dsp:cNvPr id="0" name=""/>
        <dsp:cNvSpPr/>
      </dsp:nvSpPr>
      <dsp:spPr>
        <a:xfrm>
          <a:off x="1361799" y="2523106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b="0" i="0" kern="1200" baseline="0" dirty="0"/>
            <a:t>4. </a:t>
          </a:r>
          <a:r>
            <a:rPr lang="zh-CN" sz="2500" b="0" i="0" kern="1200" baseline="0" dirty="0"/>
            <a:t>三相驱动的核心思想（A-B-C依次通电）</a:t>
          </a:r>
          <a:endParaRPr lang="zh-CN" sz="2500" kern="1200" dirty="0"/>
        </a:p>
      </dsp:txBody>
      <dsp:txXfrm>
        <a:off x="1361799" y="2523106"/>
        <a:ext cx="6730520" cy="611865"/>
      </dsp:txXfrm>
    </dsp:sp>
    <dsp:sp modelId="{EE12A625-012C-49A2-BC5C-1C49D9CCE5DD}">
      <dsp:nvSpPr>
        <dsp:cNvPr id="0" name=""/>
        <dsp:cNvSpPr/>
      </dsp:nvSpPr>
      <dsp:spPr>
        <a:xfrm>
          <a:off x="1361799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13EDF-16D8-4C13-8A66-D3E273365832}">
      <dsp:nvSpPr>
        <dsp:cNvPr id="0" name=""/>
        <dsp:cNvSpPr/>
      </dsp:nvSpPr>
      <dsp:spPr>
        <a:xfrm>
          <a:off x="2311550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A621D-7BD2-4CF8-9D5C-8180732EFF39}">
      <dsp:nvSpPr>
        <dsp:cNvPr id="0" name=""/>
        <dsp:cNvSpPr/>
      </dsp:nvSpPr>
      <dsp:spPr>
        <a:xfrm>
          <a:off x="3261301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D60B5-C731-40CB-9A9B-999275AD6DF1}">
      <dsp:nvSpPr>
        <dsp:cNvPr id="0" name=""/>
        <dsp:cNvSpPr/>
      </dsp:nvSpPr>
      <dsp:spPr>
        <a:xfrm>
          <a:off x="4211052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74D42-993D-4CC0-AF70-086C0F71B453}">
      <dsp:nvSpPr>
        <dsp:cNvPr id="0" name=""/>
        <dsp:cNvSpPr/>
      </dsp:nvSpPr>
      <dsp:spPr>
        <a:xfrm>
          <a:off x="5160804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523F0-7907-4745-B077-7BA2B74CAF1F}">
      <dsp:nvSpPr>
        <dsp:cNvPr id="0" name=""/>
        <dsp:cNvSpPr/>
      </dsp:nvSpPr>
      <dsp:spPr>
        <a:xfrm>
          <a:off x="6110555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0BF41-003A-4754-BC3D-4D2792FE0317}">
      <dsp:nvSpPr>
        <dsp:cNvPr id="0" name=""/>
        <dsp:cNvSpPr/>
      </dsp:nvSpPr>
      <dsp:spPr>
        <a:xfrm>
          <a:off x="7060306" y="3134971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F4D2F-A16A-4768-A739-BDCCCB52DDA1}">
      <dsp:nvSpPr>
        <dsp:cNvPr id="0" name=""/>
        <dsp:cNvSpPr/>
      </dsp:nvSpPr>
      <dsp:spPr>
        <a:xfrm>
          <a:off x="1361799" y="3363128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b="0" i="0" kern="1200" baseline="0" dirty="0"/>
            <a:t>5. </a:t>
          </a:r>
          <a:r>
            <a:rPr lang="zh-CN" sz="2500" b="0" i="0" kern="1200" baseline="0" dirty="0"/>
            <a:t>六步换向的基本示意（简化版）</a:t>
          </a:r>
          <a:endParaRPr lang="zh-CN" sz="2500" kern="1200" dirty="0"/>
        </a:p>
      </dsp:txBody>
      <dsp:txXfrm>
        <a:off x="1361799" y="3363128"/>
        <a:ext cx="6730520" cy="611865"/>
      </dsp:txXfrm>
    </dsp:sp>
    <dsp:sp modelId="{1D7324FE-0062-4EA0-A47C-C4A5A7A742BE}">
      <dsp:nvSpPr>
        <dsp:cNvPr id="0" name=""/>
        <dsp:cNvSpPr/>
      </dsp:nvSpPr>
      <dsp:spPr>
        <a:xfrm>
          <a:off x="1361799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6ADF2-D5FD-413D-9DF8-F9D15E21392E}">
      <dsp:nvSpPr>
        <dsp:cNvPr id="0" name=""/>
        <dsp:cNvSpPr/>
      </dsp:nvSpPr>
      <dsp:spPr>
        <a:xfrm>
          <a:off x="2311550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E6C88-71B4-4C84-916A-7818731F0741}">
      <dsp:nvSpPr>
        <dsp:cNvPr id="0" name=""/>
        <dsp:cNvSpPr/>
      </dsp:nvSpPr>
      <dsp:spPr>
        <a:xfrm>
          <a:off x="3261301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BC246-936C-4CBC-A9B4-180B54E7F7AE}">
      <dsp:nvSpPr>
        <dsp:cNvPr id="0" name=""/>
        <dsp:cNvSpPr/>
      </dsp:nvSpPr>
      <dsp:spPr>
        <a:xfrm>
          <a:off x="4211052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4CD14-E78B-46C1-8598-6B9F88F0D5B7}">
      <dsp:nvSpPr>
        <dsp:cNvPr id="0" name=""/>
        <dsp:cNvSpPr/>
      </dsp:nvSpPr>
      <dsp:spPr>
        <a:xfrm>
          <a:off x="5160804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8C3A6-8EE0-463E-BAF4-BEE93C4385F8}">
      <dsp:nvSpPr>
        <dsp:cNvPr id="0" name=""/>
        <dsp:cNvSpPr/>
      </dsp:nvSpPr>
      <dsp:spPr>
        <a:xfrm>
          <a:off x="6110555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BC919-288D-4D6A-BC89-7FFCDEC804E1}">
      <dsp:nvSpPr>
        <dsp:cNvPr id="0" name=""/>
        <dsp:cNvSpPr/>
      </dsp:nvSpPr>
      <dsp:spPr>
        <a:xfrm>
          <a:off x="7060306" y="3974993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E9D-2CC6-43F0-9B10-896CA6BBD6BC}">
      <dsp:nvSpPr>
        <dsp:cNvPr id="0" name=""/>
        <dsp:cNvSpPr/>
      </dsp:nvSpPr>
      <dsp:spPr>
        <a:xfrm>
          <a:off x="1361799" y="4203150"/>
          <a:ext cx="6730520" cy="61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kern="1200" dirty="0"/>
            <a:t>6. </a:t>
          </a:r>
          <a:r>
            <a:rPr lang="zh-CN" altLang="en-US" sz="2500" kern="1200" dirty="0"/>
            <a:t>和步进电机的比较</a:t>
          </a:r>
          <a:endParaRPr lang="zh-CN" sz="2500" kern="1200" dirty="0"/>
        </a:p>
      </dsp:txBody>
      <dsp:txXfrm>
        <a:off x="1361799" y="4203150"/>
        <a:ext cx="6730520" cy="611865"/>
      </dsp:txXfrm>
    </dsp:sp>
    <dsp:sp modelId="{64C023E1-2325-4DB4-95F2-A67E6D75E0AF}">
      <dsp:nvSpPr>
        <dsp:cNvPr id="0" name=""/>
        <dsp:cNvSpPr/>
      </dsp:nvSpPr>
      <dsp:spPr>
        <a:xfrm>
          <a:off x="1361799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0725D-C10C-4A19-9AA5-EE1072648665}">
      <dsp:nvSpPr>
        <dsp:cNvPr id="0" name=""/>
        <dsp:cNvSpPr/>
      </dsp:nvSpPr>
      <dsp:spPr>
        <a:xfrm>
          <a:off x="2311550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CBA87-7EBD-42C7-9A9C-40042E2C485C}">
      <dsp:nvSpPr>
        <dsp:cNvPr id="0" name=""/>
        <dsp:cNvSpPr/>
      </dsp:nvSpPr>
      <dsp:spPr>
        <a:xfrm>
          <a:off x="3261301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D93EF-C65F-4078-93FC-CA85850B7F70}">
      <dsp:nvSpPr>
        <dsp:cNvPr id="0" name=""/>
        <dsp:cNvSpPr/>
      </dsp:nvSpPr>
      <dsp:spPr>
        <a:xfrm>
          <a:off x="4211052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5C367-30A5-4014-B88E-217CE39388EA}">
      <dsp:nvSpPr>
        <dsp:cNvPr id="0" name=""/>
        <dsp:cNvSpPr/>
      </dsp:nvSpPr>
      <dsp:spPr>
        <a:xfrm>
          <a:off x="5160804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55BBB-80B8-4047-BF58-F9BFFC516A5E}">
      <dsp:nvSpPr>
        <dsp:cNvPr id="0" name=""/>
        <dsp:cNvSpPr/>
      </dsp:nvSpPr>
      <dsp:spPr>
        <a:xfrm>
          <a:off x="6110555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3D8EE-555C-490F-A1F9-62C719B38958}">
      <dsp:nvSpPr>
        <dsp:cNvPr id="0" name=""/>
        <dsp:cNvSpPr/>
      </dsp:nvSpPr>
      <dsp:spPr>
        <a:xfrm>
          <a:off x="7060306" y="4815015"/>
          <a:ext cx="897402" cy="149567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一、虽然前面把步距角从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，但工业里像芯片制造、精密仪器，还需要更小的步距角！实际的步进电机在原有基础上，使用了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“齿牙错位术”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的终极大招。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二、拆解 “齿牙错位” 核心：定子转子的 “齿数游戏”：定子（灰色）和转子（蓝色）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；转子轮齿：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齿数不一样，但齿间距相等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三、步距角计算：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每齿角度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360/50=7.2°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缺口角度共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7.2°×2=14.4°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；然后定子缺口被分成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每个缺口角度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14.4°÷8=1.8°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简单说：定子把 “大缺口” 切成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 “小牙缝”，转子每步只能 “挤过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个牙缝”（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），步距角直接砍到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，比之前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倍多！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四、旋转对齐：当定子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齿对齐转子齿，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定子齿 “接力对齐” 时，转子只能 “一步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地挪，像被齿牙 “咬着走”，超精准！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五、增加扭矩：实际的转子继续进化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极齿和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极齿交叉拼接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，相邻齿差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！当定子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极齿，相当于 “左右一起拉”，扭矩直接翻倍！</a:t>
            </a: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20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这就是团结的力量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0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3185221" y="2040077"/>
            <a:ext cx="6132949" cy="229452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en-US" altLang="zh-CN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</a:p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直流无刷电机入门</a:t>
            </a:r>
            <a:endParaRPr kumimoji="1" lang="en-US" altLang="zh-CN" sz="5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5AD133-4B11-4E4B-DAE1-E9023E44E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428698" y="2092829"/>
            <a:ext cx="2830285" cy="20583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3D4EFB-50FD-B23F-49BC-DB74296AE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655600" y="1650275"/>
            <a:ext cx="1982368" cy="147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初步认识无刷电机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目录</a:t>
            </a:r>
            <a:endParaRPr lang="zh-CN" altLang="en-US" sz="3600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90576560"/>
              </p:ext>
            </p:extLst>
          </p:nvPr>
        </p:nvGraphicFramePr>
        <p:xfrm>
          <a:off x="1022293" y="1163211"/>
          <a:ext cx="9454119" cy="4967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AE9F188-EDB5-F775-C2ED-D26950072336}"/>
              </a:ext>
            </a:extLst>
          </p:cNvPr>
          <p:cNvSpPr/>
          <p:nvPr/>
        </p:nvSpPr>
        <p:spPr>
          <a:xfrm>
            <a:off x="5989196" y="1733006"/>
            <a:ext cx="5651867" cy="48419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F8A2A2-EF93-ECC7-E386-B5F7EFC3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803" y="1949979"/>
            <a:ext cx="5250179" cy="3989582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9A9AC51-5109-153B-1485-9DBECBA740DC}"/>
              </a:ext>
            </a:extLst>
          </p:cNvPr>
          <p:cNvSpPr/>
          <p:nvPr/>
        </p:nvSpPr>
        <p:spPr>
          <a:xfrm>
            <a:off x="775063" y="1733006"/>
            <a:ext cx="5214134" cy="48419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BLDC</a:t>
            </a:r>
            <a:r>
              <a:rPr lang="zh-CN" altLang="en-US" dirty="0"/>
              <a:t>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2BE91-0570-F2CD-9B0E-D34AC2B502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679149"/>
          </a:xfrm>
        </p:spPr>
        <p:txBody>
          <a:bodyPr/>
          <a:lstStyle/>
          <a:p>
            <a:r>
              <a:rPr lang="en-US" altLang="zh-CN" b="1" dirty="0"/>
              <a:t>Brushless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FF0000"/>
                </a:solidFill>
              </a:rPr>
              <a:t>无刷</a:t>
            </a:r>
            <a:r>
              <a:rPr lang="zh-CN" altLang="en-US" b="1" dirty="0"/>
              <a:t>）</a:t>
            </a:r>
            <a:r>
              <a:rPr lang="en-US" altLang="zh-CN" b="1" dirty="0"/>
              <a:t> </a:t>
            </a:r>
            <a:r>
              <a:rPr lang="en-US" altLang="zh-CN" dirty="0"/>
              <a:t>Direct Current</a:t>
            </a:r>
            <a:r>
              <a:rPr lang="zh-CN" altLang="en-US" dirty="0"/>
              <a:t>（直流）</a:t>
            </a:r>
            <a:r>
              <a:rPr lang="en-US" altLang="zh-CN" dirty="0"/>
              <a:t> </a:t>
            </a:r>
            <a:r>
              <a:rPr lang="en-US" altLang="zh-CN" b="1" dirty="0"/>
              <a:t>Motor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FF0000"/>
                </a:solidFill>
              </a:rPr>
              <a:t>电机</a:t>
            </a:r>
            <a:r>
              <a:rPr lang="zh-CN" altLang="en-US" b="1" dirty="0"/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474F87-FAF1-E6AC-0B15-215DF72CBBCE}"/>
              </a:ext>
            </a:extLst>
          </p:cNvPr>
          <p:cNvSpPr txBox="1"/>
          <p:nvPr/>
        </p:nvSpPr>
        <p:spPr>
          <a:xfrm>
            <a:off x="775063" y="6051751"/>
            <a:ext cx="521412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有刷电机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125D903-9FDA-B988-55D3-F8982DDD6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039" y="3368040"/>
            <a:ext cx="1716752" cy="192922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7955EC7-477F-D610-DA65-1C76C26DF527}"/>
              </a:ext>
            </a:extLst>
          </p:cNvPr>
          <p:cNvSpPr txBox="1"/>
          <p:nvPr/>
        </p:nvSpPr>
        <p:spPr>
          <a:xfrm>
            <a:off x="5989196" y="6051751"/>
            <a:ext cx="565186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无刷电机（有很多种）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9BCF64-0A39-C7C3-7DAF-194FF2CD49A3}"/>
              </a:ext>
            </a:extLst>
          </p:cNvPr>
          <p:cNvSpPr/>
          <p:nvPr/>
        </p:nvSpPr>
        <p:spPr>
          <a:xfrm>
            <a:off x="2481943" y="4737463"/>
            <a:ext cx="487680" cy="313508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EB9C177-5F51-D008-022E-1A7337E16DCB}"/>
              </a:ext>
            </a:extLst>
          </p:cNvPr>
          <p:cNvSpPr/>
          <p:nvPr/>
        </p:nvSpPr>
        <p:spPr>
          <a:xfrm>
            <a:off x="3355325" y="4737463"/>
            <a:ext cx="487680" cy="313508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5BB1B69-2C77-42F5-768C-8366F76666AC}"/>
              </a:ext>
            </a:extLst>
          </p:cNvPr>
          <p:cNvSpPr/>
          <p:nvPr/>
        </p:nvSpPr>
        <p:spPr>
          <a:xfrm>
            <a:off x="6376626" y="2193470"/>
            <a:ext cx="1269500" cy="48877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DA5387-EE1A-2608-A4FA-C525744ECCC1}"/>
              </a:ext>
            </a:extLst>
          </p:cNvPr>
          <p:cNvSpPr txBox="1"/>
          <p:nvPr/>
        </p:nvSpPr>
        <p:spPr>
          <a:xfrm>
            <a:off x="952624" y="423302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有电刷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79BB2E-8872-C6CA-12CA-7CF1438C2860}"/>
              </a:ext>
            </a:extLst>
          </p:cNvPr>
          <p:cNvSpPr txBox="1"/>
          <p:nvPr/>
        </p:nvSpPr>
        <p:spPr>
          <a:xfrm>
            <a:off x="7169072" y="17330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无电刷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622D262-9638-EFD5-9D67-2C153655FF25}"/>
              </a:ext>
            </a:extLst>
          </p:cNvPr>
          <p:cNvCxnSpPr>
            <a:stCxn id="21" idx="3"/>
            <a:endCxn id="18" idx="0"/>
          </p:cNvCxnSpPr>
          <p:nvPr/>
        </p:nvCxnSpPr>
        <p:spPr>
          <a:xfrm>
            <a:off x="1906731" y="4433083"/>
            <a:ext cx="819052" cy="30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F6D5C21-E128-F901-93EB-DE9529F2E70C}"/>
              </a:ext>
            </a:extLst>
          </p:cNvPr>
          <p:cNvCxnSpPr>
            <a:stCxn id="21" idx="3"/>
            <a:endCxn id="19" idx="0"/>
          </p:cNvCxnSpPr>
          <p:nvPr/>
        </p:nvCxnSpPr>
        <p:spPr>
          <a:xfrm>
            <a:off x="1906731" y="4433083"/>
            <a:ext cx="1692434" cy="30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pPr lvl="0"/>
            <a:r>
              <a:rPr lang="en-US" altLang="zh-CN" sz="3200" dirty="0"/>
              <a:t>2. </a:t>
            </a:r>
            <a:r>
              <a:rPr lang="zh-CN" altLang="en-US" sz="3200" dirty="0"/>
              <a:t>有刷变无刷的思路</a:t>
            </a:r>
            <a:endParaRPr lang="zh-CN" altLang="zh-CN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12AD8F-BC4E-A622-8E7A-047E4031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93" y="2239855"/>
            <a:ext cx="3436000" cy="25672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9BAEB7-E4E7-E356-9FAF-759F4C47A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561" y="2503850"/>
            <a:ext cx="2962275" cy="22336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5FD15B7-F253-107E-795F-474B742B01E3}"/>
              </a:ext>
            </a:extLst>
          </p:cNvPr>
          <p:cNvSpPr txBox="1"/>
          <p:nvPr/>
        </p:nvSpPr>
        <p:spPr>
          <a:xfrm>
            <a:off x="2047561" y="508362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靠电刷改变磁场受力方向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962A20-8308-FE85-550B-73438B6FB14A}"/>
              </a:ext>
            </a:extLst>
          </p:cNvPr>
          <p:cNvSpPr txBox="1"/>
          <p:nvPr/>
        </p:nvSpPr>
        <p:spPr>
          <a:xfrm>
            <a:off x="7283651" y="5199463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桥改变电流方向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磁场方向改变后，让外面那一圈转动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8D4377-1FAD-C35E-C5EC-C849610E7902}"/>
              </a:ext>
            </a:extLst>
          </p:cNvPr>
          <p:cNvSpPr txBox="1"/>
          <p:nvPr/>
        </p:nvSpPr>
        <p:spPr>
          <a:xfrm>
            <a:off x="7283651" y="112164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无刷，有外转子、也有内转子。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下图是外转子</a:t>
            </a:r>
          </a:p>
        </p:txBody>
      </p:sp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FE295-B88D-6950-3E97-15CC6053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3. BLDC</a:t>
            </a:r>
            <a:r>
              <a:rPr lang="zh-CN" altLang="zh-CN" dirty="0"/>
              <a:t>工作原理：定子绕组产生旋转磁场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DFAD3B-D17F-28B9-267D-16C334CB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5052"/>
            <a:ext cx="6561571" cy="28536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8CA21CC-3E7E-22F8-06DD-A663602F09A5}"/>
              </a:ext>
            </a:extLst>
          </p:cNvPr>
          <p:cNvSpPr txBox="1"/>
          <p:nvPr/>
        </p:nvSpPr>
        <p:spPr>
          <a:xfrm>
            <a:off x="776110" y="119979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单相无刷电机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37341B-8196-27DE-3612-2719B39AD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793" y="2985052"/>
            <a:ext cx="3871195" cy="291457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8AE9A4E-2186-3205-B45C-CAC0E14F847B}"/>
              </a:ext>
            </a:extLst>
          </p:cNvPr>
          <p:cNvSpPr txBox="1"/>
          <p:nvPr/>
        </p:nvSpPr>
        <p:spPr>
          <a:xfrm>
            <a:off x="9536932" y="2706190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945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400" b="1" dirty="0">
              <a:solidFill>
                <a:srgbClr val="F945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F3E279-8998-3902-EA5A-737EFDB4F200}"/>
              </a:ext>
            </a:extLst>
          </p:cNvPr>
          <p:cNvSpPr txBox="1"/>
          <p:nvPr/>
        </p:nvSpPr>
        <p:spPr>
          <a:xfrm>
            <a:off x="9536932" y="4134395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945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400" b="1" dirty="0">
              <a:solidFill>
                <a:srgbClr val="F945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F79439-AE08-BB20-B82F-3DA7D4C0DB8D}"/>
              </a:ext>
            </a:extLst>
          </p:cNvPr>
          <p:cNvSpPr txBox="1"/>
          <p:nvPr/>
        </p:nvSpPr>
        <p:spPr>
          <a:xfrm>
            <a:off x="10268452" y="344850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193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en-US" sz="1400" b="1" dirty="0">
              <a:solidFill>
                <a:srgbClr val="0193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47B393-4FA4-5CAD-CC2A-BCD4636AD834}"/>
              </a:ext>
            </a:extLst>
          </p:cNvPr>
          <p:cNvSpPr txBox="1"/>
          <p:nvPr/>
        </p:nvSpPr>
        <p:spPr>
          <a:xfrm>
            <a:off x="8814120" y="344850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193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en-US" sz="1400" b="1" dirty="0">
              <a:solidFill>
                <a:srgbClr val="0193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2C74AA4-0E99-508A-3145-98119A1F9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650" y="1060364"/>
            <a:ext cx="1790470" cy="209341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0EC481D-FCBC-496B-BEC0-18CEAF8F8DD0}"/>
              </a:ext>
            </a:extLst>
          </p:cNvPr>
          <p:cNvSpPr txBox="1"/>
          <p:nvPr/>
        </p:nvSpPr>
        <p:spPr>
          <a:xfrm>
            <a:off x="0" y="6334780"/>
            <a:ext cx="4984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图片截图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主“爱上半导体”的视频</a:t>
            </a:r>
          </a:p>
        </p:txBody>
      </p:sp>
    </p:spTree>
    <p:extLst>
      <p:ext uri="{BB962C8B-B14F-4D97-AF65-F5344CB8AC3E}">
        <p14:creationId xmlns:p14="http://schemas.microsoft.com/office/powerpoint/2010/main" val="314302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A4290-B5A8-BB2E-F094-38931211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508C4-66A0-9537-149E-798D835B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4. </a:t>
            </a:r>
            <a:r>
              <a:rPr lang="zh-CN" altLang="zh-CN" dirty="0"/>
              <a:t>三相驱动的核心思想（A-B-C依次通电）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4EC884-128E-2B21-013A-07B90677E709}"/>
              </a:ext>
            </a:extLst>
          </p:cNvPr>
          <p:cNvSpPr txBox="1"/>
          <p:nvPr/>
        </p:nvSpPr>
        <p:spPr>
          <a:xfrm>
            <a:off x="776110" y="119979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三相无刷电机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823417-F4BF-C55C-A6C9-79F9CB449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13" y="2755084"/>
            <a:ext cx="4890163" cy="237990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AA3D4C0-7BB5-45E9-07DB-0F01F0C7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696" y="1811077"/>
            <a:ext cx="3976733" cy="323584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DF5323D-FA43-6E52-3C49-1D5C4D47A3BD}"/>
              </a:ext>
            </a:extLst>
          </p:cNvPr>
          <p:cNvSpPr txBox="1"/>
          <p:nvPr/>
        </p:nvSpPr>
        <p:spPr>
          <a:xfrm>
            <a:off x="3219714" y="2882538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U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F5C37E-91D7-D1CB-17B9-53FD9317E539}"/>
              </a:ext>
            </a:extLst>
          </p:cNvPr>
          <p:cNvSpPr txBox="1"/>
          <p:nvPr/>
        </p:nvSpPr>
        <p:spPr>
          <a:xfrm>
            <a:off x="4874922" y="3936326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B257D9-B13A-C8D0-54A6-9469BF0576B5}"/>
              </a:ext>
            </a:extLst>
          </p:cNvPr>
          <p:cNvSpPr txBox="1"/>
          <p:nvPr/>
        </p:nvSpPr>
        <p:spPr>
          <a:xfrm>
            <a:off x="3388991" y="4765654"/>
            <a:ext cx="3962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77A781-7BAD-185D-4745-8AC870963C3B}"/>
              </a:ext>
            </a:extLst>
          </p:cNvPr>
          <p:cNvSpPr txBox="1"/>
          <p:nvPr/>
        </p:nvSpPr>
        <p:spPr>
          <a:xfrm>
            <a:off x="407225" y="2697872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U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D7A94C-8950-E0CF-5A74-E26402501768}"/>
              </a:ext>
            </a:extLst>
          </p:cNvPr>
          <p:cNvSpPr txBox="1"/>
          <p:nvPr/>
        </p:nvSpPr>
        <p:spPr>
          <a:xfrm>
            <a:off x="2599117" y="3892835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36C246-55B2-28F2-59E7-CA68B7483E6E}"/>
              </a:ext>
            </a:extLst>
          </p:cNvPr>
          <p:cNvSpPr txBox="1"/>
          <p:nvPr/>
        </p:nvSpPr>
        <p:spPr>
          <a:xfrm>
            <a:off x="1277640" y="5134986"/>
            <a:ext cx="3962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A29B72-CB02-DC50-7DE8-4E75DD95F8A1}"/>
              </a:ext>
            </a:extLst>
          </p:cNvPr>
          <p:cNvSpPr txBox="1"/>
          <p:nvPr/>
        </p:nvSpPr>
        <p:spPr>
          <a:xfrm>
            <a:off x="1049974" y="5565338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三个线圈有一个共同连接的中点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F2265B-01B6-0C6E-E760-C6737054C0DF}"/>
              </a:ext>
            </a:extLst>
          </p:cNvPr>
          <p:cNvSpPr txBox="1"/>
          <p:nvPr/>
        </p:nvSpPr>
        <p:spPr>
          <a:xfrm>
            <a:off x="7227365" y="5504318"/>
            <a:ext cx="3201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悬空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上产生的磁场会叠加</a:t>
            </a:r>
          </a:p>
        </p:txBody>
      </p:sp>
    </p:spTree>
    <p:extLst>
      <p:ext uri="{BB962C8B-B14F-4D97-AF65-F5344CB8AC3E}">
        <p14:creationId xmlns:p14="http://schemas.microsoft.com/office/powerpoint/2010/main" val="106702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5. </a:t>
            </a:r>
            <a:r>
              <a:rPr lang="zh-CN" altLang="zh-CN" dirty="0"/>
              <a:t>六步换向的基本示意（简化版）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B62C8C-2564-011D-2A7B-72C0CF5BD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255" y="1619794"/>
            <a:ext cx="9520195" cy="49771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497DCE7-7E50-39CB-79A4-D1E120081430}"/>
              </a:ext>
            </a:extLst>
          </p:cNvPr>
          <p:cNvSpPr txBox="1"/>
          <p:nvPr/>
        </p:nvSpPr>
        <p:spPr>
          <a:xfrm>
            <a:off x="910637" y="1132675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六拍之后，产生的磁场旋转了一周</a:t>
            </a: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EBE8E-3E74-F6F6-D0DF-56074003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BLDC</a:t>
            </a:r>
            <a:r>
              <a:rPr lang="zh-CN" altLang="en-US" dirty="0"/>
              <a:t>和步进电机的比较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661E0-6314-1F59-E517-297FE02587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99846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步进电机（</a:t>
            </a:r>
            <a:r>
              <a:rPr lang="en-US" altLang="zh-CN" dirty="0"/>
              <a:t>Stepper</a:t>
            </a:r>
            <a:r>
              <a:rPr lang="zh-CN" altLang="en-US" dirty="0"/>
              <a:t>）、无刷直流电机（</a:t>
            </a:r>
            <a:r>
              <a:rPr lang="en-US" altLang="zh-CN" dirty="0"/>
              <a:t>BLDC</a:t>
            </a:r>
            <a:r>
              <a:rPr lang="zh-CN" altLang="en-US" dirty="0"/>
              <a:t>）和永磁同步电机（</a:t>
            </a:r>
            <a:r>
              <a:rPr lang="en-US" altLang="zh-CN" dirty="0"/>
              <a:t>PMSM</a:t>
            </a:r>
            <a:r>
              <a:rPr lang="zh-CN" altLang="en-US" dirty="0"/>
              <a:t>，暂不涉及）都属于永磁无刷电机。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433B74-B901-4DDD-1A86-75371851E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403128"/>
              </p:ext>
            </p:extLst>
          </p:nvPr>
        </p:nvGraphicFramePr>
        <p:xfrm>
          <a:off x="1112188" y="2195485"/>
          <a:ext cx="9892663" cy="436345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440288">
                  <a:extLst>
                    <a:ext uri="{9D8B030D-6E8A-4147-A177-3AD203B41FA5}">
                      <a16:colId xmlns:a16="http://schemas.microsoft.com/office/drawing/2014/main" val="2132214502"/>
                    </a:ext>
                  </a:extLst>
                </a:gridCol>
                <a:gridCol w="2484125">
                  <a:extLst>
                    <a:ext uri="{9D8B030D-6E8A-4147-A177-3AD203B41FA5}">
                      <a16:colId xmlns:a16="http://schemas.microsoft.com/office/drawing/2014/main" val="2593784918"/>
                    </a:ext>
                  </a:extLst>
                </a:gridCol>
                <a:gridCol w="2484125">
                  <a:extLst>
                    <a:ext uri="{9D8B030D-6E8A-4147-A177-3AD203B41FA5}">
                      <a16:colId xmlns:a16="http://schemas.microsoft.com/office/drawing/2014/main" val="661716157"/>
                    </a:ext>
                  </a:extLst>
                </a:gridCol>
                <a:gridCol w="2484125">
                  <a:extLst>
                    <a:ext uri="{9D8B030D-6E8A-4147-A177-3AD203B41FA5}">
                      <a16:colId xmlns:a16="http://schemas.microsoft.com/office/drawing/2014/main" val="3969087206"/>
                    </a:ext>
                  </a:extLst>
                </a:gridCol>
              </a:tblGrid>
              <a:tr h="437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特性</a:t>
                      </a:r>
                    </a:p>
                  </a:txBody>
                  <a:tcPr marL="86023" marR="89607" marT="89607" marB="8960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步进电机</a:t>
                      </a:r>
                    </a:p>
                  </a:txBody>
                  <a:tcPr marL="89607" marR="89607" marT="89607" marB="8960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无刷直流电机</a:t>
                      </a:r>
                    </a:p>
                  </a:txBody>
                  <a:tcPr marL="89607" marR="89607" marT="89607" marB="8960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永磁同步电机</a:t>
                      </a:r>
                    </a:p>
                  </a:txBody>
                  <a:tcPr marL="89607" marR="89607" marT="89607" marB="8960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717356"/>
                  </a:ext>
                </a:extLst>
              </a:tr>
              <a:tr h="69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设计目标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精确的位置控制</a:t>
                      </a:r>
                      <a:r>
                        <a:rPr lang="zh-CN" altLang="en-US" sz="1700" dirty="0">
                          <a:effectLst/>
                        </a:rPr>
                        <a:t>，低速高扭矩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成本效益高的变速驱动</a:t>
                      </a:r>
                      <a:r>
                        <a:rPr lang="zh-CN" altLang="en-US" sz="1700" dirty="0">
                          <a:effectLst/>
                        </a:rPr>
                        <a:t>，效率高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高性能的平滑变速驱动</a:t>
                      </a:r>
                      <a:r>
                        <a:rPr lang="zh-CN" altLang="en-US" sz="1700" dirty="0">
                          <a:effectLst/>
                        </a:rPr>
                        <a:t>，超高效率、低噪音</a:t>
                      </a: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1789759172"/>
                  </a:ext>
                </a:extLst>
              </a:tr>
              <a:tr h="69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反电动势波形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波形无关紧要（通常为正弦）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梯形波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正弦波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3711809195"/>
                  </a:ext>
                </a:extLst>
              </a:tr>
              <a:tr h="69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理想电流波形</a:t>
                      </a:r>
                      <a:endParaRPr lang="zh-CN" altLang="en-US" sz="170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直流（整步）或方波（半步</a:t>
                      </a:r>
                      <a:r>
                        <a:rPr lang="en-US" altLang="zh-CN" sz="1700">
                          <a:effectLst/>
                        </a:rPr>
                        <a:t>/</a:t>
                      </a:r>
                      <a:r>
                        <a:rPr lang="zh-CN" altLang="en-US" sz="1700">
                          <a:effectLst/>
                        </a:rPr>
                        <a:t>微步）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方波（矩形波）</a:t>
                      </a:r>
                      <a:endParaRPr lang="zh-CN" altLang="en-US" sz="1700">
                        <a:effectLst/>
                      </a:endParaRP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正弦波</a:t>
                      </a:r>
                      <a:endParaRPr lang="zh-CN" altLang="en-US" sz="1700">
                        <a:effectLst/>
                      </a:endParaRP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548888094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控制策略</a:t>
                      </a:r>
                      <a:endParaRPr lang="zh-CN" altLang="en-US" sz="170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开环控制</a:t>
                      </a:r>
                      <a:r>
                        <a:rPr lang="zh-CN" altLang="en-US" sz="1700">
                          <a:effectLst/>
                        </a:rPr>
                        <a:t>（无需反馈）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方波换向（六步换向）</a:t>
                      </a:r>
                      <a:endParaRPr lang="zh-CN" altLang="en-US" sz="1700">
                        <a:effectLst/>
                      </a:endParaRP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磁场定向控制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3468764717"/>
                  </a:ext>
                </a:extLst>
              </a:tr>
              <a:tr h="69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扭矩特性</a:t>
                      </a:r>
                      <a:endParaRPr lang="zh-CN" altLang="en-US" sz="170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扭矩随速度升高而</a:t>
                      </a:r>
                      <a:r>
                        <a:rPr lang="zh-CN" altLang="en-US" sz="1700" b="1">
                          <a:effectLst/>
                        </a:rPr>
                        <a:t>急剧下降</a:t>
                      </a:r>
                      <a:r>
                        <a:rPr lang="zh-CN" altLang="en-US" sz="1700">
                          <a:effectLst/>
                        </a:rPr>
                        <a:t>，振动大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扭矩存在</a:t>
                      </a:r>
                      <a:r>
                        <a:rPr lang="zh-CN" altLang="en-US" sz="1700" b="1">
                          <a:effectLst/>
                        </a:rPr>
                        <a:t>纹波</a:t>
                      </a:r>
                      <a:r>
                        <a:rPr lang="zh-CN" altLang="en-US" sz="1700">
                          <a:effectLst/>
                        </a:rPr>
                        <a:t>（换相时抖动），运行噪音较大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扭矩平滑</a:t>
                      </a:r>
                      <a:r>
                        <a:rPr lang="zh-CN" altLang="en-US" sz="1700" dirty="0">
                          <a:effectLst/>
                        </a:rPr>
                        <a:t>，噪音极低，高速性能优异</a:t>
                      </a: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3421136321"/>
                  </a:ext>
                </a:extLst>
              </a:tr>
              <a:tr h="69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b="1">
                          <a:effectLst/>
                        </a:rPr>
                        <a:t>典型应用</a:t>
                      </a:r>
                      <a:endParaRPr lang="zh-CN" altLang="en-US" sz="1700">
                        <a:effectLst/>
                      </a:endParaRPr>
                    </a:p>
                  </a:txBody>
                  <a:tcPr marL="86023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>
                          <a:effectLst/>
                        </a:rPr>
                        <a:t>3D</a:t>
                      </a:r>
                      <a:r>
                        <a:rPr lang="zh-CN" altLang="en-US" sz="1700">
                          <a:effectLst/>
                        </a:rPr>
                        <a:t>打印机、</a:t>
                      </a:r>
                      <a:r>
                        <a:rPr lang="en-US" altLang="zh-CN" sz="1700">
                          <a:effectLst/>
                        </a:rPr>
                        <a:t>CNC</a:t>
                      </a:r>
                      <a:r>
                        <a:rPr lang="zh-CN" altLang="en-US" sz="1700">
                          <a:effectLst/>
                        </a:rPr>
                        <a:t>机床、扫描仪、机器人关节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无人机、风扇、硬盘、电动工具、低成本泵</a:t>
                      </a:r>
                    </a:p>
                  </a:txBody>
                  <a:tcPr marL="89607" marR="89607" marT="89607" marB="896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电动汽车、工业伺服、变频空调、精密机床</a:t>
                      </a:r>
                    </a:p>
                  </a:txBody>
                  <a:tcPr marL="89607" marR="89607" marT="89607" marB="89607" anchor="ctr"/>
                </a:tc>
                <a:extLst>
                  <a:ext uri="{0D108BD9-81ED-4DB2-BD59-A6C34878D82A}">
                    <a16:rowId xmlns:a16="http://schemas.microsoft.com/office/drawing/2014/main" val="4129379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412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5150</TotalTime>
  <Words>2099</Words>
  <Application>Microsoft Office PowerPoint</Application>
  <PresentationFormat>宽屏</PresentationFormat>
  <Paragraphs>116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目录</vt:lpstr>
      <vt:lpstr>1. BLDC是什么？</vt:lpstr>
      <vt:lpstr>2. 有刷变无刷的思路</vt:lpstr>
      <vt:lpstr>3. BLDC工作原理：定子绕组产生旋转磁场</vt:lpstr>
      <vt:lpstr>4. 三相驱动的核心思想（A-B-C依次通电）</vt:lpstr>
      <vt:lpstr>5. 六步换向的基本示意（简化版）</vt:lpstr>
      <vt:lpstr>6. BLDC和步进电机的比较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130</cp:revision>
  <dcterms:created xsi:type="dcterms:W3CDTF">2025-05-21T06:55:53Z</dcterms:created>
  <dcterms:modified xsi:type="dcterms:W3CDTF">2025-08-29T03:42:18Z</dcterms:modified>
</cp:coreProperties>
</file>