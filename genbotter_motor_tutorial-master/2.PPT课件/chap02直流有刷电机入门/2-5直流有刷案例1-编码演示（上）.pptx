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299" r:id="rId3"/>
    <p:sldId id="287" r:id="rId4"/>
    <p:sldId id="282" r:id="rId5"/>
    <p:sldId id="294" r:id="rId6"/>
    <p:sldId id="295" r:id="rId7"/>
    <p:sldId id="297" r:id="rId8"/>
    <p:sldId id="283" r:id="rId9"/>
    <p:sldId id="296" r:id="rId10"/>
    <p:sldId id="298" r:id="rId11"/>
    <p:sldId id="28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652" autoAdjust="0"/>
  </p:normalViewPr>
  <p:slideViewPr>
    <p:cSldViewPr snapToGrid="0">
      <p:cViewPr varScale="1">
        <p:scale>
          <a:sx n="101" d="100"/>
          <a:sy n="101" d="100"/>
        </p:scale>
        <p:origin x="186" y="5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2025/7/25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467233" y="4365752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01" y="661753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23146" y="2531649"/>
            <a:ext cx="4816609" cy="152654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2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直流有刷电机驱动案例</a:t>
            </a:r>
            <a:r>
              <a:rPr kumimoji="1" lang="en-US" altLang="zh-CN" sz="2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编码演示（上）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6693" y="1806581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【02-05】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830CC9B-B954-E8DE-0F3F-428CCBCEF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276" y="1428253"/>
            <a:ext cx="3582272" cy="300844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901271-68CB-F3E4-2A06-5C755674B969}"/>
              </a:ext>
            </a:extLst>
          </p:cNvPr>
          <p:cNvSpPr/>
          <p:nvPr/>
        </p:nvSpPr>
        <p:spPr>
          <a:xfrm>
            <a:off x="2447925" y="5010150"/>
            <a:ext cx="8839200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开发板硬件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0A17968-FAC5-C9E7-02A8-BE7AC1A0E6FE}"/>
              </a:ext>
            </a:extLst>
          </p:cNvPr>
          <p:cNvSpPr/>
          <p:nvPr/>
        </p:nvSpPr>
        <p:spPr>
          <a:xfrm>
            <a:off x="2447925" y="3429000"/>
            <a:ext cx="8839200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驱动层（</a:t>
            </a:r>
            <a:r>
              <a:rPr lang="en-US" altLang="zh-CN" dirty="0"/>
              <a:t>BSP(key-led\</a:t>
            </a:r>
            <a:r>
              <a:rPr lang="en-US" altLang="zh-CN" dirty="0" err="1"/>
              <a:t>brush_motor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CMSIS</a:t>
            </a:r>
            <a:r>
              <a:rPr lang="zh-CN" altLang="en-US" dirty="0"/>
              <a:t>。。。）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490FC0D-DC44-1534-AB2F-F9EB2BE4F39A}"/>
              </a:ext>
            </a:extLst>
          </p:cNvPr>
          <p:cNvSpPr/>
          <p:nvPr/>
        </p:nvSpPr>
        <p:spPr>
          <a:xfrm>
            <a:off x="2447925" y="1447800"/>
            <a:ext cx="8839200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应用层（</a:t>
            </a:r>
            <a:r>
              <a:rPr lang="en-US" altLang="zh-CN" dirty="0" err="1"/>
              <a:t>main.c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3264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</a:t>
            </a:r>
            <a:r>
              <a:rPr lang="zh-CN" altLang="en-US" dirty="0"/>
              <a:t> 打开</a:t>
            </a:r>
            <a:r>
              <a:rPr lang="en-US" altLang="zh-CN" dirty="0"/>
              <a:t>STM32CubeMX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6CA272-9E1C-02FD-3B7C-370C0B122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42" y="1416414"/>
            <a:ext cx="8078525" cy="454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2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8D4-C8D3-DEF9-D2A5-9B668B1A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66C5EB8B-62A7-8475-BACC-A7222A44C8B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7A6495-4001-1ED7-C76C-4CA0F2C6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新建</a:t>
            </a:r>
            <a:r>
              <a:rPr lang="en-US" altLang="zh-CN" dirty="0"/>
              <a:t>STM32 project</a:t>
            </a:r>
            <a:endParaRPr lang="zh-CN" altLang="en-US" dirty="0"/>
          </a:p>
        </p:txBody>
      </p:sp>
      <p:pic>
        <p:nvPicPr>
          <p:cNvPr id="28" name="内容占位符 27">
            <a:extLst>
              <a:ext uri="{FF2B5EF4-FFF2-40B4-BE49-F238E27FC236}">
                <a16:creationId xmlns:a16="http://schemas.microsoft.com/office/drawing/2014/main" id="{42CFECC2-EBDC-D7E0-7BC4-FAE919EB381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99296" y="1858488"/>
            <a:ext cx="3094321" cy="961553"/>
          </a:xfr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DF68F0C8-4DC8-7E5E-00D7-74B141E12563}"/>
              </a:ext>
            </a:extLst>
          </p:cNvPr>
          <p:cNvSpPr txBox="1"/>
          <p:nvPr/>
        </p:nvSpPr>
        <p:spPr>
          <a:xfrm>
            <a:off x="482857" y="1428196"/>
            <a:ext cx="3474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在磁盘上新建一个空文件夹用于存放工程</a:t>
            </a:r>
            <a:endParaRPr lang="en-US" altLang="zh-CN" sz="1400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B5EE06A-A847-CA0D-34D1-5671B213865E}"/>
              </a:ext>
            </a:extLst>
          </p:cNvPr>
          <p:cNvSpPr txBox="1"/>
          <p:nvPr/>
        </p:nvSpPr>
        <p:spPr>
          <a:xfrm>
            <a:off x="4250447" y="1428196"/>
            <a:ext cx="31646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打开</a:t>
            </a:r>
            <a:r>
              <a:rPr lang="en-US" altLang="zh-CN" sz="1400" b="1" dirty="0"/>
              <a:t>STM32CubeMX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new</a:t>
            </a:r>
            <a:r>
              <a:rPr lang="zh-CN" altLang="en-US" sz="1400" b="1" dirty="0"/>
              <a:t>一个</a:t>
            </a:r>
            <a:r>
              <a:rPr lang="en-US" altLang="zh-CN" sz="1400" b="1" dirty="0"/>
              <a:t>stm32f407igt6</a:t>
            </a:r>
            <a:r>
              <a:rPr lang="zh-CN" altLang="en-US" sz="1400" b="1" dirty="0"/>
              <a:t>工程</a:t>
            </a:r>
            <a:endParaRPr lang="en-US" altLang="zh-CN" sz="1400" b="1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E5CCCEAC-AD87-F887-9A2D-99F67F40A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447" y="1951416"/>
            <a:ext cx="2642129" cy="2228396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E477B93-4EA3-0FBD-0020-D286EB357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614" y="1951416"/>
            <a:ext cx="3946578" cy="2228396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0BF2CA03-7400-5669-C8A2-946F11E4B6A1}"/>
              </a:ext>
            </a:extLst>
          </p:cNvPr>
          <p:cNvSpPr txBox="1"/>
          <p:nvPr/>
        </p:nvSpPr>
        <p:spPr>
          <a:xfrm>
            <a:off x="7827614" y="1411794"/>
            <a:ext cx="31646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将工程保持到</a:t>
            </a:r>
            <a:r>
              <a:rPr lang="en-US" altLang="zh-CN" sz="1400" b="1" dirty="0"/>
              <a:t>brush_motor_1</a:t>
            </a:r>
            <a:r>
              <a:rPr lang="zh-CN" altLang="en-US" sz="1400" b="1" dirty="0"/>
              <a:t>文件夹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47548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4624-C5C3-84A4-7E93-E4DC4A22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4FE85A1-4CAF-B530-E7BF-B733C8D3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3. GPIO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C63BEA2-547F-1357-9D73-C960DC51CC50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583254" y="1362075"/>
            <a:ext cx="7025492" cy="4867275"/>
          </a:xfrm>
        </p:spPr>
      </p:pic>
    </p:spTree>
    <p:extLst>
      <p:ext uri="{BB962C8B-B14F-4D97-AF65-F5344CB8AC3E}">
        <p14:creationId xmlns:p14="http://schemas.microsoft.com/office/powerpoint/2010/main" val="2341291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9A830-42F8-C1EF-40F9-F1ABD0C4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F4466CD-4F3D-BC00-230C-364F193C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/>
              <a:t>4. RCC</a:t>
            </a:r>
            <a:r>
              <a:rPr lang="zh-CN" altLang="en-US" sz="3600" dirty="0"/>
              <a:t>配置</a:t>
            </a:r>
            <a:endParaRPr lang="en-US" altLang="zh-CN" sz="360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BCDB877-FA73-CF31-1164-66C9551DC79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15899" y="1165623"/>
            <a:ext cx="5262709" cy="2900706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598574-371C-6722-5BC9-491E3DA5F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715" y="2750884"/>
            <a:ext cx="7626386" cy="372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4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9FC31-547A-CAEC-6C0E-FB304471E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 SYS</a:t>
            </a:r>
            <a:r>
              <a:rPr lang="zh-CN" altLang="en-US" dirty="0"/>
              <a:t>配置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7E7974-9DD8-A768-CBF1-BFDF1998C4C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553143" y="1524238"/>
            <a:ext cx="7085714" cy="3809524"/>
          </a:xfrm>
        </p:spPr>
      </p:pic>
    </p:spTree>
    <p:extLst>
      <p:ext uri="{BB962C8B-B14F-4D97-AF65-F5344CB8AC3E}">
        <p14:creationId xmlns:p14="http://schemas.microsoft.com/office/powerpoint/2010/main" val="2088549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67C3-7F25-CE38-3717-66DB1DE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337FCA5-89C3-90DB-07A7-57C47104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/>
              <a:t>6. TIM1</a:t>
            </a:r>
            <a:r>
              <a:rPr lang="zh-CN" altLang="en-US" sz="4000" dirty="0"/>
              <a:t>配置</a:t>
            </a:r>
            <a:endParaRPr lang="en-US" altLang="zh-CN" sz="4000" dirty="0"/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D3E75033-546C-1C85-F7F0-E2403EFD7C9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48331" y="2608808"/>
            <a:ext cx="4207533" cy="4249192"/>
          </a:xfr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975E62-B6E7-092A-DB54-48CE54AC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2" y="1008062"/>
            <a:ext cx="2530769" cy="160074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10C3C18-D138-6D29-371F-72B965D53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101" y="701000"/>
            <a:ext cx="6276394" cy="418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252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4853-6409-22A7-FC5F-E48EEA10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F4D0880C-FEB2-5DF6-C054-2B729745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/>
              <a:t>7. </a:t>
            </a:r>
            <a:r>
              <a:rPr lang="zh-CN" altLang="en-US" sz="4000" dirty="0"/>
              <a:t>生成代码</a:t>
            </a:r>
            <a:endParaRPr lang="en-US" altLang="zh-CN" sz="4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88F3979-79DE-BD2A-B2A7-1C4FBD4C78D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774248" y="1362075"/>
            <a:ext cx="8643504" cy="4867275"/>
          </a:xfrm>
        </p:spPr>
      </p:pic>
    </p:spTree>
    <p:extLst>
      <p:ext uri="{BB962C8B-B14F-4D97-AF65-F5344CB8AC3E}">
        <p14:creationId xmlns:p14="http://schemas.microsoft.com/office/powerpoint/2010/main" val="3529013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A777-A8C7-2CF8-C5AE-3F55078E5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ED9EB46-C523-3A72-7F8A-155987FD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/>
              <a:t>8. </a:t>
            </a:r>
            <a:r>
              <a:rPr lang="zh-CN" altLang="en-US" sz="4000" dirty="0"/>
              <a:t>写代码</a:t>
            </a:r>
            <a:endParaRPr lang="en-US" altLang="zh-CN" sz="40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E257DA-4CF1-62AE-902F-059DABEDDFE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3950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2025.7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3608</TotalTime>
  <Words>120</Words>
  <Application>Microsoft Office PowerPoint</Application>
  <PresentationFormat>宽屏</PresentationFormat>
  <Paragraphs>28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PowerPoint 演示文稿</vt:lpstr>
      <vt:lpstr>1. 打开STM32CubeMX</vt:lpstr>
      <vt:lpstr>2. 新建STM32 project</vt:lpstr>
      <vt:lpstr>3. GPIO配置</vt:lpstr>
      <vt:lpstr>4. RCC配置</vt:lpstr>
      <vt:lpstr>5. SYS配置</vt:lpstr>
      <vt:lpstr>6. TIM1配置</vt:lpstr>
      <vt:lpstr>7. 生成代码</vt:lpstr>
      <vt:lpstr>8. 写代码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69</cp:revision>
  <dcterms:created xsi:type="dcterms:W3CDTF">2025-05-21T06:55:53Z</dcterms:created>
  <dcterms:modified xsi:type="dcterms:W3CDTF">2025-07-25T08:22:08Z</dcterms:modified>
</cp:coreProperties>
</file>