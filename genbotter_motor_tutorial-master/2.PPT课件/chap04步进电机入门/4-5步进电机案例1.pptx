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812" r:id="rId2"/>
    <p:sldId id="813" r:id="rId3"/>
    <p:sldId id="814" r:id="rId4"/>
    <p:sldId id="803" r:id="rId5"/>
    <p:sldId id="815" r:id="rId6"/>
    <p:sldId id="28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652" autoAdjust="0"/>
  </p:normalViewPr>
  <p:slideViewPr>
    <p:cSldViewPr snapToGrid="0">
      <p:cViewPr varScale="1">
        <p:scale>
          <a:sx n="124" d="100"/>
          <a:sy n="124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1089290" y="432771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735116" y="374795"/>
            <a:ext cx="9737652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46" y="365125"/>
            <a:ext cx="1025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9CB1D4-D55F-40A4-5F34-324C583C90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57" y="0"/>
            <a:ext cx="600743" cy="7643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A37320-4C0D-2F1E-AE90-3941D872CD9B}"/>
              </a:ext>
            </a:extLst>
          </p:cNvPr>
          <p:cNvSpPr txBox="1"/>
          <p:nvPr userDrawn="1"/>
        </p:nvSpPr>
        <p:spPr>
          <a:xfrm>
            <a:off x="-18190" y="764308"/>
            <a:ext cx="1112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GenBotter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33295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步进电机案例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【04-05】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0D3E62D-4770-4848-097B-3030BAB76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44" y="1029661"/>
            <a:ext cx="2210020" cy="174562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09EBC03-CA24-63F0-A54C-EC66374CC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592" y="2910643"/>
            <a:ext cx="4288135" cy="2626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1. </a:t>
            </a:r>
            <a:r>
              <a:rPr lang="zh-CN" altLang="en-US" sz="3600" dirty="0"/>
              <a:t>案例目标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6DE864-A855-4889-EC25-71D4408385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2992363"/>
          </a:xfrm>
        </p:spPr>
        <p:txBody>
          <a:bodyPr/>
          <a:lstStyle/>
          <a:p>
            <a:r>
              <a:rPr lang="zh-CN" altLang="en-US" dirty="0"/>
              <a:t>通过开发板 </a:t>
            </a:r>
            <a:r>
              <a:rPr lang="en-US" altLang="zh-CN" dirty="0"/>
              <a:t>3 </a:t>
            </a:r>
            <a:r>
              <a:rPr lang="zh-CN" altLang="en-US" dirty="0"/>
              <a:t>个用户按键分别实现电机的</a:t>
            </a:r>
            <a:endParaRPr lang="en-US" altLang="zh-CN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b="1" dirty="0"/>
              <a:t>启停控制（</a:t>
            </a:r>
            <a:r>
              <a:rPr lang="en-US" altLang="zh-CN" b="1" dirty="0"/>
              <a:t>k2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b="1" dirty="0"/>
              <a:t>方向切换</a:t>
            </a:r>
            <a:r>
              <a:rPr lang="zh-CN" altLang="en-US" dirty="0"/>
              <a:t>（顺时针 </a:t>
            </a:r>
            <a:r>
              <a:rPr lang="en-US" altLang="zh-CN" dirty="0"/>
              <a:t>/ </a:t>
            </a:r>
            <a:r>
              <a:rPr lang="zh-CN" altLang="en-US" dirty="0"/>
              <a:t>逆时针）（</a:t>
            </a:r>
            <a:r>
              <a:rPr lang="en-US" altLang="zh-CN" dirty="0"/>
              <a:t>K1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b="1" dirty="0"/>
              <a:t>速度档位调节</a:t>
            </a:r>
            <a:r>
              <a:rPr lang="zh-CN" altLang="en-US" dirty="0"/>
              <a:t>（如 </a:t>
            </a:r>
            <a:r>
              <a:rPr lang="en-US" altLang="zh-CN" dirty="0"/>
              <a:t>3 </a:t>
            </a:r>
            <a:r>
              <a:rPr lang="zh-CN" altLang="en-US" dirty="0"/>
              <a:t>档速度切换）（</a:t>
            </a:r>
            <a:r>
              <a:rPr lang="en-US" altLang="zh-CN" dirty="0"/>
              <a:t>K0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dirty="0"/>
              <a:t>LED1</a:t>
            </a:r>
            <a:r>
              <a:rPr lang="zh-CN" altLang="en-US" dirty="0"/>
              <a:t>、</a:t>
            </a:r>
            <a:r>
              <a:rPr lang="en-US" altLang="zh-CN" dirty="0"/>
              <a:t>LED2</a:t>
            </a:r>
            <a:r>
              <a:rPr lang="zh-CN" altLang="en-US" dirty="0"/>
              <a:t>用来指示哪个按键被按下</a:t>
            </a:r>
          </a:p>
        </p:txBody>
      </p:sp>
    </p:spTree>
    <p:extLst>
      <p:ext uri="{BB962C8B-B14F-4D97-AF65-F5344CB8AC3E}">
        <p14:creationId xmlns:p14="http://schemas.microsoft.com/office/powerpoint/2010/main" val="4744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1DF77E-F915-6381-7919-A3B86BB9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2. </a:t>
            </a:r>
            <a:r>
              <a:rPr lang="zh-CN" altLang="en-US" sz="3600" dirty="0"/>
              <a:t>案例实现分析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16AC51-ED7C-25E9-BDE8-29256E3EF1C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LED</a:t>
            </a:r>
            <a:r>
              <a:rPr lang="zh-CN" altLang="en-US" sz="2400" dirty="0"/>
              <a:t>、按键的代码在直流有刷电机、舵机案例中已经实现，可以复用。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/>
              <a:t>使能</a:t>
            </a:r>
            <a:r>
              <a:rPr lang="en-US" altLang="zh-CN" sz="2400" dirty="0"/>
              <a:t>En</a:t>
            </a:r>
            <a:r>
              <a:rPr lang="zh-CN" altLang="en-US" sz="2400" dirty="0"/>
              <a:t>、方向</a:t>
            </a:r>
            <a:r>
              <a:rPr lang="en-US" altLang="zh-CN" sz="2400" dirty="0"/>
              <a:t>Dir</a:t>
            </a:r>
            <a:r>
              <a:rPr lang="zh-CN" altLang="en-US" sz="2400" dirty="0"/>
              <a:t>就是对应</a:t>
            </a:r>
            <a:r>
              <a:rPr lang="en-US" altLang="zh-CN" sz="2400" dirty="0"/>
              <a:t>GPIO</a:t>
            </a:r>
            <a:r>
              <a:rPr lang="zh-CN" altLang="en-US" sz="2400" dirty="0"/>
              <a:t>简单的</a:t>
            </a:r>
            <a:r>
              <a:rPr lang="en-US" altLang="zh-CN" sz="2400" dirty="0"/>
              <a:t>0</a:t>
            </a:r>
            <a:r>
              <a:rPr lang="zh-CN" altLang="en-US" sz="2400" dirty="0"/>
              <a:t>、</a:t>
            </a:r>
            <a:r>
              <a:rPr lang="en-US" altLang="zh-CN" sz="2400" dirty="0"/>
              <a:t>1</a:t>
            </a:r>
            <a:r>
              <a:rPr lang="zh-CN" altLang="en-US" sz="2400" dirty="0"/>
              <a:t>逻辑控制</a:t>
            </a:r>
            <a:endParaRPr lang="en-US" altLang="zh-CN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Stp</a:t>
            </a:r>
            <a:r>
              <a:rPr lang="zh-CN" altLang="en-US" sz="2400" dirty="0"/>
              <a:t>（</a:t>
            </a:r>
            <a:r>
              <a:rPr lang="en-US" altLang="zh-CN" sz="2400" dirty="0"/>
              <a:t>PUL</a:t>
            </a:r>
            <a:r>
              <a:rPr lang="zh-CN" altLang="en-US" sz="2400" dirty="0"/>
              <a:t>）则通过控制</a:t>
            </a:r>
            <a:r>
              <a:rPr lang="en-US" altLang="zh-CN" sz="2400" dirty="0"/>
              <a:t>TIM8_CH1</a:t>
            </a:r>
            <a:r>
              <a:rPr lang="zh-CN" altLang="en-US" sz="2400" dirty="0"/>
              <a:t>的</a:t>
            </a:r>
            <a:r>
              <a:rPr lang="en-US" altLang="zh-CN" sz="2400" dirty="0"/>
              <a:t>PWM</a:t>
            </a:r>
            <a:r>
              <a:rPr lang="zh-CN" altLang="en-US" sz="2400" dirty="0"/>
              <a:t>周期（即改变重装载值）来实现速度控制，每发出一个周期的</a:t>
            </a:r>
            <a:r>
              <a:rPr lang="en-US" altLang="zh-CN" sz="2400" dirty="0"/>
              <a:t>PWM</a:t>
            </a:r>
            <a:r>
              <a:rPr lang="zh-CN" altLang="en-US" sz="2400" dirty="0"/>
              <a:t>波步进电机转动一个步距角（若细分设置为</a:t>
            </a:r>
            <a:r>
              <a:rPr lang="en-US" altLang="zh-CN" sz="2400" dirty="0"/>
              <a:t>1</a:t>
            </a:r>
            <a:r>
              <a:rPr lang="zh-CN" altLang="en-US" sz="24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41667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F5BDD-210B-77C5-256C-AED5A3682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开发板上的步进电机</a:t>
            </a:r>
            <a:r>
              <a:rPr lang="en-US" altLang="zh-CN" dirty="0"/>
              <a:t>1</a:t>
            </a:r>
            <a:r>
              <a:rPr lang="zh-CN" altLang="en-US" dirty="0"/>
              <a:t>接口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4FF705-878B-C62E-C589-247DB21D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7" r="20355"/>
          <a:stretch>
            <a:fillRect/>
          </a:stretch>
        </p:blipFill>
        <p:spPr>
          <a:xfrm>
            <a:off x="3829210" y="1964053"/>
            <a:ext cx="2528705" cy="3790476"/>
          </a:xfrm>
          <a:prstGeom prst="rect">
            <a:avLst/>
          </a:prstGeom>
        </p:spPr>
      </p:pic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634C888D-DC02-3DE4-523E-9E4F213E185F}"/>
              </a:ext>
            </a:extLst>
          </p:cNvPr>
          <p:cNvCxnSpPr>
            <a:cxnSpLocks/>
          </p:cNvCxnSpPr>
          <p:nvPr/>
        </p:nvCxnSpPr>
        <p:spPr>
          <a:xfrm rot="10800000">
            <a:off x="203187" y="4858872"/>
            <a:ext cx="3866607" cy="45508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65837552-0B0A-B15D-47FD-416EC953D2C9}"/>
              </a:ext>
            </a:extLst>
          </p:cNvPr>
          <p:cNvCxnSpPr>
            <a:cxnSpLocks/>
          </p:cNvCxnSpPr>
          <p:nvPr/>
        </p:nvCxnSpPr>
        <p:spPr>
          <a:xfrm rot="10800000">
            <a:off x="203187" y="5207215"/>
            <a:ext cx="3866607" cy="324465"/>
          </a:xfrm>
          <a:prstGeom prst="bentConnector3">
            <a:avLst>
              <a:gd name="adj1" fmla="val 585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A738FB7-BC03-1D62-1851-400A9C4D4F0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3187" y="2159211"/>
            <a:ext cx="3805647" cy="644435"/>
          </a:xfrm>
          <a:prstGeom prst="bentConnector3">
            <a:avLst>
              <a:gd name="adj1" fmla="val 779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E800F332-AD22-CC03-B452-DC2D6F2DAA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3187" y="2394345"/>
            <a:ext cx="3805647" cy="766354"/>
          </a:xfrm>
          <a:prstGeom prst="bentConnector3">
            <a:avLst>
              <a:gd name="adj1" fmla="val 685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034EF560-CC92-84A4-9635-46E39E7B31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3187" y="2803645"/>
            <a:ext cx="3866607" cy="770711"/>
          </a:xfrm>
          <a:prstGeom prst="bentConnector3">
            <a:avLst>
              <a:gd name="adj1" fmla="val 596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D1BB2ECF-7C75-92E2-7DEE-6F24C48FC6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3187" y="3221659"/>
            <a:ext cx="3866606" cy="687977"/>
          </a:xfrm>
          <a:prstGeom prst="bentConnector3">
            <a:avLst>
              <a:gd name="adj1" fmla="val 5022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D84C58E-675B-B313-663E-3833958FC554}"/>
              </a:ext>
            </a:extLst>
          </p:cNvPr>
          <p:cNvSpPr txBox="1"/>
          <p:nvPr/>
        </p:nvSpPr>
        <p:spPr>
          <a:xfrm>
            <a:off x="2231854" y="2199184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PI5 ST1_PUL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DF5FB7-10D0-D2FC-E10C-7B66FC18875E}"/>
              </a:ext>
            </a:extLst>
          </p:cNvPr>
          <p:cNvSpPr txBox="1"/>
          <p:nvPr/>
        </p:nvSpPr>
        <p:spPr>
          <a:xfrm>
            <a:off x="2231854" y="2600288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PF14 ST1_DIR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193AA9-028A-FBFB-CD54-59F840EB17E8}"/>
              </a:ext>
            </a:extLst>
          </p:cNvPr>
          <p:cNvSpPr txBox="1"/>
          <p:nvPr/>
        </p:nvSpPr>
        <p:spPr>
          <a:xfrm>
            <a:off x="2231854" y="3076181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PF15 ST1_EN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62EE56-586E-8ED7-DE22-27CFA8A08580}"/>
              </a:ext>
            </a:extLst>
          </p:cNvPr>
          <p:cNvSpPr txBox="1"/>
          <p:nvPr/>
        </p:nvSpPr>
        <p:spPr>
          <a:xfrm>
            <a:off x="2231854" y="177938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ST+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3A83C9-A3F9-B6A3-6055-6EDEEBCF0849}"/>
              </a:ext>
            </a:extLst>
          </p:cNvPr>
          <p:cNvSpPr txBox="1"/>
          <p:nvPr/>
        </p:nvSpPr>
        <p:spPr>
          <a:xfrm>
            <a:off x="614675" y="55316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用开发板给电机供电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0B4620-8311-BBCE-38BF-6109D5E67F22}"/>
              </a:ext>
            </a:extLst>
          </p:cNvPr>
          <p:cNvSpPr txBox="1"/>
          <p:nvPr/>
        </p:nvSpPr>
        <p:spPr>
          <a:xfrm>
            <a:off x="3389420" y="494462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9E79F-A0CA-6242-9664-02C8C44ED6D9}"/>
              </a:ext>
            </a:extLst>
          </p:cNvPr>
          <p:cNvSpPr txBox="1"/>
          <p:nvPr/>
        </p:nvSpPr>
        <p:spPr>
          <a:xfrm>
            <a:off x="3408656" y="54863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565781-5DDA-F2B1-F0B3-4BA3536C4F59}"/>
              </a:ext>
            </a:extLst>
          </p:cNvPr>
          <p:cNvSpPr txBox="1"/>
          <p:nvPr/>
        </p:nvSpPr>
        <p:spPr>
          <a:xfrm>
            <a:off x="3108391" y="5823741"/>
            <a:ext cx="32549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0" i="0" dirty="0" err="1">
                <a:effectLst/>
                <a:latin typeface="Inter"/>
              </a:rPr>
              <a:t>GenBotter</a:t>
            </a:r>
            <a:r>
              <a:rPr lang="en-US" altLang="zh-CN" b="0" i="0" dirty="0">
                <a:effectLst/>
                <a:latin typeface="Inter"/>
              </a:rPr>
              <a:t> Motor-1</a:t>
            </a:r>
            <a:r>
              <a:rPr lang="zh-CN" altLang="en-US" b="0" i="0" dirty="0">
                <a:effectLst/>
                <a:latin typeface="Inter"/>
              </a:rPr>
              <a:t>电机开发板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F5029D8-8E25-BD39-6564-91F112BAD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707" y="1530312"/>
            <a:ext cx="5325107" cy="287861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E03FB3E-82F1-E2B1-7F68-E3E282B4624F}"/>
              </a:ext>
            </a:extLst>
          </p:cNvPr>
          <p:cNvSpPr txBox="1"/>
          <p:nvPr/>
        </p:nvSpPr>
        <p:spPr>
          <a:xfrm>
            <a:off x="6663707" y="4837883"/>
            <a:ext cx="532510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注意：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Enable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和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Dir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的端口输出逻辑都被光耦反转了。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91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271A9-231B-82D6-871E-C21F35B3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CubeMX</a:t>
            </a:r>
            <a:r>
              <a:rPr lang="zh-CN" altLang="en-US" dirty="0"/>
              <a:t>配置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1B3357-4878-885E-39C9-5A5036B486E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0" y="1141980"/>
            <a:ext cx="6242861" cy="32096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80EDB1-30A2-3688-AB6D-CBF4AFE4F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816" y="557348"/>
            <a:ext cx="5648928" cy="614389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EAC0B2-EB6E-6022-66CA-5E3A19C5B00E}"/>
              </a:ext>
            </a:extLst>
          </p:cNvPr>
          <p:cNvSpPr txBox="1"/>
          <p:nvPr/>
        </p:nvSpPr>
        <p:spPr>
          <a:xfrm>
            <a:off x="9344297" y="3244334"/>
            <a:ext cx="25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得到</a:t>
            </a:r>
            <a:r>
              <a:rPr lang="en-US" altLang="zh-CN" b="1" dirty="0">
                <a:solidFill>
                  <a:srgbClr val="FF0000"/>
                </a:solidFill>
              </a:rPr>
              <a:t>50KHz</a:t>
            </a:r>
            <a:r>
              <a:rPr lang="zh-CN" altLang="en-US" b="1" dirty="0">
                <a:solidFill>
                  <a:srgbClr val="FF0000"/>
                </a:solidFill>
              </a:rPr>
              <a:t>的计数时钟</a:t>
            </a:r>
          </a:p>
        </p:txBody>
      </p:sp>
    </p:spTree>
    <p:extLst>
      <p:ext uri="{BB962C8B-B14F-4D97-AF65-F5344CB8AC3E}">
        <p14:creationId xmlns:p14="http://schemas.microsoft.com/office/powerpoint/2010/main" val="320690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5675</TotalTime>
  <Words>222</Words>
  <Application>Microsoft Office PowerPoint</Application>
  <PresentationFormat>宽屏</PresentationFormat>
  <Paragraphs>35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Inter</vt:lpstr>
      <vt:lpstr>Source Han Sans</vt:lpstr>
      <vt:lpstr>Source Han Sans CN Regular</vt:lpstr>
      <vt:lpstr>等线</vt:lpstr>
      <vt:lpstr>微软雅黑</vt:lpstr>
      <vt:lpstr>Arial</vt:lpstr>
      <vt:lpstr>Wingdings</vt:lpstr>
      <vt:lpstr>Office 主题​​</vt:lpstr>
      <vt:lpstr>PowerPoint 演示文稿</vt:lpstr>
      <vt:lpstr>1. 案例目标</vt:lpstr>
      <vt:lpstr>2. 案例实现分析</vt:lpstr>
      <vt:lpstr>3. 开发板上的步进电机1接口</vt:lpstr>
      <vt:lpstr>4. CubeMX配置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132</cp:revision>
  <dcterms:created xsi:type="dcterms:W3CDTF">2025-05-21T06:55:53Z</dcterms:created>
  <dcterms:modified xsi:type="dcterms:W3CDTF">2025-08-14T10:03:20Z</dcterms:modified>
</cp:coreProperties>
</file>