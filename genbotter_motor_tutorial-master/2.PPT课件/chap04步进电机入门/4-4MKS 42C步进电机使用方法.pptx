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9" r:id="rId2"/>
    <p:sldId id="802" r:id="rId3"/>
    <p:sldId id="806" r:id="rId4"/>
    <p:sldId id="807" r:id="rId5"/>
    <p:sldId id="805" r:id="rId6"/>
    <p:sldId id="800" r:id="rId7"/>
    <p:sldId id="799" r:id="rId8"/>
    <p:sldId id="808" r:id="rId9"/>
    <p:sldId id="809" r:id="rId10"/>
    <p:sldId id="810" r:id="rId11"/>
    <p:sldId id="811" r:id="rId12"/>
    <p:sldId id="804" r:id="rId13"/>
    <p:sldId id="28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918" autoAdjust="0"/>
    <p:restoredTop sz="96652" autoAdjust="0"/>
  </p:normalViewPr>
  <p:slideViewPr>
    <p:cSldViewPr snapToGrid="0">
      <p:cViewPr>
        <p:scale>
          <a:sx n="125" d="100"/>
          <a:sy n="125" d="100"/>
        </p:scale>
        <p:origin x="666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DA68E5-AEA7-4FED-93C4-887818CA5588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A282E7B9-6977-46D3-9C88-31EBEFD87BBA}">
      <dgm:prSet/>
      <dgm:spPr/>
      <dgm:t>
        <a:bodyPr/>
        <a:lstStyle/>
        <a:p>
          <a:r>
            <a:rPr lang="en-US" altLang="zh-CN" dirty="0"/>
            <a:t>1. </a:t>
          </a:r>
          <a:r>
            <a:rPr lang="zh-CN" dirty="0"/>
            <a:t>产品概述</a:t>
          </a:r>
        </a:p>
      </dgm:t>
    </dgm:pt>
    <dgm:pt modelId="{3BC0DFE8-7C36-4F03-A6C3-4279452B6B5D}" type="parTrans" cxnId="{0FA9209D-EA45-4D07-9D6F-D11FFD9575B3}">
      <dgm:prSet/>
      <dgm:spPr/>
      <dgm:t>
        <a:bodyPr/>
        <a:lstStyle/>
        <a:p>
          <a:endParaRPr lang="zh-CN" altLang="en-US"/>
        </a:p>
      </dgm:t>
    </dgm:pt>
    <dgm:pt modelId="{234BFC9A-925A-4F7A-BBF2-4C1F6C181E90}" type="sibTrans" cxnId="{0FA9209D-EA45-4D07-9D6F-D11FFD9575B3}">
      <dgm:prSet/>
      <dgm:spPr/>
      <dgm:t>
        <a:bodyPr/>
        <a:lstStyle/>
        <a:p>
          <a:endParaRPr lang="zh-CN" altLang="en-US"/>
        </a:p>
      </dgm:t>
    </dgm:pt>
    <dgm:pt modelId="{70434824-1594-4383-A84A-A7A0EF87B93E}">
      <dgm:prSet/>
      <dgm:spPr/>
      <dgm:t>
        <a:bodyPr/>
        <a:lstStyle/>
        <a:p>
          <a:r>
            <a:rPr lang="en-US" altLang="zh-CN" dirty="0"/>
            <a:t>2. </a:t>
          </a:r>
          <a:r>
            <a:rPr lang="zh-CN" dirty="0"/>
            <a:t>硬件连接</a:t>
          </a:r>
        </a:p>
      </dgm:t>
    </dgm:pt>
    <dgm:pt modelId="{A7636ED0-4B2D-4385-9E57-CB99FDAD896A}" type="parTrans" cxnId="{8B7EB68E-B9E9-4895-BB0E-9B388D15687F}">
      <dgm:prSet/>
      <dgm:spPr/>
      <dgm:t>
        <a:bodyPr/>
        <a:lstStyle/>
        <a:p>
          <a:endParaRPr lang="zh-CN" altLang="en-US"/>
        </a:p>
      </dgm:t>
    </dgm:pt>
    <dgm:pt modelId="{F066BB35-9A37-425E-9C00-04A27A863F35}" type="sibTrans" cxnId="{8B7EB68E-B9E9-4895-BB0E-9B388D15687F}">
      <dgm:prSet/>
      <dgm:spPr/>
      <dgm:t>
        <a:bodyPr/>
        <a:lstStyle/>
        <a:p>
          <a:endParaRPr lang="zh-CN" altLang="en-US"/>
        </a:p>
      </dgm:t>
    </dgm:pt>
    <dgm:pt modelId="{05270A99-3B9E-4AE0-947D-FAED9085FBAC}">
      <dgm:prSet/>
      <dgm:spPr/>
      <dgm:t>
        <a:bodyPr/>
        <a:lstStyle/>
        <a:p>
          <a:r>
            <a:rPr lang="en-US" altLang="zh-CN" dirty="0"/>
            <a:t>3. </a:t>
          </a:r>
          <a:r>
            <a:rPr lang="zh-CN" dirty="0"/>
            <a:t>菜单设置</a:t>
          </a:r>
        </a:p>
      </dgm:t>
    </dgm:pt>
    <dgm:pt modelId="{B8A67A37-AAA8-4B52-BF87-769C467662DE}" type="parTrans" cxnId="{F76A4CC2-E77B-4F1B-8267-C60C7D177D38}">
      <dgm:prSet/>
      <dgm:spPr/>
      <dgm:t>
        <a:bodyPr/>
        <a:lstStyle/>
        <a:p>
          <a:endParaRPr lang="zh-CN" altLang="en-US"/>
        </a:p>
      </dgm:t>
    </dgm:pt>
    <dgm:pt modelId="{7C6DDA02-9636-4F1F-B6C1-D2C64F19F1AE}" type="sibTrans" cxnId="{F76A4CC2-E77B-4F1B-8267-C60C7D177D38}">
      <dgm:prSet/>
      <dgm:spPr/>
      <dgm:t>
        <a:bodyPr/>
        <a:lstStyle/>
        <a:p>
          <a:endParaRPr lang="zh-CN" altLang="en-US"/>
        </a:p>
      </dgm:t>
    </dgm:pt>
    <dgm:pt modelId="{41A019F1-B86A-4D80-BFFB-4635100271C2}">
      <dgm:prSet/>
      <dgm:spPr/>
      <dgm:t>
        <a:bodyPr/>
        <a:lstStyle/>
        <a:p>
          <a:r>
            <a:rPr lang="en-US" altLang="zh-CN" dirty="0"/>
            <a:t>4. </a:t>
          </a:r>
          <a:r>
            <a:rPr lang="zh-CN" dirty="0"/>
            <a:t>串行通信</a:t>
          </a:r>
        </a:p>
      </dgm:t>
    </dgm:pt>
    <dgm:pt modelId="{A6141116-725A-4136-9E7D-F80783F59EDF}" type="parTrans" cxnId="{C120D726-C63F-4CE7-95D9-FD93DE0EC722}">
      <dgm:prSet/>
      <dgm:spPr/>
      <dgm:t>
        <a:bodyPr/>
        <a:lstStyle/>
        <a:p>
          <a:endParaRPr lang="zh-CN" altLang="en-US"/>
        </a:p>
      </dgm:t>
    </dgm:pt>
    <dgm:pt modelId="{99E517CD-761D-4E65-A85F-E3A9B6D1BEFA}" type="sibTrans" cxnId="{C120D726-C63F-4CE7-95D9-FD93DE0EC722}">
      <dgm:prSet/>
      <dgm:spPr/>
      <dgm:t>
        <a:bodyPr/>
        <a:lstStyle/>
        <a:p>
          <a:endParaRPr lang="zh-CN" altLang="en-US"/>
        </a:p>
      </dgm:t>
    </dgm:pt>
    <dgm:pt modelId="{68151FC1-C2CC-4AA4-B26D-F76F8E841F78}">
      <dgm:prSet/>
      <dgm:spPr/>
      <dgm:t>
        <a:bodyPr/>
        <a:lstStyle/>
        <a:p>
          <a:r>
            <a:rPr lang="en-US" altLang="zh-CN" dirty="0"/>
            <a:t>5.  </a:t>
          </a:r>
          <a:r>
            <a:rPr lang="zh-CN" altLang="en-US" dirty="0"/>
            <a:t>本章案例配置的参数值</a:t>
          </a:r>
          <a:endParaRPr lang="zh-CN" dirty="0"/>
        </a:p>
      </dgm:t>
    </dgm:pt>
    <dgm:pt modelId="{035086EB-E9BB-45C9-8A60-7BFDC763CCB3}" type="parTrans" cxnId="{ECADF325-FAE8-458C-BFB8-61D6B0E37D5C}">
      <dgm:prSet/>
      <dgm:spPr/>
      <dgm:t>
        <a:bodyPr/>
        <a:lstStyle/>
        <a:p>
          <a:endParaRPr lang="zh-CN" altLang="en-US"/>
        </a:p>
      </dgm:t>
    </dgm:pt>
    <dgm:pt modelId="{FFA136CC-D531-49ED-9652-C35D7A562D4E}" type="sibTrans" cxnId="{ECADF325-FAE8-458C-BFB8-61D6B0E37D5C}">
      <dgm:prSet/>
      <dgm:spPr/>
      <dgm:t>
        <a:bodyPr/>
        <a:lstStyle/>
        <a:p>
          <a:endParaRPr lang="zh-CN" altLang="en-US"/>
        </a:p>
      </dgm:t>
    </dgm:pt>
    <dgm:pt modelId="{B4AED06F-A220-45CD-AAA9-EC314C718F69}" type="pres">
      <dgm:prSet presAssocID="{3ADA68E5-AEA7-4FED-93C4-887818CA5588}" presName="Name0" presStyleCnt="0">
        <dgm:presLayoutVars>
          <dgm:chMax/>
          <dgm:chPref/>
          <dgm:dir/>
        </dgm:presLayoutVars>
      </dgm:prSet>
      <dgm:spPr/>
    </dgm:pt>
    <dgm:pt modelId="{353E893D-760F-4E34-AA01-7EA3839DC3CD}" type="pres">
      <dgm:prSet presAssocID="{A282E7B9-6977-46D3-9C88-31EBEFD87BBA}" presName="parenttextcomposite" presStyleCnt="0"/>
      <dgm:spPr/>
    </dgm:pt>
    <dgm:pt modelId="{6963AB02-D235-45A7-86DF-D2034732917F}" type="pres">
      <dgm:prSet presAssocID="{A282E7B9-6977-46D3-9C88-31EBEFD87BBA}" presName="parenttext" presStyleLbl="revTx" presStyleIdx="0" presStyleCnt="5">
        <dgm:presLayoutVars>
          <dgm:chMax/>
          <dgm:chPref val="2"/>
          <dgm:bulletEnabled val="1"/>
        </dgm:presLayoutVars>
      </dgm:prSet>
      <dgm:spPr/>
    </dgm:pt>
    <dgm:pt modelId="{DAC428E5-74DD-4355-99FA-7E4A5E0F718B}" type="pres">
      <dgm:prSet presAssocID="{A282E7B9-6977-46D3-9C88-31EBEFD87BBA}" presName="parallelogramComposite" presStyleCnt="0"/>
      <dgm:spPr/>
    </dgm:pt>
    <dgm:pt modelId="{8E74A210-3CE7-4B1F-AD60-90058D43C60C}" type="pres">
      <dgm:prSet presAssocID="{A282E7B9-6977-46D3-9C88-31EBEFD87BBA}" presName="parallelogram1" presStyleLbl="alignNode1" presStyleIdx="0" presStyleCnt="35"/>
      <dgm:spPr/>
    </dgm:pt>
    <dgm:pt modelId="{332F6DB4-E1C8-4A53-9116-A5ACB62FB7E0}" type="pres">
      <dgm:prSet presAssocID="{A282E7B9-6977-46D3-9C88-31EBEFD87BBA}" presName="parallelogram2" presStyleLbl="alignNode1" presStyleIdx="1" presStyleCnt="35"/>
      <dgm:spPr/>
    </dgm:pt>
    <dgm:pt modelId="{3F697668-699B-43C8-AC6D-BF9C10556804}" type="pres">
      <dgm:prSet presAssocID="{A282E7B9-6977-46D3-9C88-31EBEFD87BBA}" presName="parallelogram3" presStyleLbl="alignNode1" presStyleIdx="2" presStyleCnt="35"/>
      <dgm:spPr/>
    </dgm:pt>
    <dgm:pt modelId="{40A6BAAF-B814-4F79-B65C-B9A86B4AB278}" type="pres">
      <dgm:prSet presAssocID="{A282E7B9-6977-46D3-9C88-31EBEFD87BBA}" presName="parallelogram4" presStyleLbl="alignNode1" presStyleIdx="3" presStyleCnt="35"/>
      <dgm:spPr/>
    </dgm:pt>
    <dgm:pt modelId="{47D1CE92-6958-4CDC-A3A1-F456393E09B9}" type="pres">
      <dgm:prSet presAssocID="{A282E7B9-6977-46D3-9C88-31EBEFD87BBA}" presName="parallelogram5" presStyleLbl="alignNode1" presStyleIdx="4" presStyleCnt="35"/>
      <dgm:spPr/>
    </dgm:pt>
    <dgm:pt modelId="{F90A97FC-6B7C-4BB8-8354-896A1D29ABBD}" type="pres">
      <dgm:prSet presAssocID="{A282E7B9-6977-46D3-9C88-31EBEFD87BBA}" presName="parallelogram6" presStyleLbl="alignNode1" presStyleIdx="5" presStyleCnt="35"/>
      <dgm:spPr/>
    </dgm:pt>
    <dgm:pt modelId="{28CF18EE-6010-407F-B6D4-E93E1AFCBC19}" type="pres">
      <dgm:prSet presAssocID="{A282E7B9-6977-46D3-9C88-31EBEFD87BBA}" presName="parallelogram7" presStyleLbl="alignNode1" presStyleIdx="6" presStyleCnt="35"/>
      <dgm:spPr/>
    </dgm:pt>
    <dgm:pt modelId="{4BFCAF5F-276A-4F34-8816-0779DFB74A6E}" type="pres">
      <dgm:prSet presAssocID="{234BFC9A-925A-4F7A-BBF2-4C1F6C181E90}" presName="sibTrans" presStyleCnt="0"/>
      <dgm:spPr/>
    </dgm:pt>
    <dgm:pt modelId="{BAEA3D3C-B6FF-47F0-8E19-908D7D928B0C}" type="pres">
      <dgm:prSet presAssocID="{70434824-1594-4383-A84A-A7A0EF87B93E}" presName="parenttextcomposite" presStyleCnt="0"/>
      <dgm:spPr/>
    </dgm:pt>
    <dgm:pt modelId="{BE7EF4CC-070C-43C4-8915-39281AFE4183}" type="pres">
      <dgm:prSet presAssocID="{70434824-1594-4383-A84A-A7A0EF87B93E}" presName="parenttext" presStyleLbl="revTx" presStyleIdx="1" presStyleCnt="5">
        <dgm:presLayoutVars>
          <dgm:chMax/>
          <dgm:chPref val="2"/>
          <dgm:bulletEnabled val="1"/>
        </dgm:presLayoutVars>
      </dgm:prSet>
      <dgm:spPr/>
    </dgm:pt>
    <dgm:pt modelId="{0427EC06-F3DC-4236-991A-ED66B64D6366}" type="pres">
      <dgm:prSet presAssocID="{70434824-1594-4383-A84A-A7A0EF87B93E}" presName="parallelogramComposite" presStyleCnt="0"/>
      <dgm:spPr/>
    </dgm:pt>
    <dgm:pt modelId="{93568477-4199-445B-8F43-C5188D6F4255}" type="pres">
      <dgm:prSet presAssocID="{70434824-1594-4383-A84A-A7A0EF87B93E}" presName="parallelogram1" presStyleLbl="alignNode1" presStyleIdx="7" presStyleCnt="35"/>
      <dgm:spPr/>
    </dgm:pt>
    <dgm:pt modelId="{A1D94180-6F81-4CF2-B697-A1936426EADF}" type="pres">
      <dgm:prSet presAssocID="{70434824-1594-4383-A84A-A7A0EF87B93E}" presName="parallelogram2" presStyleLbl="alignNode1" presStyleIdx="8" presStyleCnt="35"/>
      <dgm:spPr/>
    </dgm:pt>
    <dgm:pt modelId="{9CF0B096-2DDA-4CC0-9DEF-29999F383E05}" type="pres">
      <dgm:prSet presAssocID="{70434824-1594-4383-A84A-A7A0EF87B93E}" presName="parallelogram3" presStyleLbl="alignNode1" presStyleIdx="9" presStyleCnt="35"/>
      <dgm:spPr/>
    </dgm:pt>
    <dgm:pt modelId="{4BF42FC5-0944-40C3-A5CB-BE41259E7393}" type="pres">
      <dgm:prSet presAssocID="{70434824-1594-4383-A84A-A7A0EF87B93E}" presName="parallelogram4" presStyleLbl="alignNode1" presStyleIdx="10" presStyleCnt="35"/>
      <dgm:spPr/>
    </dgm:pt>
    <dgm:pt modelId="{01E130DF-A375-4711-9C7D-8019DFE40A46}" type="pres">
      <dgm:prSet presAssocID="{70434824-1594-4383-A84A-A7A0EF87B93E}" presName="parallelogram5" presStyleLbl="alignNode1" presStyleIdx="11" presStyleCnt="35"/>
      <dgm:spPr/>
    </dgm:pt>
    <dgm:pt modelId="{89BD0C87-8341-470B-99C0-27160C6D05DB}" type="pres">
      <dgm:prSet presAssocID="{70434824-1594-4383-A84A-A7A0EF87B93E}" presName="parallelogram6" presStyleLbl="alignNode1" presStyleIdx="12" presStyleCnt="35"/>
      <dgm:spPr/>
    </dgm:pt>
    <dgm:pt modelId="{3FF3CD89-FDE4-4B93-88A2-FECC8F2DB4D6}" type="pres">
      <dgm:prSet presAssocID="{70434824-1594-4383-A84A-A7A0EF87B93E}" presName="parallelogram7" presStyleLbl="alignNode1" presStyleIdx="13" presStyleCnt="35"/>
      <dgm:spPr/>
    </dgm:pt>
    <dgm:pt modelId="{6078F5E5-8FDC-4C36-B958-E3D64A431B24}" type="pres">
      <dgm:prSet presAssocID="{F066BB35-9A37-425E-9C00-04A27A863F35}" presName="sibTrans" presStyleCnt="0"/>
      <dgm:spPr/>
    </dgm:pt>
    <dgm:pt modelId="{C8662C1A-5993-4112-A725-60FB9F866449}" type="pres">
      <dgm:prSet presAssocID="{05270A99-3B9E-4AE0-947D-FAED9085FBAC}" presName="parenttextcomposite" presStyleCnt="0"/>
      <dgm:spPr/>
    </dgm:pt>
    <dgm:pt modelId="{CE6EBF4B-395C-4C1C-8EE0-BED2D4F48A14}" type="pres">
      <dgm:prSet presAssocID="{05270A99-3B9E-4AE0-947D-FAED9085FBAC}" presName="parenttext" presStyleLbl="revTx" presStyleIdx="2" presStyleCnt="5">
        <dgm:presLayoutVars>
          <dgm:chMax/>
          <dgm:chPref val="2"/>
          <dgm:bulletEnabled val="1"/>
        </dgm:presLayoutVars>
      </dgm:prSet>
      <dgm:spPr/>
    </dgm:pt>
    <dgm:pt modelId="{A84C8520-87DE-47BA-8C38-61AA25AB958E}" type="pres">
      <dgm:prSet presAssocID="{05270A99-3B9E-4AE0-947D-FAED9085FBAC}" presName="parallelogramComposite" presStyleCnt="0"/>
      <dgm:spPr/>
    </dgm:pt>
    <dgm:pt modelId="{98A49FED-4462-408E-BF3D-F09BC061A158}" type="pres">
      <dgm:prSet presAssocID="{05270A99-3B9E-4AE0-947D-FAED9085FBAC}" presName="parallelogram1" presStyleLbl="alignNode1" presStyleIdx="14" presStyleCnt="35"/>
      <dgm:spPr/>
    </dgm:pt>
    <dgm:pt modelId="{86F95999-AE02-4FC8-AFD1-77D3465C962F}" type="pres">
      <dgm:prSet presAssocID="{05270A99-3B9E-4AE0-947D-FAED9085FBAC}" presName="parallelogram2" presStyleLbl="alignNode1" presStyleIdx="15" presStyleCnt="35"/>
      <dgm:spPr/>
    </dgm:pt>
    <dgm:pt modelId="{7A559F4F-E4A3-4821-A4DF-FBB19A379C91}" type="pres">
      <dgm:prSet presAssocID="{05270A99-3B9E-4AE0-947D-FAED9085FBAC}" presName="parallelogram3" presStyleLbl="alignNode1" presStyleIdx="16" presStyleCnt="35"/>
      <dgm:spPr/>
    </dgm:pt>
    <dgm:pt modelId="{C0D8D0B3-80E7-4EA1-B1F1-7373572D1669}" type="pres">
      <dgm:prSet presAssocID="{05270A99-3B9E-4AE0-947D-FAED9085FBAC}" presName="parallelogram4" presStyleLbl="alignNode1" presStyleIdx="17" presStyleCnt="35"/>
      <dgm:spPr/>
    </dgm:pt>
    <dgm:pt modelId="{F6376E0B-3DFB-47F3-B193-31078A8A0C3D}" type="pres">
      <dgm:prSet presAssocID="{05270A99-3B9E-4AE0-947D-FAED9085FBAC}" presName="parallelogram5" presStyleLbl="alignNode1" presStyleIdx="18" presStyleCnt="35"/>
      <dgm:spPr/>
    </dgm:pt>
    <dgm:pt modelId="{FB706181-2311-4500-BD25-D45721B9CD8D}" type="pres">
      <dgm:prSet presAssocID="{05270A99-3B9E-4AE0-947D-FAED9085FBAC}" presName="parallelogram6" presStyleLbl="alignNode1" presStyleIdx="19" presStyleCnt="35"/>
      <dgm:spPr/>
    </dgm:pt>
    <dgm:pt modelId="{E8E9B3B3-0B78-4F1E-974E-8AE010DD3980}" type="pres">
      <dgm:prSet presAssocID="{05270A99-3B9E-4AE0-947D-FAED9085FBAC}" presName="parallelogram7" presStyleLbl="alignNode1" presStyleIdx="20" presStyleCnt="35"/>
      <dgm:spPr/>
    </dgm:pt>
    <dgm:pt modelId="{CB79AA2E-8E29-411A-AC13-3D94BDC830F0}" type="pres">
      <dgm:prSet presAssocID="{7C6DDA02-9636-4F1F-B6C1-D2C64F19F1AE}" presName="sibTrans" presStyleCnt="0"/>
      <dgm:spPr/>
    </dgm:pt>
    <dgm:pt modelId="{9DE4B72D-E7C8-4C88-9494-C7073B5E8543}" type="pres">
      <dgm:prSet presAssocID="{41A019F1-B86A-4D80-BFFB-4635100271C2}" presName="parenttextcomposite" presStyleCnt="0"/>
      <dgm:spPr/>
    </dgm:pt>
    <dgm:pt modelId="{4FCC5BCC-7B60-49DD-952E-C091DAAD0F0B}" type="pres">
      <dgm:prSet presAssocID="{41A019F1-B86A-4D80-BFFB-4635100271C2}" presName="parenttext" presStyleLbl="revTx" presStyleIdx="3" presStyleCnt="5">
        <dgm:presLayoutVars>
          <dgm:chMax/>
          <dgm:chPref val="2"/>
          <dgm:bulletEnabled val="1"/>
        </dgm:presLayoutVars>
      </dgm:prSet>
      <dgm:spPr/>
    </dgm:pt>
    <dgm:pt modelId="{62C808F0-72ED-42F9-9C07-D49CC898B94E}" type="pres">
      <dgm:prSet presAssocID="{41A019F1-B86A-4D80-BFFB-4635100271C2}" presName="parallelogramComposite" presStyleCnt="0"/>
      <dgm:spPr/>
    </dgm:pt>
    <dgm:pt modelId="{49215633-B30B-4A03-B298-4A8570D6CDE2}" type="pres">
      <dgm:prSet presAssocID="{41A019F1-B86A-4D80-BFFB-4635100271C2}" presName="parallelogram1" presStyleLbl="alignNode1" presStyleIdx="21" presStyleCnt="35"/>
      <dgm:spPr/>
    </dgm:pt>
    <dgm:pt modelId="{6A070625-BEFE-4DCA-ABD8-B643672FBB7C}" type="pres">
      <dgm:prSet presAssocID="{41A019F1-B86A-4D80-BFFB-4635100271C2}" presName="parallelogram2" presStyleLbl="alignNode1" presStyleIdx="22" presStyleCnt="35"/>
      <dgm:spPr/>
    </dgm:pt>
    <dgm:pt modelId="{3B2D02F6-2FEB-47B3-8839-AC6D47F4D40B}" type="pres">
      <dgm:prSet presAssocID="{41A019F1-B86A-4D80-BFFB-4635100271C2}" presName="parallelogram3" presStyleLbl="alignNode1" presStyleIdx="23" presStyleCnt="35"/>
      <dgm:spPr/>
    </dgm:pt>
    <dgm:pt modelId="{A8038EF4-D6C1-4B32-80C9-DC411C2E85FE}" type="pres">
      <dgm:prSet presAssocID="{41A019F1-B86A-4D80-BFFB-4635100271C2}" presName="parallelogram4" presStyleLbl="alignNode1" presStyleIdx="24" presStyleCnt="35"/>
      <dgm:spPr/>
    </dgm:pt>
    <dgm:pt modelId="{D810F7F2-9487-4D4E-831F-59C480DF204B}" type="pres">
      <dgm:prSet presAssocID="{41A019F1-B86A-4D80-BFFB-4635100271C2}" presName="parallelogram5" presStyleLbl="alignNode1" presStyleIdx="25" presStyleCnt="35"/>
      <dgm:spPr/>
    </dgm:pt>
    <dgm:pt modelId="{F5CE3477-D298-4359-8180-781EB37F4E5A}" type="pres">
      <dgm:prSet presAssocID="{41A019F1-B86A-4D80-BFFB-4635100271C2}" presName="parallelogram6" presStyleLbl="alignNode1" presStyleIdx="26" presStyleCnt="35"/>
      <dgm:spPr/>
    </dgm:pt>
    <dgm:pt modelId="{F6340776-C539-43E4-95B4-7ABFF0330756}" type="pres">
      <dgm:prSet presAssocID="{41A019F1-B86A-4D80-BFFB-4635100271C2}" presName="parallelogram7" presStyleLbl="alignNode1" presStyleIdx="27" presStyleCnt="35"/>
      <dgm:spPr/>
    </dgm:pt>
    <dgm:pt modelId="{AE049EB0-5F32-44D2-BC7D-7D2502DBDEB2}" type="pres">
      <dgm:prSet presAssocID="{99E517CD-761D-4E65-A85F-E3A9B6D1BEFA}" presName="sibTrans" presStyleCnt="0"/>
      <dgm:spPr/>
    </dgm:pt>
    <dgm:pt modelId="{7EAE344F-20FA-4842-AA1D-15392C3931B6}" type="pres">
      <dgm:prSet presAssocID="{68151FC1-C2CC-4AA4-B26D-F76F8E841F78}" presName="parenttextcomposite" presStyleCnt="0"/>
      <dgm:spPr/>
    </dgm:pt>
    <dgm:pt modelId="{6472295D-5878-4EA8-A878-A4077D14EC1F}" type="pres">
      <dgm:prSet presAssocID="{68151FC1-C2CC-4AA4-B26D-F76F8E841F78}" presName="parenttext" presStyleLbl="revTx" presStyleIdx="4" presStyleCnt="5">
        <dgm:presLayoutVars>
          <dgm:chMax/>
          <dgm:chPref val="2"/>
          <dgm:bulletEnabled val="1"/>
        </dgm:presLayoutVars>
      </dgm:prSet>
      <dgm:spPr/>
    </dgm:pt>
    <dgm:pt modelId="{4E615FDC-7BED-42E4-88BE-F21764C43011}" type="pres">
      <dgm:prSet presAssocID="{68151FC1-C2CC-4AA4-B26D-F76F8E841F78}" presName="parallelogramComposite" presStyleCnt="0"/>
      <dgm:spPr/>
    </dgm:pt>
    <dgm:pt modelId="{323B917B-5127-4794-9890-513EEBC6227C}" type="pres">
      <dgm:prSet presAssocID="{68151FC1-C2CC-4AA4-B26D-F76F8E841F78}" presName="parallelogram1" presStyleLbl="alignNode1" presStyleIdx="28" presStyleCnt="35"/>
      <dgm:spPr/>
    </dgm:pt>
    <dgm:pt modelId="{5DF81C52-65EB-4F06-BDD0-B2C57EF77050}" type="pres">
      <dgm:prSet presAssocID="{68151FC1-C2CC-4AA4-B26D-F76F8E841F78}" presName="parallelogram2" presStyleLbl="alignNode1" presStyleIdx="29" presStyleCnt="35"/>
      <dgm:spPr/>
    </dgm:pt>
    <dgm:pt modelId="{B04BCBF7-083F-4D09-8F09-4A047753FA94}" type="pres">
      <dgm:prSet presAssocID="{68151FC1-C2CC-4AA4-B26D-F76F8E841F78}" presName="parallelogram3" presStyleLbl="alignNode1" presStyleIdx="30" presStyleCnt="35"/>
      <dgm:spPr/>
    </dgm:pt>
    <dgm:pt modelId="{6778E388-2A77-4A7B-B4E2-7F8E15362E7E}" type="pres">
      <dgm:prSet presAssocID="{68151FC1-C2CC-4AA4-B26D-F76F8E841F78}" presName="parallelogram4" presStyleLbl="alignNode1" presStyleIdx="31" presStyleCnt="35"/>
      <dgm:spPr/>
    </dgm:pt>
    <dgm:pt modelId="{BB105489-DECF-4AD6-9742-54A4972E19EB}" type="pres">
      <dgm:prSet presAssocID="{68151FC1-C2CC-4AA4-B26D-F76F8E841F78}" presName="parallelogram5" presStyleLbl="alignNode1" presStyleIdx="32" presStyleCnt="35"/>
      <dgm:spPr/>
    </dgm:pt>
    <dgm:pt modelId="{938FF73A-B390-4759-A154-F4E364E35752}" type="pres">
      <dgm:prSet presAssocID="{68151FC1-C2CC-4AA4-B26D-F76F8E841F78}" presName="parallelogram6" presStyleLbl="alignNode1" presStyleIdx="33" presStyleCnt="35"/>
      <dgm:spPr/>
    </dgm:pt>
    <dgm:pt modelId="{1F2992C5-709F-4931-AC04-41D689C0E461}" type="pres">
      <dgm:prSet presAssocID="{68151FC1-C2CC-4AA4-B26D-F76F8E841F78}" presName="parallelogram7" presStyleLbl="alignNode1" presStyleIdx="34" presStyleCnt="35"/>
      <dgm:spPr/>
    </dgm:pt>
  </dgm:ptLst>
  <dgm:cxnLst>
    <dgm:cxn modelId="{372D2C1D-2456-48FD-8F87-F0F29E188361}" type="presOf" srcId="{3ADA68E5-AEA7-4FED-93C4-887818CA5588}" destId="{B4AED06F-A220-45CD-AAA9-EC314C718F69}" srcOrd="0" destOrd="0" presId="urn:microsoft.com/office/officeart/2008/layout/VerticalAccentList"/>
    <dgm:cxn modelId="{731A301E-B7FC-4771-AD07-E3D713268749}" type="presOf" srcId="{68151FC1-C2CC-4AA4-B26D-F76F8E841F78}" destId="{6472295D-5878-4EA8-A878-A4077D14EC1F}" srcOrd="0" destOrd="0" presId="urn:microsoft.com/office/officeart/2008/layout/VerticalAccentList"/>
    <dgm:cxn modelId="{ECADF325-FAE8-458C-BFB8-61D6B0E37D5C}" srcId="{3ADA68E5-AEA7-4FED-93C4-887818CA5588}" destId="{68151FC1-C2CC-4AA4-B26D-F76F8E841F78}" srcOrd="4" destOrd="0" parTransId="{035086EB-E9BB-45C9-8A60-7BFDC763CCB3}" sibTransId="{FFA136CC-D531-49ED-9652-C35D7A562D4E}"/>
    <dgm:cxn modelId="{C120D726-C63F-4CE7-95D9-FD93DE0EC722}" srcId="{3ADA68E5-AEA7-4FED-93C4-887818CA5588}" destId="{41A019F1-B86A-4D80-BFFB-4635100271C2}" srcOrd="3" destOrd="0" parTransId="{A6141116-725A-4136-9E7D-F80783F59EDF}" sibTransId="{99E517CD-761D-4E65-A85F-E3A9B6D1BEFA}"/>
    <dgm:cxn modelId="{8B7EB68E-B9E9-4895-BB0E-9B388D15687F}" srcId="{3ADA68E5-AEA7-4FED-93C4-887818CA5588}" destId="{70434824-1594-4383-A84A-A7A0EF87B93E}" srcOrd="1" destOrd="0" parTransId="{A7636ED0-4B2D-4385-9E57-CB99FDAD896A}" sibTransId="{F066BB35-9A37-425E-9C00-04A27A863F35}"/>
    <dgm:cxn modelId="{0FA9209D-EA45-4D07-9D6F-D11FFD9575B3}" srcId="{3ADA68E5-AEA7-4FED-93C4-887818CA5588}" destId="{A282E7B9-6977-46D3-9C88-31EBEFD87BBA}" srcOrd="0" destOrd="0" parTransId="{3BC0DFE8-7C36-4F03-A6C3-4279452B6B5D}" sibTransId="{234BFC9A-925A-4F7A-BBF2-4C1F6C181E90}"/>
    <dgm:cxn modelId="{42085CA7-25BF-45B3-A9B3-44D674FACDB2}" type="presOf" srcId="{05270A99-3B9E-4AE0-947D-FAED9085FBAC}" destId="{CE6EBF4B-395C-4C1C-8EE0-BED2D4F48A14}" srcOrd="0" destOrd="0" presId="urn:microsoft.com/office/officeart/2008/layout/VerticalAccentList"/>
    <dgm:cxn modelId="{738DA6C1-2FF5-47BB-9436-1EA8BD2663D3}" type="presOf" srcId="{41A019F1-B86A-4D80-BFFB-4635100271C2}" destId="{4FCC5BCC-7B60-49DD-952E-C091DAAD0F0B}" srcOrd="0" destOrd="0" presId="urn:microsoft.com/office/officeart/2008/layout/VerticalAccentList"/>
    <dgm:cxn modelId="{F76A4CC2-E77B-4F1B-8267-C60C7D177D38}" srcId="{3ADA68E5-AEA7-4FED-93C4-887818CA5588}" destId="{05270A99-3B9E-4AE0-947D-FAED9085FBAC}" srcOrd="2" destOrd="0" parTransId="{B8A67A37-AAA8-4B52-BF87-769C467662DE}" sibTransId="{7C6DDA02-9636-4F1F-B6C1-D2C64F19F1AE}"/>
    <dgm:cxn modelId="{496981C4-DF56-4FA3-AF49-D870279CC5F6}" type="presOf" srcId="{A282E7B9-6977-46D3-9C88-31EBEFD87BBA}" destId="{6963AB02-D235-45A7-86DF-D2034732917F}" srcOrd="0" destOrd="0" presId="urn:microsoft.com/office/officeart/2008/layout/VerticalAccentList"/>
    <dgm:cxn modelId="{5AD1E7F6-F5AE-4957-A7BC-9F20ECB289C7}" type="presOf" srcId="{70434824-1594-4383-A84A-A7A0EF87B93E}" destId="{BE7EF4CC-070C-43C4-8915-39281AFE4183}" srcOrd="0" destOrd="0" presId="urn:microsoft.com/office/officeart/2008/layout/VerticalAccentList"/>
    <dgm:cxn modelId="{43ED8AE6-B75A-4A3B-AE66-58821E6341D9}" type="presParOf" srcId="{B4AED06F-A220-45CD-AAA9-EC314C718F69}" destId="{353E893D-760F-4E34-AA01-7EA3839DC3CD}" srcOrd="0" destOrd="0" presId="urn:microsoft.com/office/officeart/2008/layout/VerticalAccentList"/>
    <dgm:cxn modelId="{3F37AD74-288E-45BB-8C35-CEB447D496D6}" type="presParOf" srcId="{353E893D-760F-4E34-AA01-7EA3839DC3CD}" destId="{6963AB02-D235-45A7-86DF-D2034732917F}" srcOrd="0" destOrd="0" presId="urn:microsoft.com/office/officeart/2008/layout/VerticalAccentList"/>
    <dgm:cxn modelId="{C06F4EA9-F38A-43C0-8226-A4B4ACED0CCC}" type="presParOf" srcId="{B4AED06F-A220-45CD-AAA9-EC314C718F69}" destId="{DAC428E5-74DD-4355-99FA-7E4A5E0F718B}" srcOrd="1" destOrd="0" presId="urn:microsoft.com/office/officeart/2008/layout/VerticalAccentList"/>
    <dgm:cxn modelId="{1CF02429-5EDE-4B45-BD74-A65766BDD218}" type="presParOf" srcId="{DAC428E5-74DD-4355-99FA-7E4A5E0F718B}" destId="{8E74A210-3CE7-4B1F-AD60-90058D43C60C}" srcOrd="0" destOrd="0" presId="urn:microsoft.com/office/officeart/2008/layout/VerticalAccentList"/>
    <dgm:cxn modelId="{3B103C4B-A987-4D64-97AE-CBD308D1205F}" type="presParOf" srcId="{DAC428E5-74DD-4355-99FA-7E4A5E0F718B}" destId="{332F6DB4-E1C8-4A53-9116-A5ACB62FB7E0}" srcOrd="1" destOrd="0" presId="urn:microsoft.com/office/officeart/2008/layout/VerticalAccentList"/>
    <dgm:cxn modelId="{7E7BC949-B77B-42EA-9624-8429166BFAAA}" type="presParOf" srcId="{DAC428E5-74DD-4355-99FA-7E4A5E0F718B}" destId="{3F697668-699B-43C8-AC6D-BF9C10556804}" srcOrd="2" destOrd="0" presId="urn:microsoft.com/office/officeart/2008/layout/VerticalAccentList"/>
    <dgm:cxn modelId="{85496F37-12BC-4612-AF97-F75C2F29784B}" type="presParOf" srcId="{DAC428E5-74DD-4355-99FA-7E4A5E0F718B}" destId="{40A6BAAF-B814-4F79-B65C-B9A86B4AB278}" srcOrd="3" destOrd="0" presId="urn:microsoft.com/office/officeart/2008/layout/VerticalAccentList"/>
    <dgm:cxn modelId="{DEF567C5-826B-4C36-8249-E0C20A1AACCF}" type="presParOf" srcId="{DAC428E5-74DD-4355-99FA-7E4A5E0F718B}" destId="{47D1CE92-6958-4CDC-A3A1-F456393E09B9}" srcOrd="4" destOrd="0" presId="urn:microsoft.com/office/officeart/2008/layout/VerticalAccentList"/>
    <dgm:cxn modelId="{3FFBD49C-D9B2-4891-9817-155F89F77D30}" type="presParOf" srcId="{DAC428E5-74DD-4355-99FA-7E4A5E0F718B}" destId="{F90A97FC-6B7C-4BB8-8354-896A1D29ABBD}" srcOrd="5" destOrd="0" presId="urn:microsoft.com/office/officeart/2008/layout/VerticalAccentList"/>
    <dgm:cxn modelId="{0E27D003-C929-4682-97CF-3F3267041F22}" type="presParOf" srcId="{DAC428E5-74DD-4355-99FA-7E4A5E0F718B}" destId="{28CF18EE-6010-407F-B6D4-E93E1AFCBC19}" srcOrd="6" destOrd="0" presId="urn:microsoft.com/office/officeart/2008/layout/VerticalAccentList"/>
    <dgm:cxn modelId="{CF875DBB-88F1-4C77-BCD5-0C3791BB0720}" type="presParOf" srcId="{B4AED06F-A220-45CD-AAA9-EC314C718F69}" destId="{4BFCAF5F-276A-4F34-8816-0779DFB74A6E}" srcOrd="2" destOrd="0" presId="urn:microsoft.com/office/officeart/2008/layout/VerticalAccentList"/>
    <dgm:cxn modelId="{00EDAB7A-544B-4A66-9C77-B90EE0AD8C41}" type="presParOf" srcId="{B4AED06F-A220-45CD-AAA9-EC314C718F69}" destId="{BAEA3D3C-B6FF-47F0-8E19-908D7D928B0C}" srcOrd="3" destOrd="0" presId="urn:microsoft.com/office/officeart/2008/layout/VerticalAccentList"/>
    <dgm:cxn modelId="{032B5963-B42C-4FCD-9951-D68ED0342183}" type="presParOf" srcId="{BAEA3D3C-B6FF-47F0-8E19-908D7D928B0C}" destId="{BE7EF4CC-070C-43C4-8915-39281AFE4183}" srcOrd="0" destOrd="0" presId="urn:microsoft.com/office/officeart/2008/layout/VerticalAccentList"/>
    <dgm:cxn modelId="{57A530FB-06A6-4A4B-A9E7-EBF8E570D297}" type="presParOf" srcId="{B4AED06F-A220-45CD-AAA9-EC314C718F69}" destId="{0427EC06-F3DC-4236-991A-ED66B64D6366}" srcOrd="4" destOrd="0" presId="urn:microsoft.com/office/officeart/2008/layout/VerticalAccentList"/>
    <dgm:cxn modelId="{E3FCF33D-4E80-4C89-8748-C0C60FF915BA}" type="presParOf" srcId="{0427EC06-F3DC-4236-991A-ED66B64D6366}" destId="{93568477-4199-445B-8F43-C5188D6F4255}" srcOrd="0" destOrd="0" presId="urn:microsoft.com/office/officeart/2008/layout/VerticalAccentList"/>
    <dgm:cxn modelId="{85002F1E-C249-4646-81C0-4D108D15DA89}" type="presParOf" srcId="{0427EC06-F3DC-4236-991A-ED66B64D6366}" destId="{A1D94180-6F81-4CF2-B697-A1936426EADF}" srcOrd="1" destOrd="0" presId="urn:microsoft.com/office/officeart/2008/layout/VerticalAccentList"/>
    <dgm:cxn modelId="{69BC2B92-25BE-4893-84DB-9383412107B7}" type="presParOf" srcId="{0427EC06-F3DC-4236-991A-ED66B64D6366}" destId="{9CF0B096-2DDA-4CC0-9DEF-29999F383E05}" srcOrd="2" destOrd="0" presId="urn:microsoft.com/office/officeart/2008/layout/VerticalAccentList"/>
    <dgm:cxn modelId="{44EC7254-D976-40C4-8161-2EE075DDBBA9}" type="presParOf" srcId="{0427EC06-F3DC-4236-991A-ED66B64D6366}" destId="{4BF42FC5-0944-40C3-A5CB-BE41259E7393}" srcOrd="3" destOrd="0" presId="urn:microsoft.com/office/officeart/2008/layout/VerticalAccentList"/>
    <dgm:cxn modelId="{AB3364E6-AD74-4E57-A3C2-C3AA9C566FF5}" type="presParOf" srcId="{0427EC06-F3DC-4236-991A-ED66B64D6366}" destId="{01E130DF-A375-4711-9C7D-8019DFE40A46}" srcOrd="4" destOrd="0" presId="urn:microsoft.com/office/officeart/2008/layout/VerticalAccentList"/>
    <dgm:cxn modelId="{FA2A2D4D-DC8E-42B6-8843-2CC6806D918A}" type="presParOf" srcId="{0427EC06-F3DC-4236-991A-ED66B64D6366}" destId="{89BD0C87-8341-470B-99C0-27160C6D05DB}" srcOrd="5" destOrd="0" presId="urn:microsoft.com/office/officeart/2008/layout/VerticalAccentList"/>
    <dgm:cxn modelId="{C91FBE0E-E400-4786-A9FB-45B4EFF96339}" type="presParOf" srcId="{0427EC06-F3DC-4236-991A-ED66B64D6366}" destId="{3FF3CD89-FDE4-4B93-88A2-FECC8F2DB4D6}" srcOrd="6" destOrd="0" presId="urn:microsoft.com/office/officeart/2008/layout/VerticalAccentList"/>
    <dgm:cxn modelId="{BCA712FC-A7A0-4BBF-B4E3-593A755281A7}" type="presParOf" srcId="{B4AED06F-A220-45CD-AAA9-EC314C718F69}" destId="{6078F5E5-8FDC-4C36-B958-E3D64A431B24}" srcOrd="5" destOrd="0" presId="urn:microsoft.com/office/officeart/2008/layout/VerticalAccentList"/>
    <dgm:cxn modelId="{193CAC1F-630B-48F5-88C0-37352E3E8565}" type="presParOf" srcId="{B4AED06F-A220-45CD-AAA9-EC314C718F69}" destId="{C8662C1A-5993-4112-A725-60FB9F866449}" srcOrd="6" destOrd="0" presId="urn:microsoft.com/office/officeart/2008/layout/VerticalAccentList"/>
    <dgm:cxn modelId="{82C921D2-401C-41D3-91F4-28ECC94307B3}" type="presParOf" srcId="{C8662C1A-5993-4112-A725-60FB9F866449}" destId="{CE6EBF4B-395C-4C1C-8EE0-BED2D4F48A14}" srcOrd="0" destOrd="0" presId="urn:microsoft.com/office/officeart/2008/layout/VerticalAccentList"/>
    <dgm:cxn modelId="{CED1D3F7-7AA4-40CD-A8C9-F1D0CE9A7A26}" type="presParOf" srcId="{B4AED06F-A220-45CD-AAA9-EC314C718F69}" destId="{A84C8520-87DE-47BA-8C38-61AA25AB958E}" srcOrd="7" destOrd="0" presId="urn:microsoft.com/office/officeart/2008/layout/VerticalAccentList"/>
    <dgm:cxn modelId="{D0A4B1A0-2F8F-45F5-9EBA-7E7E457FC7D6}" type="presParOf" srcId="{A84C8520-87DE-47BA-8C38-61AA25AB958E}" destId="{98A49FED-4462-408E-BF3D-F09BC061A158}" srcOrd="0" destOrd="0" presId="urn:microsoft.com/office/officeart/2008/layout/VerticalAccentList"/>
    <dgm:cxn modelId="{3C1536B7-E97D-4287-8CAB-AE55CB9EB87E}" type="presParOf" srcId="{A84C8520-87DE-47BA-8C38-61AA25AB958E}" destId="{86F95999-AE02-4FC8-AFD1-77D3465C962F}" srcOrd="1" destOrd="0" presId="urn:microsoft.com/office/officeart/2008/layout/VerticalAccentList"/>
    <dgm:cxn modelId="{F87C49E3-D1A4-432F-BC71-2E4D4171C727}" type="presParOf" srcId="{A84C8520-87DE-47BA-8C38-61AA25AB958E}" destId="{7A559F4F-E4A3-4821-A4DF-FBB19A379C91}" srcOrd="2" destOrd="0" presId="urn:microsoft.com/office/officeart/2008/layout/VerticalAccentList"/>
    <dgm:cxn modelId="{44DD78F7-FCC2-4499-B9F1-9DBF1C91D8AC}" type="presParOf" srcId="{A84C8520-87DE-47BA-8C38-61AA25AB958E}" destId="{C0D8D0B3-80E7-4EA1-B1F1-7373572D1669}" srcOrd="3" destOrd="0" presId="urn:microsoft.com/office/officeart/2008/layout/VerticalAccentList"/>
    <dgm:cxn modelId="{778FACFC-8605-4A2F-9381-83941845C0CC}" type="presParOf" srcId="{A84C8520-87DE-47BA-8C38-61AA25AB958E}" destId="{F6376E0B-3DFB-47F3-B193-31078A8A0C3D}" srcOrd="4" destOrd="0" presId="urn:microsoft.com/office/officeart/2008/layout/VerticalAccentList"/>
    <dgm:cxn modelId="{C718CAEB-1095-4BB1-A05D-9DF1EB914B35}" type="presParOf" srcId="{A84C8520-87DE-47BA-8C38-61AA25AB958E}" destId="{FB706181-2311-4500-BD25-D45721B9CD8D}" srcOrd="5" destOrd="0" presId="urn:microsoft.com/office/officeart/2008/layout/VerticalAccentList"/>
    <dgm:cxn modelId="{275AEA57-F3F1-4527-A97C-C4622A880223}" type="presParOf" srcId="{A84C8520-87DE-47BA-8C38-61AA25AB958E}" destId="{E8E9B3B3-0B78-4F1E-974E-8AE010DD3980}" srcOrd="6" destOrd="0" presId="urn:microsoft.com/office/officeart/2008/layout/VerticalAccentList"/>
    <dgm:cxn modelId="{70AB04D1-11AB-4A59-9FB7-F25CB6622292}" type="presParOf" srcId="{B4AED06F-A220-45CD-AAA9-EC314C718F69}" destId="{CB79AA2E-8E29-411A-AC13-3D94BDC830F0}" srcOrd="8" destOrd="0" presId="urn:microsoft.com/office/officeart/2008/layout/VerticalAccentList"/>
    <dgm:cxn modelId="{F24557C2-CA67-4AB4-935C-F0B531B9C10C}" type="presParOf" srcId="{B4AED06F-A220-45CD-AAA9-EC314C718F69}" destId="{9DE4B72D-E7C8-4C88-9494-C7073B5E8543}" srcOrd="9" destOrd="0" presId="urn:microsoft.com/office/officeart/2008/layout/VerticalAccentList"/>
    <dgm:cxn modelId="{B14402D1-5EA0-403C-B165-51D80EA8935F}" type="presParOf" srcId="{9DE4B72D-E7C8-4C88-9494-C7073B5E8543}" destId="{4FCC5BCC-7B60-49DD-952E-C091DAAD0F0B}" srcOrd="0" destOrd="0" presId="urn:microsoft.com/office/officeart/2008/layout/VerticalAccentList"/>
    <dgm:cxn modelId="{87F50956-394A-4792-AC26-193D8BD531D4}" type="presParOf" srcId="{B4AED06F-A220-45CD-AAA9-EC314C718F69}" destId="{62C808F0-72ED-42F9-9C07-D49CC898B94E}" srcOrd="10" destOrd="0" presId="urn:microsoft.com/office/officeart/2008/layout/VerticalAccentList"/>
    <dgm:cxn modelId="{614E5E39-A8CA-4835-969B-AE4F77EB5335}" type="presParOf" srcId="{62C808F0-72ED-42F9-9C07-D49CC898B94E}" destId="{49215633-B30B-4A03-B298-4A8570D6CDE2}" srcOrd="0" destOrd="0" presId="urn:microsoft.com/office/officeart/2008/layout/VerticalAccentList"/>
    <dgm:cxn modelId="{EA20E853-C66B-4B54-8694-AEE52555D89F}" type="presParOf" srcId="{62C808F0-72ED-42F9-9C07-D49CC898B94E}" destId="{6A070625-BEFE-4DCA-ABD8-B643672FBB7C}" srcOrd="1" destOrd="0" presId="urn:microsoft.com/office/officeart/2008/layout/VerticalAccentList"/>
    <dgm:cxn modelId="{F1F9E165-F576-43C6-A4D9-02F5BC83C0B9}" type="presParOf" srcId="{62C808F0-72ED-42F9-9C07-D49CC898B94E}" destId="{3B2D02F6-2FEB-47B3-8839-AC6D47F4D40B}" srcOrd="2" destOrd="0" presId="urn:microsoft.com/office/officeart/2008/layout/VerticalAccentList"/>
    <dgm:cxn modelId="{71EF55D3-F1CA-4948-8571-36CB597ED9D0}" type="presParOf" srcId="{62C808F0-72ED-42F9-9C07-D49CC898B94E}" destId="{A8038EF4-D6C1-4B32-80C9-DC411C2E85FE}" srcOrd="3" destOrd="0" presId="urn:microsoft.com/office/officeart/2008/layout/VerticalAccentList"/>
    <dgm:cxn modelId="{8176DE50-57F5-4DA4-B121-F2D3BF67F922}" type="presParOf" srcId="{62C808F0-72ED-42F9-9C07-D49CC898B94E}" destId="{D810F7F2-9487-4D4E-831F-59C480DF204B}" srcOrd="4" destOrd="0" presId="urn:microsoft.com/office/officeart/2008/layout/VerticalAccentList"/>
    <dgm:cxn modelId="{B20A3B1E-C9EC-4F7D-A999-826F71300780}" type="presParOf" srcId="{62C808F0-72ED-42F9-9C07-D49CC898B94E}" destId="{F5CE3477-D298-4359-8180-781EB37F4E5A}" srcOrd="5" destOrd="0" presId="urn:microsoft.com/office/officeart/2008/layout/VerticalAccentList"/>
    <dgm:cxn modelId="{7658E538-B9C3-4A65-AD82-CDBA50837065}" type="presParOf" srcId="{62C808F0-72ED-42F9-9C07-D49CC898B94E}" destId="{F6340776-C539-43E4-95B4-7ABFF0330756}" srcOrd="6" destOrd="0" presId="urn:microsoft.com/office/officeart/2008/layout/VerticalAccentList"/>
    <dgm:cxn modelId="{88D63338-61A5-4A97-AD72-343B7A2E3FC8}" type="presParOf" srcId="{B4AED06F-A220-45CD-AAA9-EC314C718F69}" destId="{AE049EB0-5F32-44D2-BC7D-7D2502DBDEB2}" srcOrd="11" destOrd="0" presId="urn:microsoft.com/office/officeart/2008/layout/VerticalAccentList"/>
    <dgm:cxn modelId="{98E8570A-B172-4D42-B3D8-84836031A150}" type="presParOf" srcId="{B4AED06F-A220-45CD-AAA9-EC314C718F69}" destId="{7EAE344F-20FA-4842-AA1D-15392C3931B6}" srcOrd="12" destOrd="0" presId="urn:microsoft.com/office/officeart/2008/layout/VerticalAccentList"/>
    <dgm:cxn modelId="{1D485BAB-927A-49F1-BCE3-D2F7014B841F}" type="presParOf" srcId="{7EAE344F-20FA-4842-AA1D-15392C3931B6}" destId="{6472295D-5878-4EA8-A878-A4077D14EC1F}" srcOrd="0" destOrd="0" presId="urn:microsoft.com/office/officeart/2008/layout/VerticalAccentList"/>
    <dgm:cxn modelId="{13DDA2B7-B50D-44FD-BE5C-2A99ADDA2DFA}" type="presParOf" srcId="{B4AED06F-A220-45CD-AAA9-EC314C718F69}" destId="{4E615FDC-7BED-42E4-88BE-F21764C43011}" srcOrd="13" destOrd="0" presId="urn:microsoft.com/office/officeart/2008/layout/VerticalAccentList"/>
    <dgm:cxn modelId="{7485F77A-7964-41F1-8876-6858D75313E6}" type="presParOf" srcId="{4E615FDC-7BED-42E4-88BE-F21764C43011}" destId="{323B917B-5127-4794-9890-513EEBC6227C}" srcOrd="0" destOrd="0" presId="urn:microsoft.com/office/officeart/2008/layout/VerticalAccentList"/>
    <dgm:cxn modelId="{4E13859C-AC44-4E8F-819A-A844EFDBCCB3}" type="presParOf" srcId="{4E615FDC-7BED-42E4-88BE-F21764C43011}" destId="{5DF81C52-65EB-4F06-BDD0-B2C57EF77050}" srcOrd="1" destOrd="0" presId="urn:microsoft.com/office/officeart/2008/layout/VerticalAccentList"/>
    <dgm:cxn modelId="{F3B36917-0D23-44C0-8C94-97C40DF1E624}" type="presParOf" srcId="{4E615FDC-7BED-42E4-88BE-F21764C43011}" destId="{B04BCBF7-083F-4D09-8F09-4A047753FA94}" srcOrd="2" destOrd="0" presId="urn:microsoft.com/office/officeart/2008/layout/VerticalAccentList"/>
    <dgm:cxn modelId="{95317964-3527-4675-9B53-A9CBA42F9917}" type="presParOf" srcId="{4E615FDC-7BED-42E4-88BE-F21764C43011}" destId="{6778E388-2A77-4A7B-B4E2-7F8E15362E7E}" srcOrd="3" destOrd="0" presId="urn:microsoft.com/office/officeart/2008/layout/VerticalAccentList"/>
    <dgm:cxn modelId="{CA961BA2-08B6-4E69-9523-437B37027852}" type="presParOf" srcId="{4E615FDC-7BED-42E4-88BE-F21764C43011}" destId="{BB105489-DECF-4AD6-9742-54A4972E19EB}" srcOrd="4" destOrd="0" presId="urn:microsoft.com/office/officeart/2008/layout/VerticalAccentList"/>
    <dgm:cxn modelId="{FFDC248F-9F88-4DB2-88BB-8C65B8EB36C0}" type="presParOf" srcId="{4E615FDC-7BED-42E4-88BE-F21764C43011}" destId="{938FF73A-B390-4759-A154-F4E364E35752}" srcOrd="5" destOrd="0" presId="urn:microsoft.com/office/officeart/2008/layout/VerticalAccentList"/>
    <dgm:cxn modelId="{F75DE33C-F193-4F30-B1F5-D1767EB9B1C0}" type="presParOf" srcId="{4E615FDC-7BED-42E4-88BE-F21764C43011}" destId="{1F2992C5-709F-4931-AC04-41D689C0E461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63AB02-D235-45A7-86DF-D2034732917F}">
      <dsp:nvSpPr>
        <dsp:cNvPr id="0" name=""/>
        <dsp:cNvSpPr/>
      </dsp:nvSpPr>
      <dsp:spPr>
        <a:xfrm>
          <a:off x="966570" y="1658"/>
          <a:ext cx="8755497" cy="795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b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kern="1200" dirty="0"/>
            <a:t>1. </a:t>
          </a:r>
          <a:r>
            <a:rPr lang="zh-CN" sz="3300" kern="1200" dirty="0"/>
            <a:t>产品概述</a:t>
          </a:r>
        </a:p>
      </dsp:txBody>
      <dsp:txXfrm>
        <a:off x="966570" y="1658"/>
        <a:ext cx="8755497" cy="795954"/>
      </dsp:txXfrm>
    </dsp:sp>
    <dsp:sp modelId="{8E74A210-3CE7-4B1F-AD60-90058D43C60C}">
      <dsp:nvSpPr>
        <dsp:cNvPr id="0" name=""/>
        <dsp:cNvSpPr/>
      </dsp:nvSpPr>
      <dsp:spPr>
        <a:xfrm>
          <a:off x="966570" y="797612"/>
          <a:ext cx="1167399" cy="19456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F6DB4-E1C8-4A53-9116-A5ACB62FB7E0}">
      <dsp:nvSpPr>
        <dsp:cNvPr id="0" name=""/>
        <dsp:cNvSpPr/>
      </dsp:nvSpPr>
      <dsp:spPr>
        <a:xfrm>
          <a:off x="2202068" y="797612"/>
          <a:ext cx="1167399" cy="19456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697668-699B-43C8-AC6D-BF9C10556804}">
      <dsp:nvSpPr>
        <dsp:cNvPr id="0" name=""/>
        <dsp:cNvSpPr/>
      </dsp:nvSpPr>
      <dsp:spPr>
        <a:xfrm>
          <a:off x="3437566" y="797612"/>
          <a:ext cx="1167399" cy="19456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6BAAF-B814-4F79-B65C-B9A86B4AB278}">
      <dsp:nvSpPr>
        <dsp:cNvPr id="0" name=""/>
        <dsp:cNvSpPr/>
      </dsp:nvSpPr>
      <dsp:spPr>
        <a:xfrm>
          <a:off x="4673064" y="797612"/>
          <a:ext cx="1167399" cy="19456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1CE92-6958-4CDC-A3A1-F456393E09B9}">
      <dsp:nvSpPr>
        <dsp:cNvPr id="0" name=""/>
        <dsp:cNvSpPr/>
      </dsp:nvSpPr>
      <dsp:spPr>
        <a:xfrm>
          <a:off x="5908562" y="797612"/>
          <a:ext cx="1167399" cy="19456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A97FC-6B7C-4BB8-8354-896A1D29ABBD}">
      <dsp:nvSpPr>
        <dsp:cNvPr id="0" name=""/>
        <dsp:cNvSpPr/>
      </dsp:nvSpPr>
      <dsp:spPr>
        <a:xfrm>
          <a:off x="7144060" y="797612"/>
          <a:ext cx="1167399" cy="19456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CF18EE-6010-407F-B6D4-E93E1AFCBC19}">
      <dsp:nvSpPr>
        <dsp:cNvPr id="0" name=""/>
        <dsp:cNvSpPr/>
      </dsp:nvSpPr>
      <dsp:spPr>
        <a:xfrm>
          <a:off x="8379558" y="797612"/>
          <a:ext cx="1167399" cy="19456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EF4CC-070C-43C4-8915-39281AFE4183}">
      <dsp:nvSpPr>
        <dsp:cNvPr id="0" name=""/>
        <dsp:cNvSpPr/>
      </dsp:nvSpPr>
      <dsp:spPr>
        <a:xfrm>
          <a:off x="966570" y="1089477"/>
          <a:ext cx="8755497" cy="795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b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kern="1200" dirty="0"/>
            <a:t>2. </a:t>
          </a:r>
          <a:r>
            <a:rPr lang="zh-CN" sz="3300" kern="1200" dirty="0"/>
            <a:t>硬件连接</a:t>
          </a:r>
        </a:p>
      </dsp:txBody>
      <dsp:txXfrm>
        <a:off x="966570" y="1089477"/>
        <a:ext cx="8755497" cy="795954"/>
      </dsp:txXfrm>
    </dsp:sp>
    <dsp:sp modelId="{93568477-4199-445B-8F43-C5188D6F4255}">
      <dsp:nvSpPr>
        <dsp:cNvPr id="0" name=""/>
        <dsp:cNvSpPr/>
      </dsp:nvSpPr>
      <dsp:spPr>
        <a:xfrm>
          <a:off x="966570" y="1885431"/>
          <a:ext cx="1167399" cy="19456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94180-6F81-4CF2-B697-A1936426EADF}">
      <dsp:nvSpPr>
        <dsp:cNvPr id="0" name=""/>
        <dsp:cNvSpPr/>
      </dsp:nvSpPr>
      <dsp:spPr>
        <a:xfrm>
          <a:off x="2202068" y="1885431"/>
          <a:ext cx="1167399" cy="19456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0B096-2DDA-4CC0-9DEF-29999F383E05}">
      <dsp:nvSpPr>
        <dsp:cNvPr id="0" name=""/>
        <dsp:cNvSpPr/>
      </dsp:nvSpPr>
      <dsp:spPr>
        <a:xfrm>
          <a:off x="3437566" y="1885431"/>
          <a:ext cx="1167399" cy="19456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42FC5-0944-40C3-A5CB-BE41259E7393}">
      <dsp:nvSpPr>
        <dsp:cNvPr id="0" name=""/>
        <dsp:cNvSpPr/>
      </dsp:nvSpPr>
      <dsp:spPr>
        <a:xfrm>
          <a:off x="4673064" y="1885431"/>
          <a:ext cx="1167399" cy="19456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130DF-A375-4711-9C7D-8019DFE40A46}">
      <dsp:nvSpPr>
        <dsp:cNvPr id="0" name=""/>
        <dsp:cNvSpPr/>
      </dsp:nvSpPr>
      <dsp:spPr>
        <a:xfrm>
          <a:off x="5908562" y="1885431"/>
          <a:ext cx="1167399" cy="19456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D0C87-8341-470B-99C0-27160C6D05DB}">
      <dsp:nvSpPr>
        <dsp:cNvPr id="0" name=""/>
        <dsp:cNvSpPr/>
      </dsp:nvSpPr>
      <dsp:spPr>
        <a:xfrm>
          <a:off x="7144060" y="1885431"/>
          <a:ext cx="1167399" cy="19456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3CD89-FDE4-4B93-88A2-FECC8F2DB4D6}">
      <dsp:nvSpPr>
        <dsp:cNvPr id="0" name=""/>
        <dsp:cNvSpPr/>
      </dsp:nvSpPr>
      <dsp:spPr>
        <a:xfrm>
          <a:off x="8379558" y="1885431"/>
          <a:ext cx="1167399" cy="19456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EBF4B-395C-4C1C-8EE0-BED2D4F48A14}">
      <dsp:nvSpPr>
        <dsp:cNvPr id="0" name=""/>
        <dsp:cNvSpPr/>
      </dsp:nvSpPr>
      <dsp:spPr>
        <a:xfrm>
          <a:off x="966570" y="2177296"/>
          <a:ext cx="8755497" cy="795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b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kern="1200" dirty="0"/>
            <a:t>3. </a:t>
          </a:r>
          <a:r>
            <a:rPr lang="zh-CN" sz="3300" kern="1200" dirty="0"/>
            <a:t>菜单设置</a:t>
          </a:r>
        </a:p>
      </dsp:txBody>
      <dsp:txXfrm>
        <a:off x="966570" y="2177296"/>
        <a:ext cx="8755497" cy="795954"/>
      </dsp:txXfrm>
    </dsp:sp>
    <dsp:sp modelId="{98A49FED-4462-408E-BF3D-F09BC061A158}">
      <dsp:nvSpPr>
        <dsp:cNvPr id="0" name=""/>
        <dsp:cNvSpPr/>
      </dsp:nvSpPr>
      <dsp:spPr>
        <a:xfrm>
          <a:off x="966570" y="2973250"/>
          <a:ext cx="1167399" cy="19456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95999-AE02-4FC8-AFD1-77D3465C962F}">
      <dsp:nvSpPr>
        <dsp:cNvPr id="0" name=""/>
        <dsp:cNvSpPr/>
      </dsp:nvSpPr>
      <dsp:spPr>
        <a:xfrm>
          <a:off x="2202068" y="2973250"/>
          <a:ext cx="1167399" cy="19456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59F4F-E4A3-4821-A4DF-FBB19A379C91}">
      <dsp:nvSpPr>
        <dsp:cNvPr id="0" name=""/>
        <dsp:cNvSpPr/>
      </dsp:nvSpPr>
      <dsp:spPr>
        <a:xfrm>
          <a:off x="3437566" y="2973250"/>
          <a:ext cx="1167399" cy="19456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8D0B3-80E7-4EA1-B1F1-7373572D1669}">
      <dsp:nvSpPr>
        <dsp:cNvPr id="0" name=""/>
        <dsp:cNvSpPr/>
      </dsp:nvSpPr>
      <dsp:spPr>
        <a:xfrm>
          <a:off x="4673064" y="2973250"/>
          <a:ext cx="1167399" cy="19456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76E0B-3DFB-47F3-B193-31078A8A0C3D}">
      <dsp:nvSpPr>
        <dsp:cNvPr id="0" name=""/>
        <dsp:cNvSpPr/>
      </dsp:nvSpPr>
      <dsp:spPr>
        <a:xfrm>
          <a:off x="5908562" y="2973250"/>
          <a:ext cx="1167399" cy="19456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06181-2311-4500-BD25-D45721B9CD8D}">
      <dsp:nvSpPr>
        <dsp:cNvPr id="0" name=""/>
        <dsp:cNvSpPr/>
      </dsp:nvSpPr>
      <dsp:spPr>
        <a:xfrm>
          <a:off x="7144060" y="2973250"/>
          <a:ext cx="1167399" cy="19456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9B3B3-0B78-4F1E-974E-8AE010DD3980}">
      <dsp:nvSpPr>
        <dsp:cNvPr id="0" name=""/>
        <dsp:cNvSpPr/>
      </dsp:nvSpPr>
      <dsp:spPr>
        <a:xfrm>
          <a:off x="8379558" y="2973250"/>
          <a:ext cx="1167399" cy="19456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C5BCC-7B60-49DD-952E-C091DAAD0F0B}">
      <dsp:nvSpPr>
        <dsp:cNvPr id="0" name=""/>
        <dsp:cNvSpPr/>
      </dsp:nvSpPr>
      <dsp:spPr>
        <a:xfrm>
          <a:off x="966570" y="3265114"/>
          <a:ext cx="8755497" cy="795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b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kern="1200" dirty="0"/>
            <a:t>4. </a:t>
          </a:r>
          <a:r>
            <a:rPr lang="zh-CN" sz="3300" kern="1200" dirty="0"/>
            <a:t>串行通信</a:t>
          </a:r>
        </a:p>
      </dsp:txBody>
      <dsp:txXfrm>
        <a:off x="966570" y="3265114"/>
        <a:ext cx="8755497" cy="795954"/>
      </dsp:txXfrm>
    </dsp:sp>
    <dsp:sp modelId="{49215633-B30B-4A03-B298-4A8570D6CDE2}">
      <dsp:nvSpPr>
        <dsp:cNvPr id="0" name=""/>
        <dsp:cNvSpPr/>
      </dsp:nvSpPr>
      <dsp:spPr>
        <a:xfrm>
          <a:off x="966570" y="4061069"/>
          <a:ext cx="1167399" cy="19456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70625-BEFE-4DCA-ABD8-B643672FBB7C}">
      <dsp:nvSpPr>
        <dsp:cNvPr id="0" name=""/>
        <dsp:cNvSpPr/>
      </dsp:nvSpPr>
      <dsp:spPr>
        <a:xfrm>
          <a:off x="2202068" y="4061069"/>
          <a:ext cx="1167399" cy="19456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D02F6-2FEB-47B3-8839-AC6D47F4D40B}">
      <dsp:nvSpPr>
        <dsp:cNvPr id="0" name=""/>
        <dsp:cNvSpPr/>
      </dsp:nvSpPr>
      <dsp:spPr>
        <a:xfrm>
          <a:off x="3437566" y="4061069"/>
          <a:ext cx="1167399" cy="19456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038EF4-D6C1-4B32-80C9-DC411C2E85FE}">
      <dsp:nvSpPr>
        <dsp:cNvPr id="0" name=""/>
        <dsp:cNvSpPr/>
      </dsp:nvSpPr>
      <dsp:spPr>
        <a:xfrm>
          <a:off x="4673064" y="4061069"/>
          <a:ext cx="1167399" cy="19456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0F7F2-9487-4D4E-831F-59C480DF204B}">
      <dsp:nvSpPr>
        <dsp:cNvPr id="0" name=""/>
        <dsp:cNvSpPr/>
      </dsp:nvSpPr>
      <dsp:spPr>
        <a:xfrm>
          <a:off x="5908562" y="4061069"/>
          <a:ext cx="1167399" cy="19456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E3477-D298-4359-8180-781EB37F4E5A}">
      <dsp:nvSpPr>
        <dsp:cNvPr id="0" name=""/>
        <dsp:cNvSpPr/>
      </dsp:nvSpPr>
      <dsp:spPr>
        <a:xfrm>
          <a:off x="7144060" y="4061069"/>
          <a:ext cx="1167399" cy="19456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40776-C539-43E4-95B4-7ABFF0330756}">
      <dsp:nvSpPr>
        <dsp:cNvPr id="0" name=""/>
        <dsp:cNvSpPr/>
      </dsp:nvSpPr>
      <dsp:spPr>
        <a:xfrm>
          <a:off x="8379558" y="4061069"/>
          <a:ext cx="1167399" cy="19456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72295D-5878-4EA8-A878-A4077D14EC1F}">
      <dsp:nvSpPr>
        <dsp:cNvPr id="0" name=""/>
        <dsp:cNvSpPr/>
      </dsp:nvSpPr>
      <dsp:spPr>
        <a:xfrm>
          <a:off x="966570" y="4352933"/>
          <a:ext cx="8755497" cy="795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b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kern="1200" dirty="0"/>
            <a:t>5.  </a:t>
          </a:r>
          <a:r>
            <a:rPr lang="zh-CN" altLang="en-US" sz="3300" kern="1200" dirty="0"/>
            <a:t>本章案例配置的参数值</a:t>
          </a:r>
          <a:endParaRPr lang="zh-CN" sz="3300" kern="1200" dirty="0"/>
        </a:p>
      </dsp:txBody>
      <dsp:txXfrm>
        <a:off x="966570" y="4352933"/>
        <a:ext cx="8755497" cy="795954"/>
      </dsp:txXfrm>
    </dsp:sp>
    <dsp:sp modelId="{323B917B-5127-4794-9890-513EEBC6227C}">
      <dsp:nvSpPr>
        <dsp:cNvPr id="0" name=""/>
        <dsp:cNvSpPr/>
      </dsp:nvSpPr>
      <dsp:spPr>
        <a:xfrm>
          <a:off x="966570" y="5148887"/>
          <a:ext cx="1167399" cy="19456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81C52-65EB-4F06-BDD0-B2C57EF77050}">
      <dsp:nvSpPr>
        <dsp:cNvPr id="0" name=""/>
        <dsp:cNvSpPr/>
      </dsp:nvSpPr>
      <dsp:spPr>
        <a:xfrm>
          <a:off x="2202068" y="5148887"/>
          <a:ext cx="1167399" cy="19456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BCBF7-083F-4D09-8F09-4A047753FA94}">
      <dsp:nvSpPr>
        <dsp:cNvPr id="0" name=""/>
        <dsp:cNvSpPr/>
      </dsp:nvSpPr>
      <dsp:spPr>
        <a:xfrm>
          <a:off x="3437566" y="5148887"/>
          <a:ext cx="1167399" cy="194566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8E388-2A77-4A7B-B4E2-7F8E15362E7E}">
      <dsp:nvSpPr>
        <dsp:cNvPr id="0" name=""/>
        <dsp:cNvSpPr/>
      </dsp:nvSpPr>
      <dsp:spPr>
        <a:xfrm>
          <a:off x="4673064" y="5148887"/>
          <a:ext cx="1167399" cy="194566"/>
        </a:xfrm>
        <a:prstGeom prst="parallelogram">
          <a:avLst>
            <a:gd name="adj" fmla="val 1408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05489-DECF-4AD6-9742-54A4972E19EB}">
      <dsp:nvSpPr>
        <dsp:cNvPr id="0" name=""/>
        <dsp:cNvSpPr/>
      </dsp:nvSpPr>
      <dsp:spPr>
        <a:xfrm>
          <a:off x="5908562" y="5148887"/>
          <a:ext cx="1167399" cy="194566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FF73A-B390-4759-A154-F4E364E35752}">
      <dsp:nvSpPr>
        <dsp:cNvPr id="0" name=""/>
        <dsp:cNvSpPr/>
      </dsp:nvSpPr>
      <dsp:spPr>
        <a:xfrm>
          <a:off x="7144060" y="5148887"/>
          <a:ext cx="1167399" cy="194566"/>
        </a:xfrm>
        <a:prstGeom prst="parallelogram">
          <a:avLst>
            <a:gd name="adj" fmla="val 1408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992C5-709F-4931-AC04-41D689C0E461}">
      <dsp:nvSpPr>
        <dsp:cNvPr id="0" name=""/>
        <dsp:cNvSpPr/>
      </dsp:nvSpPr>
      <dsp:spPr>
        <a:xfrm>
          <a:off x="8379558" y="5148887"/>
          <a:ext cx="1167399" cy="194566"/>
        </a:xfrm>
        <a:prstGeom prst="parallelogram">
          <a:avLst>
            <a:gd name="adj" fmla="val 1408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1089290" y="432771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735116" y="374795"/>
            <a:ext cx="9737652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742536" y="374795"/>
            <a:ext cx="9898528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8FCFBD-B578-D34A-4810-C1489978F750}"/>
              </a:ext>
            </a:extLst>
          </p:cNvPr>
          <p:cNvGrpSpPr/>
          <p:nvPr userDrawn="1"/>
        </p:nvGrpSpPr>
        <p:grpSpPr bwMode="auto">
          <a:xfrm>
            <a:off x="1089290" y="432771"/>
            <a:ext cx="520768" cy="274574"/>
            <a:chOff x="0" y="0"/>
            <a:chExt cx="1041399" cy="549275"/>
          </a:xfrm>
        </p:grpSpPr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765EB3E-EF77-F1EF-4455-56F2B7C6B8DF}"/>
                </a:ext>
              </a:extLst>
            </p:cNvPr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6EA2AA9E-6407-E99A-F694-E209DB87BD98}"/>
                </a:ext>
              </a:extLst>
            </p:cNvPr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3" name="Freeform 18">
              <a:extLst>
                <a:ext uri="{FF2B5EF4-FFF2-40B4-BE49-F238E27FC236}">
                  <a16:creationId xmlns:a16="http://schemas.microsoft.com/office/drawing/2014/main" id="{4619A09D-6789-E7ED-A87E-B13599EDA8FD}"/>
                </a:ext>
              </a:extLst>
            </p:cNvPr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846" y="365125"/>
            <a:ext cx="102599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69CB1D4-D55F-40A4-5F34-324C583C905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57" y="0"/>
            <a:ext cx="600743" cy="7643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A37320-4C0D-2F1E-AE90-3941D872CD9B}"/>
              </a:ext>
            </a:extLst>
          </p:cNvPr>
          <p:cNvSpPr txBox="1"/>
          <p:nvPr userDrawn="1"/>
        </p:nvSpPr>
        <p:spPr>
          <a:xfrm>
            <a:off x="-18190" y="764308"/>
            <a:ext cx="1112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GenBotter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1428" y="583815"/>
            <a:ext cx="11348297" cy="5404371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6865687" y="4399559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4712892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MKS 42C 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用法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【04-04】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B8289E9-3574-11BA-F85B-FEC5A33DA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888" y="2264498"/>
            <a:ext cx="2586510" cy="20430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内容目录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6E520A0A-21F9-54B1-3502-1B85B33872C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381310771"/>
              </p:ext>
            </p:extLst>
          </p:nvPr>
        </p:nvGraphicFramePr>
        <p:xfrm>
          <a:off x="952500" y="1054100"/>
          <a:ext cx="10688638" cy="5345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FFA3F-7F90-D6D1-6B4F-7DF1B913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产品概述</a:t>
            </a:r>
            <a:r>
              <a:rPr lang="en-US" altLang="zh-CN" dirty="0"/>
              <a:t>——</a:t>
            </a:r>
            <a:r>
              <a:rPr lang="zh-CN" altLang="en-US" dirty="0"/>
              <a:t>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C17461-9C61-17E1-526B-04748ED154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835902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/>
              <a:t>集成脉冲和串行接口，内置 </a:t>
            </a:r>
            <a:r>
              <a:rPr lang="en-US" altLang="zh-CN" sz="2000" dirty="0"/>
              <a:t>FOC </a:t>
            </a:r>
            <a:r>
              <a:rPr lang="zh-CN" altLang="en-US" sz="2000" dirty="0"/>
              <a:t>矢量算法与高精度编码器，能有效防止丢步</a:t>
            </a:r>
            <a:endParaRPr lang="en-US" altLang="zh-CN" sz="2000" dirty="0"/>
          </a:p>
          <a:p>
            <a:r>
              <a:rPr lang="zh-CN" altLang="en-US" sz="2000" dirty="0"/>
              <a:t>广泛应用于小型机械臂、</a:t>
            </a:r>
            <a:r>
              <a:rPr lang="en-US" altLang="zh-CN" sz="2000" dirty="0"/>
              <a:t>3D </a:t>
            </a:r>
            <a:r>
              <a:rPr lang="zh-CN" altLang="en-US" sz="2000" dirty="0"/>
              <a:t>打印机等自动化设备。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184D5A-01F1-7357-92F9-C39C35167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29" y="2925238"/>
            <a:ext cx="2586510" cy="20430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EDAEAB3-B420-3823-F2EF-38E96A8FCBC7}"/>
              </a:ext>
            </a:extLst>
          </p:cNvPr>
          <p:cNvSpPr txBox="1"/>
          <p:nvPr/>
        </p:nvSpPr>
        <p:spPr>
          <a:xfrm>
            <a:off x="3781697" y="2178296"/>
            <a:ext cx="8157753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支持工作模式包括开环、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、串行。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最高频率：脉冲接口最高输入脉冲频率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60KHz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USART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）接口，可容纳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个从机地址。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最大工作电流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3.0A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，满足多种电机驱动需求。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内置闭环控制和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FOC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矢量控制算法，实现精准控制。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1 - 256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任意细分，具备内部插补功能，提升运行精度。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支持多种信号输入，兼容性强。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0.9°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1.8°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42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步进电机。</a:t>
            </a:r>
          </a:p>
        </p:txBody>
      </p:sp>
    </p:spTree>
    <p:extLst>
      <p:ext uri="{BB962C8B-B14F-4D97-AF65-F5344CB8AC3E}">
        <p14:creationId xmlns:p14="http://schemas.microsoft.com/office/powerpoint/2010/main" val="690707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E424D-2079-2826-07C4-7B216499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产品概述</a:t>
            </a:r>
            <a:r>
              <a:rPr lang="en-US" altLang="zh-CN" dirty="0"/>
              <a:t>——</a:t>
            </a:r>
            <a:r>
              <a:rPr lang="zh-CN" altLang="en-US" dirty="0"/>
              <a:t>参数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0F7C3E1-166A-886C-3A9D-FAF97A0010D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526232364"/>
              </p:ext>
            </p:extLst>
          </p:nvPr>
        </p:nvGraphicFramePr>
        <p:xfrm>
          <a:off x="1132115" y="1053739"/>
          <a:ext cx="6000206" cy="5572714"/>
        </p:xfrm>
        <a:graphic>
          <a:graphicData uri="http://schemas.openxmlformats.org/drawingml/2006/table">
            <a:tbl>
              <a:tblPr/>
              <a:tblGrid>
                <a:gridCol w="1710934">
                  <a:extLst>
                    <a:ext uri="{9D8B030D-6E8A-4147-A177-3AD203B41FA5}">
                      <a16:colId xmlns:a16="http://schemas.microsoft.com/office/drawing/2014/main" val="3971628051"/>
                    </a:ext>
                  </a:extLst>
                </a:gridCol>
                <a:gridCol w="4289272">
                  <a:extLst>
                    <a:ext uri="{9D8B030D-6E8A-4147-A177-3AD203B41FA5}">
                      <a16:colId xmlns:a16="http://schemas.microsoft.com/office/drawing/2014/main" val="646959120"/>
                    </a:ext>
                  </a:extLst>
                </a:gridCol>
              </a:tblGrid>
              <a:tr h="395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产品参数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数值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44264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主板型号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MKS SERVO42C V1.0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334126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MCU </a:t>
                      </a:r>
                      <a:r>
                        <a:rPr lang="zh-CN" altLang="en-US" sz="1600">
                          <a:effectLst/>
                        </a:rPr>
                        <a:t>主控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HC32L130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49598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MOSFET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CJ3400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470645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磁编码器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MT6816 (14 </a:t>
                      </a:r>
                      <a:r>
                        <a:rPr lang="zh-CN" altLang="en-US" sz="1600">
                          <a:effectLst/>
                        </a:rPr>
                        <a:t>位</a:t>
                      </a:r>
                      <a:r>
                        <a:rPr lang="en-US" altLang="zh-CN" sz="1600">
                          <a:effectLst/>
                        </a:rPr>
                        <a:t>)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290963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工作电压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12V - 24V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95543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工作电流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0 - 3000mA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5786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细分支持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1 - 256 </a:t>
                      </a:r>
                      <a:r>
                        <a:rPr lang="zh-CN" altLang="en-US" sz="1600" dirty="0">
                          <a:effectLst/>
                        </a:rPr>
                        <a:t>任意细分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943033"/>
                  </a:ext>
                </a:extLst>
              </a:tr>
              <a:tr h="53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闭环反馈频率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力矩环 </a:t>
                      </a:r>
                      <a:r>
                        <a:rPr lang="en-US" altLang="zh-CN" sz="1600">
                          <a:effectLst/>
                        </a:rPr>
                        <a:t>20KHz</a:t>
                      </a:r>
                      <a:r>
                        <a:rPr lang="zh-CN" altLang="en-US" sz="1600">
                          <a:effectLst/>
                        </a:rPr>
                        <a:t>、速度环 </a:t>
                      </a:r>
                      <a:r>
                        <a:rPr lang="en-US" altLang="zh-CN" sz="1600">
                          <a:effectLst/>
                        </a:rPr>
                        <a:t>10KHz</a:t>
                      </a:r>
                      <a:r>
                        <a:rPr lang="zh-CN" altLang="en-US" sz="1600">
                          <a:effectLst/>
                        </a:rPr>
                        <a:t>、位置环 </a:t>
                      </a:r>
                      <a:r>
                        <a:rPr lang="en-US" altLang="zh-CN" sz="1600">
                          <a:effectLst/>
                        </a:rPr>
                        <a:t>10KHz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005248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最高转速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约 </a:t>
                      </a:r>
                      <a:r>
                        <a:rPr lang="en-US" altLang="zh-CN" sz="1600">
                          <a:effectLst/>
                        </a:rPr>
                        <a:t>1200</a:t>
                      </a:r>
                      <a:r>
                        <a:rPr lang="en-US" sz="1600">
                          <a:effectLst/>
                        </a:rPr>
                        <a:t>RPM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01643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脉冲信号输入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3.3V - 24V</a:t>
                      </a:r>
                      <a:r>
                        <a:rPr lang="zh-CN" altLang="en-US" sz="1600" dirty="0">
                          <a:effectLst/>
                        </a:rPr>
                        <a:t>（共阴、共阳）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52396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PLC </a:t>
                      </a:r>
                      <a:r>
                        <a:rPr lang="zh-CN" altLang="en-US" sz="1600">
                          <a:effectLst/>
                        </a:rPr>
                        <a:t>信号输入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NPN/PNP 24V </a:t>
                      </a:r>
                      <a:r>
                        <a:rPr lang="zh-CN" altLang="en-US" sz="1600">
                          <a:effectLst/>
                        </a:rPr>
                        <a:t>输入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074720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USART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TTL </a:t>
                      </a:r>
                      <a:r>
                        <a:rPr lang="zh-CN" altLang="en-US" sz="1600">
                          <a:effectLst/>
                        </a:rPr>
                        <a:t>电平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364562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RS485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effectLst/>
                        </a:rPr>
                        <a:t>-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134353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串行速率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9600 - 115200bps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853916"/>
                  </a:ext>
                </a:extLst>
              </a:tr>
              <a:tr h="289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从机地址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10 </a:t>
                      </a:r>
                      <a:r>
                        <a:rPr lang="zh-CN" altLang="en-US" sz="1600" dirty="0">
                          <a:effectLst/>
                        </a:rPr>
                        <a:t>个从机地址</a:t>
                      </a:r>
                    </a:p>
                  </a:txBody>
                  <a:tcPr marL="87207" marR="87207" marT="40249" marB="40249" anchor="ctr">
                    <a:lnL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76612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C6BCB77-4FDD-DCEF-5595-5F6CB4A8A074}"/>
              </a:ext>
            </a:extLst>
          </p:cNvPr>
          <p:cNvSpPr txBox="1"/>
          <p:nvPr/>
        </p:nvSpPr>
        <p:spPr>
          <a:xfrm>
            <a:off x="7280366" y="4615543"/>
            <a:ext cx="430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开发板用共阳（两个板子的</a:t>
            </a:r>
            <a:r>
              <a:rPr lang="en-US" altLang="zh-CN" dirty="0"/>
              <a:t>VCC</a:t>
            </a:r>
            <a:r>
              <a:rPr lang="zh-CN" altLang="en-US" dirty="0"/>
              <a:t>共）接法</a:t>
            </a:r>
          </a:p>
        </p:txBody>
      </p:sp>
    </p:spTree>
    <p:extLst>
      <p:ext uri="{BB962C8B-B14F-4D97-AF65-F5344CB8AC3E}">
        <p14:creationId xmlns:p14="http://schemas.microsoft.com/office/powerpoint/2010/main" val="301863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176E1EA2-7AC1-258E-4DD6-DB17628533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7" r="20355"/>
          <a:stretch>
            <a:fillRect/>
          </a:stretch>
        </p:blipFill>
        <p:spPr>
          <a:xfrm>
            <a:off x="9408514" y="2487079"/>
            <a:ext cx="2528705" cy="379047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8E9CEA8-1A08-6493-6A8A-FD9A9E471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2. MKS 42C</a:t>
            </a:r>
            <a:r>
              <a:rPr lang="zh-CN" altLang="en-US" sz="3600" dirty="0"/>
              <a:t>步进电机（带驱动）与开发板接线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E1BE037-9036-E39D-6629-D9B4DA200ED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56"/>
          <a:stretch>
            <a:fillRect/>
          </a:stretch>
        </p:blipFill>
        <p:spPr>
          <a:xfrm>
            <a:off x="1032829" y="1588702"/>
            <a:ext cx="4929593" cy="49792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6E15F3E-B3BE-07FC-8426-0BA853FA4D40}"/>
              </a:ext>
            </a:extLst>
          </p:cNvPr>
          <p:cNvSpPr txBox="1"/>
          <p:nvPr/>
        </p:nvSpPr>
        <p:spPr>
          <a:xfrm>
            <a:off x="1365901" y="1169782"/>
            <a:ext cx="6149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本系列教程选用的步进电机（脉冲控制）接线方法如下图：</a:t>
            </a:r>
            <a:endParaRPr lang="zh-CN" altLang="en-US" dirty="0"/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839E16A3-158E-091C-A4A8-A835C2418C7D}"/>
              </a:ext>
            </a:extLst>
          </p:cNvPr>
          <p:cNvCxnSpPr>
            <a:cxnSpLocks/>
          </p:cNvCxnSpPr>
          <p:nvPr/>
        </p:nvCxnSpPr>
        <p:spPr>
          <a:xfrm rot="10800000">
            <a:off x="5782491" y="3683728"/>
            <a:ext cx="3866606" cy="2153258"/>
          </a:xfrm>
          <a:prstGeom prst="bentConnector3">
            <a:avLst>
              <a:gd name="adj1" fmla="val 7612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43D6BAA6-6DCA-90CA-84D7-1B2387ACE097}"/>
              </a:ext>
            </a:extLst>
          </p:cNvPr>
          <p:cNvCxnSpPr>
            <a:cxnSpLocks/>
          </p:cNvCxnSpPr>
          <p:nvPr/>
        </p:nvCxnSpPr>
        <p:spPr>
          <a:xfrm rot="10800000">
            <a:off x="5782491" y="3910149"/>
            <a:ext cx="3866606" cy="2144556"/>
          </a:xfrm>
          <a:prstGeom prst="bentConnector3">
            <a:avLst>
              <a:gd name="adj1" fmla="val 8468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9C9FA579-5286-30E0-A044-31DBD09244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2491" y="2682239"/>
            <a:ext cx="3805646" cy="1480457"/>
          </a:xfrm>
          <a:prstGeom prst="bentConnector3">
            <a:avLst>
              <a:gd name="adj1" fmla="val 6235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DEE2B085-CDBA-3F76-16BB-A23D006CCB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2491" y="2917371"/>
            <a:ext cx="3805646" cy="1793966"/>
          </a:xfrm>
          <a:prstGeom prst="bentConnector3">
            <a:avLst>
              <a:gd name="adj1" fmla="val 5686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CF49D59E-372C-7688-8E0C-0B63D79EAA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2491" y="3326673"/>
            <a:ext cx="3866606" cy="161979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F869CB92-029D-C794-6BAE-08D12B1EDE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2491" y="3744685"/>
            <a:ext cx="3866606" cy="687977"/>
          </a:xfrm>
          <a:prstGeom prst="bentConnector3">
            <a:avLst>
              <a:gd name="adj1" fmla="val 3851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D402A938-F5CD-D4AD-5605-E2D49D52A643}"/>
              </a:ext>
            </a:extLst>
          </p:cNvPr>
          <p:cNvSpPr txBox="1"/>
          <p:nvPr/>
        </p:nvSpPr>
        <p:spPr>
          <a:xfrm>
            <a:off x="7811158" y="2722210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PI5 ST1_PULse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62A1B9C-19D8-37BA-920B-8EEDAFB73B22}"/>
              </a:ext>
            </a:extLst>
          </p:cNvPr>
          <p:cNvSpPr txBox="1"/>
          <p:nvPr/>
        </p:nvSpPr>
        <p:spPr>
          <a:xfrm>
            <a:off x="7811158" y="3131513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PF14 ST1_DIR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61C35BD-9B9A-9076-CDC4-7A0E2C2B51BC}"/>
              </a:ext>
            </a:extLst>
          </p:cNvPr>
          <p:cNvSpPr txBox="1"/>
          <p:nvPr/>
        </p:nvSpPr>
        <p:spPr>
          <a:xfrm>
            <a:off x="7811158" y="3599207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PF15 ST1_EN</a:t>
            </a:r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EC25A8B-59AF-1E04-F0BC-E7A1830D3C5A}"/>
              </a:ext>
            </a:extLst>
          </p:cNvPr>
          <p:cNvSpPr txBox="1"/>
          <p:nvPr/>
        </p:nvSpPr>
        <p:spPr>
          <a:xfrm>
            <a:off x="7811158" y="230241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ST+</a:t>
            </a:r>
            <a:endParaRPr lang="zh-CN" alt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0B60AE7-1659-C17A-4F1C-73113598D573}"/>
              </a:ext>
            </a:extLst>
          </p:cNvPr>
          <p:cNvSpPr txBox="1"/>
          <p:nvPr/>
        </p:nvSpPr>
        <p:spPr>
          <a:xfrm>
            <a:off x="6193979" y="605470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用开发板给电机供电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703C86A-45ED-D4B6-1ECB-F8EB41231644}"/>
              </a:ext>
            </a:extLst>
          </p:cNvPr>
          <p:cNvSpPr txBox="1"/>
          <p:nvPr/>
        </p:nvSpPr>
        <p:spPr>
          <a:xfrm>
            <a:off x="8968724" y="546765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EB09E17-4C0E-9458-6AF2-BD0E85CD0928}"/>
              </a:ext>
            </a:extLst>
          </p:cNvPr>
          <p:cNvSpPr txBox="1"/>
          <p:nvPr/>
        </p:nvSpPr>
        <p:spPr>
          <a:xfrm>
            <a:off x="8987960" y="60093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3FD7BC-A3C8-932E-E88E-140A712A992A}"/>
              </a:ext>
            </a:extLst>
          </p:cNvPr>
          <p:cNvSpPr txBox="1"/>
          <p:nvPr/>
        </p:nvSpPr>
        <p:spPr>
          <a:xfrm>
            <a:off x="1537524" y="6378708"/>
            <a:ext cx="392020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0" i="0" dirty="0">
                <a:effectLst/>
                <a:latin typeface="Inter"/>
              </a:rPr>
              <a:t>MKS 42C</a:t>
            </a:r>
            <a:r>
              <a:rPr lang="zh-CN" altLang="en-US" b="0" i="0" dirty="0">
                <a:effectLst/>
                <a:latin typeface="Inter"/>
              </a:rPr>
              <a:t>闭环步进电机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102D58-0759-2C6F-FCD0-E2B976CE372A}"/>
              </a:ext>
            </a:extLst>
          </p:cNvPr>
          <p:cNvSpPr txBox="1"/>
          <p:nvPr/>
        </p:nvSpPr>
        <p:spPr>
          <a:xfrm>
            <a:off x="8687695" y="6346767"/>
            <a:ext cx="32549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0" i="0" dirty="0" err="1">
                <a:effectLst/>
                <a:latin typeface="Inter"/>
              </a:rPr>
              <a:t>GenBotter</a:t>
            </a:r>
            <a:r>
              <a:rPr lang="en-US" altLang="zh-CN" b="0" i="0" dirty="0">
                <a:effectLst/>
                <a:latin typeface="Inter"/>
              </a:rPr>
              <a:t> Motor-1</a:t>
            </a:r>
            <a:r>
              <a:rPr lang="zh-CN" altLang="en-US" b="0" i="0" dirty="0">
                <a:effectLst/>
                <a:latin typeface="Inter"/>
              </a:rPr>
              <a:t>电机开发板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92B3E4-2E07-2635-6691-8C60ABD78DA2}"/>
              </a:ext>
            </a:extLst>
          </p:cNvPr>
          <p:cNvSpPr txBox="1"/>
          <p:nvPr/>
        </p:nvSpPr>
        <p:spPr>
          <a:xfrm>
            <a:off x="5704201" y="4172190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Enable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5624A5-807E-FB44-F06D-E47D5A3B0228}"/>
              </a:ext>
            </a:extLst>
          </p:cNvPr>
          <p:cNvSpPr txBox="1"/>
          <p:nvPr/>
        </p:nvSpPr>
        <p:spPr>
          <a:xfrm>
            <a:off x="5704201" y="4441097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Stepper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9F9B8C-A16D-F87D-A5E4-B08133DFD448}"/>
              </a:ext>
            </a:extLst>
          </p:cNvPr>
          <p:cNvSpPr txBox="1"/>
          <p:nvPr/>
        </p:nvSpPr>
        <p:spPr>
          <a:xfrm>
            <a:off x="5766461" y="2762181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TIM8 CH1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7DDD95-B168-D9D0-3F5E-A2B0C7D8600A}"/>
              </a:ext>
            </a:extLst>
          </p:cNvPr>
          <p:cNvSpPr txBox="1"/>
          <p:nvPr/>
        </p:nvSpPr>
        <p:spPr>
          <a:xfrm>
            <a:off x="7362302" y="27008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脉冲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CEC3A2-6F4B-2AA5-9F42-F09D634A6DE4}"/>
              </a:ext>
            </a:extLst>
          </p:cNvPr>
          <p:cNvSpPr txBox="1"/>
          <p:nvPr/>
        </p:nvSpPr>
        <p:spPr>
          <a:xfrm>
            <a:off x="5723023" y="4887637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Direction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70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1DF77E-F915-6381-7919-A3B86BB9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 </a:t>
            </a:r>
            <a:r>
              <a:rPr lang="zh-CN" altLang="en-US" sz="3600" dirty="0"/>
              <a:t>菜单设置 </a:t>
            </a:r>
            <a:r>
              <a:rPr lang="en-US" altLang="zh-CN" sz="3600" dirty="0"/>
              <a:t>- </a:t>
            </a:r>
            <a:r>
              <a:rPr lang="zh-CN" altLang="en-US" sz="3600" dirty="0"/>
              <a:t>按键操作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2CD181-3695-4311-A24C-AE64F6E3C610}"/>
              </a:ext>
            </a:extLst>
          </p:cNvPr>
          <p:cNvSpPr txBox="1"/>
          <p:nvPr/>
        </p:nvSpPr>
        <p:spPr>
          <a:xfrm>
            <a:off x="6287589" y="4687614"/>
            <a:ext cx="53818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Next</a:t>
            </a:r>
            <a:r>
              <a:rPr lang="zh-CN" altLang="en-US" sz="2400" dirty="0"/>
              <a:t>（向下选择）</a:t>
            </a:r>
            <a:endParaRPr lang="en-US" altLang="zh-CN" sz="2400" dirty="0"/>
          </a:p>
          <a:p>
            <a:r>
              <a:rPr lang="en-US" altLang="zh-CN" sz="2400" dirty="0"/>
              <a:t>Enter</a:t>
            </a:r>
            <a:r>
              <a:rPr lang="zh-CN" altLang="en-US" sz="2400" dirty="0"/>
              <a:t>（确认选择）</a:t>
            </a:r>
            <a:endParaRPr lang="en-US" altLang="zh-CN" sz="2400" dirty="0"/>
          </a:p>
          <a:p>
            <a:r>
              <a:rPr lang="en-US" altLang="zh-CN" sz="2400" dirty="0"/>
              <a:t>Menu</a:t>
            </a:r>
            <a:r>
              <a:rPr lang="zh-CN" altLang="en-US" sz="2400" dirty="0"/>
              <a:t>（进入 </a:t>
            </a:r>
            <a:r>
              <a:rPr lang="en-US" altLang="zh-CN" sz="2400" dirty="0"/>
              <a:t>/ </a:t>
            </a:r>
            <a:r>
              <a:rPr lang="zh-CN" altLang="en-US" sz="2400" dirty="0"/>
              <a:t>退出参数设置菜单）</a:t>
            </a:r>
          </a:p>
        </p:txBody>
      </p:sp>
      <p:pic>
        <p:nvPicPr>
          <p:cNvPr id="16" name="内容占位符 15">
            <a:extLst>
              <a:ext uri="{FF2B5EF4-FFF2-40B4-BE49-F238E27FC236}">
                <a16:creationId xmlns:a16="http://schemas.microsoft.com/office/drawing/2014/main" id="{6DACB413-FE96-19F3-F09B-03778EF6B4A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236617" y="1172321"/>
            <a:ext cx="4667796" cy="471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782C-1284-81FB-1CB2-9DDCB957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DDFB14-0C9E-E66B-3FB6-874C4BD30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3. </a:t>
            </a:r>
            <a:r>
              <a:rPr lang="zh-CN" altLang="en-US" sz="3200" dirty="0"/>
              <a:t>菜单设置 </a:t>
            </a:r>
            <a:r>
              <a:rPr lang="en-US" altLang="zh-CN" sz="3200" dirty="0"/>
              <a:t>- </a:t>
            </a:r>
            <a:r>
              <a:rPr lang="zh-CN" altLang="en-US" sz="3200" dirty="0"/>
              <a:t>菜单选项详解 </a:t>
            </a:r>
            <a:r>
              <a:rPr lang="en-US" altLang="zh-CN" sz="3200" dirty="0"/>
              <a:t>1</a:t>
            </a:r>
            <a:endParaRPr lang="zh-CN" altLang="en-US" sz="3200" dirty="0"/>
          </a:p>
        </p:txBody>
      </p:sp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FC8ED60D-AE65-04ED-6B9B-2D59EC9EBBF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41400391"/>
              </p:ext>
            </p:extLst>
          </p:nvPr>
        </p:nvGraphicFramePr>
        <p:xfrm>
          <a:off x="844731" y="1550126"/>
          <a:ext cx="10911840" cy="3248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234">
                  <a:extLst>
                    <a:ext uri="{9D8B030D-6E8A-4147-A177-3AD203B41FA5}">
                      <a16:colId xmlns:a16="http://schemas.microsoft.com/office/drawing/2014/main" val="1115713742"/>
                    </a:ext>
                  </a:extLst>
                </a:gridCol>
                <a:gridCol w="8438606">
                  <a:extLst>
                    <a:ext uri="{9D8B030D-6E8A-4147-A177-3AD203B41FA5}">
                      <a16:colId xmlns:a16="http://schemas.microsoft.com/office/drawing/2014/main" val="1894404577"/>
                    </a:ext>
                  </a:extLst>
                </a:gridCol>
              </a:tblGrid>
              <a:tr h="65935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屏幕显示字母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103909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CAL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编码器校准，闭环模式下对编码器线性化插值和电角度对齐，校准前确保电机类型选择正确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80234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MotType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电机类型选择，根据步进电机类型选择 </a:t>
                      </a:r>
                      <a:r>
                        <a:rPr lang="en-US" altLang="zh-CN" sz="1800" dirty="0"/>
                        <a:t>0.9° </a:t>
                      </a:r>
                      <a:r>
                        <a:rPr lang="zh-CN" altLang="en-US" sz="1800" dirty="0"/>
                        <a:t>或 </a:t>
                      </a:r>
                      <a:r>
                        <a:rPr lang="en-US" altLang="zh-CN" sz="1800" dirty="0"/>
                        <a:t>1.8° </a:t>
                      </a:r>
                      <a:r>
                        <a:rPr lang="zh-CN" altLang="en-US" sz="1800" dirty="0"/>
                        <a:t>，修改后需重新校准编码器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158001"/>
                  </a:ext>
                </a:extLst>
              </a:tr>
              <a:tr h="1078726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控制模式选择，开环模式（</a:t>
                      </a:r>
                      <a:r>
                        <a:rPr lang="en-US" altLang="zh-CN" sz="1800" dirty="0"/>
                        <a:t>CR_OPEN</a:t>
                      </a:r>
                      <a:r>
                        <a:rPr lang="zh-CN" altLang="en-US" sz="1800" dirty="0"/>
                        <a:t>）无需编码器运行；矢量闭环控制模式（</a:t>
                      </a:r>
                      <a:r>
                        <a:rPr lang="en-US" altLang="zh-CN" sz="1800" dirty="0" err="1"/>
                        <a:t>CR_vFOC</a:t>
                      </a:r>
                      <a:r>
                        <a:rPr lang="zh-CN" altLang="en-US" sz="1800" dirty="0"/>
                        <a:t>）有编码器反馈防丢步；串口直接控制模式（</a:t>
                      </a:r>
                      <a:r>
                        <a:rPr lang="en-US" altLang="zh-CN" sz="1800" dirty="0"/>
                        <a:t>CR_UART</a:t>
                      </a:r>
                      <a:r>
                        <a:rPr lang="zh-CN" altLang="en-US" sz="1800" dirty="0"/>
                        <a:t>）通过 </a:t>
                      </a:r>
                      <a:r>
                        <a:rPr lang="en-US" altLang="zh-CN" sz="1800" dirty="0"/>
                        <a:t>TTL </a:t>
                      </a:r>
                      <a:r>
                        <a:rPr lang="zh-CN" altLang="en-US" sz="1800" dirty="0"/>
                        <a:t>串口发命令控制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862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485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06306-4EA9-B96E-763B-4958310F2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A05FC19-DA4B-345A-2D7A-D1447115B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3. </a:t>
            </a:r>
            <a:r>
              <a:rPr lang="zh-CN" altLang="en-US" sz="3200" dirty="0"/>
              <a:t>菜单设置 </a:t>
            </a:r>
            <a:r>
              <a:rPr lang="en-US" altLang="zh-CN" sz="3200" dirty="0"/>
              <a:t>- </a:t>
            </a:r>
            <a:r>
              <a:rPr lang="zh-CN" altLang="en-US" sz="3200" dirty="0"/>
              <a:t>菜单选项详解 </a:t>
            </a:r>
            <a:r>
              <a:rPr lang="en-US" altLang="zh-CN" sz="3200" dirty="0"/>
              <a:t>2</a:t>
            </a:r>
            <a:endParaRPr lang="zh-CN" altLang="en-US" sz="3200" dirty="0"/>
          </a:p>
        </p:txBody>
      </p:sp>
      <p:graphicFrame>
        <p:nvGraphicFramePr>
          <p:cNvPr id="5" name="内容占位符 9">
            <a:extLst>
              <a:ext uri="{FF2B5EF4-FFF2-40B4-BE49-F238E27FC236}">
                <a16:creationId xmlns:a16="http://schemas.microsoft.com/office/drawing/2014/main" id="{48DA714E-2850-602E-2FB6-C868945F63C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524955318"/>
              </p:ext>
            </p:extLst>
          </p:nvPr>
        </p:nvGraphicFramePr>
        <p:xfrm>
          <a:off x="1013460" y="1611425"/>
          <a:ext cx="10911840" cy="4340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959">
                  <a:extLst>
                    <a:ext uri="{9D8B030D-6E8A-4147-A177-3AD203B41FA5}">
                      <a16:colId xmlns:a16="http://schemas.microsoft.com/office/drawing/2014/main" val="1115713742"/>
                    </a:ext>
                  </a:extLst>
                </a:gridCol>
                <a:gridCol w="8833881">
                  <a:extLst>
                    <a:ext uri="{9D8B030D-6E8A-4147-A177-3AD203B41FA5}">
                      <a16:colId xmlns:a16="http://schemas.microsoft.com/office/drawing/2014/main" val="1894404577"/>
                    </a:ext>
                  </a:extLst>
                </a:gridCol>
              </a:tblGrid>
              <a:tr h="65935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屏幕显示字母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103909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Ma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设置电流档位，</a:t>
                      </a:r>
                      <a:r>
                        <a:rPr lang="zh-CN" altLang="en-US" dirty="0"/>
                        <a:t>开环模式下设置运行电流档位，闭环和串口控制模式自动调整电流。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80234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MStep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设置细分步数（默认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细分）。支持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～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任意细分，其中常规细分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128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可以在屏幕上进行设置，其他细分如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细分需要用串行指令设置。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25738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En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设置 </a:t>
                      </a:r>
                      <a:r>
                        <a:rPr lang="en-US" altLang="zh-CN" b="1" dirty="0"/>
                        <a:t>En </a:t>
                      </a:r>
                      <a:r>
                        <a:rPr lang="zh-CN" altLang="en-US" b="1" dirty="0"/>
                        <a:t>引脚有效电平：</a:t>
                      </a:r>
                      <a:r>
                        <a:rPr lang="zh-CN" altLang="en-US" dirty="0"/>
                        <a:t>可设高电平有效（</a:t>
                      </a:r>
                      <a:r>
                        <a:rPr lang="en-US" altLang="zh-CN" dirty="0"/>
                        <a:t>H</a:t>
                      </a:r>
                      <a:r>
                        <a:rPr lang="zh-CN" altLang="en-US" dirty="0"/>
                        <a:t>）、低电平有效（</a:t>
                      </a:r>
                      <a:r>
                        <a:rPr lang="en-US" altLang="zh-CN" dirty="0"/>
                        <a:t>L</a:t>
                      </a:r>
                      <a:r>
                        <a:rPr lang="zh-CN" altLang="en-US" dirty="0"/>
                        <a:t>）、一直有效（</a:t>
                      </a:r>
                      <a:r>
                        <a:rPr lang="en-US" altLang="zh-CN" dirty="0"/>
                        <a:t>Hold</a:t>
                      </a:r>
                      <a:r>
                        <a:rPr lang="zh-CN" altLang="en-US" dirty="0"/>
                        <a:t>） ，说明不同设置下电机使能状态。</a:t>
                      </a:r>
                      <a:endParaRPr lang="en-US" altLang="zh-CN" dirty="0"/>
                    </a:p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：高电平有效，外部输入高电平（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3.3V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以上）可以使能闭环驱动板。 </a:t>
                      </a:r>
                      <a:endParaRPr lang="zh-CN" altLang="en-US" dirty="0"/>
                    </a:p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：低电平有效，外部输入低电平（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0V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）可以使能闭环驱动板。 </a:t>
                      </a:r>
                      <a:endParaRPr lang="zh-CN" altLang="en-US" dirty="0"/>
                    </a:p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Hold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：一直保持有效，此时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引脚不受外部控制。 </a:t>
                      </a:r>
                      <a:endParaRPr lang="zh-CN" altLang="en-US" dirty="0"/>
                    </a:p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注：如果没有使能驱动板，电机会像没通电一样，用手轻轻就可以拧动电机 </a:t>
                      </a:r>
                      <a:endParaRPr lang="zh-CN" altLang="en-US" dirty="0"/>
                    </a:p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轴，你发脉冲它也不会转。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158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47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76B33-F6A0-C9A7-78E3-2E45ED3D5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8D3D6AD-39C5-538C-3888-B53DB7FF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3. </a:t>
            </a:r>
            <a:r>
              <a:rPr lang="zh-CN" altLang="en-US" sz="3200" dirty="0"/>
              <a:t>菜单设置 </a:t>
            </a:r>
            <a:r>
              <a:rPr lang="en-US" altLang="zh-CN" sz="3200" dirty="0"/>
              <a:t>- </a:t>
            </a:r>
            <a:r>
              <a:rPr lang="zh-CN" altLang="en-US" sz="3200" dirty="0"/>
              <a:t>菜单选项详解 </a:t>
            </a:r>
            <a:r>
              <a:rPr lang="en-US" altLang="zh-CN" sz="3200" dirty="0"/>
              <a:t>3</a:t>
            </a:r>
            <a:endParaRPr lang="zh-CN" altLang="en-US" sz="3200" dirty="0"/>
          </a:p>
        </p:txBody>
      </p:sp>
      <p:graphicFrame>
        <p:nvGraphicFramePr>
          <p:cNvPr id="2" name="内容占位符 9">
            <a:extLst>
              <a:ext uri="{FF2B5EF4-FFF2-40B4-BE49-F238E27FC236}">
                <a16:creationId xmlns:a16="http://schemas.microsoft.com/office/drawing/2014/main" id="{C057F5B3-663E-7A50-3DFA-22A26188D9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9470766"/>
              </p:ext>
            </p:extLst>
          </p:nvPr>
        </p:nvGraphicFramePr>
        <p:xfrm>
          <a:off x="1013460" y="1611425"/>
          <a:ext cx="10911840" cy="3083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959">
                  <a:extLst>
                    <a:ext uri="{9D8B030D-6E8A-4147-A177-3AD203B41FA5}">
                      <a16:colId xmlns:a16="http://schemas.microsoft.com/office/drawing/2014/main" val="1115713742"/>
                    </a:ext>
                  </a:extLst>
                </a:gridCol>
                <a:gridCol w="8833881">
                  <a:extLst>
                    <a:ext uri="{9D8B030D-6E8A-4147-A177-3AD203B41FA5}">
                      <a16:colId xmlns:a16="http://schemas.microsoft.com/office/drawing/2014/main" val="1894404577"/>
                    </a:ext>
                  </a:extLst>
                </a:gridCol>
              </a:tblGrid>
              <a:tr h="65935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屏幕显示字母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103909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Dir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设置电机转动正方向</a:t>
                      </a:r>
                      <a:r>
                        <a:rPr lang="zh-CN" altLang="en-US" dirty="0"/>
                        <a:t>：选择顺时针（</a:t>
                      </a:r>
                      <a:r>
                        <a:rPr lang="en-US" altLang="zh-CN" dirty="0"/>
                        <a:t>CW</a:t>
                      </a:r>
                      <a:r>
                        <a:rPr lang="zh-CN" altLang="en-US" dirty="0"/>
                        <a:t>）或逆时针（</a:t>
                      </a:r>
                      <a:r>
                        <a:rPr lang="en-US" altLang="zh-CN" dirty="0"/>
                        <a:t>CCW</a:t>
                      </a:r>
                      <a:r>
                        <a:rPr lang="zh-CN" altLang="en-US" dirty="0"/>
                        <a:t>）为正方向，方向错误时无需修改主板固件。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80234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AutoSDD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设置自动熄屏功能</a:t>
                      </a:r>
                      <a:r>
                        <a:rPr lang="zh-CN" altLang="en-US" dirty="0"/>
                        <a:t>：可关闭（</a:t>
                      </a:r>
                      <a:r>
                        <a:rPr lang="en-US" altLang="zh-CN" dirty="0"/>
                        <a:t>Disable</a:t>
                      </a:r>
                      <a:r>
                        <a:rPr lang="zh-CN" altLang="en-US" dirty="0"/>
                        <a:t>）或使能（</a:t>
                      </a:r>
                      <a:r>
                        <a:rPr lang="en-US" altLang="zh-CN" dirty="0"/>
                        <a:t>Enable</a:t>
                      </a:r>
                      <a:r>
                        <a:rPr lang="zh-CN" altLang="en-US" dirty="0"/>
                        <a:t>） ，使能后 </a:t>
                      </a:r>
                      <a:r>
                        <a:rPr lang="en-US" altLang="zh-CN" dirty="0"/>
                        <a:t>7 </a:t>
                      </a:r>
                      <a:r>
                        <a:rPr lang="zh-CN" altLang="en-US" dirty="0"/>
                        <a:t>秒无操作自动熄屏，按任意键重新点亮。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158001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Protect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设置堵转保护功能</a:t>
                      </a:r>
                      <a:r>
                        <a:rPr lang="zh-CN" altLang="en-US" dirty="0"/>
                        <a:t>：关闭（</a:t>
                      </a:r>
                      <a:r>
                        <a:rPr lang="en-US" altLang="zh-CN" dirty="0"/>
                        <a:t>Disable</a:t>
                      </a:r>
                      <a:r>
                        <a:rPr lang="zh-CN" altLang="en-US" dirty="0"/>
                        <a:t>）或使能（</a:t>
                      </a:r>
                      <a:r>
                        <a:rPr lang="en-US" altLang="zh-CN" dirty="0"/>
                        <a:t>Enable</a:t>
                      </a:r>
                      <a:r>
                        <a:rPr lang="zh-CN" altLang="en-US" dirty="0"/>
                        <a:t>）堵转保护，使能后电机堵转时自动关闭驱动器并提示。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024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96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786BE-1251-603C-4E24-875AA1F6F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B58D275-C4A2-4E0A-0B98-19D736D2D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3. </a:t>
            </a:r>
            <a:r>
              <a:rPr lang="zh-CN" altLang="en-US" sz="3200" dirty="0"/>
              <a:t>菜单设置 </a:t>
            </a:r>
            <a:r>
              <a:rPr lang="en-US" altLang="zh-CN" sz="3200" dirty="0"/>
              <a:t>- </a:t>
            </a:r>
            <a:r>
              <a:rPr lang="zh-CN" altLang="en-US" sz="3200" dirty="0"/>
              <a:t>菜单选项详解 </a:t>
            </a:r>
            <a:r>
              <a:rPr lang="en-US" altLang="zh-CN" sz="3200" dirty="0"/>
              <a:t>4</a:t>
            </a:r>
            <a:endParaRPr lang="zh-CN" altLang="en-US" sz="3200" dirty="0"/>
          </a:p>
        </p:txBody>
      </p:sp>
      <p:graphicFrame>
        <p:nvGraphicFramePr>
          <p:cNvPr id="2" name="内容占位符 9">
            <a:extLst>
              <a:ext uri="{FF2B5EF4-FFF2-40B4-BE49-F238E27FC236}">
                <a16:creationId xmlns:a16="http://schemas.microsoft.com/office/drawing/2014/main" id="{F7D3F4E6-0515-C3E0-EB78-A0B54A2276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9340216"/>
              </p:ext>
            </p:extLst>
          </p:nvPr>
        </p:nvGraphicFramePr>
        <p:xfrm>
          <a:off x="1013460" y="1479320"/>
          <a:ext cx="10911840" cy="292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959">
                  <a:extLst>
                    <a:ext uri="{9D8B030D-6E8A-4147-A177-3AD203B41FA5}">
                      <a16:colId xmlns:a16="http://schemas.microsoft.com/office/drawing/2014/main" val="1115713742"/>
                    </a:ext>
                  </a:extLst>
                </a:gridCol>
                <a:gridCol w="8833881">
                  <a:extLst>
                    <a:ext uri="{9D8B030D-6E8A-4147-A177-3AD203B41FA5}">
                      <a16:colId xmlns:a16="http://schemas.microsoft.com/office/drawing/2014/main" val="1894404577"/>
                    </a:ext>
                  </a:extLst>
                </a:gridCol>
              </a:tblGrid>
              <a:tr h="65935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屏幕显示字母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103909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MPlyer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设置内部 </a:t>
                      </a:r>
                      <a:r>
                        <a:rPr lang="en-US" altLang="zh-CN" b="1" dirty="0"/>
                        <a:t>256 </a:t>
                      </a:r>
                      <a:r>
                        <a:rPr lang="zh-CN" altLang="en-US" b="1" dirty="0"/>
                        <a:t>细分插补功能</a:t>
                      </a:r>
                      <a:r>
                        <a:rPr lang="zh-CN" altLang="en-US" dirty="0"/>
                        <a:t>：默认使能，减少电机低速震动和噪音。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80234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UartBaud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设置串口通讯波特率</a:t>
                      </a:r>
                      <a:r>
                        <a:rPr lang="zh-CN" altLang="en-US" dirty="0"/>
                        <a:t>：设置串口通讯波特率，使用串口时需进行设置。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158001"/>
                  </a:ext>
                </a:extLst>
              </a:tr>
              <a:tr h="755108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UartAddr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设置串口通讯地址</a:t>
                      </a:r>
                      <a:r>
                        <a:rPr lang="zh-CN" altLang="en-US" dirty="0"/>
                        <a:t>：设置串口通讯地址，范围为 </a:t>
                      </a:r>
                      <a:r>
                        <a:rPr lang="en-US" altLang="zh-CN" dirty="0"/>
                        <a:t>0xe0 - 0xe9</a:t>
                      </a:r>
                      <a:r>
                        <a:rPr lang="zh-CN" altLang="en-US" dirty="0"/>
                        <a:t>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024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553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E9360-4D0B-B1A5-AE73-490927E8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04DE880-FF13-915C-A3F4-C59392A9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4.</a:t>
            </a:r>
            <a:r>
              <a:rPr lang="zh-CN" altLang="en-US" sz="3200" dirty="0"/>
              <a:t>串行通信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6767FF-EBAD-8687-8FD7-C3FCE6DDC6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679149"/>
          </a:xfrm>
        </p:spPr>
        <p:txBody>
          <a:bodyPr/>
          <a:lstStyle/>
          <a:p>
            <a:r>
              <a:rPr lang="zh-CN" altLang="en-US" b="1" dirty="0"/>
              <a:t>本章案例用不到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1A8B47-7A5F-E218-9F02-F2269850A073}"/>
              </a:ext>
            </a:extLst>
          </p:cNvPr>
          <p:cNvSpPr txBox="1"/>
          <p:nvPr/>
        </p:nvSpPr>
        <p:spPr>
          <a:xfrm>
            <a:off x="854528" y="1815956"/>
            <a:ext cx="104829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数据帧分类：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Inter"/>
              </a:rPr>
              <a:t>MKS 42C 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串行通信包含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下行（上位机→驱动板）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与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上行（上位机←驱动板）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两类帧</a:t>
            </a:r>
            <a:endParaRPr lang="en-US" altLang="zh-CN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Inter"/>
              </a:rPr>
              <a:t>数据帧构成：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由从机地址（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Inter"/>
              </a:rPr>
              <a:t>e0 - e9 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，默认 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Inter"/>
              </a:rPr>
              <a:t>e0 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）、执行指令的功能码、保障数据准确的 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Inter"/>
              </a:rPr>
              <a:t>CRC 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Inter"/>
              </a:rPr>
              <a:t>校验码构成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9CA85A3-B7AD-5C6E-4997-646651E27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624" y="2945107"/>
            <a:ext cx="10688440" cy="344709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1C1F2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1C1F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串行通信 - 读取参数指令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C1F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：通过特定指令从 MKS 42C 驱动板获取编码器值、脉冲数、位置误差等运行状态信息。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1C1F2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1C1F2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1C1F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串行通信 - 设置系统参数命令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C1F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：借助指令配置 MKS 42C 驱动板的电机类型、工作模式、电流、细分等核心运行参数 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1C1F2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1C1F2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1C1F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串行通信 - 自动回零相关命令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C1F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：通过指令设定 MKS 42C 驱动板自动回零的模式、零点、速度、方向，并控制电机执行回零动作 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1C1F2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1C1F2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1C1F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串行通信 - 设置 PID / 加速度 / 扭矩参数命令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C1F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：用指令调整 MKS 42C 驱动板的位置环 PID 参数、电机加速度及最大扭矩，优化运动控制性能 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1C1F2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1C1F2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1C1F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串行通信 - 恢复默认参数与串口直接控制命令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C1F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：发送指令让 MKS 42C 驱动板恢复出厂参数，或在串口控制模式下直接操控电机使能、正反转、速度及位置 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17165A9-A527-3F0C-72D2-D63AF87F13DE}"/>
              </a:ext>
            </a:extLst>
          </p:cNvPr>
          <p:cNvCxnSpPr/>
          <p:nvPr/>
        </p:nvCxnSpPr>
        <p:spPr>
          <a:xfrm>
            <a:off x="0" y="2945107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075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06430-0F64-3BAD-A3B5-20B34711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5. </a:t>
            </a:r>
            <a:r>
              <a:rPr lang="zh-CN" altLang="en-US" sz="3600" dirty="0"/>
              <a:t>本章案例用到的参数</a:t>
            </a:r>
          </a:p>
        </p:txBody>
      </p:sp>
      <p:graphicFrame>
        <p:nvGraphicFramePr>
          <p:cNvPr id="5" name="内容占位符 9">
            <a:extLst>
              <a:ext uri="{FF2B5EF4-FFF2-40B4-BE49-F238E27FC236}">
                <a16:creationId xmlns:a16="http://schemas.microsoft.com/office/drawing/2014/main" id="{636BABA5-EA6A-211E-6030-B11561457AD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25047277"/>
              </p:ext>
            </p:extLst>
          </p:nvPr>
        </p:nvGraphicFramePr>
        <p:xfrm>
          <a:off x="687977" y="1516200"/>
          <a:ext cx="4815840" cy="4284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027">
                  <a:extLst>
                    <a:ext uri="{9D8B030D-6E8A-4147-A177-3AD203B41FA5}">
                      <a16:colId xmlns:a16="http://schemas.microsoft.com/office/drawing/2014/main" val="1115713742"/>
                    </a:ext>
                  </a:extLst>
                </a:gridCol>
                <a:gridCol w="3437813">
                  <a:extLst>
                    <a:ext uri="{9D8B030D-6E8A-4147-A177-3AD203B41FA5}">
                      <a16:colId xmlns:a16="http://schemas.microsoft.com/office/drawing/2014/main" val="1894404577"/>
                    </a:ext>
                  </a:extLst>
                </a:gridCol>
              </a:tblGrid>
              <a:tr h="354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设置项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103909"/>
                  </a:ext>
                </a:extLst>
              </a:tr>
              <a:tr h="356743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CAL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开环控制、不需校准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80234"/>
                  </a:ext>
                </a:extLst>
              </a:tr>
              <a:tr h="403939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MotType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1.8°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158001"/>
                  </a:ext>
                </a:extLst>
              </a:tr>
              <a:tr h="418182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Mode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开环模式（</a:t>
                      </a:r>
                      <a:r>
                        <a:rPr lang="en-US" altLang="zh-CN" sz="1800" dirty="0"/>
                        <a:t>CR_OPEN</a:t>
                      </a:r>
                      <a:r>
                        <a:rPr lang="zh-CN" altLang="en-US" sz="1800" dirty="0"/>
                        <a:t>）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862427"/>
                  </a:ext>
                </a:extLst>
              </a:tr>
              <a:tr h="4181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Ma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400</a:t>
                      </a:r>
                      <a:r>
                        <a:rPr lang="zh-CN" altLang="en-US" dirty="0"/>
                        <a:t>（空转而已）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607035"/>
                  </a:ext>
                </a:extLst>
              </a:tr>
              <a:tr h="4181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MStep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727369"/>
                  </a:ext>
                </a:extLst>
              </a:tr>
              <a:tr h="4181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高电平有效（</a:t>
                      </a:r>
                      <a:r>
                        <a:rPr lang="en-US" altLang="zh-CN" dirty="0"/>
                        <a:t>H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740685"/>
                  </a:ext>
                </a:extLst>
              </a:tr>
              <a:tr h="418182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Dir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选择顺时针（</a:t>
                      </a:r>
                      <a:r>
                        <a:rPr lang="en-US" altLang="zh-CN" dirty="0"/>
                        <a:t>CW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536458"/>
                  </a:ext>
                </a:extLst>
              </a:tr>
              <a:tr h="418182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AutoSDD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自动息屏，关闭（</a:t>
                      </a:r>
                      <a:r>
                        <a:rPr lang="en-US" altLang="zh-CN" dirty="0"/>
                        <a:t>Disable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373038"/>
                  </a:ext>
                </a:extLst>
              </a:tr>
              <a:tr h="59923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Protect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设置堵转保护功能</a:t>
                      </a:r>
                      <a:r>
                        <a:rPr lang="zh-CN" altLang="en-US" dirty="0"/>
                        <a:t>：关闭（</a:t>
                      </a:r>
                      <a:r>
                        <a:rPr lang="en-US" altLang="zh-CN" dirty="0"/>
                        <a:t>Disable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579431"/>
                  </a:ext>
                </a:extLst>
              </a:tr>
            </a:tbl>
          </a:graphicData>
        </a:graphic>
      </p:graphicFrame>
      <p:graphicFrame>
        <p:nvGraphicFramePr>
          <p:cNvPr id="6" name="内容占位符 9">
            <a:extLst>
              <a:ext uri="{FF2B5EF4-FFF2-40B4-BE49-F238E27FC236}">
                <a16:creationId xmlns:a16="http://schemas.microsoft.com/office/drawing/2014/main" id="{8552F4F0-7DC4-319D-6B86-C5C92E6E21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8239161"/>
              </p:ext>
            </p:extLst>
          </p:nvPr>
        </p:nvGraphicFramePr>
        <p:xfrm>
          <a:off x="6096000" y="1516200"/>
          <a:ext cx="5782492" cy="1553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629">
                  <a:extLst>
                    <a:ext uri="{9D8B030D-6E8A-4147-A177-3AD203B41FA5}">
                      <a16:colId xmlns:a16="http://schemas.microsoft.com/office/drawing/2014/main" val="1115713742"/>
                    </a:ext>
                  </a:extLst>
                </a:gridCol>
                <a:gridCol w="4127863">
                  <a:extLst>
                    <a:ext uri="{9D8B030D-6E8A-4147-A177-3AD203B41FA5}">
                      <a16:colId xmlns:a16="http://schemas.microsoft.com/office/drawing/2014/main" val="1894404577"/>
                    </a:ext>
                  </a:extLst>
                </a:gridCol>
              </a:tblGrid>
              <a:tr h="354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设置项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103909"/>
                  </a:ext>
                </a:extLst>
              </a:tr>
              <a:tr h="356743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MPlyer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设置内部 </a:t>
                      </a:r>
                      <a:r>
                        <a:rPr lang="en-US" altLang="zh-CN" b="1" dirty="0"/>
                        <a:t>256 </a:t>
                      </a:r>
                      <a:r>
                        <a:rPr lang="zh-CN" altLang="en-US" b="1" dirty="0"/>
                        <a:t>细分插补功能</a:t>
                      </a:r>
                      <a:r>
                        <a:rPr lang="zh-CN" altLang="en-US" dirty="0"/>
                        <a:t>：</a:t>
                      </a:r>
                      <a:r>
                        <a:rPr lang="en-US" altLang="zh-CN" dirty="0"/>
                        <a:t>Enable</a:t>
                      </a:r>
                      <a:r>
                        <a:rPr lang="zh-CN" altLang="en-US" dirty="0"/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80234"/>
                  </a:ext>
                </a:extLst>
              </a:tr>
              <a:tr h="403939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UartBaud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本章案例用不到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158001"/>
                  </a:ext>
                </a:extLst>
              </a:tr>
              <a:tr h="418182"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UartAddr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本章案例用不到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862427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BF948B1A-C44D-817F-9EB6-68DF3B974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032" y="3177823"/>
            <a:ext cx="5331459" cy="330538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F04DEA9-F22C-02F5-F8E9-E116C4A28943}"/>
              </a:ext>
            </a:extLst>
          </p:cNvPr>
          <p:cNvSpPr txBox="1"/>
          <p:nvPr/>
        </p:nvSpPr>
        <p:spPr>
          <a:xfrm>
            <a:off x="6096000" y="3686551"/>
            <a:ext cx="15696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运行过程中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屏幕显示参数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数据正负区分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正转、反转</a:t>
            </a:r>
          </a:p>
        </p:txBody>
      </p:sp>
    </p:spTree>
    <p:extLst>
      <p:ext uri="{BB962C8B-B14F-4D97-AF65-F5344CB8AC3E}">
        <p14:creationId xmlns:p14="http://schemas.microsoft.com/office/powerpoint/2010/main" val="3331769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4880</TotalTime>
  <Words>1236</Words>
  <Application>Microsoft Office PowerPoint</Application>
  <PresentationFormat>宽屏</PresentationFormat>
  <Paragraphs>175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Inter</vt:lpstr>
      <vt:lpstr>Source Han Sans</vt:lpstr>
      <vt:lpstr>Source Han Sans CN Regular</vt:lpstr>
      <vt:lpstr>等线</vt:lpstr>
      <vt:lpstr>微软雅黑</vt:lpstr>
      <vt:lpstr>Arial</vt:lpstr>
      <vt:lpstr>Wingdings</vt:lpstr>
      <vt:lpstr>Office 主题​​</vt:lpstr>
      <vt:lpstr>PowerPoint 演示文稿</vt:lpstr>
      <vt:lpstr>内容目录</vt:lpstr>
      <vt:lpstr>1. 产品概述——特点</vt:lpstr>
      <vt:lpstr>1. 产品概述——参数</vt:lpstr>
      <vt:lpstr>2. MKS 42C步进电机（带驱动）与开发板接线</vt:lpstr>
      <vt:lpstr>3. 菜单设置 - 按键操作</vt:lpstr>
      <vt:lpstr>3. 菜单设置 - 菜单选项详解 1</vt:lpstr>
      <vt:lpstr>3. 菜单设置 - 菜单选项详解 2</vt:lpstr>
      <vt:lpstr>3. 菜单设置 - 菜单选项详解 3</vt:lpstr>
      <vt:lpstr>3. 菜单设置 - 菜单选项详解 4</vt:lpstr>
      <vt:lpstr>4.串行通信</vt:lpstr>
      <vt:lpstr>5. 本章案例用到的参数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129</cp:revision>
  <dcterms:created xsi:type="dcterms:W3CDTF">2025-05-21T06:55:53Z</dcterms:created>
  <dcterms:modified xsi:type="dcterms:W3CDTF">2025-08-13T09:21:46Z</dcterms:modified>
</cp:coreProperties>
</file>