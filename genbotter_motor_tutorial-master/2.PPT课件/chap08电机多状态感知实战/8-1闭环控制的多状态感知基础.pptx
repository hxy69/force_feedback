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803" r:id="rId2"/>
    <p:sldId id="289" r:id="rId3"/>
    <p:sldId id="802" r:id="rId4"/>
    <p:sldId id="800" r:id="rId5"/>
    <p:sldId id="805" r:id="rId6"/>
    <p:sldId id="807" r:id="rId7"/>
    <p:sldId id="808" r:id="rId8"/>
    <p:sldId id="806" r:id="rId9"/>
    <p:sldId id="809" r:id="rId10"/>
    <p:sldId id="810" r:id="rId11"/>
    <p:sldId id="28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D2E5DB-863B-4C72-909B-8B419B7117A4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E64E6344-03F3-41EA-B2B3-D9F732B8BD60}">
      <dgm:prSet/>
      <dgm:spPr/>
      <dgm:t>
        <a:bodyPr/>
        <a:lstStyle/>
        <a:p>
          <a:r>
            <a:rPr lang="en-US" altLang="zh-CN" b="0" i="0" dirty="0"/>
            <a:t>1</a:t>
          </a:r>
          <a:endParaRPr lang="zh-CN" dirty="0"/>
        </a:p>
      </dgm:t>
    </dgm:pt>
    <dgm:pt modelId="{69A6EF17-7BDA-4CB4-9F0E-5679408CF513}" type="par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0DC89421-7892-4BB5-8A47-F6705D342A56}" type="sibTrans" cxnId="{08D3F0FE-4B45-4766-B833-483B36DF029C}">
      <dgm:prSet/>
      <dgm:spPr/>
      <dgm:t>
        <a:bodyPr/>
        <a:lstStyle/>
        <a:p>
          <a:endParaRPr lang="zh-CN" altLang="en-US"/>
        </a:p>
      </dgm:t>
    </dgm:pt>
    <dgm:pt modelId="{5F617727-9112-401D-89F5-454428842C51}">
      <dgm:prSet/>
      <dgm:spPr/>
      <dgm:t>
        <a:bodyPr/>
        <a:lstStyle/>
        <a:p>
          <a:pPr>
            <a:buNone/>
          </a:pPr>
          <a:r>
            <a:rPr lang="en-US" altLang="zh-CN" b="0" i="0" dirty="0"/>
            <a:t>2 </a:t>
          </a:r>
          <a:endParaRPr lang="zh-CN" altLang="en-US" b="0" i="0" dirty="0"/>
        </a:p>
      </dgm:t>
    </dgm:pt>
    <dgm:pt modelId="{9B60856E-E8FC-4192-8DAB-D130394075E9}" type="parTrans" cxnId="{50F5C059-ADB1-44D1-90E7-8238ED208233}">
      <dgm:prSet/>
      <dgm:spPr/>
      <dgm:t>
        <a:bodyPr/>
        <a:lstStyle/>
        <a:p>
          <a:endParaRPr lang="zh-CN" altLang="en-US"/>
        </a:p>
      </dgm:t>
    </dgm:pt>
    <dgm:pt modelId="{360CA199-4669-412F-9FED-88CDE23A4A44}" type="sibTrans" cxnId="{50F5C059-ADB1-44D1-90E7-8238ED208233}">
      <dgm:prSet/>
      <dgm:spPr/>
      <dgm:t>
        <a:bodyPr/>
        <a:lstStyle/>
        <a:p>
          <a:endParaRPr lang="zh-CN" altLang="en-US"/>
        </a:p>
      </dgm:t>
    </dgm:pt>
    <dgm:pt modelId="{B1A9583D-C7F7-4F81-851B-0CF394AD190C}">
      <dgm:prSet/>
      <dgm:spPr/>
      <dgm:t>
        <a:bodyPr/>
        <a:lstStyle/>
        <a:p>
          <a:pPr>
            <a:buNone/>
          </a:pPr>
          <a:r>
            <a:rPr lang="en-US" altLang="zh-CN" b="0" i="0" dirty="0"/>
            <a:t>3</a:t>
          </a:r>
          <a:endParaRPr lang="zh-CN" altLang="en-US" b="0" i="0" dirty="0"/>
        </a:p>
      </dgm:t>
    </dgm:pt>
    <dgm:pt modelId="{CB110811-537B-463C-BC16-EAB14C42D4EB}" type="parTrans" cxnId="{5CB7D4BF-B5C9-453D-B96D-76F0D24DD3F7}">
      <dgm:prSet/>
      <dgm:spPr/>
      <dgm:t>
        <a:bodyPr/>
        <a:lstStyle/>
        <a:p>
          <a:endParaRPr lang="zh-CN" altLang="en-US"/>
        </a:p>
      </dgm:t>
    </dgm:pt>
    <dgm:pt modelId="{4A2C52BC-DD1B-4A78-98BA-98FC22233774}" type="sibTrans" cxnId="{5CB7D4BF-B5C9-453D-B96D-76F0D24DD3F7}">
      <dgm:prSet/>
      <dgm:spPr/>
      <dgm:t>
        <a:bodyPr/>
        <a:lstStyle/>
        <a:p>
          <a:endParaRPr lang="zh-CN" altLang="en-US"/>
        </a:p>
      </dgm:t>
    </dgm:pt>
    <dgm:pt modelId="{CBD39892-4C8A-4C72-BC17-7D3D7F01BBDE}">
      <dgm:prSet/>
      <dgm:spPr/>
      <dgm:t>
        <a:bodyPr/>
        <a:lstStyle/>
        <a:p>
          <a:pPr>
            <a:buNone/>
          </a:pPr>
          <a:r>
            <a:rPr lang="en-US" altLang="zh-CN" b="0" i="0" dirty="0"/>
            <a:t>4 </a:t>
          </a:r>
          <a:endParaRPr lang="zh-CN" altLang="en-US" b="0" i="0" dirty="0"/>
        </a:p>
      </dgm:t>
    </dgm:pt>
    <dgm:pt modelId="{1B913DEB-2576-42DF-8F7F-1A04A5B16B83}" type="parTrans" cxnId="{5C8F2173-6440-4216-A6E5-DDEED8729BAA}">
      <dgm:prSet/>
      <dgm:spPr/>
      <dgm:t>
        <a:bodyPr/>
        <a:lstStyle/>
        <a:p>
          <a:endParaRPr lang="zh-CN" altLang="en-US"/>
        </a:p>
      </dgm:t>
    </dgm:pt>
    <dgm:pt modelId="{E6961323-FF5A-4C8A-A0C0-D6DF39280EE5}" type="sibTrans" cxnId="{5C8F2173-6440-4216-A6E5-DDEED8729BAA}">
      <dgm:prSet/>
      <dgm:spPr/>
      <dgm:t>
        <a:bodyPr/>
        <a:lstStyle/>
        <a:p>
          <a:endParaRPr lang="zh-CN" altLang="en-US"/>
        </a:p>
      </dgm:t>
    </dgm:pt>
    <dgm:pt modelId="{AFA25ECC-A09F-4C12-8E15-9E0391A6697A}">
      <dgm:prSet/>
      <dgm:spPr/>
      <dgm:t>
        <a:bodyPr/>
        <a:lstStyle/>
        <a:p>
          <a:r>
            <a:rPr lang="en-US" altLang="zh-CN" b="0" i="0" dirty="0"/>
            <a:t> </a:t>
          </a:r>
          <a:r>
            <a:rPr lang="zh-CN" altLang="en-US" b="0" i="0" dirty="0"/>
            <a:t>“状态感知”在闭环控制中地位</a:t>
          </a:r>
          <a:endParaRPr lang="zh-CN" dirty="0"/>
        </a:p>
      </dgm:t>
    </dgm:pt>
    <dgm:pt modelId="{DD592341-9E1D-41B8-BD7B-D9915E39BACB}" type="parTrans" cxnId="{42598865-4171-4831-9123-FF46C8BBF838}">
      <dgm:prSet/>
      <dgm:spPr/>
      <dgm:t>
        <a:bodyPr/>
        <a:lstStyle/>
        <a:p>
          <a:endParaRPr lang="zh-CN" altLang="en-US"/>
        </a:p>
      </dgm:t>
    </dgm:pt>
    <dgm:pt modelId="{BB1027AA-445B-45D1-B66F-728B2BCCB496}" type="sibTrans" cxnId="{42598865-4171-4831-9123-FF46C8BBF838}">
      <dgm:prSet/>
      <dgm:spPr/>
      <dgm:t>
        <a:bodyPr/>
        <a:lstStyle/>
        <a:p>
          <a:endParaRPr lang="zh-CN" altLang="en-US"/>
        </a:p>
      </dgm:t>
    </dgm:pt>
    <dgm:pt modelId="{64CA554F-E9BC-4354-8D7D-C28D8C9328E7}">
      <dgm:prSet/>
      <dgm:spPr/>
      <dgm:t>
        <a:bodyPr/>
        <a:lstStyle/>
        <a:p>
          <a:pPr>
            <a:buNone/>
          </a:pPr>
          <a:r>
            <a:rPr lang="zh-CN" altLang="en-US" b="0" i="0" dirty="0"/>
            <a:t>“多状态反馈”的系统级概念</a:t>
          </a:r>
        </a:p>
      </dgm:t>
    </dgm:pt>
    <dgm:pt modelId="{0946F281-E348-4BA5-8E1C-F36F1F4FCBC1}" type="parTrans" cxnId="{C9FAE11C-1D10-4A62-BB83-D1B5E34DC8B2}">
      <dgm:prSet/>
      <dgm:spPr/>
      <dgm:t>
        <a:bodyPr/>
        <a:lstStyle/>
        <a:p>
          <a:endParaRPr lang="zh-CN" altLang="en-US"/>
        </a:p>
      </dgm:t>
    </dgm:pt>
    <dgm:pt modelId="{9B8C20F0-BF16-4A1C-9373-FBA93F6A230B}" type="sibTrans" cxnId="{C9FAE11C-1D10-4A62-BB83-D1B5E34DC8B2}">
      <dgm:prSet/>
      <dgm:spPr/>
      <dgm:t>
        <a:bodyPr/>
        <a:lstStyle/>
        <a:p>
          <a:endParaRPr lang="zh-CN" altLang="en-US"/>
        </a:p>
      </dgm:t>
    </dgm:pt>
    <dgm:pt modelId="{14211BE0-1DCA-4B07-8731-F0E52D704E13}">
      <dgm:prSet/>
      <dgm:spPr/>
      <dgm:t>
        <a:bodyPr/>
        <a:lstStyle/>
        <a:p>
          <a:pPr>
            <a:buNone/>
          </a:pPr>
          <a:r>
            <a:rPr lang="zh-CN" altLang="en-US" b="0" i="0" dirty="0"/>
            <a:t>位置、速度、电流、电压检测的各自作用</a:t>
          </a:r>
        </a:p>
      </dgm:t>
    </dgm:pt>
    <dgm:pt modelId="{6CB10ED2-0D9E-4DDF-9C40-2CC98702238C}" type="parTrans" cxnId="{9052310C-6607-44B2-9068-A098405EDD46}">
      <dgm:prSet/>
      <dgm:spPr/>
      <dgm:t>
        <a:bodyPr/>
        <a:lstStyle/>
        <a:p>
          <a:endParaRPr lang="zh-CN" altLang="en-US"/>
        </a:p>
      </dgm:t>
    </dgm:pt>
    <dgm:pt modelId="{2947AB03-4C03-4722-AE28-142C3724BC20}" type="sibTrans" cxnId="{9052310C-6607-44B2-9068-A098405EDD46}">
      <dgm:prSet/>
      <dgm:spPr/>
      <dgm:t>
        <a:bodyPr/>
        <a:lstStyle/>
        <a:p>
          <a:endParaRPr lang="zh-CN" altLang="en-US"/>
        </a:p>
      </dgm:t>
    </dgm:pt>
    <dgm:pt modelId="{3B58E4FE-A4C3-4F51-A7C5-8E607AE638E9}">
      <dgm:prSet/>
      <dgm:spPr/>
      <dgm:t>
        <a:bodyPr/>
        <a:lstStyle/>
        <a:p>
          <a:pPr>
            <a:buNone/>
          </a:pPr>
          <a:r>
            <a:rPr lang="zh-CN" altLang="en-US" b="0" i="0"/>
            <a:t>本章学习路径与最终目标</a:t>
          </a:r>
          <a:endParaRPr lang="zh-CN" altLang="en-US" b="0" i="0" dirty="0"/>
        </a:p>
      </dgm:t>
    </dgm:pt>
    <dgm:pt modelId="{3ADB17EB-F409-46F9-872A-5CE8F00FFF01}" type="parTrans" cxnId="{549AFBED-E0CE-4817-BF87-625AEBD065A5}">
      <dgm:prSet/>
      <dgm:spPr/>
      <dgm:t>
        <a:bodyPr/>
        <a:lstStyle/>
        <a:p>
          <a:endParaRPr lang="zh-CN" altLang="en-US"/>
        </a:p>
      </dgm:t>
    </dgm:pt>
    <dgm:pt modelId="{4B679755-F090-4DD9-957F-A897E7736868}" type="sibTrans" cxnId="{549AFBED-E0CE-4817-BF87-625AEBD065A5}">
      <dgm:prSet/>
      <dgm:spPr/>
      <dgm:t>
        <a:bodyPr/>
        <a:lstStyle/>
        <a:p>
          <a:endParaRPr lang="zh-CN" altLang="en-US"/>
        </a:p>
      </dgm:t>
    </dgm:pt>
    <dgm:pt modelId="{D7F0B5BE-4D82-4305-ACED-C2AC8C360F32}" type="pres">
      <dgm:prSet presAssocID="{8CD2E5DB-863B-4C72-909B-8B419B7117A4}" presName="Name0" presStyleCnt="0">
        <dgm:presLayoutVars>
          <dgm:dir/>
          <dgm:resizeHandles val="exact"/>
        </dgm:presLayoutVars>
      </dgm:prSet>
      <dgm:spPr/>
    </dgm:pt>
    <dgm:pt modelId="{B0F71CE1-654B-47A6-95D9-FEB1EE507755}" type="pres">
      <dgm:prSet presAssocID="{E64E6344-03F3-41EA-B2B3-D9F732B8BD60}" presName="node" presStyleLbl="node1" presStyleIdx="0" presStyleCnt="4">
        <dgm:presLayoutVars>
          <dgm:bulletEnabled val="1"/>
        </dgm:presLayoutVars>
      </dgm:prSet>
      <dgm:spPr/>
    </dgm:pt>
    <dgm:pt modelId="{757D123B-4402-46A3-AE5E-614D53367F86}" type="pres">
      <dgm:prSet presAssocID="{0DC89421-7892-4BB5-8A47-F6705D342A56}" presName="sibTrans" presStyleCnt="0"/>
      <dgm:spPr/>
    </dgm:pt>
    <dgm:pt modelId="{D17B44AC-E390-4C20-A72C-D1920E011A64}" type="pres">
      <dgm:prSet presAssocID="{5F617727-9112-401D-89F5-454428842C51}" presName="node" presStyleLbl="node1" presStyleIdx="1" presStyleCnt="4">
        <dgm:presLayoutVars>
          <dgm:bulletEnabled val="1"/>
        </dgm:presLayoutVars>
      </dgm:prSet>
      <dgm:spPr/>
    </dgm:pt>
    <dgm:pt modelId="{964DF31D-B295-4401-9FA2-5E6DF3172E2D}" type="pres">
      <dgm:prSet presAssocID="{360CA199-4669-412F-9FED-88CDE23A4A44}" presName="sibTrans" presStyleCnt="0"/>
      <dgm:spPr/>
    </dgm:pt>
    <dgm:pt modelId="{F4FB1E7A-D278-46FC-A703-908E362E9F11}" type="pres">
      <dgm:prSet presAssocID="{B1A9583D-C7F7-4F81-851B-0CF394AD190C}" presName="node" presStyleLbl="node1" presStyleIdx="2" presStyleCnt="4">
        <dgm:presLayoutVars>
          <dgm:bulletEnabled val="1"/>
        </dgm:presLayoutVars>
      </dgm:prSet>
      <dgm:spPr/>
    </dgm:pt>
    <dgm:pt modelId="{30DA065C-1B40-4659-B80D-C63B07F7EFAF}" type="pres">
      <dgm:prSet presAssocID="{4A2C52BC-DD1B-4A78-98BA-98FC22233774}" presName="sibTrans" presStyleCnt="0"/>
      <dgm:spPr/>
    </dgm:pt>
    <dgm:pt modelId="{71C5F12B-CE77-483E-AA6B-479B36C3F366}" type="pres">
      <dgm:prSet presAssocID="{CBD39892-4C8A-4C72-BC17-7D3D7F01BBDE}" presName="node" presStyleLbl="node1" presStyleIdx="3" presStyleCnt="4">
        <dgm:presLayoutVars>
          <dgm:bulletEnabled val="1"/>
        </dgm:presLayoutVars>
      </dgm:prSet>
      <dgm:spPr/>
    </dgm:pt>
  </dgm:ptLst>
  <dgm:cxnLst>
    <dgm:cxn modelId="{9052310C-6607-44B2-9068-A098405EDD46}" srcId="{B1A9583D-C7F7-4F81-851B-0CF394AD190C}" destId="{14211BE0-1DCA-4B07-8731-F0E52D704E13}" srcOrd="0" destOrd="0" parTransId="{6CB10ED2-0D9E-4DDF-9C40-2CC98702238C}" sibTransId="{2947AB03-4C03-4722-AE28-142C3724BC20}"/>
    <dgm:cxn modelId="{C9FAE11C-1D10-4A62-BB83-D1B5E34DC8B2}" srcId="{5F617727-9112-401D-89F5-454428842C51}" destId="{64CA554F-E9BC-4354-8D7D-C28D8C9328E7}" srcOrd="0" destOrd="0" parTransId="{0946F281-E348-4BA5-8E1C-F36F1F4FCBC1}" sibTransId="{9B8C20F0-BF16-4A1C-9373-FBA93F6A230B}"/>
    <dgm:cxn modelId="{D9E9EA24-7786-4167-A176-8382F9A3A5E3}" type="presOf" srcId="{CBD39892-4C8A-4C72-BC17-7D3D7F01BBDE}" destId="{71C5F12B-CE77-483E-AA6B-479B36C3F366}" srcOrd="0" destOrd="0" presId="urn:microsoft.com/office/officeart/2005/8/layout/hList6"/>
    <dgm:cxn modelId="{D398FB2F-2B89-473F-952A-F31EF04B58C3}" type="presOf" srcId="{AFA25ECC-A09F-4C12-8E15-9E0391A6697A}" destId="{B0F71CE1-654B-47A6-95D9-FEB1EE507755}" srcOrd="0" destOrd="1" presId="urn:microsoft.com/office/officeart/2005/8/layout/hList6"/>
    <dgm:cxn modelId="{0EAF5538-E536-4CC0-88DE-DD1A63295F5A}" type="presOf" srcId="{E64E6344-03F3-41EA-B2B3-D9F732B8BD60}" destId="{B0F71CE1-654B-47A6-95D9-FEB1EE507755}" srcOrd="0" destOrd="0" presId="urn:microsoft.com/office/officeart/2005/8/layout/hList6"/>
    <dgm:cxn modelId="{822A4142-2B2E-4BE5-8016-F4B4FC63F5AE}" type="presOf" srcId="{64CA554F-E9BC-4354-8D7D-C28D8C9328E7}" destId="{D17B44AC-E390-4C20-A72C-D1920E011A64}" srcOrd="0" destOrd="1" presId="urn:microsoft.com/office/officeart/2005/8/layout/hList6"/>
    <dgm:cxn modelId="{42598865-4171-4831-9123-FF46C8BBF838}" srcId="{E64E6344-03F3-41EA-B2B3-D9F732B8BD60}" destId="{AFA25ECC-A09F-4C12-8E15-9E0391A6697A}" srcOrd="0" destOrd="0" parTransId="{DD592341-9E1D-41B8-BD7B-D9915E39BACB}" sibTransId="{BB1027AA-445B-45D1-B66F-728B2BCCB496}"/>
    <dgm:cxn modelId="{5C8F2173-6440-4216-A6E5-DDEED8729BAA}" srcId="{8CD2E5DB-863B-4C72-909B-8B419B7117A4}" destId="{CBD39892-4C8A-4C72-BC17-7D3D7F01BBDE}" srcOrd="3" destOrd="0" parTransId="{1B913DEB-2576-42DF-8F7F-1A04A5B16B83}" sibTransId="{E6961323-FF5A-4C8A-A0C0-D6DF39280EE5}"/>
    <dgm:cxn modelId="{50F5C059-ADB1-44D1-90E7-8238ED208233}" srcId="{8CD2E5DB-863B-4C72-909B-8B419B7117A4}" destId="{5F617727-9112-401D-89F5-454428842C51}" srcOrd="1" destOrd="0" parTransId="{9B60856E-E8FC-4192-8DAB-D130394075E9}" sibTransId="{360CA199-4669-412F-9FED-88CDE23A4A44}"/>
    <dgm:cxn modelId="{6A1B4089-0063-43C5-A976-ADB341AF0E2D}" type="presOf" srcId="{14211BE0-1DCA-4B07-8731-F0E52D704E13}" destId="{F4FB1E7A-D278-46FC-A703-908E362E9F11}" srcOrd="0" destOrd="1" presId="urn:microsoft.com/office/officeart/2005/8/layout/hList6"/>
    <dgm:cxn modelId="{51EE1694-10F7-4BF2-BA04-085CDC05E230}" type="presOf" srcId="{5F617727-9112-401D-89F5-454428842C51}" destId="{D17B44AC-E390-4C20-A72C-D1920E011A64}" srcOrd="0" destOrd="0" presId="urn:microsoft.com/office/officeart/2005/8/layout/hList6"/>
    <dgm:cxn modelId="{5CB7D4BF-B5C9-453D-B96D-76F0D24DD3F7}" srcId="{8CD2E5DB-863B-4C72-909B-8B419B7117A4}" destId="{B1A9583D-C7F7-4F81-851B-0CF394AD190C}" srcOrd="2" destOrd="0" parTransId="{CB110811-537B-463C-BC16-EAB14C42D4EB}" sibTransId="{4A2C52BC-DD1B-4A78-98BA-98FC22233774}"/>
    <dgm:cxn modelId="{0700DBE2-AD9B-4F0B-A4B0-C769CA73185C}" type="presOf" srcId="{B1A9583D-C7F7-4F81-851B-0CF394AD190C}" destId="{F4FB1E7A-D278-46FC-A703-908E362E9F11}" srcOrd="0" destOrd="0" presId="urn:microsoft.com/office/officeart/2005/8/layout/hList6"/>
    <dgm:cxn modelId="{A62E89EA-076D-4A16-AC96-C758253C45F1}" type="presOf" srcId="{3B58E4FE-A4C3-4F51-A7C5-8E607AE638E9}" destId="{71C5F12B-CE77-483E-AA6B-479B36C3F366}" srcOrd="0" destOrd="1" presId="urn:microsoft.com/office/officeart/2005/8/layout/hList6"/>
    <dgm:cxn modelId="{549AFBED-E0CE-4817-BF87-625AEBD065A5}" srcId="{CBD39892-4C8A-4C72-BC17-7D3D7F01BBDE}" destId="{3B58E4FE-A4C3-4F51-A7C5-8E607AE638E9}" srcOrd="0" destOrd="0" parTransId="{3ADB17EB-F409-46F9-872A-5CE8F00FFF01}" sibTransId="{4B679755-F090-4DD9-957F-A897E7736868}"/>
    <dgm:cxn modelId="{B20A42F4-B6B7-40E6-AFC2-7B6130734B27}" type="presOf" srcId="{8CD2E5DB-863B-4C72-909B-8B419B7117A4}" destId="{D7F0B5BE-4D82-4305-ACED-C2AC8C360F32}" srcOrd="0" destOrd="0" presId="urn:microsoft.com/office/officeart/2005/8/layout/hList6"/>
    <dgm:cxn modelId="{08D3F0FE-4B45-4766-B833-483B36DF029C}" srcId="{8CD2E5DB-863B-4C72-909B-8B419B7117A4}" destId="{E64E6344-03F3-41EA-B2B3-D9F732B8BD60}" srcOrd="0" destOrd="0" parTransId="{69A6EF17-7BDA-4CB4-9F0E-5679408CF513}" sibTransId="{0DC89421-7892-4BB5-8A47-F6705D342A56}"/>
    <dgm:cxn modelId="{B76E12B6-4100-4C5E-B8CE-728D36FDE2F4}" type="presParOf" srcId="{D7F0B5BE-4D82-4305-ACED-C2AC8C360F32}" destId="{B0F71CE1-654B-47A6-95D9-FEB1EE507755}" srcOrd="0" destOrd="0" presId="urn:microsoft.com/office/officeart/2005/8/layout/hList6"/>
    <dgm:cxn modelId="{ACD91F7A-7E77-474F-88A2-0697C607BD07}" type="presParOf" srcId="{D7F0B5BE-4D82-4305-ACED-C2AC8C360F32}" destId="{757D123B-4402-46A3-AE5E-614D53367F86}" srcOrd="1" destOrd="0" presId="urn:microsoft.com/office/officeart/2005/8/layout/hList6"/>
    <dgm:cxn modelId="{17DBBAD1-8125-4C27-BF8F-F4C6B12788E4}" type="presParOf" srcId="{D7F0B5BE-4D82-4305-ACED-C2AC8C360F32}" destId="{D17B44AC-E390-4C20-A72C-D1920E011A64}" srcOrd="2" destOrd="0" presId="urn:microsoft.com/office/officeart/2005/8/layout/hList6"/>
    <dgm:cxn modelId="{746957F6-734C-476A-8FDB-A66AB04202A5}" type="presParOf" srcId="{D7F0B5BE-4D82-4305-ACED-C2AC8C360F32}" destId="{964DF31D-B295-4401-9FA2-5E6DF3172E2D}" srcOrd="3" destOrd="0" presId="urn:microsoft.com/office/officeart/2005/8/layout/hList6"/>
    <dgm:cxn modelId="{8177BAEA-FBCF-431B-BF3F-ABCC29D52B83}" type="presParOf" srcId="{D7F0B5BE-4D82-4305-ACED-C2AC8C360F32}" destId="{F4FB1E7A-D278-46FC-A703-908E362E9F11}" srcOrd="4" destOrd="0" presId="urn:microsoft.com/office/officeart/2005/8/layout/hList6"/>
    <dgm:cxn modelId="{D646B70C-4247-4856-9ECB-C1034006C59E}" type="presParOf" srcId="{D7F0B5BE-4D82-4305-ACED-C2AC8C360F32}" destId="{30DA065C-1B40-4659-B80D-C63B07F7EFAF}" srcOrd="5" destOrd="0" presId="urn:microsoft.com/office/officeart/2005/8/layout/hList6"/>
    <dgm:cxn modelId="{EE50D16A-E505-4E66-AD99-827878106D80}" type="presParOf" srcId="{D7F0B5BE-4D82-4305-ACED-C2AC8C360F32}" destId="{71C5F12B-CE77-483E-AA6B-479B36C3F366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E76A0A-23BA-4910-94D7-8C1057329891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4750936-EC3B-444D-9E2B-658730CDCD41}">
      <dgm:prSet/>
      <dgm:spPr/>
      <dgm:t>
        <a:bodyPr/>
        <a:lstStyle/>
        <a:p>
          <a:r>
            <a:rPr lang="zh-CN" dirty="0"/>
            <a:t>直流有刷电机</a:t>
          </a:r>
          <a:r>
            <a:rPr lang="zh-CN" altLang="en-US" dirty="0"/>
            <a:t>闭环控制系统为例</a:t>
          </a:r>
          <a:endParaRPr lang="zh-CN" dirty="0"/>
        </a:p>
      </dgm:t>
    </dgm:pt>
    <dgm:pt modelId="{DAD79777-6527-45BB-8B2E-9C30065B6921}" type="parTrans" cxnId="{AE4C83CA-8B64-409F-B979-9A2F5F9FD8F4}">
      <dgm:prSet/>
      <dgm:spPr/>
      <dgm:t>
        <a:bodyPr/>
        <a:lstStyle/>
        <a:p>
          <a:endParaRPr lang="zh-CN" altLang="en-US"/>
        </a:p>
      </dgm:t>
    </dgm:pt>
    <dgm:pt modelId="{BAF87B00-27BA-4874-8207-6360B84E13E3}" type="sibTrans" cxnId="{AE4C83CA-8B64-409F-B979-9A2F5F9FD8F4}">
      <dgm:prSet/>
      <dgm:spPr/>
      <dgm:t>
        <a:bodyPr/>
        <a:lstStyle/>
        <a:p>
          <a:endParaRPr lang="zh-CN" altLang="en-US"/>
        </a:p>
      </dgm:t>
    </dgm:pt>
    <dgm:pt modelId="{8B1C22F9-8091-434B-95F4-75E8B4FDC77D}">
      <dgm:prSet/>
      <dgm:spPr/>
      <dgm:t>
        <a:bodyPr/>
        <a:lstStyle/>
        <a:p>
          <a:r>
            <a:rPr lang="zh-CN" dirty="0"/>
            <a:t>电机是被控对象</a:t>
          </a:r>
        </a:p>
      </dgm:t>
    </dgm:pt>
    <dgm:pt modelId="{0F2CC263-E376-49E9-851E-356358D19145}" type="parTrans" cxnId="{D64D10C1-98BC-44C8-BB50-5D71052E1CE7}">
      <dgm:prSet/>
      <dgm:spPr/>
      <dgm:t>
        <a:bodyPr/>
        <a:lstStyle/>
        <a:p>
          <a:endParaRPr lang="zh-CN" altLang="en-US"/>
        </a:p>
      </dgm:t>
    </dgm:pt>
    <dgm:pt modelId="{8124D9F5-B840-4534-8178-187AD599F400}" type="sibTrans" cxnId="{D64D10C1-98BC-44C8-BB50-5D71052E1CE7}">
      <dgm:prSet/>
      <dgm:spPr/>
      <dgm:t>
        <a:bodyPr/>
        <a:lstStyle/>
        <a:p>
          <a:endParaRPr lang="zh-CN" altLang="en-US"/>
        </a:p>
      </dgm:t>
    </dgm:pt>
    <dgm:pt modelId="{E08286EA-95E5-4E20-AE97-95F0CF427F61}">
      <dgm:prSet/>
      <dgm:spPr/>
      <dgm:t>
        <a:bodyPr/>
        <a:lstStyle/>
        <a:p>
          <a:r>
            <a:rPr lang="zh-CN"/>
            <a:t>电机的转速是被控量</a:t>
          </a:r>
        </a:p>
      </dgm:t>
    </dgm:pt>
    <dgm:pt modelId="{A6425086-E9FE-4CDE-8470-AA83D53BA582}" type="parTrans" cxnId="{4714693C-7421-4E54-9872-01CDBAD0BBC8}">
      <dgm:prSet/>
      <dgm:spPr/>
      <dgm:t>
        <a:bodyPr/>
        <a:lstStyle/>
        <a:p>
          <a:endParaRPr lang="zh-CN" altLang="en-US"/>
        </a:p>
      </dgm:t>
    </dgm:pt>
    <dgm:pt modelId="{70CD3F4F-0BEA-4823-BFBC-BFF32AA39F35}" type="sibTrans" cxnId="{4714693C-7421-4E54-9872-01CDBAD0BBC8}">
      <dgm:prSet/>
      <dgm:spPr/>
      <dgm:t>
        <a:bodyPr/>
        <a:lstStyle/>
        <a:p>
          <a:endParaRPr lang="zh-CN" altLang="en-US"/>
        </a:p>
      </dgm:t>
    </dgm:pt>
    <dgm:pt modelId="{ED538983-7F26-4B8C-B42D-C30CF2840D05}">
      <dgm:prSet/>
      <dgm:spPr/>
      <dgm:t>
        <a:bodyPr/>
        <a:lstStyle/>
        <a:p>
          <a:r>
            <a:rPr lang="en-US"/>
            <a:t>STM32F407IGT6</a:t>
          </a:r>
          <a:r>
            <a:rPr lang="zh-CN"/>
            <a:t>开发板控制</a:t>
          </a:r>
        </a:p>
      </dgm:t>
    </dgm:pt>
    <dgm:pt modelId="{68A6C6AC-B2CB-4D45-9788-438DBF6FAE52}" type="parTrans" cxnId="{2DA91392-24C7-4B70-9EF3-958BB0052883}">
      <dgm:prSet/>
      <dgm:spPr/>
      <dgm:t>
        <a:bodyPr/>
        <a:lstStyle/>
        <a:p>
          <a:endParaRPr lang="zh-CN" altLang="en-US"/>
        </a:p>
      </dgm:t>
    </dgm:pt>
    <dgm:pt modelId="{B168E199-F6C9-400B-BEA3-81C7D2F73547}" type="sibTrans" cxnId="{2DA91392-24C7-4B70-9EF3-958BB0052883}">
      <dgm:prSet/>
      <dgm:spPr/>
      <dgm:t>
        <a:bodyPr/>
        <a:lstStyle/>
        <a:p>
          <a:endParaRPr lang="zh-CN" altLang="en-US"/>
        </a:p>
      </dgm:t>
    </dgm:pt>
    <dgm:pt modelId="{99F9081B-DE64-4ED8-958B-F5807013E71E}">
      <dgm:prSet/>
      <dgm:spPr/>
      <dgm:t>
        <a:bodyPr/>
        <a:lstStyle/>
        <a:p>
          <a:r>
            <a:rPr lang="zh-CN" dirty="0"/>
            <a:t>可能</a:t>
          </a:r>
          <a:r>
            <a:rPr lang="zh-CN" altLang="en-US" dirty="0"/>
            <a:t>是</a:t>
          </a:r>
          <a:r>
            <a:rPr lang="en-US" dirty="0"/>
            <a:t>PID</a:t>
          </a:r>
          <a:r>
            <a:rPr lang="zh-CN" dirty="0"/>
            <a:t>控制</a:t>
          </a:r>
        </a:p>
      </dgm:t>
    </dgm:pt>
    <dgm:pt modelId="{D2706C4D-6ED6-4C43-A779-3ECC4F82726C}" type="parTrans" cxnId="{BB70A4E9-A526-4141-92B9-38BA7F2ED43B}">
      <dgm:prSet/>
      <dgm:spPr/>
      <dgm:t>
        <a:bodyPr/>
        <a:lstStyle/>
        <a:p>
          <a:endParaRPr lang="zh-CN" altLang="en-US"/>
        </a:p>
      </dgm:t>
    </dgm:pt>
    <dgm:pt modelId="{A86A233C-577F-4251-BA48-84B13D6C4379}" type="sibTrans" cxnId="{BB70A4E9-A526-4141-92B9-38BA7F2ED43B}">
      <dgm:prSet/>
      <dgm:spPr/>
      <dgm:t>
        <a:bodyPr/>
        <a:lstStyle/>
        <a:p>
          <a:endParaRPr lang="zh-CN" altLang="en-US"/>
        </a:p>
      </dgm:t>
    </dgm:pt>
    <dgm:pt modelId="{4A9FE04B-CB19-40AE-A27A-9E8E7AACEF5C}">
      <dgm:prSet/>
      <dgm:spPr/>
      <dgm:t>
        <a:bodyPr/>
        <a:lstStyle/>
        <a:p>
          <a:r>
            <a:rPr lang="zh-CN"/>
            <a:t>控制算法的输入</a:t>
          </a:r>
        </a:p>
      </dgm:t>
    </dgm:pt>
    <dgm:pt modelId="{5BB81D40-2477-417F-8E80-54ADC5183065}" type="parTrans" cxnId="{39A1CEBE-78E7-49E8-A88A-37579C2A44BF}">
      <dgm:prSet/>
      <dgm:spPr/>
      <dgm:t>
        <a:bodyPr/>
        <a:lstStyle/>
        <a:p>
          <a:endParaRPr lang="zh-CN" altLang="en-US"/>
        </a:p>
      </dgm:t>
    </dgm:pt>
    <dgm:pt modelId="{B3599CC3-F7AA-4EE8-97A3-1615A016C6E9}" type="sibTrans" cxnId="{39A1CEBE-78E7-49E8-A88A-37579C2A44BF}">
      <dgm:prSet/>
      <dgm:spPr/>
      <dgm:t>
        <a:bodyPr/>
        <a:lstStyle/>
        <a:p>
          <a:endParaRPr lang="zh-CN" altLang="en-US"/>
        </a:p>
      </dgm:t>
    </dgm:pt>
    <dgm:pt modelId="{A193570F-7C03-44E7-991D-CF1A0D7D8093}">
      <dgm:prSet/>
      <dgm:spPr/>
      <dgm:t>
        <a:bodyPr/>
        <a:lstStyle/>
        <a:p>
          <a:r>
            <a:rPr lang="zh-CN" altLang="en-US" dirty="0"/>
            <a:t>误差</a:t>
          </a:r>
          <a:endParaRPr lang="zh-CN" dirty="0"/>
        </a:p>
      </dgm:t>
    </dgm:pt>
    <dgm:pt modelId="{369AE01E-20C4-47FE-BC39-90253D49F8B1}" type="parTrans" cxnId="{A2E36A55-374F-4E04-8802-E5DA11F104A0}">
      <dgm:prSet/>
      <dgm:spPr/>
      <dgm:t>
        <a:bodyPr/>
        <a:lstStyle/>
        <a:p>
          <a:endParaRPr lang="zh-CN" altLang="en-US"/>
        </a:p>
      </dgm:t>
    </dgm:pt>
    <dgm:pt modelId="{DCA4B491-97BE-40A7-97E6-010937EA5106}" type="sibTrans" cxnId="{A2E36A55-374F-4E04-8802-E5DA11F104A0}">
      <dgm:prSet/>
      <dgm:spPr/>
      <dgm:t>
        <a:bodyPr/>
        <a:lstStyle/>
        <a:p>
          <a:endParaRPr lang="zh-CN" altLang="en-US"/>
        </a:p>
      </dgm:t>
    </dgm:pt>
    <dgm:pt modelId="{F345EA46-F77C-4C5A-953C-13B3E6568DE5}" type="pres">
      <dgm:prSet presAssocID="{70E76A0A-23BA-4910-94D7-8C105732989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6B81481-206D-42FC-A4AB-0E5BDBD11A43}" type="pres">
      <dgm:prSet presAssocID="{64750936-EC3B-444D-9E2B-658730CDCD41}" presName="root1" presStyleCnt="0"/>
      <dgm:spPr/>
    </dgm:pt>
    <dgm:pt modelId="{4C46972B-3A14-43B9-8E9F-CC9AC442D718}" type="pres">
      <dgm:prSet presAssocID="{64750936-EC3B-444D-9E2B-658730CDCD41}" presName="LevelOneTextNode" presStyleLbl="node0" presStyleIdx="0" presStyleCnt="1">
        <dgm:presLayoutVars>
          <dgm:chPref val="3"/>
        </dgm:presLayoutVars>
      </dgm:prSet>
      <dgm:spPr/>
    </dgm:pt>
    <dgm:pt modelId="{9E20349F-4D17-4290-9380-B2CF4BBB3FC8}" type="pres">
      <dgm:prSet presAssocID="{64750936-EC3B-444D-9E2B-658730CDCD41}" presName="level2hierChild" presStyleCnt="0"/>
      <dgm:spPr/>
    </dgm:pt>
    <dgm:pt modelId="{9F00C451-631E-4F81-8A60-DB6F94540AEC}" type="pres">
      <dgm:prSet presAssocID="{0F2CC263-E376-49E9-851E-356358D19145}" presName="conn2-1" presStyleLbl="parChTrans1D2" presStyleIdx="0" presStyleCnt="4"/>
      <dgm:spPr/>
    </dgm:pt>
    <dgm:pt modelId="{A126BFB3-0A8A-4348-9726-4FE4BA34D2AE}" type="pres">
      <dgm:prSet presAssocID="{0F2CC263-E376-49E9-851E-356358D19145}" presName="connTx" presStyleLbl="parChTrans1D2" presStyleIdx="0" presStyleCnt="4"/>
      <dgm:spPr/>
    </dgm:pt>
    <dgm:pt modelId="{272D6B05-16D4-457C-9E7E-AC2FFC4B133C}" type="pres">
      <dgm:prSet presAssocID="{8B1C22F9-8091-434B-95F4-75E8B4FDC77D}" presName="root2" presStyleCnt="0"/>
      <dgm:spPr/>
    </dgm:pt>
    <dgm:pt modelId="{5F3FD922-9A5D-4454-B282-3BF0DEEE872B}" type="pres">
      <dgm:prSet presAssocID="{8B1C22F9-8091-434B-95F4-75E8B4FDC77D}" presName="LevelTwoTextNode" presStyleLbl="node2" presStyleIdx="0" presStyleCnt="4">
        <dgm:presLayoutVars>
          <dgm:chPref val="3"/>
        </dgm:presLayoutVars>
      </dgm:prSet>
      <dgm:spPr/>
    </dgm:pt>
    <dgm:pt modelId="{B584A274-8814-4748-A27D-9CCAE3191B83}" type="pres">
      <dgm:prSet presAssocID="{8B1C22F9-8091-434B-95F4-75E8B4FDC77D}" presName="level3hierChild" presStyleCnt="0"/>
      <dgm:spPr/>
    </dgm:pt>
    <dgm:pt modelId="{F51A5C74-B0B3-4819-8C9C-D151E16485CD}" type="pres">
      <dgm:prSet presAssocID="{A6425086-E9FE-4CDE-8470-AA83D53BA582}" presName="conn2-1" presStyleLbl="parChTrans1D2" presStyleIdx="1" presStyleCnt="4"/>
      <dgm:spPr/>
    </dgm:pt>
    <dgm:pt modelId="{E2DFC6FF-378C-4F8D-96F9-9CB0DD8A4017}" type="pres">
      <dgm:prSet presAssocID="{A6425086-E9FE-4CDE-8470-AA83D53BA582}" presName="connTx" presStyleLbl="parChTrans1D2" presStyleIdx="1" presStyleCnt="4"/>
      <dgm:spPr/>
    </dgm:pt>
    <dgm:pt modelId="{89E3AE5B-EDD0-48EC-8964-16F9DA6F9DE9}" type="pres">
      <dgm:prSet presAssocID="{E08286EA-95E5-4E20-AE97-95F0CF427F61}" presName="root2" presStyleCnt="0"/>
      <dgm:spPr/>
    </dgm:pt>
    <dgm:pt modelId="{B5B69221-3F44-490F-A375-4FF8F00A5354}" type="pres">
      <dgm:prSet presAssocID="{E08286EA-95E5-4E20-AE97-95F0CF427F61}" presName="LevelTwoTextNode" presStyleLbl="node2" presStyleIdx="1" presStyleCnt="4">
        <dgm:presLayoutVars>
          <dgm:chPref val="3"/>
        </dgm:presLayoutVars>
      </dgm:prSet>
      <dgm:spPr/>
    </dgm:pt>
    <dgm:pt modelId="{EEF02F61-F4FE-4DE5-ADF8-8D21E3E8786F}" type="pres">
      <dgm:prSet presAssocID="{E08286EA-95E5-4E20-AE97-95F0CF427F61}" presName="level3hierChild" presStyleCnt="0"/>
      <dgm:spPr/>
    </dgm:pt>
    <dgm:pt modelId="{A9A32EF1-288C-4127-A4BC-D04D77D4AF43}" type="pres">
      <dgm:prSet presAssocID="{68A6C6AC-B2CB-4D45-9788-438DBF6FAE52}" presName="conn2-1" presStyleLbl="parChTrans1D2" presStyleIdx="2" presStyleCnt="4"/>
      <dgm:spPr/>
    </dgm:pt>
    <dgm:pt modelId="{838B299B-F443-4842-A9FB-F8614CC46529}" type="pres">
      <dgm:prSet presAssocID="{68A6C6AC-B2CB-4D45-9788-438DBF6FAE52}" presName="connTx" presStyleLbl="parChTrans1D2" presStyleIdx="2" presStyleCnt="4"/>
      <dgm:spPr/>
    </dgm:pt>
    <dgm:pt modelId="{45C6A754-53A1-4BED-8F1C-445D8F73B26B}" type="pres">
      <dgm:prSet presAssocID="{ED538983-7F26-4B8C-B42D-C30CF2840D05}" presName="root2" presStyleCnt="0"/>
      <dgm:spPr/>
    </dgm:pt>
    <dgm:pt modelId="{CEEEE30A-17A6-4E28-BED4-8FFF8102FED4}" type="pres">
      <dgm:prSet presAssocID="{ED538983-7F26-4B8C-B42D-C30CF2840D05}" presName="LevelTwoTextNode" presStyleLbl="node2" presStyleIdx="2" presStyleCnt="4">
        <dgm:presLayoutVars>
          <dgm:chPref val="3"/>
        </dgm:presLayoutVars>
      </dgm:prSet>
      <dgm:spPr/>
    </dgm:pt>
    <dgm:pt modelId="{6ADD7AD1-2D44-407E-B3E3-CB2DDAF60703}" type="pres">
      <dgm:prSet presAssocID="{ED538983-7F26-4B8C-B42D-C30CF2840D05}" presName="level3hierChild" presStyleCnt="0"/>
      <dgm:spPr/>
    </dgm:pt>
    <dgm:pt modelId="{8F950233-4837-4CBC-8677-3890176340AB}" type="pres">
      <dgm:prSet presAssocID="{D2706C4D-6ED6-4C43-A779-3ECC4F82726C}" presName="conn2-1" presStyleLbl="parChTrans1D3" presStyleIdx="0" presStyleCnt="2"/>
      <dgm:spPr/>
    </dgm:pt>
    <dgm:pt modelId="{8E698DB7-AD36-4C48-B425-809D8A557AC6}" type="pres">
      <dgm:prSet presAssocID="{D2706C4D-6ED6-4C43-A779-3ECC4F82726C}" presName="connTx" presStyleLbl="parChTrans1D3" presStyleIdx="0" presStyleCnt="2"/>
      <dgm:spPr/>
    </dgm:pt>
    <dgm:pt modelId="{023C3BA4-12C9-417B-8FE5-AA807C5988F8}" type="pres">
      <dgm:prSet presAssocID="{99F9081B-DE64-4ED8-958B-F5807013E71E}" presName="root2" presStyleCnt="0"/>
      <dgm:spPr/>
    </dgm:pt>
    <dgm:pt modelId="{BDB1AC6D-640C-4334-AEC4-5AE4B510180C}" type="pres">
      <dgm:prSet presAssocID="{99F9081B-DE64-4ED8-958B-F5807013E71E}" presName="LevelTwoTextNode" presStyleLbl="node3" presStyleIdx="0" presStyleCnt="2">
        <dgm:presLayoutVars>
          <dgm:chPref val="3"/>
        </dgm:presLayoutVars>
      </dgm:prSet>
      <dgm:spPr/>
    </dgm:pt>
    <dgm:pt modelId="{4896D186-8474-49D5-A8C6-F41450369DC9}" type="pres">
      <dgm:prSet presAssocID="{99F9081B-DE64-4ED8-958B-F5807013E71E}" presName="level3hierChild" presStyleCnt="0"/>
      <dgm:spPr/>
    </dgm:pt>
    <dgm:pt modelId="{E68C317C-77D6-4E78-A5D3-635132E2E44E}" type="pres">
      <dgm:prSet presAssocID="{5BB81D40-2477-417F-8E80-54ADC5183065}" presName="conn2-1" presStyleLbl="parChTrans1D2" presStyleIdx="3" presStyleCnt="4"/>
      <dgm:spPr/>
    </dgm:pt>
    <dgm:pt modelId="{E6E51DB2-4C56-494A-B795-A5030D00B8AC}" type="pres">
      <dgm:prSet presAssocID="{5BB81D40-2477-417F-8E80-54ADC5183065}" presName="connTx" presStyleLbl="parChTrans1D2" presStyleIdx="3" presStyleCnt="4"/>
      <dgm:spPr/>
    </dgm:pt>
    <dgm:pt modelId="{2420217A-195C-4B22-98EF-22EBA7665FC2}" type="pres">
      <dgm:prSet presAssocID="{4A9FE04B-CB19-40AE-A27A-9E8E7AACEF5C}" presName="root2" presStyleCnt="0"/>
      <dgm:spPr/>
    </dgm:pt>
    <dgm:pt modelId="{06A0707A-511E-42F0-BEA3-C0F916E1A855}" type="pres">
      <dgm:prSet presAssocID="{4A9FE04B-CB19-40AE-A27A-9E8E7AACEF5C}" presName="LevelTwoTextNode" presStyleLbl="node2" presStyleIdx="3" presStyleCnt="4">
        <dgm:presLayoutVars>
          <dgm:chPref val="3"/>
        </dgm:presLayoutVars>
      </dgm:prSet>
      <dgm:spPr/>
    </dgm:pt>
    <dgm:pt modelId="{8879BB51-B676-45CF-B037-ADA3AA809B20}" type="pres">
      <dgm:prSet presAssocID="{4A9FE04B-CB19-40AE-A27A-9E8E7AACEF5C}" presName="level3hierChild" presStyleCnt="0"/>
      <dgm:spPr/>
    </dgm:pt>
    <dgm:pt modelId="{5E4B24CF-6A9F-4BA5-9A7B-6DEC6AD0D320}" type="pres">
      <dgm:prSet presAssocID="{369AE01E-20C4-47FE-BC39-90253D49F8B1}" presName="conn2-1" presStyleLbl="parChTrans1D3" presStyleIdx="1" presStyleCnt="2"/>
      <dgm:spPr/>
    </dgm:pt>
    <dgm:pt modelId="{5BBE05B9-E751-48BC-9007-414F42766BCE}" type="pres">
      <dgm:prSet presAssocID="{369AE01E-20C4-47FE-BC39-90253D49F8B1}" presName="connTx" presStyleLbl="parChTrans1D3" presStyleIdx="1" presStyleCnt="2"/>
      <dgm:spPr/>
    </dgm:pt>
    <dgm:pt modelId="{B5FFCDB5-DD82-4192-B4DF-15D7AF97EAC7}" type="pres">
      <dgm:prSet presAssocID="{A193570F-7C03-44E7-991D-CF1A0D7D8093}" presName="root2" presStyleCnt="0"/>
      <dgm:spPr/>
    </dgm:pt>
    <dgm:pt modelId="{8030B38C-80D0-4C1F-86DD-8BB885EA35FE}" type="pres">
      <dgm:prSet presAssocID="{A193570F-7C03-44E7-991D-CF1A0D7D8093}" presName="LevelTwoTextNode" presStyleLbl="node3" presStyleIdx="1" presStyleCnt="2">
        <dgm:presLayoutVars>
          <dgm:chPref val="3"/>
        </dgm:presLayoutVars>
      </dgm:prSet>
      <dgm:spPr/>
    </dgm:pt>
    <dgm:pt modelId="{F1BFE96F-746D-4AE5-A61D-2ADD5DC34673}" type="pres">
      <dgm:prSet presAssocID="{A193570F-7C03-44E7-991D-CF1A0D7D8093}" presName="level3hierChild" presStyleCnt="0"/>
      <dgm:spPr/>
    </dgm:pt>
  </dgm:ptLst>
  <dgm:cxnLst>
    <dgm:cxn modelId="{C0B7B20C-290C-4D89-A13A-DB9C8124FCEA}" type="presOf" srcId="{ED538983-7F26-4B8C-B42D-C30CF2840D05}" destId="{CEEEE30A-17A6-4E28-BED4-8FFF8102FED4}" srcOrd="0" destOrd="0" presId="urn:microsoft.com/office/officeart/2005/8/layout/hierarchy2"/>
    <dgm:cxn modelId="{8108EB12-B715-4099-AB25-C28318CC86F1}" type="presOf" srcId="{5BB81D40-2477-417F-8E80-54ADC5183065}" destId="{E68C317C-77D6-4E78-A5D3-635132E2E44E}" srcOrd="0" destOrd="0" presId="urn:microsoft.com/office/officeart/2005/8/layout/hierarchy2"/>
    <dgm:cxn modelId="{8E517515-E7A3-4465-B3FB-63AEA5D7E783}" type="presOf" srcId="{369AE01E-20C4-47FE-BC39-90253D49F8B1}" destId="{5BBE05B9-E751-48BC-9007-414F42766BCE}" srcOrd="1" destOrd="0" presId="urn:microsoft.com/office/officeart/2005/8/layout/hierarchy2"/>
    <dgm:cxn modelId="{45E82319-97C5-49A4-978F-8DF741EF6BDB}" type="presOf" srcId="{0F2CC263-E376-49E9-851E-356358D19145}" destId="{9F00C451-631E-4F81-8A60-DB6F94540AEC}" srcOrd="0" destOrd="0" presId="urn:microsoft.com/office/officeart/2005/8/layout/hierarchy2"/>
    <dgm:cxn modelId="{F5757B25-C3AC-441A-A043-AF0FFB46D296}" type="presOf" srcId="{4A9FE04B-CB19-40AE-A27A-9E8E7AACEF5C}" destId="{06A0707A-511E-42F0-BEA3-C0F916E1A855}" srcOrd="0" destOrd="0" presId="urn:microsoft.com/office/officeart/2005/8/layout/hierarchy2"/>
    <dgm:cxn modelId="{AEE95C2D-EBF7-4A7A-AD82-D4A28818973C}" type="presOf" srcId="{A6425086-E9FE-4CDE-8470-AA83D53BA582}" destId="{F51A5C74-B0B3-4819-8C9C-D151E16485CD}" srcOrd="0" destOrd="0" presId="urn:microsoft.com/office/officeart/2005/8/layout/hierarchy2"/>
    <dgm:cxn modelId="{43CF522F-C54A-4CC7-BD8F-1D37D804C767}" type="presOf" srcId="{A6425086-E9FE-4CDE-8470-AA83D53BA582}" destId="{E2DFC6FF-378C-4F8D-96F9-9CB0DD8A4017}" srcOrd="1" destOrd="0" presId="urn:microsoft.com/office/officeart/2005/8/layout/hierarchy2"/>
    <dgm:cxn modelId="{4714693C-7421-4E54-9872-01CDBAD0BBC8}" srcId="{64750936-EC3B-444D-9E2B-658730CDCD41}" destId="{E08286EA-95E5-4E20-AE97-95F0CF427F61}" srcOrd="1" destOrd="0" parTransId="{A6425086-E9FE-4CDE-8470-AA83D53BA582}" sibTransId="{70CD3F4F-0BEA-4823-BFBC-BFF32AA39F35}"/>
    <dgm:cxn modelId="{0505003F-57C3-4A69-BE31-C21927750A93}" type="presOf" srcId="{8B1C22F9-8091-434B-95F4-75E8B4FDC77D}" destId="{5F3FD922-9A5D-4454-B282-3BF0DEEE872B}" srcOrd="0" destOrd="0" presId="urn:microsoft.com/office/officeart/2005/8/layout/hierarchy2"/>
    <dgm:cxn modelId="{E1A3C861-451B-451B-BA18-8CC12A5B6F05}" type="presOf" srcId="{70E76A0A-23BA-4910-94D7-8C1057329891}" destId="{F345EA46-F77C-4C5A-953C-13B3E6568DE5}" srcOrd="0" destOrd="0" presId="urn:microsoft.com/office/officeart/2005/8/layout/hierarchy2"/>
    <dgm:cxn modelId="{A5BFA26A-D319-468A-8E7E-46655B5155BF}" type="presOf" srcId="{5BB81D40-2477-417F-8E80-54ADC5183065}" destId="{E6E51DB2-4C56-494A-B795-A5030D00B8AC}" srcOrd="1" destOrd="0" presId="urn:microsoft.com/office/officeart/2005/8/layout/hierarchy2"/>
    <dgm:cxn modelId="{960B2C6B-2855-4AE3-A20E-B58B782DFE5C}" type="presOf" srcId="{A193570F-7C03-44E7-991D-CF1A0D7D8093}" destId="{8030B38C-80D0-4C1F-86DD-8BB885EA35FE}" srcOrd="0" destOrd="0" presId="urn:microsoft.com/office/officeart/2005/8/layout/hierarchy2"/>
    <dgm:cxn modelId="{65C64A6E-9808-45BE-AB16-D4242FF4C3B2}" type="presOf" srcId="{E08286EA-95E5-4E20-AE97-95F0CF427F61}" destId="{B5B69221-3F44-490F-A375-4FF8F00A5354}" srcOrd="0" destOrd="0" presId="urn:microsoft.com/office/officeart/2005/8/layout/hierarchy2"/>
    <dgm:cxn modelId="{A7568471-7881-4663-BF2F-F9F0492635B7}" type="presOf" srcId="{64750936-EC3B-444D-9E2B-658730CDCD41}" destId="{4C46972B-3A14-43B9-8E9F-CC9AC442D718}" srcOrd="0" destOrd="0" presId="urn:microsoft.com/office/officeart/2005/8/layout/hierarchy2"/>
    <dgm:cxn modelId="{A2E36A55-374F-4E04-8802-E5DA11F104A0}" srcId="{4A9FE04B-CB19-40AE-A27A-9E8E7AACEF5C}" destId="{A193570F-7C03-44E7-991D-CF1A0D7D8093}" srcOrd="0" destOrd="0" parTransId="{369AE01E-20C4-47FE-BC39-90253D49F8B1}" sibTransId="{DCA4B491-97BE-40A7-97E6-010937EA5106}"/>
    <dgm:cxn modelId="{2DA91392-24C7-4B70-9EF3-958BB0052883}" srcId="{64750936-EC3B-444D-9E2B-658730CDCD41}" destId="{ED538983-7F26-4B8C-B42D-C30CF2840D05}" srcOrd="2" destOrd="0" parTransId="{68A6C6AC-B2CB-4D45-9788-438DBF6FAE52}" sibTransId="{B168E199-F6C9-400B-BEA3-81C7D2F73547}"/>
    <dgm:cxn modelId="{625ECF96-4939-4444-95DF-E55D9BA804A2}" type="presOf" srcId="{369AE01E-20C4-47FE-BC39-90253D49F8B1}" destId="{5E4B24CF-6A9F-4BA5-9A7B-6DEC6AD0D320}" srcOrd="0" destOrd="0" presId="urn:microsoft.com/office/officeart/2005/8/layout/hierarchy2"/>
    <dgm:cxn modelId="{913353AA-A323-4A59-8B49-C587512197A9}" type="presOf" srcId="{0F2CC263-E376-49E9-851E-356358D19145}" destId="{A126BFB3-0A8A-4348-9726-4FE4BA34D2AE}" srcOrd="1" destOrd="0" presId="urn:microsoft.com/office/officeart/2005/8/layout/hierarchy2"/>
    <dgm:cxn modelId="{77148BB2-8838-46B0-8097-62AFC916A425}" type="presOf" srcId="{D2706C4D-6ED6-4C43-A779-3ECC4F82726C}" destId="{8F950233-4837-4CBC-8677-3890176340AB}" srcOrd="0" destOrd="0" presId="urn:microsoft.com/office/officeart/2005/8/layout/hierarchy2"/>
    <dgm:cxn modelId="{39A1CEBE-78E7-49E8-A88A-37579C2A44BF}" srcId="{64750936-EC3B-444D-9E2B-658730CDCD41}" destId="{4A9FE04B-CB19-40AE-A27A-9E8E7AACEF5C}" srcOrd="3" destOrd="0" parTransId="{5BB81D40-2477-417F-8E80-54ADC5183065}" sibTransId="{B3599CC3-F7AA-4EE8-97A3-1615A016C6E9}"/>
    <dgm:cxn modelId="{41B25EBF-EF11-4C65-A5D4-ADA9053FBB1D}" type="presOf" srcId="{99F9081B-DE64-4ED8-958B-F5807013E71E}" destId="{BDB1AC6D-640C-4334-AEC4-5AE4B510180C}" srcOrd="0" destOrd="0" presId="urn:microsoft.com/office/officeart/2005/8/layout/hierarchy2"/>
    <dgm:cxn modelId="{D64D10C1-98BC-44C8-BB50-5D71052E1CE7}" srcId="{64750936-EC3B-444D-9E2B-658730CDCD41}" destId="{8B1C22F9-8091-434B-95F4-75E8B4FDC77D}" srcOrd="0" destOrd="0" parTransId="{0F2CC263-E376-49E9-851E-356358D19145}" sibTransId="{8124D9F5-B840-4534-8178-187AD599F400}"/>
    <dgm:cxn modelId="{AE4C83CA-8B64-409F-B979-9A2F5F9FD8F4}" srcId="{70E76A0A-23BA-4910-94D7-8C1057329891}" destId="{64750936-EC3B-444D-9E2B-658730CDCD41}" srcOrd="0" destOrd="0" parTransId="{DAD79777-6527-45BB-8B2E-9C30065B6921}" sibTransId="{BAF87B00-27BA-4874-8207-6360B84E13E3}"/>
    <dgm:cxn modelId="{A55B41D7-1845-4442-A15C-C9ED20CB7F0C}" type="presOf" srcId="{D2706C4D-6ED6-4C43-A779-3ECC4F82726C}" destId="{8E698DB7-AD36-4C48-B425-809D8A557AC6}" srcOrd="1" destOrd="0" presId="urn:microsoft.com/office/officeart/2005/8/layout/hierarchy2"/>
    <dgm:cxn modelId="{3F8F72E1-76A6-4826-AD97-D980D36F47A3}" type="presOf" srcId="{68A6C6AC-B2CB-4D45-9788-438DBF6FAE52}" destId="{A9A32EF1-288C-4127-A4BC-D04D77D4AF43}" srcOrd="0" destOrd="0" presId="urn:microsoft.com/office/officeart/2005/8/layout/hierarchy2"/>
    <dgm:cxn modelId="{BB70A4E9-A526-4141-92B9-38BA7F2ED43B}" srcId="{ED538983-7F26-4B8C-B42D-C30CF2840D05}" destId="{99F9081B-DE64-4ED8-958B-F5807013E71E}" srcOrd="0" destOrd="0" parTransId="{D2706C4D-6ED6-4C43-A779-3ECC4F82726C}" sibTransId="{A86A233C-577F-4251-BA48-84B13D6C4379}"/>
    <dgm:cxn modelId="{C8A5A0FC-D529-4B1C-BB0E-0E6D9144EB24}" type="presOf" srcId="{68A6C6AC-B2CB-4D45-9788-438DBF6FAE52}" destId="{838B299B-F443-4842-A9FB-F8614CC46529}" srcOrd="1" destOrd="0" presId="urn:microsoft.com/office/officeart/2005/8/layout/hierarchy2"/>
    <dgm:cxn modelId="{6EB83ADC-60A5-4FC1-8352-1C9CDC112DA0}" type="presParOf" srcId="{F345EA46-F77C-4C5A-953C-13B3E6568DE5}" destId="{D6B81481-206D-42FC-A4AB-0E5BDBD11A43}" srcOrd="0" destOrd="0" presId="urn:microsoft.com/office/officeart/2005/8/layout/hierarchy2"/>
    <dgm:cxn modelId="{76CAFE95-3E83-4A97-8360-73E9CDECAE1B}" type="presParOf" srcId="{D6B81481-206D-42FC-A4AB-0E5BDBD11A43}" destId="{4C46972B-3A14-43B9-8E9F-CC9AC442D718}" srcOrd="0" destOrd="0" presId="urn:microsoft.com/office/officeart/2005/8/layout/hierarchy2"/>
    <dgm:cxn modelId="{B8AE5972-D161-4104-8619-3533897B2198}" type="presParOf" srcId="{D6B81481-206D-42FC-A4AB-0E5BDBD11A43}" destId="{9E20349F-4D17-4290-9380-B2CF4BBB3FC8}" srcOrd="1" destOrd="0" presId="urn:microsoft.com/office/officeart/2005/8/layout/hierarchy2"/>
    <dgm:cxn modelId="{94F616E5-AE7D-400D-BD6A-26E241E00DB2}" type="presParOf" srcId="{9E20349F-4D17-4290-9380-B2CF4BBB3FC8}" destId="{9F00C451-631E-4F81-8A60-DB6F94540AEC}" srcOrd="0" destOrd="0" presId="urn:microsoft.com/office/officeart/2005/8/layout/hierarchy2"/>
    <dgm:cxn modelId="{3F6EE737-D7EB-4BDD-9F48-5AD85E4F2049}" type="presParOf" srcId="{9F00C451-631E-4F81-8A60-DB6F94540AEC}" destId="{A126BFB3-0A8A-4348-9726-4FE4BA34D2AE}" srcOrd="0" destOrd="0" presId="urn:microsoft.com/office/officeart/2005/8/layout/hierarchy2"/>
    <dgm:cxn modelId="{135436A0-3C54-46F2-8CB6-795A17EE9C10}" type="presParOf" srcId="{9E20349F-4D17-4290-9380-B2CF4BBB3FC8}" destId="{272D6B05-16D4-457C-9E7E-AC2FFC4B133C}" srcOrd="1" destOrd="0" presId="urn:microsoft.com/office/officeart/2005/8/layout/hierarchy2"/>
    <dgm:cxn modelId="{0C869B14-7C93-4C40-8F9B-D7B87838457F}" type="presParOf" srcId="{272D6B05-16D4-457C-9E7E-AC2FFC4B133C}" destId="{5F3FD922-9A5D-4454-B282-3BF0DEEE872B}" srcOrd="0" destOrd="0" presId="urn:microsoft.com/office/officeart/2005/8/layout/hierarchy2"/>
    <dgm:cxn modelId="{466CB307-6461-4D23-8878-AEF8B29F5FF5}" type="presParOf" srcId="{272D6B05-16D4-457C-9E7E-AC2FFC4B133C}" destId="{B584A274-8814-4748-A27D-9CCAE3191B83}" srcOrd="1" destOrd="0" presId="urn:microsoft.com/office/officeart/2005/8/layout/hierarchy2"/>
    <dgm:cxn modelId="{6C8780E4-72F9-4170-9EBF-5FA5AB26327B}" type="presParOf" srcId="{9E20349F-4D17-4290-9380-B2CF4BBB3FC8}" destId="{F51A5C74-B0B3-4819-8C9C-D151E16485CD}" srcOrd="2" destOrd="0" presId="urn:microsoft.com/office/officeart/2005/8/layout/hierarchy2"/>
    <dgm:cxn modelId="{945C2F98-CD4B-4E39-9C20-01178139F7C8}" type="presParOf" srcId="{F51A5C74-B0B3-4819-8C9C-D151E16485CD}" destId="{E2DFC6FF-378C-4F8D-96F9-9CB0DD8A4017}" srcOrd="0" destOrd="0" presId="urn:microsoft.com/office/officeart/2005/8/layout/hierarchy2"/>
    <dgm:cxn modelId="{8B93EF37-68F0-4E50-B2AC-740CC3FBA2B0}" type="presParOf" srcId="{9E20349F-4D17-4290-9380-B2CF4BBB3FC8}" destId="{89E3AE5B-EDD0-48EC-8964-16F9DA6F9DE9}" srcOrd="3" destOrd="0" presId="urn:microsoft.com/office/officeart/2005/8/layout/hierarchy2"/>
    <dgm:cxn modelId="{D01C4002-DB3B-42E2-95A2-863D2E450A9E}" type="presParOf" srcId="{89E3AE5B-EDD0-48EC-8964-16F9DA6F9DE9}" destId="{B5B69221-3F44-490F-A375-4FF8F00A5354}" srcOrd="0" destOrd="0" presId="urn:microsoft.com/office/officeart/2005/8/layout/hierarchy2"/>
    <dgm:cxn modelId="{840A9963-236F-4FE3-9B68-A0A757E474FD}" type="presParOf" srcId="{89E3AE5B-EDD0-48EC-8964-16F9DA6F9DE9}" destId="{EEF02F61-F4FE-4DE5-ADF8-8D21E3E8786F}" srcOrd="1" destOrd="0" presId="urn:microsoft.com/office/officeart/2005/8/layout/hierarchy2"/>
    <dgm:cxn modelId="{0CF9B82C-7E38-4655-B9FF-43EB4E4B059C}" type="presParOf" srcId="{9E20349F-4D17-4290-9380-B2CF4BBB3FC8}" destId="{A9A32EF1-288C-4127-A4BC-D04D77D4AF43}" srcOrd="4" destOrd="0" presId="urn:microsoft.com/office/officeart/2005/8/layout/hierarchy2"/>
    <dgm:cxn modelId="{7DC97E34-B5AC-461E-B107-32C81CB0D0E7}" type="presParOf" srcId="{A9A32EF1-288C-4127-A4BC-D04D77D4AF43}" destId="{838B299B-F443-4842-A9FB-F8614CC46529}" srcOrd="0" destOrd="0" presId="urn:microsoft.com/office/officeart/2005/8/layout/hierarchy2"/>
    <dgm:cxn modelId="{5619293E-B44A-4856-91F0-73261474E952}" type="presParOf" srcId="{9E20349F-4D17-4290-9380-B2CF4BBB3FC8}" destId="{45C6A754-53A1-4BED-8F1C-445D8F73B26B}" srcOrd="5" destOrd="0" presId="urn:microsoft.com/office/officeart/2005/8/layout/hierarchy2"/>
    <dgm:cxn modelId="{DA9DBA60-867D-431A-8F47-58F6FA1EBFDB}" type="presParOf" srcId="{45C6A754-53A1-4BED-8F1C-445D8F73B26B}" destId="{CEEEE30A-17A6-4E28-BED4-8FFF8102FED4}" srcOrd="0" destOrd="0" presId="urn:microsoft.com/office/officeart/2005/8/layout/hierarchy2"/>
    <dgm:cxn modelId="{3E59DBC1-13A6-4190-BA4A-51AFBDB16DA1}" type="presParOf" srcId="{45C6A754-53A1-4BED-8F1C-445D8F73B26B}" destId="{6ADD7AD1-2D44-407E-B3E3-CB2DDAF60703}" srcOrd="1" destOrd="0" presId="urn:microsoft.com/office/officeart/2005/8/layout/hierarchy2"/>
    <dgm:cxn modelId="{145ABF23-A646-481B-A344-55C3C77581A0}" type="presParOf" srcId="{6ADD7AD1-2D44-407E-B3E3-CB2DDAF60703}" destId="{8F950233-4837-4CBC-8677-3890176340AB}" srcOrd="0" destOrd="0" presId="urn:microsoft.com/office/officeart/2005/8/layout/hierarchy2"/>
    <dgm:cxn modelId="{A761B717-A7F8-4138-A33C-EAFEACB31A74}" type="presParOf" srcId="{8F950233-4837-4CBC-8677-3890176340AB}" destId="{8E698DB7-AD36-4C48-B425-809D8A557AC6}" srcOrd="0" destOrd="0" presId="urn:microsoft.com/office/officeart/2005/8/layout/hierarchy2"/>
    <dgm:cxn modelId="{8D68EF23-B6AE-4464-9AD3-BE7237D559E3}" type="presParOf" srcId="{6ADD7AD1-2D44-407E-B3E3-CB2DDAF60703}" destId="{023C3BA4-12C9-417B-8FE5-AA807C5988F8}" srcOrd="1" destOrd="0" presId="urn:microsoft.com/office/officeart/2005/8/layout/hierarchy2"/>
    <dgm:cxn modelId="{78F217F0-E356-429E-9038-53C32183A5B5}" type="presParOf" srcId="{023C3BA4-12C9-417B-8FE5-AA807C5988F8}" destId="{BDB1AC6D-640C-4334-AEC4-5AE4B510180C}" srcOrd="0" destOrd="0" presId="urn:microsoft.com/office/officeart/2005/8/layout/hierarchy2"/>
    <dgm:cxn modelId="{EA87FE8D-2672-475C-BD6D-9B95B576E1A2}" type="presParOf" srcId="{023C3BA4-12C9-417B-8FE5-AA807C5988F8}" destId="{4896D186-8474-49D5-A8C6-F41450369DC9}" srcOrd="1" destOrd="0" presId="urn:microsoft.com/office/officeart/2005/8/layout/hierarchy2"/>
    <dgm:cxn modelId="{ABE85DC9-1085-4BCA-ABA8-3B23C08723B8}" type="presParOf" srcId="{9E20349F-4D17-4290-9380-B2CF4BBB3FC8}" destId="{E68C317C-77D6-4E78-A5D3-635132E2E44E}" srcOrd="6" destOrd="0" presId="urn:microsoft.com/office/officeart/2005/8/layout/hierarchy2"/>
    <dgm:cxn modelId="{98264293-E1C2-47D9-86AA-155995CE5F29}" type="presParOf" srcId="{E68C317C-77D6-4E78-A5D3-635132E2E44E}" destId="{E6E51DB2-4C56-494A-B795-A5030D00B8AC}" srcOrd="0" destOrd="0" presId="urn:microsoft.com/office/officeart/2005/8/layout/hierarchy2"/>
    <dgm:cxn modelId="{98AD6069-5D39-4B78-8DE6-2EA55EB8C2FB}" type="presParOf" srcId="{9E20349F-4D17-4290-9380-B2CF4BBB3FC8}" destId="{2420217A-195C-4B22-98EF-22EBA7665FC2}" srcOrd="7" destOrd="0" presId="urn:microsoft.com/office/officeart/2005/8/layout/hierarchy2"/>
    <dgm:cxn modelId="{98EBDADA-7442-445C-812B-BC20BBCC9A3A}" type="presParOf" srcId="{2420217A-195C-4B22-98EF-22EBA7665FC2}" destId="{06A0707A-511E-42F0-BEA3-C0F916E1A855}" srcOrd="0" destOrd="0" presId="urn:microsoft.com/office/officeart/2005/8/layout/hierarchy2"/>
    <dgm:cxn modelId="{AFEDDB73-5744-4BFA-B068-63ED6CD25585}" type="presParOf" srcId="{2420217A-195C-4B22-98EF-22EBA7665FC2}" destId="{8879BB51-B676-45CF-B037-ADA3AA809B20}" srcOrd="1" destOrd="0" presId="urn:microsoft.com/office/officeart/2005/8/layout/hierarchy2"/>
    <dgm:cxn modelId="{C561C298-3D56-4654-B31E-31032E9E939E}" type="presParOf" srcId="{8879BB51-B676-45CF-B037-ADA3AA809B20}" destId="{5E4B24CF-6A9F-4BA5-9A7B-6DEC6AD0D320}" srcOrd="0" destOrd="0" presId="urn:microsoft.com/office/officeart/2005/8/layout/hierarchy2"/>
    <dgm:cxn modelId="{F34A10B8-69C3-4A69-830E-2E2B884AC31A}" type="presParOf" srcId="{5E4B24CF-6A9F-4BA5-9A7B-6DEC6AD0D320}" destId="{5BBE05B9-E751-48BC-9007-414F42766BCE}" srcOrd="0" destOrd="0" presId="urn:microsoft.com/office/officeart/2005/8/layout/hierarchy2"/>
    <dgm:cxn modelId="{599DE2B8-68B6-46B2-9052-04D4F49CF862}" type="presParOf" srcId="{8879BB51-B676-45CF-B037-ADA3AA809B20}" destId="{B5FFCDB5-DD82-4192-B4DF-15D7AF97EAC7}" srcOrd="1" destOrd="0" presId="urn:microsoft.com/office/officeart/2005/8/layout/hierarchy2"/>
    <dgm:cxn modelId="{D76D676A-AA59-4A50-9BC4-6D46BC5A1F74}" type="presParOf" srcId="{B5FFCDB5-DD82-4192-B4DF-15D7AF97EAC7}" destId="{8030B38C-80D0-4C1F-86DD-8BB885EA35FE}" srcOrd="0" destOrd="0" presId="urn:microsoft.com/office/officeart/2005/8/layout/hierarchy2"/>
    <dgm:cxn modelId="{CF0E2BC6-EB10-46AB-A7E4-96F33F978F01}" type="presParOf" srcId="{B5FFCDB5-DD82-4192-B4DF-15D7AF97EAC7}" destId="{F1BFE96F-746D-4AE5-A61D-2ADD5DC3467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A403EC-6D14-4D80-B630-F3F1ED9EC65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7147C8A-CD1C-4E25-8CCB-DE0662D51BAB}">
      <dgm:prSet/>
      <dgm:spPr/>
      <dgm:t>
        <a:bodyPr/>
        <a:lstStyle/>
        <a:p>
          <a:r>
            <a:rPr lang="en-US" dirty="0"/>
            <a:t>1. </a:t>
          </a:r>
          <a:r>
            <a:rPr lang="zh-CN" dirty="0"/>
            <a:t>位置感知</a:t>
          </a:r>
        </a:p>
      </dgm:t>
    </dgm:pt>
    <dgm:pt modelId="{9AF5A35E-AF64-40C8-8C23-B0189B617B35}" type="parTrans" cxnId="{6C562A45-8056-4F5E-B8D9-95DE29E013E3}">
      <dgm:prSet/>
      <dgm:spPr/>
      <dgm:t>
        <a:bodyPr/>
        <a:lstStyle/>
        <a:p>
          <a:endParaRPr lang="zh-CN" altLang="en-US"/>
        </a:p>
      </dgm:t>
    </dgm:pt>
    <dgm:pt modelId="{7CEC6845-9095-43C7-B226-EA239A52191C}" type="sibTrans" cxnId="{6C562A45-8056-4F5E-B8D9-95DE29E013E3}">
      <dgm:prSet/>
      <dgm:spPr/>
      <dgm:t>
        <a:bodyPr/>
        <a:lstStyle/>
        <a:p>
          <a:endParaRPr lang="zh-CN" altLang="en-US"/>
        </a:p>
      </dgm:t>
    </dgm:pt>
    <dgm:pt modelId="{2B9C1D4D-D9E4-49C2-99DA-9FD7F6F27AB9}">
      <dgm:prSet/>
      <dgm:spPr/>
      <dgm:t>
        <a:bodyPr/>
        <a:lstStyle/>
        <a:p>
          <a:r>
            <a:rPr lang="en-US" dirty="0"/>
            <a:t> </a:t>
          </a:r>
          <a:r>
            <a:rPr lang="zh-CN" dirty="0"/>
            <a:t>应用：精准定位、轨迹控制</a:t>
          </a:r>
        </a:p>
      </dgm:t>
    </dgm:pt>
    <dgm:pt modelId="{7016EEC3-5BEF-4D02-BCD0-5C8311D3E684}" type="parTrans" cxnId="{95699486-149A-4E6E-BF73-A23F1B0F8EE8}">
      <dgm:prSet/>
      <dgm:spPr/>
      <dgm:t>
        <a:bodyPr/>
        <a:lstStyle/>
        <a:p>
          <a:endParaRPr lang="zh-CN" altLang="en-US"/>
        </a:p>
      </dgm:t>
    </dgm:pt>
    <dgm:pt modelId="{B7E4BF18-B488-4988-8735-AE55F80F710D}" type="sibTrans" cxnId="{95699486-149A-4E6E-BF73-A23F1B0F8EE8}">
      <dgm:prSet/>
      <dgm:spPr/>
      <dgm:t>
        <a:bodyPr/>
        <a:lstStyle/>
        <a:p>
          <a:endParaRPr lang="zh-CN" altLang="en-US"/>
        </a:p>
      </dgm:t>
    </dgm:pt>
    <dgm:pt modelId="{EAEF5C17-DCC3-4460-BA01-8C515834D0ED}">
      <dgm:prSet/>
      <dgm:spPr/>
      <dgm:t>
        <a:bodyPr/>
        <a:lstStyle/>
        <a:p>
          <a:r>
            <a:rPr lang="en-US" dirty="0"/>
            <a:t>2. </a:t>
          </a:r>
          <a:r>
            <a:rPr lang="zh-CN" dirty="0"/>
            <a:t>速度感知</a:t>
          </a:r>
        </a:p>
      </dgm:t>
    </dgm:pt>
    <dgm:pt modelId="{357F5F33-86EB-4BD2-8744-65B345E6EF3C}" type="parTrans" cxnId="{50D0DDE7-C6D0-4059-A3A6-3092A31E6F6C}">
      <dgm:prSet/>
      <dgm:spPr/>
      <dgm:t>
        <a:bodyPr/>
        <a:lstStyle/>
        <a:p>
          <a:endParaRPr lang="zh-CN" altLang="en-US"/>
        </a:p>
      </dgm:t>
    </dgm:pt>
    <dgm:pt modelId="{4D2B0896-E67F-4677-ADF5-308357A731EB}" type="sibTrans" cxnId="{50D0DDE7-C6D0-4059-A3A6-3092A31E6F6C}">
      <dgm:prSet/>
      <dgm:spPr/>
      <dgm:t>
        <a:bodyPr/>
        <a:lstStyle/>
        <a:p>
          <a:endParaRPr lang="zh-CN" altLang="en-US"/>
        </a:p>
      </dgm:t>
    </dgm:pt>
    <dgm:pt modelId="{1A9679FA-7109-495C-BBA5-8317DD70D034}">
      <dgm:prSet/>
      <dgm:spPr/>
      <dgm:t>
        <a:bodyPr/>
        <a:lstStyle/>
        <a:p>
          <a:r>
            <a:rPr lang="en-US" dirty="0"/>
            <a:t>- </a:t>
          </a:r>
          <a:r>
            <a:rPr lang="zh-CN" dirty="0"/>
            <a:t>应用：稳速控制、平滑启停</a:t>
          </a:r>
        </a:p>
      </dgm:t>
    </dgm:pt>
    <dgm:pt modelId="{B620133E-96B8-426A-8D00-2522008D1DAC}" type="parTrans" cxnId="{F9E32CBD-F0BA-4FFC-A66F-52B48A2C1D0C}">
      <dgm:prSet/>
      <dgm:spPr/>
      <dgm:t>
        <a:bodyPr/>
        <a:lstStyle/>
        <a:p>
          <a:endParaRPr lang="zh-CN" altLang="en-US"/>
        </a:p>
      </dgm:t>
    </dgm:pt>
    <dgm:pt modelId="{A58FD89A-3B69-419B-AB66-5D9F52E9EE8A}" type="sibTrans" cxnId="{F9E32CBD-F0BA-4FFC-A66F-52B48A2C1D0C}">
      <dgm:prSet/>
      <dgm:spPr/>
      <dgm:t>
        <a:bodyPr/>
        <a:lstStyle/>
        <a:p>
          <a:endParaRPr lang="zh-CN" altLang="en-US"/>
        </a:p>
      </dgm:t>
    </dgm:pt>
    <dgm:pt modelId="{D4DDF7BE-AF56-4C1B-A3EE-9BF4B01B8C58}">
      <dgm:prSet/>
      <dgm:spPr/>
      <dgm:t>
        <a:bodyPr/>
        <a:lstStyle/>
        <a:p>
          <a:r>
            <a:rPr lang="en-US" dirty="0"/>
            <a:t>3. </a:t>
          </a:r>
          <a:r>
            <a:rPr lang="zh-CN" dirty="0"/>
            <a:t>电流</a:t>
          </a:r>
          <a:r>
            <a:rPr lang="zh-CN" altLang="en-US" dirty="0"/>
            <a:t>检测</a:t>
          </a:r>
          <a:endParaRPr lang="zh-CN" dirty="0"/>
        </a:p>
      </dgm:t>
    </dgm:pt>
    <dgm:pt modelId="{5D08F4B2-3B75-4F0A-AB8A-7B1569D2C50C}" type="parTrans" cxnId="{5D007A4B-F7AC-4C47-9FEC-286933E89525}">
      <dgm:prSet/>
      <dgm:spPr/>
      <dgm:t>
        <a:bodyPr/>
        <a:lstStyle/>
        <a:p>
          <a:endParaRPr lang="zh-CN" altLang="en-US"/>
        </a:p>
      </dgm:t>
    </dgm:pt>
    <dgm:pt modelId="{82D0BF68-23C5-4709-A7D3-F5B2BC9C6847}" type="sibTrans" cxnId="{5D007A4B-F7AC-4C47-9FEC-286933E89525}">
      <dgm:prSet/>
      <dgm:spPr/>
      <dgm:t>
        <a:bodyPr/>
        <a:lstStyle/>
        <a:p>
          <a:endParaRPr lang="zh-CN" altLang="en-US"/>
        </a:p>
      </dgm:t>
    </dgm:pt>
    <dgm:pt modelId="{D5855011-DE7A-47F9-8867-774ABCD08498}">
      <dgm:prSet/>
      <dgm:spPr/>
      <dgm:t>
        <a:bodyPr/>
        <a:lstStyle/>
        <a:p>
          <a:r>
            <a:rPr lang="en-US" dirty="0"/>
            <a:t>- </a:t>
          </a:r>
          <a:r>
            <a:rPr lang="zh-CN" dirty="0"/>
            <a:t>应用：力矩控制、过载保护</a:t>
          </a:r>
        </a:p>
      </dgm:t>
    </dgm:pt>
    <dgm:pt modelId="{A052DB07-416C-4E53-BAF1-C4C26496372A}" type="parTrans" cxnId="{5B6220EE-872C-42B9-AD31-C537675502D3}">
      <dgm:prSet/>
      <dgm:spPr/>
      <dgm:t>
        <a:bodyPr/>
        <a:lstStyle/>
        <a:p>
          <a:endParaRPr lang="zh-CN" altLang="en-US"/>
        </a:p>
      </dgm:t>
    </dgm:pt>
    <dgm:pt modelId="{AA59C865-333F-46FA-9FF8-DC538027D9DD}" type="sibTrans" cxnId="{5B6220EE-872C-42B9-AD31-C537675502D3}">
      <dgm:prSet/>
      <dgm:spPr/>
      <dgm:t>
        <a:bodyPr/>
        <a:lstStyle/>
        <a:p>
          <a:endParaRPr lang="zh-CN" altLang="en-US"/>
        </a:p>
      </dgm:t>
    </dgm:pt>
    <dgm:pt modelId="{0FA3A4EB-3C5C-426B-A1D4-9E67FDD834B7}">
      <dgm:prSet/>
      <dgm:spPr/>
      <dgm:t>
        <a:bodyPr/>
        <a:lstStyle/>
        <a:p>
          <a:r>
            <a:rPr lang="en-US" dirty="0"/>
            <a:t>4. </a:t>
          </a:r>
          <a:r>
            <a:rPr lang="zh-CN" dirty="0"/>
            <a:t>电压</a:t>
          </a:r>
          <a:r>
            <a:rPr lang="zh-CN" altLang="en-US" dirty="0"/>
            <a:t>检测</a:t>
          </a:r>
          <a:endParaRPr lang="zh-CN" dirty="0"/>
        </a:p>
      </dgm:t>
    </dgm:pt>
    <dgm:pt modelId="{219E6AB8-3F67-47F3-BF84-E63A0FE0AD39}" type="parTrans" cxnId="{7D305A86-7975-40D0-880D-E2B01DB6F899}">
      <dgm:prSet/>
      <dgm:spPr/>
      <dgm:t>
        <a:bodyPr/>
        <a:lstStyle/>
        <a:p>
          <a:endParaRPr lang="zh-CN" altLang="en-US"/>
        </a:p>
      </dgm:t>
    </dgm:pt>
    <dgm:pt modelId="{A1B25285-FEC4-45C6-831C-73B0F8DF53B2}" type="sibTrans" cxnId="{7D305A86-7975-40D0-880D-E2B01DB6F899}">
      <dgm:prSet/>
      <dgm:spPr/>
      <dgm:t>
        <a:bodyPr/>
        <a:lstStyle/>
        <a:p>
          <a:endParaRPr lang="zh-CN" altLang="en-US"/>
        </a:p>
      </dgm:t>
    </dgm:pt>
    <dgm:pt modelId="{934CB284-FC5E-4AFE-9C4B-4664B96A3518}">
      <dgm:prSet/>
      <dgm:spPr/>
      <dgm:t>
        <a:bodyPr/>
        <a:lstStyle/>
        <a:p>
          <a:r>
            <a:rPr lang="en-US" dirty="0"/>
            <a:t>- </a:t>
          </a:r>
          <a:r>
            <a:rPr lang="zh-CN" dirty="0"/>
            <a:t>应用：电源管理、安全监控</a:t>
          </a:r>
        </a:p>
      </dgm:t>
    </dgm:pt>
    <dgm:pt modelId="{64E5F16C-2821-4AF1-B77A-A50C9FE579EA}" type="parTrans" cxnId="{A839D68E-5FEB-4E48-81A9-04423413BD9F}">
      <dgm:prSet/>
      <dgm:spPr/>
      <dgm:t>
        <a:bodyPr/>
        <a:lstStyle/>
        <a:p>
          <a:endParaRPr lang="zh-CN" altLang="en-US"/>
        </a:p>
      </dgm:t>
    </dgm:pt>
    <dgm:pt modelId="{28151857-38A3-4F1A-B262-FB2D8C45C229}" type="sibTrans" cxnId="{A839D68E-5FEB-4E48-81A9-04423413BD9F}">
      <dgm:prSet/>
      <dgm:spPr/>
      <dgm:t>
        <a:bodyPr/>
        <a:lstStyle/>
        <a:p>
          <a:endParaRPr lang="zh-CN" altLang="en-US"/>
        </a:p>
      </dgm:t>
    </dgm:pt>
    <dgm:pt modelId="{9B297E5F-AB7B-47FC-8602-567AF65C7313}">
      <dgm:prSet/>
      <dgm:spPr/>
      <dgm:t>
        <a:bodyPr/>
        <a:lstStyle/>
        <a:p>
          <a:r>
            <a:rPr lang="zh-CN" dirty="0"/>
            <a:t>我在哪里？</a:t>
          </a:r>
          <a:r>
            <a:rPr lang="zh-CN" altLang="en-US" dirty="0"/>
            <a:t>（转子当前角度和累计圈数）</a:t>
          </a:r>
          <a:endParaRPr lang="zh-CN" dirty="0"/>
        </a:p>
      </dgm:t>
    </dgm:pt>
    <dgm:pt modelId="{16289E3D-1950-4274-A159-7861777240E4}" type="parTrans" cxnId="{2C7917E1-A0A1-4908-B9A6-9B2231579F15}">
      <dgm:prSet/>
      <dgm:spPr/>
      <dgm:t>
        <a:bodyPr/>
        <a:lstStyle/>
        <a:p>
          <a:endParaRPr lang="zh-CN" altLang="en-US"/>
        </a:p>
      </dgm:t>
    </dgm:pt>
    <dgm:pt modelId="{BF07F18B-3B0F-4948-A2DD-38FC0F867FAE}" type="sibTrans" cxnId="{2C7917E1-A0A1-4908-B9A6-9B2231579F15}">
      <dgm:prSet/>
      <dgm:spPr/>
      <dgm:t>
        <a:bodyPr/>
        <a:lstStyle/>
        <a:p>
          <a:endParaRPr lang="zh-CN" altLang="en-US"/>
        </a:p>
      </dgm:t>
    </dgm:pt>
    <dgm:pt modelId="{35B9E212-4A51-4C6D-A84B-C263A808DF20}">
      <dgm:prSet/>
      <dgm:spPr/>
      <dgm:t>
        <a:bodyPr/>
        <a:lstStyle/>
        <a:p>
          <a:r>
            <a:rPr lang="zh-CN" dirty="0"/>
            <a:t>我跑多快？</a:t>
          </a:r>
          <a:r>
            <a:rPr lang="zh-CN" altLang="en-US" dirty="0"/>
            <a:t>（转子转速）</a:t>
          </a:r>
          <a:endParaRPr lang="zh-CN" dirty="0"/>
        </a:p>
      </dgm:t>
    </dgm:pt>
    <dgm:pt modelId="{FD6042BC-CE4A-46E6-963F-1DF3702B0B1E}" type="parTrans" cxnId="{2A9A261F-6A85-41A5-BF3E-E084D455DA24}">
      <dgm:prSet/>
      <dgm:spPr/>
      <dgm:t>
        <a:bodyPr/>
        <a:lstStyle/>
        <a:p>
          <a:endParaRPr lang="zh-CN" altLang="en-US"/>
        </a:p>
      </dgm:t>
    </dgm:pt>
    <dgm:pt modelId="{F82D967C-4666-4B59-AB65-D2E91DB5295E}" type="sibTrans" cxnId="{2A9A261F-6A85-41A5-BF3E-E084D455DA24}">
      <dgm:prSet/>
      <dgm:spPr/>
      <dgm:t>
        <a:bodyPr/>
        <a:lstStyle/>
        <a:p>
          <a:endParaRPr lang="zh-CN" altLang="en-US"/>
        </a:p>
      </dgm:t>
    </dgm:pt>
    <dgm:pt modelId="{E6804DC8-208E-4E30-A601-C911198CC425}">
      <dgm:prSet/>
      <dgm:spPr/>
      <dgm:t>
        <a:bodyPr/>
        <a:lstStyle/>
        <a:p>
          <a:r>
            <a:rPr lang="zh-CN" dirty="0"/>
            <a:t>我出多大劲？</a:t>
          </a:r>
        </a:p>
      </dgm:t>
    </dgm:pt>
    <dgm:pt modelId="{B96E6E8A-EC23-459A-BD98-6661F122318C}" type="parTrans" cxnId="{97D2E499-40B2-4004-9CE9-DD27679EA4FB}">
      <dgm:prSet/>
      <dgm:spPr/>
      <dgm:t>
        <a:bodyPr/>
        <a:lstStyle/>
        <a:p>
          <a:endParaRPr lang="zh-CN" altLang="en-US"/>
        </a:p>
      </dgm:t>
    </dgm:pt>
    <dgm:pt modelId="{174B549D-A851-4BDD-A379-FF90A51600BB}" type="sibTrans" cxnId="{97D2E499-40B2-4004-9CE9-DD27679EA4FB}">
      <dgm:prSet/>
      <dgm:spPr/>
      <dgm:t>
        <a:bodyPr/>
        <a:lstStyle/>
        <a:p>
          <a:endParaRPr lang="zh-CN" altLang="en-US"/>
        </a:p>
      </dgm:t>
    </dgm:pt>
    <dgm:pt modelId="{763B028C-F00E-4D2D-BA01-28B1FA3A5BBD}">
      <dgm:prSet/>
      <dgm:spPr/>
      <dgm:t>
        <a:bodyPr/>
        <a:lstStyle/>
        <a:p>
          <a:r>
            <a:rPr lang="zh-CN"/>
            <a:t>我“吃饱”没？</a:t>
          </a:r>
          <a:endParaRPr lang="zh-CN" dirty="0"/>
        </a:p>
      </dgm:t>
    </dgm:pt>
    <dgm:pt modelId="{8889B770-2187-4DA9-A35D-DB2C227BB32D}" type="parTrans" cxnId="{7F9C1B12-E65C-42EE-B677-E907FABEEA44}">
      <dgm:prSet/>
      <dgm:spPr/>
      <dgm:t>
        <a:bodyPr/>
        <a:lstStyle/>
        <a:p>
          <a:endParaRPr lang="zh-CN" altLang="en-US"/>
        </a:p>
      </dgm:t>
    </dgm:pt>
    <dgm:pt modelId="{429E5ED1-B388-4275-808F-2D77954A0E6D}" type="sibTrans" cxnId="{7F9C1B12-E65C-42EE-B677-E907FABEEA44}">
      <dgm:prSet/>
      <dgm:spPr/>
      <dgm:t>
        <a:bodyPr/>
        <a:lstStyle/>
        <a:p>
          <a:endParaRPr lang="zh-CN" altLang="en-US"/>
        </a:p>
      </dgm:t>
    </dgm:pt>
    <dgm:pt modelId="{01A1795B-3861-4AC4-9027-ED056EAF5B84}" type="pres">
      <dgm:prSet presAssocID="{DBA403EC-6D14-4D80-B630-F3F1ED9EC651}" presName="linear" presStyleCnt="0">
        <dgm:presLayoutVars>
          <dgm:dir/>
          <dgm:animLvl val="lvl"/>
          <dgm:resizeHandles val="exact"/>
        </dgm:presLayoutVars>
      </dgm:prSet>
      <dgm:spPr/>
    </dgm:pt>
    <dgm:pt modelId="{DB23E4D5-837D-47C9-8714-747554AEBBED}" type="pres">
      <dgm:prSet presAssocID="{F7147C8A-CD1C-4E25-8CCB-DE0662D51BAB}" presName="parentLin" presStyleCnt="0"/>
      <dgm:spPr/>
    </dgm:pt>
    <dgm:pt modelId="{3A36E955-BF2D-4454-BBC2-6D506DB61900}" type="pres">
      <dgm:prSet presAssocID="{F7147C8A-CD1C-4E25-8CCB-DE0662D51BAB}" presName="parentLeftMargin" presStyleLbl="node1" presStyleIdx="0" presStyleCnt="4"/>
      <dgm:spPr/>
    </dgm:pt>
    <dgm:pt modelId="{9B2DE524-CBDB-44F9-991A-E5137CA2034E}" type="pres">
      <dgm:prSet presAssocID="{F7147C8A-CD1C-4E25-8CCB-DE0662D51BA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E7B2DD5-70F3-4722-83F5-6563CFD73B4D}" type="pres">
      <dgm:prSet presAssocID="{F7147C8A-CD1C-4E25-8CCB-DE0662D51BAB}" presName="negativeSpace" presStyleCnt="0"/>
      <dgm:spPr/>
    </dgm:pt>
    <dgm:pt modelId="{F4B8B596-210A-4132-B44F-D41B73A8B061}" type="pres">
      <dgm:prSet presAssocID="{F7147C8A-CD1C-4E25-8CCB-DE0662D51BAB}" presName="childText" presStyleLbl="conFgAcc1" presStyleIdx="0" presStyleCnt="4">
        <dgm:presLayoutVars>
          <dgm:bulletEnabled val="1"/>
        </dgm:presLayoutVars>
      </dgm:prSet>
      <dgm:spPr/>
    </dgm:pt>
    <dgm:pt modelId="{BA19D99B-F85F-4A92-8223-148125FBA0D7}" type="pres">
      <dgm:prSet presAssocID="{7CEC6845-9095-43C7-B226-EA239A52191C}" presName="spaceBetweenRectangles" presStyleCnt="0"/>
      <dgm:spPr/>
    </dgm:pt>
    <dgm:pt modelId="{F5762122-0AC0-44BC-A3C6-8DA8DCA3E4CB}" type="pres">
      <dgm:prSet presAssocID="{EAEF5C17-DCC3-4460-BA01-8C515834D0ED}" presName="parentLin" presStyleCnt="0"/>
      <dgm:spPr/>
    </dgm:pt>
    <dgm:pt modelId="{7680AD00-305A-4DF5-AFA7-0634F5BD3A4F}" type="pres">
      <dgm:prSet presAssocID="{EAEF5C17-DCC3-4460-BA01-8C515834D0ED}" presName="parentLeftMargin" presStyleLbl="node1" presStyleIdx="0" presStyleCnt="4"/>
      <dgm:spPr/>
    </dgm:pt>
    <dgm:pt modelId="{75BC9B5B-BE9A-4705-BB0E-60B0FEDC40ED}" type="pres">
      <dgm:prSet presAssocID="{EAEF5C17-DCC3-4460-BA01-8C515834D0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5608761-15FF-464B-B9B1-D674E4138CE6}" type="pres">
      <dgm:prSet presAssocID="{EAEF5C17-DCC3-4460-BA01-8C515834D0ED}" presName="negativeSpace" presStyleCnt="0"/>
      <dgm:spPr/>
    </dgm:pt>
    <dgm:pt modelId="{EFB748D8-DF18-4A9E-AD58-C5978088DF18}" type="pres">
      <dgm:prSet presAssocID="{EAEF5C17-DCC3-4460-BA01-8C515834D0ED}" presName="childText" presStyleLbl="conFgAcc1" presStyleIdx="1" presStyleCnt="4">
        <dgm:presLayoutVars>
          <dgm:bulletEnabled val="1"/>
        </dgm:presLayoutVars>
      </dgm:prSet>
      <dgm:spPr/>
    </dgm:pt>
    <dgm:pt modelId="{D8F92A62-CB2B-4104-96EA-C131CE031ADC}" type="pres">
      <dgm:prSet presAssocID="{4D2B0896-E67F-4677-ADF5-308357A731EB}" presName="spaceBetweenRectangles" presStyleCnt="0"/>
      <dgm:spPr/>
    </dgm:pt>
    <dgm:pt modelId="{64279444-03A7-4EAF-B4F8-32C44BD07F26}" type="pres">
      <dgm:prSet presAssocID="{D4DDF7BE-AF56-4C1B-A3EE-9BF4B01B8C58}" presName="parentLin" presStyleCnt="0"/>
      <dgm:spPr/>
    </dgm:pt>
    <dgm:pt modelId="{B8174D08-341C-4FD6-A9A1-98098B061732}" type="pres">
      <dgm:prSet presAssocID="{D4DDF7BE-AF56-4C1B-A3EE-9BF4B01B8C58}" presName="parentLeftMargin" presStyleLbl="node1" presStyleIdx="1" presStyleCnt="4"/>
      <dgm:spPr/>
    </dgm:pt>
    <dgm:pt modelId="{B45F034A-B3DC-4AF6-ABA4-5C54C6353582}" type="pres">
      <dgm:prSet presAssocID="{D4DDF7BE-AF56-4C1B-A3EE-9BF4B01B8C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004E83C-7E9E-4B70-AA9C-10FBCF8AEF15}" type="pres">
      <dgm:prSet presAssocID="{D4DDF7BE-AF56-4C1B-A3EE-9BF4B01B8C58}" presName="negativeSpace" presStyleCnt="0"/>
      <dgm:spPr/>
    </dgm:pt>
    <dgm:pt modelId="{289A50B5-3718-4330-A840-5FF3272BAF14}" type="pres">
      <dgm:prSet presAssocID="{D4DDF7BE-AF56-4C1B-A3EE-9BF4B01B8C58}" presName="childText" presStyleLbl="conFgAcc1" presStyleIdx="2" presStyleCnt="4">
        <dgm:presLayoutVars>
          <dgm:bulletEnabled val="1"/>
        </dgm:presLayoutVars>
      </dgm:prSet>
      <dgm:spPr/>
    </dgm:pt>
    <dgm:pt modelId="{7F3B550E-A3BB-462B-ACF2-5FF93FB8C712}" type="pres">
      <dgm:prSet presAssocID="{82D0BF68-23C5-4709-A7D3-F5B2BC9C6847}" presName="spaceBetweenRectangles" presStyleCnt="0"/>
      <dgm:spPr/>
    </dgm:pt>
    <dgm:pt modelId="{DB83B780-06DC-4A4C-9DCD-47466DD1179E}" type="pres">
      <dgm:prSet presAssocID="{0FA3A4EB-3C5C-426B-A1D4-9E67FDD834B7}" presName="parentLin" presStyleCnt="0"/>
      <dgm:spPr/>
    </dgm:pt>
    <dgm:pt modelId="{D21E89B0-4E19-4CEA-9D12-7172F15C7DC9}" type="pres">
      <dgm:prSet presAssocID="{0FA3A4EB-3C5C-426B-A1D4-9E67FDD834B7}" presName="parentLeftMargin" presStyleLbl="node1" presStyleIdx="2" presStyleCnt="4"/>
      <dgm:spPr/>
    </dgm:pt>
    <dgm:pt modelId="{3B6E973C-18BF-4689-B810-DEBC830F9B39}" type="pres">
      <dgm:prSet presAssocID="{0FA3A4EB-3C5C-426B-A1D4-9E67FDD834B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E122E6E-0669-4446-800F-6B614AAD8491}" type="pres">
      <dgm:prSet presAssocID="{0FA3A4EB-3C5C-426B-A1D4-9E67FDD834B7}" presName="negativeSpace" presStyleCnt="0"/>
      <dgm:spPr/>
    </dgm:pt>
    <dgm:pt modelId="{691CBC05-55E3-440A-B611-6C238287C844}" type="pres">
      <dgm:prSet presAssocID="{0FA3A4EB-3C5C-426B-A1D4-9E67FDD834B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8BF2401-C394-4DF3-B4A4-ECBA069DA892}" type="presOf" srcId="{2B9C1D4D-D9E4-49C2-99DA-9FD7F6F27AB9}" destId="{F4B8B596-210A-4132-B44F-D41B73A8B061}" srcOrd="0" destOrd="1" presId="urn:microsoft.com/office/officeart/2005/8/layout/list1"/>
    <dgm:cxn modelId="{47D41F04-7A13-4FCA-B612-6AD5EE0FADDB}" type="presOf" srcId="{EAEF5C17-DCC3-4460-BA01-8C515834D0ED}" destId="{7680AD00-305A-4DF5-AFA7-0634F5BD3A4F}" srcOrd="0" destOrd="0" presId="urn:microsoft.com/office/officeart/2005/8/layout/list1"/>
    <dgm:cxn modelId="{7F9C1B12-E65C-42EE-B677-E907FABEEA44}" srcId="{0FA3A4EB-3C5C-426B-A1D4-9E67FDD834B7}" destId="{763B028C-F00E-4D2D-BA01-28B1FA3A5BBD}" srcOrd="0" destOrd="0" parTransId="{8889B770-2187-4DA9-A35D-DB2C227BB32D}" sibTransId="{429E5ED1-B388-4275-808F-2D77954A0E6D}"/>
    <dgm:cxn modelId="{B329B412-2F22-450F-AE25-40DFA484BBE9}" type="presOf" srcId="{1A9679FA-7109-495C-BBA5-8317DD70D034}" destId="{EFB748D8-DF18-4A9E-AD58-C5978088DF18}" srcOrd="0" destOrd="1" presId="urn:microsoft.com/office/officeart/2005/8/layout/list1"/>
    <dgm:cxn modelId="{D127BC16-7403-4436-94F9-2C427BCCC365}" type="presOf" srcId="{0FA3A4EB-3C5C-426B-A1D4-9E67FDD834B7}" destId="{D21E89B0-4E19-4CEA-9D12-7172F15C7DC9}" srcOrd="0" destOrd="0" presId="urn:microsoft.com/office/officeart/2005/8/layout/list1"/>
    <dgm:cxn modelId="{2A9A261F-6A85-41A5-BF3E-E084D455DA24}" srcId="{EAEF5C17-DCC3-4460-BA01-8C515834D0ED}" destId="{35B9E212-4A51-4C6D-A84B-C263A808DF20}" srcOrd="0" destOrd="0" parTransId="{FD6042BC-CE4A-46E6-963F-1DF3702B0B1E}" sibTransId="{F82D967C-4666-4B59-AB65-D2E91DB5295E}"/>
    <dgm:cxn modelId="{BBB7EB27-7C7D-4089-8BF9-29A5CD2ABEED}" type="presOf" srcId="{F7147C8A-CD1C-4E25-8CCB-DE0662D51BAB}" destId="{3A36E955-BF2D-4454-BBC2-6D506DB61900}" srcOrd="0" destOrd="0" presId="urn:microsoft.com/office/officeart/2005/8/layout/list1"/>
    <dgm:cxn modelId="{77D7472E-C5E7-4638-B863-40AD4D254E1F}" type="presOf" srcId="{0FA3A4EB-3C5C-426B-A1D4-9E67FDD834B7}" destId="{3B6E973C-18BF-4689-B810-DEBC830F9B39}" srcOrd="1" destOrd="0" presId="urn:microsoft.com/office/officeart/2005/8/layout/list1"/>
    <dgm:cxn modelId="{922EEE60-DE08-4215-B6A5-894F23BBEB51}" type="presOf" srcId="{763B028C-F00E-4D2D-BA01-28B1FA3A5BBD}" destId="{691CBC05-55E3-440A-B611-6C238287C844}" srcOrd="0" destOrd="0" presId="urn:microsoft.com/office/officeart/2005/8/layout/list1"/>
    <dgm:cxn modelId="{6C562A45-8056-4F5E-B8D9-95DE29E013E3}" srcId="{DBA403EC-6D14-4D80-B630-F3F1ED9EC651}" destId="{F7147C8A-CD1C-4E25-8CCB-DE0662D51BAB}" srcOrd="0" destOrd="0" parTransId="{9AF5A35E-AF64-40C8-8C23-B0189B617B35}" sibTransId="{7CEC6845-9095-43C7-B226-EA239A52191C}"/>
    <dgm:cxn modelId="{45B0B265-9FD1-4E6C-BE77-5DC2A5E6F92D}" type="presOf" srcId="{EAEF5C17-DCC3-4460-BA01-8C515834D0ED}" destId="{75BC9B5B-BE9A-4705-BB0E-60B0FEDC40ED}" srcOrd="1" destOrd="0" presId="urn:microsoft.com/office/officeart/2005/8/layout/list1"/>
    <dgm:cxn modelId="{4556B148-6BD7-4EE1-980B-1AC6558591E0}" type="presOf" srcId="{9B297E5F-AB7B-47FC-8602-567AF65C7313}" destId="{F4B8B596-210A-4132-B44F-D41B73A8B061}" srcOrd="0" destOrd="0" presId="urn:microsoft.com/office/officeart/2005/8/layout/list1"/>
    <dgm:cxn modelId="{0507C569-EDD1-4514-84A6-F0F66DBFDA3D}" type="presOf" srcId="{D4DDF7BE-AF56-4C1B-A3EE-9BF4B01B8C58}" destId="{B8174D08-341C-4FD6-A9A1-98098B061732}" srcOrd="0" destOrd="0" presId="urn:microsoft.com/office/officeart/2005/8/layout/list1"/>
    <dgm:cxn modelId="{5D007A4B-F7AC-4C47-9FEC-286933E89525}" srcId="{DBA403EC-6D14-4D80-B630-F3F1ED9EC651}" destId="{D4DDF7BE-AF56-4C1B-A3EE-9BF4B01B8C58}" srcOrd="2" destOrd="0" parTransId="{5D08F4B2-3B75-4F0A-AB8A-7B1569D2C50C}" sibTransId="{82D0BF68-23C5-4709-A7D3-F5B2BC9C6847}"/>
    <dgm:cxn modelId="{EEA0EB7B-B022-432D-AD65-B1FF66661A90}" type="presOf" srcId="{DBA403EC-6D14-4D80-B630-F3F1ED9EC651}" destId="{01A1795B-3861-4AC4-9027-ED056EAF5B84}" srcOrd="0" destOrd="0" presId="urn:microsoft.com/office/officeart/2005/8/layout/list1"/>
    <dgm:cxn modelId="{43DECF85-A3BF-402F-9D65-8E10638016ED}" type="presOf" srcId="{934CB284-FC5E-4AFE-9C4B-4664B96A3518}" destId="{691CBC05-55E3-440A-B611-6C238287C844}" srcOrd="0" destOrd="1" presId="urn:microsoft.com/office/officeart/2005/8/layout/list1"/>
    <dgm:cxn modelId="{7D305A86-7975-40D0-880D-E2B01DB6F899}" srcId="{DBA403EC-6D14-4D80-B630-F3F1ED9EC651}" destId="{0FA3A4EB-3C5C-426B-A1D4-9E67FDD834B7}" srcOrd="3" destOrd="0" parTransId="{219E6AB8-3F67-47F3-BF84-E63A0FE0AD39}" sibTransId="{A1B25285-FEC4-45C6-831C-73B0F8DF53B2}"/>
    <dgm:cxn modelId="{95699486-149A-4E6E-BF73-A23F1B0F8EE8}" srcId="{F7147C8A-CD1C-4E25-8CCB-DE0662D51BAB}" destId="{2B9C1D4D-D9E4-49C2-99DA-9FD7F6F27AB9}" srcOrd="1" destOrd="0" parTransId="{7016EEC3-5BEF-4D02-BCD0-5C8311D3E684}" sibTransId="{B7E4BF18-B488-4988-8735-AE55F80F710D}"/>
    <dgm:cxn modelId="{3490BD8C-4007-49F8-8596-A219B07C993B}" type="presOf" srcId="{F7147C8A-CD1C-4E25-8CCB-DE0662D51BAB}" destId="{9B2DE524-CBDB-44F9-991A-E5137CA2034E}" srcOrd="1" destOrd="0" presId="urn:microsoft.com/office/officeart/2005/8/layout/list1"/>
    <dgm:cxn modelId="{A839D68E-5FEB-4E48-81A9-04423413BD9F}" srcId="{0FA3A4EB-3C5C-426B-A1D4-9E67FDD834B7}" destId="{934CB284-FC5E-4AFE-9C4B-4664B96A3518}" srcOrd="1" destOrd="0" parTransId="{64E5F16C-2821-4AF1-B77A-A50C9FE579EA}" sibTransId="{28151857-38A3-4F1A-B262-FB2D8C45C229}"/>
    <dgm:cxn modelId="{97D2E499-40B2-4004-9CE9-DD27679EA4FB}" srcId="{D4DDF7BE-AF56-4C1B-A3EE-9BF4B01B8C58}" destId="{E6804DC8-208E-4E30-A601-C911198CC425}" srcOrd="0" destOrd="0" parTransId="{B96E6E8A-EC23-459A-BD98-6661F122318C}" sibTransId="{174B549D-A851-4BDD-A379-FF90A51600BB}"/>
    <dgm:cxn modelId="{DF7D589E-9CE1-476B-B100-71A85873B862}" type="presOf" srcId="{35B9E212-4A51-4C6D-A84B-C263A808DF20}" destId="{EFB748D8-DF18-4A9E-AD58-C5978088DF18}" srcOrd="0" destOrd="0" presId="urn:microsoft.com/office/officeart/2005/8/layout/list1"/>
    <dgm:cxn modelId="{A02972A9-29CF-48D9-A835-276D3374956A}" type="presOf" srcId="{D4DDF7BE-AF56-4C1B-A3EE-9BF4B01B8C58}" destId="{B45F034A-B3DC-4AF6-ABA4-5C54C6353582}" srcOrd="1" destOrd="0" presId="urn:microsoft.com/office/officeart/2005/8/layout/list1"/>
    <dgm:cxn modelId="{F9E32CBD-F0BA-4FFC-A66F-52B48A2C1D0C}" srcId="{EAEF5C17-DCC3-4460-BA01-8C515834D0ED}" destId="{1A9679FA-7109-495C-BBA5-8317DD70D034}" srcOrd="1" destOrd="0" parTransId="{B620133E-96B8-426A-8D00-2522008D1DAC}" sibTransId="{A58FD89A-3B69-419B-AB66-5D9F52E9EE8A}"/>
    <dgm:cxn modelId="{5A9954C9-20A1-42DD-8E05-87950271F883}" type="presOf" srcId="{D5855011-DE7A-47F9-8867-774ABCD08498}" destId="{289A50B5-3718-4330-A840-5FF3272BAF14}" srcOrd="0" destOrd="1" presId="urn:microsoft.com/office/officeart/2005/8/layout/list1"/>
    <dgm:cxn modelId="{554FD9D1-9626-4E90-B9C6-B8C676136E81}" type="presOf" srcId="{E6804DC8-208E-4E30-A601-C911198CC425}" destId="{289A50B5-3718-4330-A840-5FF3272BAF14}" srcOrd="0" destOrd="0" presId="urn:microsoft.com/office/officeart/2005/8/layout/list1"/>
    <dgm:cxn modelId="{2C7917E1-A0A1-4908-B9A6-9B2231579F15}" srcId="{F7147C8A-CD1C-4E25-8CCB-DE0662D51BAB}" destId="{9B297E5F-AB7B-47FC-8602-567AF65C7313}" srcOrd="0" destOrd="0" parTransId="{16289E3D-1950-4274-A159-7861777240E4}" sibTransId="{BF07F18B-3B0F-4948-A2DD-38FC0F867FAE}"/>
    <dgm:cxn modelId="{50D0DDE7-C6D0-4059-A3A6-3092A31E6F6C}" srcId="{DBA403EC-6D14-4D80-B630-F3F1ED9EC651}" destId="{EAEF5C17-DCC3-4460-BA01-8C515834D0ED}" srcOrd="1" destOrd="0" parTransId="{357F5F33-86EB-4BD2-8744-65B345E6EF3C}" sibTransId="{4D2B0896-E67F-4677-ADF5-308357A731EB}"/>
    <dgm:cxn modelId="{5B6220EE-872C-42B9-AD31-C537675502D3}" srcId="{D4DDF7BE-AF56-4C1B-A3EE-9BF4B01B8C58}" destId="{D5855011-DE7A-47F9-8867-774ABCD08498}" srcOrd="1" destOrd="0" parTransId="{A052DB07-416C-4E53-BAF1-C4C26496372A}" sibTransId="{AA59C865-333F-46FA-9FF8-DC538027D9DD}"/>
    <dgm:cxn modelId="{B186DB3F-BEEF-458F-BD24-CB6F346EE5F7}" type="presParOf" srcId="{01A1795B-3861-4AC4-9027-ED056EAF5B84}" destId="{DB23E4D5-837D-47C9-8714-747554AEBBED}" srcOrd="0" destOrd="0" presId="urn:microsoft.com/office/officeart/2005/8/layout/list1"/>
    <dgm:cxn modelId="{BC0BE057-5B38-4FF2-A851-7A9D9080DB84}" type="presParOf" srcId="{DB23E4D5-837D-47C9-8714-747554AEBBED}" destId="{3A36E955-BF2D-4454-BBC2-6D506DB61900}" srcOrd="0" destOrd="0" presId="urn:microsoft.com/office/officeart/2005/8/layout/list1"/>
    <dgm:cxn modelId="{B2A9A7F8-DE34-4371-91AC-B07CF9D4A548}" type="presParOf" srcId="{DB23E4D5-837D-47C9-8714-747554AEBBED}" destId="{9B2DE524-CBDB-44F9-991A-E5137CA2034E}" srcOrd="1" destOrd="0" presId="urn:microsoft.com/office/officeart/2005/8/layout/list1"/>
    <dgm:cxn modelId="{06A16E8F-97CB-4AD6-8D1B-1429C9E69A11}" type="presParOf" srcId="{01A1795B-3861-4AC4-9027-ED056EAF5B84}" destId="{0E7B2DD5-70F3-4722-83F5-6563CFD73B4D}" srcOrd="1" destOrd="0" presId="urn:microsoft.com/office/officeart/2005/8/layout/list1"/>
    <dgm:cxn modelId="{48EA039C-34F0-408C-8CBA-BD5E35BDDE17}" type="presParOf" srcId="{01A1795B-3861-4AC4-9027-ED056EAF5B84}" destId="{F4B8B596-210A-4132-B44F-D41B73A8B061}" srcOrd="2" destOrd="0" presId="urn:microsoft.com/office/officeart/2005/8/layout/list1"/>
    <dgm:cxn modelId="{65D7782D-CFA9-4D81-B650-B8CA709EA165}" type="presParOf" srcId="{01A1795B-3861-4AC4-9027-ED056EAF5B84}" destId="{BA19D99B-F85F-4A92-8223-148125FBA0D7}" srcOrd="3" destOrd="0" presId="urn:microsoft.com/office/officeart/2005/8/layout/list1"/>
    <dgm:cxn modelId="{6AE4DC69-9841-494B-9AEB-8306B30B49D8}" type="presParOf" srcId="{01A1795B-3861-4AC4-9027-ED056EAF5B84}" destId="{F5762122-0AC0-44BC-A3C6-8DA8DCA3E4CB}" srcOrd="4" destOrd="0" presId="urn:microsoft.com/office/officeart/2005/8/layout/list1"/>
    <dgm:cxn modelId="{4A502C01-6318-4503-89CC-8AFD61D5DDC9}" type="presParOf" srcId="{F5762122-0AC0-44BC-A3C6-8DA8DCA3E4CB}" destId="{7680AD00-305A-4DF5-AFA7-0634F5BD3A4F}" srcOrd="0" destOrd="0" presId="urn:microsoft.com/office/officeart/2005/8/layout/list1"/>
    <dgm:cxn modelId="{BA572599-6C4E-4771-9FB0-2AD7E0CA0F75}" type="presParOf" srcId="{F5762122-0AC0-44BC-A3C6-8DA8DCA3E4CB}" destId="{75BC9B5B-BE9A-4705-BB0E-60B0FEDC40ED}" srcOrd="1" destOrd="0" presId="urn:microsoft.com/office/officeart/2005/8/layout/list1"/>
    <dgm:cxn modelId="{7B726011-B574-45D2-ACB0-B36194930ECD}" type="presParOf" srcId="{01A1795B-3861-4AC4-9027-ED056EAF5B84}" destId="{B5608761-15FF-464B-B9B1-D674E4138CE6}" srcOrd="5" destOrd="0" presId="urn:microsoft.com/office/officeart/2005/8/layout/list1"/>
    <dgm:cxn modelId="{42A2FFBD-7429-4576-8A7C-D1265EB96196}" type="presParOf" srcId="{01A1795B-3861-4AC4-9027-ED056EAF5B84}" destId="{EFB748D8-DF18-4A9E-AD58-C5978088DF18}" srcOrd="6" destOrd="0" presId="urn:microsoft.com/office/officeart/2005/8/layout/list1"/>
    <dgm:cxn modelId="{2AA4632E-920D-4ECC-B6FF-CFD99CA2BADC}" type="presParOf" srcId="{01A1795B-3861-4AC4-9027-ED056EAF5B84}" destId="{D8F92A62-CB2B-4104-96EA-C131CE031ADC}" srcOrd="7" destOrd="0" presId="urn:microsoft.com/office/officeart/2005/8/layout/list1"/>
    <dgm:cxn modelId="{693B17D1-2799-4020-B560-8668D6295808}" type="presParOf" srcId="{01A1795B-3861-4AC4-9027-ED056EAF5B84}" destId="{64279444-03A7-4EAF-B4F8-32C44BD07F26}" srcOrd="8" destOrd="0" presId="urn:microsoft.com/office/officeart/2005/8/layout/list1"/>
    <dgm:cxn modelId="{BEC6FC50-E5EE-4D93-B8D9-A897A7B9C86D}" type="presParOf" srcId="{64279444-03A7-4EAF-B4F8-32C44BD07F26}" destId="{B8174D08-341C-4FD6-A9A1-98098B061732}" srcOrd="0" destOrd="0" presId="urn:microsoft.com/office/officeart/2005/8/layout/list1"/>
    <dgm:cxn modelId="{4D29AF3D-59DD-48C0-8DFA-A30615D99D6D}" type="presParOf" srcId="{64279444-03A7-4EAF-B4F8-32C44BD07F26}" destId="{B45F034A-B3DC-4AF6-ABA4-5C54C6353582}" srcOrd="1" destOrd="0" presId="urn:microsoft.com/office/officeart/2005/8/layout/list1"/>
    <dgm:cxn modelId="{4ED05CC8-3CBB-44BD-8B6A-95DAFA6CCEAF}" type="presParOf" srcId="{01A1795B-3861-4AC4-9027-ED056EAF5B84}" destId="{C004E83C-7E9E-4B70-AA9C-10FBCF8AEF15}" srcOrd="9" destOrd="0" presId="urn:microsoft.com/office/officeart/2005/8/layout/list1"/>
    <dgm:cxn modelId="{CB8A06D7-1A5E-46AE-9C71-1FC71DE834C7}" type="presParOf" srcId="{01A1795B-3861-4AC4-9027-ED056EAF5B84}" destId="{289A50B5-3718-4330-A840-5FF3272BAF14}" srcOrd="10" destOrd="0" presId="urn:microsoft.com/office/officeart/2005/8/layout/list1"/>
    <dgm:cxn modelId="{740D8AAA-3018-4195-BAE2-2F60C0687C5E}" type="presParOf" srcId="{01A1795B-3861-4AC4-9027-ED056EAF5B84}" destId="{7F3B550E-A3BB-462B-ACF2-5FF93FB8C712}" srcOrd="11" destOrd="0" presId="urn:microsoft.com/office/officeart/2005/8/layout/list1"/>
    <dgm:cxn modelId="{DCD7C44A-4F72-4EBB-B74F-D82F4ADF6372}" type="presParOf" srcId="{01A1795B-3861-4AC4-9027-ED056EAF5B84}" destId="{DB83B780-06DC-4A4C-9DCD-47466DD1179E}" srcOrd="12" destOrd="0" presId="urn:microsoft.com/office/officeart/2005/8/layout/list1"/>
    <dgm:cxn modelId="{0CC12FCD-9F85-4C73-91E6-E7E80223F640}" type="presParOf" srcId="{DB83B780-06DC-4A4C-9DCD-47466DD1179E}" destId="{D21E89B0-4E19-4CEA-9D12-7172F15C7DC9}" srcOrd="0" destOrd="0" presId="urn:microsoft.com/office/officeart/2005/8/layout/list1"/>
    <dgm:cxn modelId="{5658C3C0-D545-4748-88BF-077CD33DAE7C}" type="presParOf" srcId="{DB83B780-06DC-4A4C-9DCD-47466DD1179E}" destId="{3B6E973C-18BF-4689-B810-DEBC830F9B39}" srcOrd="1" destOrd="0" presId="urn:microsoft.com/office/officeart/2005/8/layout/list1"/>
    <dgm:cxn modelId="{194C81C4-B603-4C4A-ABD5-F5D130DFFC2B}" type="presParOf" srcId="{01A1795B-3861-4AC4-9027-ED056EAF5B84}" destId="{AE122E6E-0669-4446-800F-6B614AAD8491}" srcOrd="13" destOrd="0" presId="urn:microsoft.com/office/officeart/2005/8/layout/list1"/>
    <dgm:cxn modelId="{9B46F014-2E1E-4F85-BFFF-4EC890079EC5}" type="presParOf" srcId="{01A1795B-3861-4AC4-9027-ED056EAF5B84}" destId="{691CBC05-55E3-440A-B611-6C238287C84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F64730-0D55-481F-9901-7821C7927A5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F17D91A-CBEA-420B-8D44-87CFBD88F8E1}">
      <dgm:prSet custT="1"/>
      <dgm:spPr/>
      <dgm:t>
        <a:bodyPr/>
        <a:lstStyle/>
        <a:p>
          <a:r>
            <a:rPr lang="en-US" sz="2000" dirty="0"/>
            <a:t>1. </a:t>
          </a:r>
          <a:r>
            <a:rPr lang="zh-CN" sz="2000" dirty="0"/>
            <a:t>霍尔编码器</a:t>
          </a:r>
        </a:p>
      </dgm:t>
    </dgm:pt>
    <dgm:pt modelId="{5831BEF4-7925-446D-9BB9-67595158D1EA}" type="parTrans" cxnId="{50123FE7-FC86-4B90-B33F-1EBB4F1B9456}">
      <dgm:prSet/>
      <dgm:spPr/>
      <dgm:t>
        <a:bodyPr/>
        <a:lstStyle/>
        <a:p>
          <a:endParaRPr lang="zh-CN" altLang="en-US" sz="1400"/>
        </a:p>
      </dgm:t>
    </dgm:pt>
    <dgm:pt modelId="{75CDF5FF-AF76-45EA-B8EF-33C9B6C71E6B}" type="sibTrans" cxnId="{50123FE7-FC86-4B90-B33F-1EBB4F1B9456}">
      <dgm:prSet/>
      <dgm:spPr/>
      <dgm:t>
        <a:bodyPr/>
        <a:lstStyle/>
        <a:p>
          <a:endParaRPr lang="zh-CN" altLang="en-US" sz="1400"/>
        </a:p>
      </dgm:t>
    </dgm:pt>
    <dgm:pt modelId="{D99198AF-7AF4-42EB-A528-476A594788A7}">
      <dgm:prSet custT="1"/>
      <dgm:spPr/>
      <dgm:t>
        <a:bodyPr/>
        <a:lstStyle/>
        <a:p>
          <a:r>
            <a:rPr lang="zh-CN" altLang="en-US" sz="1600" dirty="0"/>
            <a:t>接口、原理、使用</a:t>
          </a:r>
        </a:p>
      </dgm:t>
    </dgm:pt>
    <dgm:pt modelId="{2FAA9BD2-E304-47B7-A372-6C389108A7EC}" type="parTrans" cxnId="{6BC444EE-D056-43F9-A7B8-8115DE19D39F}">
      <dgm:prSet/>
      <dgm:spPr/>
      <dgm:t>
        <a:bodyPr/>
        <a:lstStyle/>
        <a:p>
          <a:endParaRPr lang="zh-CN" altLang="en-US" sz="1400"/>
        </a:p>
      </dgm:t>
    </dgm:pt>
    <dgm:pt modelId="{75DD6E97-E3BD-4037-939A-FEAA11C1659E}" type="sibTrans" cxnId="{6BC444EE-D056-43F9-A7B8-8115DE19D39F}">
      <dgm:prSet/>
      <dgm:spPr/>
      <dgm:t>
        <a:bodyPr/>
        <a:lstStyle/>
        <a:p>
          <a:endParaRPr lang="zh-CN" altLang="en-US" sz="1400"/>
        </a:p>
      </dgm:t>
    </dgm:pt>
    <dgm:pt modelId="{F24D7229-9DAF-4E4A-8A53-F019C19C67DF}">
      <dgm:prSet custT="1"/>
      <dgm:spPr/>
      <dgm:t>
        <a:bodyPr/>
        <a:lstStyle/>
        <a:p>
          <a:r>
            <a:rPr lang="en-US" sz="2000" dirty="0"/>
            <a:t>2. </a:t>
          </a:r>
          <a:r>
            <a:rPr lang="zh-CN" sz="2000" dirty="0"/>
            <a:t>电流检测</a:t>
          </a:r>
        </a:p>
      </dgm:t>
    </dgm:pt>
    <dgm:pt modelId="{F47D58AD-B81A-4137-BE27-929DD99B3395}" type="parTrans" cxnId="{F1A98FC5-F1DF-43AF-A4FE-8264B50EF986}">
      <dgm:prSet/>
      <dgm:spPr/>
      <dgm:t>
        <a:bodyPr/>
        <a:lstStyle/>
        <a:p>
          <a:endParaRPr lang="zh-CN" altLang="en-US" sz="1400"/>
        </a:p>
      </dgm:t>
    </dgm:pt>
    <dgm:pt modelId="{E7371541-F51B-4BE9-96E9-CE7D71E4BD62}" type="sibTrans" cxnId="{F1A98FC5-F1DF-43AF-A4FE-8264B50EF986}">
      <dgm:prSet/>
      <dgm:spPr/>
      <dgm:t>
        <a:bodyPr/>
        <a:lstStyle/>
        <a:p>
          <a:endParaRPr lang="zh-CN" altLang="en-US" sz="1400"/>
        </a:p>
      </dgm:t>
    </dgm:pt>
    <dgm:pt modelId="{CA03714C-04A9-4453-BFB3-68DCA0C33361}">
      <dgm:prSet custT="1"/>
      <dgm:spPr/>
      <dgm:t>
        <a:bodyPr/>
        <a:lstStyle/>
        <a:p>
          <a:r>
            <a:rPr lang="zh-CN" altLang="en-US" sz="1600" dirty="0"/>
            <a:t>电路原理、</a:t>
          </a:r>
          <a:r>
            <a:rPr lang="en-US" altLang="zh-CN" sz="1600" dirty="0"/>
            <a:t>ADC</a:t>
          </a:r>
          <a:endParaRPr lang="zh-CN" sz="1600" dirty="0"/>
        </a:p>
      </dgm:t>
    </dgm:pt>
    <dgm:pt modelId="{A0DFC539-1ED1-4D3F-AD77-420B8054E81F}" type="parTrans" cxnId="{1A0E81CE-5D20-4B2A-AF7A-BEFC4937BCAA}">
      <dgm:prSet/>
      <dgm:spPr/>
      <dgm:t>
        <a:bodyPr/>
        <a:lstStyle/>
        <a:p>
          <a:endParaRPr lang="zh-CN" altLang="en-US" sz="1400"/>
        </a:p>
      </dgm:t>
    </dgm:pt>
    <dgm:pt modelId="{36B0E7D3-9F0F-469C-B10B-23AF8E51E9EE}" type="sibTrans" cxnId="{1A0E81CE-5D20-4B2A-AF7A-BEFC4937BCAA}">
      <dgm:prSet/>
      <dgm:spPr/>
      <dgm:t>
        <a:bodyPr/>
        <a:lstStyle/>
        <a:p>
          <a:endParaRPr lang="zh-CN" altLang="en-US" sz="1400"/>
        </a:p>
      </dgm:t>
    </dgm:pt>
    <dgm:pt modelId="{28C6C96A-4C5B-46DC-AA09-5CFD2115EBD1}">
      <dgm:prSet custT="1"/>
      <dgm:spPr/>
      <dgm:t>
        <a:bodyPr/>
        <a:lstStyle/>
        <a:p>
          <a:r>
            <a:rPr lang="en-US" sz="2000" dirty="0"/>
            <a:t>3. </a:t>
          </a:r>
          <a:r>
            <a:rPr lang="zh-CN" sz="2000" dirty="0"/>
            <a:t>电压检测</a:t>
          </a:r>
        </a:p>
      </dgm:t>
    </dgm:pt>
    <dgm:pt modelId="{A54B6085-0524-4A52-A65D-2145259AC71C}" type="parTrans" cxnId="{0FE67F46-60B8-40F8-BF5E-D4EE3318F044}">
      <dgm:prSet/>
      <dgm:spPr/>
      <dgm:t>
        <a:bodyPr/>
        <a:lstStyle/>
        <a:p>
          <a:endParaRPr lang="zh-CN" altLang="en-US" sz="1400"/>
        </a:p>
      </dgm:t>
    </dgm:pt>
    <dgm:pt modelId="{44B917AC-5B5B-4956-AA22-ECDD0A530633}" type="sibTrans" cxnId="{0FE67F46-60B8-40F8-BF5E-D4EE3318F044}">
      <dgm:prSet/>
      <dgm:spPr/>
      <dgm:t>
        <a:bodyPr/>
        <a:lstStyle/>
        <a:p>
          <a:endParaRPr lang="zh-CN" altLang="en-US" sz="1400"/>
        </a:p>
      </dgm:t>
    </dgm:pt>
    <dgm:pt modelId="{89AF68C5-1CB2-4584-8E64-4FEF6EBE670D}">
      <dgm:prSet custT="1"/>
      <dgm:spPr/>
      <dgm:t>
        <a:bodyPr/>
        <a:lstStyle/>
        <a:p>
          <a:r>
            <a:rPr lang="zh-CN" altLang="en-US" sz="1600" dirty="0"/>
            <a:t>电路原理、</a:t>
          </a:r>
          <a:r>
            <a:rPr lang="en-US" altLang="zh-CN" sz="1600" dirty="0"/>
            <a:t>ADC</a:t>
          </a:r>
          <a:endParaRPr lang="zh-CN" altLang="en-US" sz="1600" dirty="0"/>
        </a:p>
      </dgm:t>
    </dgm:pt>
    <dgm:pt modelId="{1B33079B-39BD-4FCB-A901-0B85C8A05469}" type="parTrans" cxnId="{6CC3D2AE-D694-443B-A4BA-137100E2FA70}">
      <dgm:prSet/>
      <dgm:spPr/>
      <dgm:t>
        <a:bodyPr/>
        <a:lstStyle/>
        <a:p>
          <a:endParaRPr lang="zh-CN" altLang="en-US" sz="1400"/>
        </a:p>
      </dgm:t>
    </dgm:pt>
    <dgm:pt modelId="{EA8A5C58-DFAC-4302-B6FB-055FF398421F}" type="sibTrans" cxnId="{6CC3D2AE-D694-443B-A4BA-137100E2FA70}">
      <dgm:prSet/>
      <dgm:spPr/>
      <dgm:t>
        <a:bodyPr/>
        <a:lstStyle/>
        <a:p>
          <a:endParaRPr lang="zh-CN" altLang="en-US" sz="1400"/>
        </a:p>
      </dgm:t>
    </dgm:pt>
    <dgm:pt modelId="{8AEDB108-A062-4857-97B7-4A037D0B3D45}">
      <dgm:prSet custT="1"/>
      <dgm:spPr/>
      <dgm:t>
        <a:bodyPr/>
        <a:lstStyle/>
        <a:p>
          <a:r>
            <a:rPr lang="en-US" sz="2000" dirty="0"/>
            <a:t>4. </a:t>
          </a:r>
          <a:r>
            <a:rPr lang="zh-CN" sz="2000" dirty="0"/>
            <a:t>多数据融合</a:t>
          </a:r>
        </a:p>
      </dgm:t>
    </dgm:pt>
    <dgm:pt modelId="{358AEA6C-D276-4623-87E4-2F1494996FAF}" type="parTrans" cxnId="{B5EF0D50-BE16-454A-AC02-7D453E086BED}">
      <dgm:prSet/>
      <dgm:spPr/>
      <dgm:t>
        <a:bodyPr/>
        <a:lstStyle/>
        <a:p>
          <a:endParaRPr lang="zh-CN" altLang="en-US" sz="1400"/>
        </a:p>
      </dgm:t>
    </dgm:pt>
    <dgm:pt modelId="{16AA8A4E-96DB-44F6-9BF4-4D850569A2FB}" type="sibTrans" cxnId="{B5EF0D50-BE16-454A-AC02-7D453E086BED}">
      <dgm:prSet/>
      <dgm:spPr/>
      <dgm:t>
        <a:bodyPr/>
        <a:lstStyle/>
        <a:p>
          <a:endParaRPr lang="zh-CN" altLang="en-US" sz="1400"/>
        </a:p>
      </dgm:t>
    </dgm:pt>
    <dgm:pt modelId="{8059BC2A-37F9-418F-94B0-D6DE0C212EF7}">
      <dgm:prSet custT="1"/>
      <dgm:spPr/>
      <dgm:t>
        <a:bodyPr/>
        <a:lstStyle/>
        <a:p>
          <a:r>
            <a:rPr lang="zh-CN" altLang="en-US" sz="1600" dirty="0"/>
            <a:t>构建完整状态监测仪</a:t>
          </a:r>
        </a:p>
      </dgm:t>
    </dgm:pt>
    <dgm:pt modelId="{6C3FB9C8-C19D-4CDC-A9AB-C35FCABCEEDD}" type="parTrans" cxnId="{D644ED27-E149-4104-8C12-63630EDB4707}">
      <dgm:prSet/>
      <dgm:spPr/>
      <dgm:t>
        <a:bodyPr/>
        <a:lstStyle/>
        <a:p>
          <a:endParaRPr lang="zh-CN" altLang="en-US" sz="1400"/>
        </a:p>
      </dgm:t>
    </dgm:pt>
    <dgm:pt modelId="{E733DC96-7A4E-4BCE-97F9-220275ADE49C}" type="sibTrans" cxnId="{D644ED27-E149-4104-8C12-63630EDB4707}">
      <dgm:prSet/>
      <dgm:spPr/>
      <dgm:t>
        <a:bodyPr/>
        <a:lstStyle/>
        <a:p>
          <a:endParaRPr lang="zh-CN" altLang="en-US" sz="1400"/>
        </a:p>
      </dgm:t>
    </dgm:pt>
    <dgm:pt modelId="{5EA1E58C-6252-4ECE-83D9-009E462B24C0}" type="pres">
      <dgm:prSet presAssocID="{EDF64730-0D55-481F-9901-7821C7927A55}" presName="Name0" presStyleCnt="0">
        <dgm:presLayoutVars>
          <dgm:dir/>
          <dgm:resizeHandles val="exact"/>
        </dgm:presLayoutVars>
      </dgm:prSet>
      <dgm:spPr/>
    </dgm:pt>
    <dgm:pt modelId="{EB796168-C3AF-4151-A7D7-1A044CE16F3E}" type="pres">
      <dgm:prSet presAssocID="{EDF64730-0D55-481F-9901-7821C7927A55}" presName="arrow" presStyleLbl="bgShp" presStyleIdx="0" presStyleCnt="1"/>
      <dgm:spPr/>
    </dgm:pt>
    <dgm:pt modelId="{F906CB39-E7AB-4883-912A-8630A9FACF16}" type="pres">
      <dgm:prSet presAssocID="{EDF64730-0D55-481F-9901-7821C7927A55}" presName="points" presStyleCnt="0"/>
      <dgm:spPr/>
    </dgm:pt>
    <dgm:pt modelId="{81D4A597-4581-472F-A5C6-8BAB316B9D79}" type="pres">
      <dgm:prSet presAssocID="{CF17D91A-CBEA-420B-8D44-87CFBD88F8E1}" presName="compositeA" presStyleCnt="0"/>
      <dgm:spPr/>
    </dgm:pt>
    <dgm:pt modelId="{25A54D23-8631-412B-AE34-1C0458B5C1A9}" type="pres">
      <dgm:prSet presAssocID="{CF17D91A-CBEA-420B-8D44-87CFBD88F8E1}" presName="textA" presStyleLbl="revTx" presStyleIdx="0" presStyleCnt="4">
        <dgm:presLayoutVars>
          <dgm:bulletEnabled val="1"/>
        </dgm:presLayoutVars>
      </dgm:prSet>
      <dgm:spPr/>
    </dgm:pt>
    <dgm:pt modelId="{069EA1CF-06BE-40F7-901A-22287742FFCC}" type="pres">
      <dgm:prSet presAssocID="{CF17D91A-CBEA-420B-8D44-87CFBD88F8E1}" presName="circleA" presStyleLbl="node1" presStyleIdx="0" presStyleCnt="4"/>
      <dgm:spPr/>
    </dgm:pt>
    <dgm:pt modelId="{04CAC60C-7B24-4661-9B2D-D532B16F2414}" type="pres">
      <dgm:prSet presAssocID="{CF17D91A-CBEA-420B-8D44-87CFBD88F8E1}" presName="spaceA" presStyleCnt="0"/>
      <dgm:spPr/>
    </dgm:pt>
    <dgm:pt modelId="{6D51BD86-CD30-472F-A600-CDCD85315CA1}" type="pres">
      <dgm:prSet presAssocID="{75CDF5FF-AF76-45EA-B8EF-33C9B6C71E6B}" presName="space" presStyleCnt="0"/>
      <dgm:spPr/>
    </dgm:pt>
    <dgm:pt modelId="{6AC5C432-38B3-4E7F-B233-86AEE12C9690}" type="pres">
      <dgm:prSet presAssocID="{F24D7229-9DAF-4E4A-8A53-F019C19C67DF}" presName="compositeB" presStyleCnt="0"/>
      <dgm:spPr/>
    </dgm:pt>
    <dgm:pt modelId="{FB34DBF7-F417-4E04-8C2C-331E0FD9B972}" type="pres">
      <dgm:prSet presAssocID="{F24D7229-9DAF-4E4A-8A53-F019C19C67DF}" presName="textB" presStyleLbl="revTx" presStyleIdx="1" presStyleCnt="4">
        <dgm:presLayoutVars>
          <dgm:bulletEnabled val="1"/>
        </dgm:presLayoutVars>
      </dgm:prSet>
      <dgm:spPr/>
    </dgm:pt>
    <dgm:pt modelId="{2FFD15EC-855F-4217-BD1E-433AACF92E86}" type="pres">
      <dgm:prSet presAssocID="{F24D7229-9DAF-4E4A-8A53-F019C19C67DF}" presName="circleB" presStyleLbl="node1" presStyleIdx="1" presStyleCnt="4"/>
      <dgm:spPr/>
    </dgm:pt>
    <dgm:pt modelId="{CAFBE311-C66C-4BA2-9B0B-4BC7AEFC6499}" type="pres">
      <dgm:prSet presAssocID="{F24D7229-9DAF-4E4A-8A53-F019C19C67DF}" presName="spaceB" presStyleCnt="0"/>
      <dgm:spPr/>
    </dgm:pt>
    <dgm:pt modelId="{E67B38FA-74C8-4ED4-ABE9-5CF128F8589C}" type="pres">
      <dgm:prSet presAssocID="{E7371541-F51B-4BE9-96E9-CE7D71E4BD62}" presName="space" presStyleCnt="0"/>
      <dgm:spPr/>
    </dgm:pt>
    <dgm:pt modelId="{6A563EFD-A66C-4E7C-A9D2-399F432466A6}" type="pres">
      <dgm:prSet presAssocID="{28C6C96A-4C5B-46DC-AA09-5CFD2115EBD1}" presName="compositeA" presStyleCnt="0"/>
      <dgm:spPr/>
    </dgm:pt>
    <dgm:pt modelId="{1FC05627-7B09-41BE-93A0-3FAEBD6709CA}" type="pres">
      <dgm:prSet presAssocID="{28C6C96A-4C5B-46DC-AA09-5CFD2115EBD1}" presName="textA" presStyleLbl="revTx" presStyleIdx="2" presStyleCnt="4">
        <dgm:presLayoutVars>
          <dgm:bulletEnabled val="1"/>
        </dgm:presLayoutVars>
      </dgm:prSet>
      <dgm:spPr/>
    </dgm:pt>
    <dgm:pt modelId="{B79B024F-6D93-4DF3-82ED-3D2C49251695}" type="pres">
      <dgm:prSet presAssocID="{28C6C96A-4C5B-46DC-AA09-5CFD2115EBD1}" presName="circleA" presStyleLbl="node1" presStyleIdx="2" presStyleCnt="4"/>
      <dgm:spPr/>
    </dgm:pt>
    <dgm:pt modelId="{DE84DF23-FE07-4B5C-82D6-30144B40C2DB}" type="pres">
      <dgm:prSet presAssocID="{28C6C96A-4C5B-46DC-AA09-5CFD2115EBD1}" presName="spaceA" presStyleCnt="0"/>
      <dgm:spPr/>
    </dgm:pt>
    <dgm:pt modelId="{51DF6D13-2376-4E9E-886E-F94ADF77B00F}" type="pres">
      <dgm:prSet presAssocID="{44B917AC-5B5B-4956-AA22-ECDD0A530633}" presName="space" presStyleCnt="0"/>
      <dgm:spPr/>
    </dgm:pt>
    <dgm:pt modelId="{3540425B-0441-400C-A8D4-36D368760005}" type="pres">
      <dgm:prSet presAssocID="{8AEDB108-A062-4857-97B7-4A037D0B3D45}" presName="compositeB" presStyleCnt="0"/>
      <dgm:spPr/>
    </dgm:pt>
    <dgm:pt modelId="{3413796D-5BB3-46A2-A980-474E01232414}" type="pres">
      <dgm:prSet presAssocID="{8AEDB108-A062-4857-97B7-4A037D0B3D45}" presName="textB" presStyleLbl="revTx" presStyleIdx="3" presStyleCnt="4">
        <dgm:presLayoutVars>
          <dgm:bulletEnabled val="1"/>
        </dgm:presLayoutVars>
      </dgm:prSet>
      <dgm:spPr/>
    </dgm:pt>
    <dgm:pt modelId="{5639EACF-31EF-400E-9B36-35D1338AFEE7}" type="pres">
      <dgm:prSet presAssocID="{8AEDB108-A062-4857-97B7-4A037D0B3D45}" presName="circleB" presStyleLbl="node1" presStyleIdx="3" presStyleCnt="4"/>
      <dgm:spPr/>
    </dgm:pt>
    <dgm:pt modelId="{9FC03FD1-92B3-49B8-92C1-50344D988809}" type="pres">
      <dgm:prSet presAssocID="{8AEDB108-A062-4857-97B7-4A037D0B3D45}" presName="spaceB" presStyleCnt="0"/>
      <dgm:spPr/>
    </dgm:pt>
  </dgm:ptLst>
  <dgm:cxnLst>
    <dgm:cxn modelId="{EFEF3802-2880-4978-8CFF-58B373393F8B}" type="presOf" srcId="{F24D7229-9DAF-4E4A-8A53-F019C19C67DF}" destId="{FB34DBF7-F417-4E04-8C2C-331E0FD9B972}" srcOrd="0" destOrd="0" presId="urn:microsoft.com/office/officeart/2005/8/layout/hProcess11"/>
    <dgm:cxn modelId="{63E09021-F996-4F20-A3BB-92BAD8962BEE}" type="presOf" srcId="{89AF68C5-1CB2-4584-8E64-4FEF6EBE670D}" destId="{1FC05627-7B09-41BE-93A0-3FAEBD6709CA}" srcOrd="0" destOrd="1" presId="urn:microsoft.com/office/officeart/2005/8/layout/hProcess11"/>
    <dgm:cxn modelId="{D644ED27-E149-4104-8C12-63630EDB4707}" srcId="{8AEDB108-A062-4857-97B7-4A037D0B3D45}" destId="{8059BC2A-37F9-418F-94B0-D6DE0C212EF7}" srcOrd="0" destOrd="0" parTransId="{6C3FB9C8-C19D-4CDC-A9AB-C35FCABCEEDD}" sibTransId="{E733DC96-7A4E-4BCE-97F9-220275ADE49C}"/>
    <dgm:cxn modelId="{0FE67F46-60B8-40F8-BF5E-D4EE3318F044}" srcId="{EDF64730-0D55-481F-9901-7821C7927A55}" destId="{28C6C96A-4C5B-46DC-AA09-5CFD2115EBD1}" srcOrd="2" destOrd="0" parTransId="{A54B6085-0524-4A52-A65D-2145259AC71C}" sibTransId="{44B917AC-5B5B-4956-AA22-ECDD0A530633}"/>
    <dgm:cxn modelId="{B5EF0D50-BE16-454A-AC02-7D453E086BED}" srcId="{EDF64730-0D55-481F-9901-7821C7927A55}" destId="{8AEDB108-A062-4857-97B7-4A037D0B3D45}" srcOrd="3" destOrd="0" parTransId="{358AEA6C-D276-4623-87E4-2F1494996FAF}" sibTransId="{16AA8A4E-96DB-44F6-9BF4-4D850569A2FB}"/>
    <dgm:cxn modelId="{10CE4D88-C4B4-490B-B43B-D9F8177D2D18}" type="presOf" srcId="{EDF64730-0D55-481F-9901-7821C7927A55}" destId="{5EA1E58C-6252-4ECE-83D9-009E462B24C0}" srcOrd="0" destOrd="0" presId="urn:microsoft.com/office/officeart/2005/8/layout/hProcess11"/>
    <dgm:cxn modelId="{F55FF999-AEA9-44F4-B360-7E7E42B46176}" type="presOf" srcId="{CF17D91A-CBEA-420B-8D44-87CFBD88F8E1}" destId="{25A54D23-8631-412B-AE34-1C0458B5C1A9}" srcOrd="0" destOrd="0" presId="urn:microsoft.com/office/officeart/2005/8/layout/hProcess11"/>
    <dgm:cxn modelId="{44CAD0A9-10D9-4878-9458-B317C9CAD978}" type="presOf" srcId="{28C6C96A-4C5B-46DC-AA09-5CFD2115EBD1}" destId="{1FC05627-7B09-41BE-93A0-3FAEBD6709CA}" srcOrd="0" destOrd="0" presId="urn:microsoft.com/office/officeart/2005/8/layout/hProcess11"/>
    <dgm:cxn modelId="{6CC3D2AE-D694-443B-A4BA-137100E2FA70}" srcId="{28C6C96A-4C5B-46DC-AA09-5CFD2115EBD1}" destId="{89AF68C5-1CB2-4584-8E64-4FEF6EBE670D}" srcOrd="0" destOrd="0" parTransId="{1B33079B-39BD-4FCB-A901-0B85C8A05469}" sibTransId="{EA8A5C58-DFAC-4302-B6FB-055FF398421F}"/>
    <dgm:cxn modelId="{A76608C5-14E3-4205-B049-2312852880CC}" type="presOf" srcId="{D99198AF-7AF4-42EB-A528-476A594788A7}" destId="{25A54D23-8631-412B-AE34-1C0458B5C1A9}" srcOrd="0" destOrd="1" presId="urn:microsoft.com/office/officeart/2005/8/layout/hProcess11"/>
    <dgm:cxn modelId="{F1A98FC5-F1DF-43AF-A4FE-8264B50EF986}" srcId="{EDF64730-0D55-481F-9901-7821C7927A55}" destId="{F24D7229-9DAF-4E4A-8A53-F019C19C67DF}" srcOrd="1" destOrd="0" parTransId="{F47D58AD-B81A-4137-BE27-929DD99B3395}" sibTransId="{E7371541-F51B-4BE9-96E9-CE7D71E4BD62}"/>
    <dgm:cxn modelId="{58DF69C8-1495-4EC3-BFA1-BB2993817CB2}" type="presOf" srcId="{8059BC2A-37F9-418F-94B0-D6DE0C212EF7}" destId="{3413796D-5BB3-46A2-A980-474E01232414}" srcOrd="0" destOrd="1" presId="urn:microsoft.com/office/officeart/2005/8/layout/hProcess11"/>
    <dgm:cxn modelId="{30A181CD-35C8-4F96-AD2D-656C5EA7F9C0}" type="presOf" srcId="{8AEDB108-A062-4857-97B7-4A037D0B3D45}" destId="{3413796D-5BB3-46A2-A980-474E01232414}" srcOrd="0" destOrd="0" presId="urn:microsoft.com/office/officeart/2005/8/layout/hProcess11"/>
    <dgm:cxn modelId="{1A0E81CE-5D20-4B2A-AF7A-BEFC4937BCAA}" srcId="{F24D7229-9DAF-4E4A-8A53-F019C19C67DF}" destId="{CA03714C-04A9-4453-BFB3-68DCA0C33361}" srcOrd="0" destOrd="0" parTransId="{A0DFC539-1ED1-4D3F-AD77-420B8054E81F}" sibTransId="{36B0E7D3-9F0F-469C-B10B-23AF8E51E9EE}"/>
    <dgm:cxn modelId="{C23DB5DA-9193-4481-93EE-3F16C997281F}" type="presOf" srcId="{CA03714C-04A9-4453-BFB3-68DCA0C33361}" destId="{FB34DBF7-F417-4E04-8C2C-331E0FD9B972}" srcOrd="0" destOrd="1" presId="urn:microsoft.com/office/officeart/2005/8/layout/hProcess11"/>
    <dgm:cxn modelId="{50123FE7-FC86-4B90-B33F-1EBB4F1B9456}" srcId="{EDF64730-0D55-481F-9901-7821C7927A55}" destId="{CF17D91A-CBEA-420B-8D44-87CFBD88F8E1}" srcOrd="0" destOrd="0" parTransId="{5831BEF4-7925-446D-9BB9-67595158D1EA}" sibTransId="{75CDF5FF-AF76-45EA-B8EF-33C9B6C71E6B}"/>
    <dgm:cxn modelId="{6BC444EE-D056-43F9-A7B8-8115DE19D39F}" srcId="{CF17D91A-CBEA-420B-8D44-87CFBD88F8E1}" destId="{D99198AF-7AF4-42EB-A528-476A594788A7}" srcOrd="0" destOrd="0" parTransId="{2FAA9BD2-E304-47B7-A372-6C389108A7EC}" sibTransId="{75DD6E97-E3BD-4037-939A-FEAA11C1659E}"/>
    <dgm:cxn modelId="{8A739E7C-5D65-4F16-B62D-1B03C88E4D17}" type="presParOf" srcId="{5EA1E58C-6252-4ECE-83D9-009E462B24C0}" destId="{EB796168-C3AF-4151-A7D7-1A044CE16F3E}" srcOrd="0" destOrd="0" presId="urn:microsoft.com/office/officeart/2005/8/layout/hProcess11"/>
    <dgm:cxn modelId="{7BFF867F-2F4D-4F6D-9285-EE9FC23C7E91}" type="presParOf" srcId="{5EA1E58C-6252-4ECE-83D9-009E462B24C0}" destId="{F906CB39-E7AB-4883-912A-8630A9FACF16}" srcOrd="1" destOrd="0" presId="urn:microsoft.com/office/officeart/2005/8/layout/hProcess11"/>
    <dgm:cxn modelId="{A05E156E-D827-4A3C-9E77-947A93CF7867}" type="presParOf" srcId="{F906CB39-E7AB-4883-912A-8630A9FACF16}" destId="{81D4A597-4581-472F-A5C6-8BAB316B9D79}" srcOrd="0" destOrd="0" presId="urn:microsoft.com/office/officeart/2005/8/layout/hProcess11"/>
    <dgm:cxn modelId="{BB2E4976-3F8F-47AD-86CF-2A5C94FECB9B}" type="presParOf" srcId="{81D4A597-4581-472F-A5C6-8BAB316B9D79}" destId="{25A54D23-8631-412B-AE34-1C0458B5C1A9}" srcOrd="0" destOrd="0" presId="urn:microsoft.com/office/officeart/2005/8/layout/hProcess11"/>
    <dgm:cxn modelId="{4611B864-09B3-4490-9206-29EE4F5AC9E2}" type="presParOf" srcId="{81D4A597-4581-472F-A5C6-8BAB316B9D79}" destId="{069EA1CF-06BE-40F7-901A-22287742FFCC}" srcOrd="1" destOrd="0" presId="urn:microsoft.com/office/officeart/2005/8/layout/hProcess11"/>
    <dgm:cxn modelId="{96BE7390-E2DE-4AE7-A915-4F72A272457D}" type="presParOf" srcId="{81D4A597-4581-472F-A5C6-8BAB316B9D79}" destId="{04CAC60C-7B24-4661-9B2D-D532B16F2414}" srcOrd="2" destOrd="0" presId="urn:microsoft.com/office/officeart/2005/8/layout/hProcess11"/>
    <dgm:cxn modelId="{E748F54A-C814-4745-B389-78BA34E5B2A2}" type="presParOf" srcId="{F906CB39-E7AB-4883-912A-8630A9FACF16}" destId="{6D51BD86-CD30-472F-A600-CDCD85315CA1}" srcOrd="1" destOrd="0" presId="urn:microsoft.com/office/officeart/2005/8/layout/hProcess11"/>
    <dgm:cxn modelId="{7C634D77-71E5-4403-BBF0-A2F882E47583}" type="presParOf" srcId="{F906CB39-E7AB-4883-912A-8630A9FACF16}" destId="{6AC5C432-38B3-4E7F-B233-86AEE12C9690}" srcOrd="2" destOrd="0" presId="urn:microsoft.com/office/officeart/2005/8/layout/hProcess11"/>
    <dgm:cxn modelId="{03D9B7E9-B623-4F1A-BE3E-A8A5B6C7623E}" type="presParOf" srcId="{6AC5C432-38B3-4E7F-B233-86AEE12C9690}" destId="{FB34DBF7-F417-4E04-8C2C-331E0FD9B972}" srcOrd="0" destOrd="0" presId="urn:microsoft.com/office/officeart/2005/8/layout/hProcess11"/>
    <dgm:cxn modelId="{4E6B50CE-B404-4BB9-AF54-0524F0979E63}" type="presParOf" srcId="{6AC5C432-38B3-4E7F-B233-86AEE12C9690}" destId="{2FFD15EC-855F-4217-BD1E-433AACF92E86}" srcOrd="1" destOrd="0" presId="urn:microsoft.com/office/officeart/2005/8/layout/hProcess11"/>
    <dgm:cxn modelId="{9DCF42DD-4CD6-4BEE-8C64-45344DE62CF3}" type="presParOf" srcId="{6AC5C432-38B3-4E7F-B233-86AEE12C9690}" destId="{CAFBE311-C66C-4BA2-9B0B-4BC7AEFC6499}" srcOrd="2" destOrd="0" presId="urn:microsoft.com/office/officeart/2005/8/layout/hProcess11"/>
    <dgm:cxn modelId="{7BDDCC4E-3C28-41D3-9773-1A597F3E0E47}" type="presParOf" srcId="{F906CB39-E7AB-4883-912A-8630A9FACF16}" destId="{E67B38FA-74C8-4ED4-ABE9-5CF128F8589C}" srcOrd="3" destOrd="0" presId="urn:microsoft.com/office/officeart/2005/8/layout/hProcess11"/>
    <dgm:cxn modelId="{638F98ED-7BC7-43F7-892A-3A62F00586A0}" type="presParOf" srcId="{F906CB39-E7AB-4883-912A-8630A9FACF16}" destId="{6A563EFD-A66C-4E7C-A9D2-399F432466A6}" srcOrd="4" destOrd="0" presId="urn:microsoft.com/office/officeart/2005/8/layout/hProcess11"/>
    <dgm:cxn modelId="{C5F876E6-42F2-4100-945E-885E3AA8F27E}" type="presParOf" srcId="{6A563EFD-A66C-4E7C-A9D2-399F432466A6}" destId="{1FC05627-7B09-41BE-93A0-3FAEBD6709CA}" srcOrd="0" destOrd="0" presId="urn:microsoft.com/office/officeart/2005/8/layout/hProcess11"/>
    <dgm:cxn modelId="{B5382C74-31E1-4059-B9AB-D3C4F5CD3553}" type="presParOf" srcId="{6A563EFD-A66C-4E7C-A9D2-399F432466A6}" destId="{B79B024F-6D93-4DF3-82ED-3D2C49251695}" srcOrd="1" destOrd="0" presId="urn:microsoft.com/office/officeart/2005/8/layout/hProcess11"/>
    <dgm:cxn modelId="{4B3A0BFD-73E8-4EE6-B670-4DFB3492EED6}" type="presParOf" srcId="{6A563EFD-A66C-4E7C-A9D2-399F432466A6}" destId="{DE84DF23-FE07-4B5C-82D6-30144B40C2DB}" srcOrd="2" destOrd="0" presId="urn:microsoft.com/office/officeart/2005/8/layout/hProcess11"/>
    <dgm:cxn modelId="{732E66F9-AEDB-4E22-9432-84413E897DBD}" type="presParOf" srcId="{F906CB39-E7AB-4883-912A-8630A9FACF16}" destId="{51DF6D13-2376-4E9E-886E-F94ADF77B00F}" srcOrd="5" destOrd="0" presId="urn:microsoft.com/office/officeart/2005/8/layout/hProcess11"/>
    <dgm:cxn modelId="{E90C4462-9D59-4A86-80DA-CE45FA16283A}" type="presParOf" srcId="{F906CB39-E7AB-4883-912A-8630A9FACF16}" destId="{3540425B-0441-400C-A8D4-36D368760005}" srcOrd="6" destOrd="0" presId="urn:microsoft.com/office/officeart/2005/8/layout/hProcess11"/>
    <dgm:cxn modelId="{406DFD25-39E0-4B3C-8077-5FFC6C565E86}" type="presParOf" srcId="{3540425B-0441-400C-A8D4-36D368760005}" destId="{3413796D-5BB3-46A2-A980-474E01232414}" srcOrd="0" destOrd="0" presId="urn:microsoft.com/office/officeart/2005/8/layout/hProcess11"/>
    <dgm:cxn modelId="{8990219F-8C26-445B-A154-3BBACC2470C9}" type="presParOf" srcId="{3540425B-0441-400C-A8D4-36D368760005}" destId="{5639EACF-31EF-400E-9B36-35D1338AFEE7}" srcOrd="1" destOrd="0" presId="urn:microsoft.com/office/officeart/2005/8/layout/hProcess11"/>
    <dgm:cxn modelId="{525ADCDE-19D6-4072-BDD3-0A4E028D27D7}" type="presParOf" srcId="{3540425B-0441-400C-A8D4-36D368760005}" destId="{9FC03FD1-92B3-49B8-92C1-50344D988809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92036E-4EF1-45EE-B141-2031905649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C1900EA-C40A-4100-8586-695B061EC5AC}">
      <dgm:prSet custT="1"/>
      <dgm:spPr/>
      <dgm:t>
        <a:bodyPr/>
        <a:lstStyle/>
        <a:p>
          <a:r>
            <a: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如果编码器脉冲受到噪声干扰，系统可能会怎样？</a:t>
          </a:r>
        </a:p>
      </dgm:t>
    </dgm:pt>
    <dgm:pt modelId="{F5C31108-D37C-4F92-8477-B29B472768FE}" type="parTrans" cxnId="{D3165AC3-B9E8-4EFB-BBBB-E05054BD82B8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F58C8EF-5A29-4851-8C49-06D05EF0BD86}" type="sibTrans" cxnId="{D3165AC3-B9E8-4EFB-BBBB-E05054BD82B8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90571D7-FF87-4D9C-91B9-99832774B916}">
      <dgm:prSet custT="1"/>
      <dgm:spPr/>
      <dgm:t>
        <a:bodyPr/>
        <a:lstStyle/>
        <a:p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位置</a:t>
          </a:r>
          <a:r>
            <a:rPr 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速度反馈失真 → </a:t>
          </a:r>
          <a:r>
            <a:rPr 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误判，导致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振荡、抖动、失步或失控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gm:t>
    </dgm:pt>
    <dgm:pt modelId="{A6E304EA-2B26-48E4-8E11-493F3A58FABE}" type="parTrans" cxnId="{2ED68CF2-8F1F-4CE5-99F4-99FE90A3E19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E6C59AB-EAAB-47D9-B617-C52FF134B984}" type="sibTrans" cxnId="{2ED68CF2-8F1F-4CE5-99F4-99FE90A3E19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FBA6AB3-928F-4987-9A05-5D693E58FF9C}">
      <dgm:prSet custT="1"/>
      <dgm:spPr/>
      <dgm:t>
        <a:bodyPr/>
        <a:lstStyle/>
        <a:p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实时采样电流，一旦超过阈值，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立即关断</a:t>
          </a:r>
          <a:r>
            <a:rPr 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PWM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输出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（硬件</a:t>
          </a:r>
          <a:r>
            <a:rPr 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软件保护）。</a:t>
          </a:r>
        </a:p>
      </dgm:t>
    </dgm:pt>
    <dgm:pt modelId="{AC375150-869C-4D38-B48C-88C032D0FAFD}" type="parTrans" cxnId="{80E612CF-B1DB-4E0F-A233-C3DA47C42CF4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5112F97-5362-4910-ABA4-8D65E7319413}" type="sibTrans" cxnId="{80E612CF-B1DB-4E0F-A233-C3DA47C42CF4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7DACA85-8D6A-42ED-B591-1F8F0556CD8D}">
      <dgm:prSet custT="1"/>
      <dgm:spPr/>
      <dgm:t>
        <a:bodyPr/>
        <a:lstStyle/>
        <a:p>
          <a:r>
            <a:rPr lang="en-US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sz="2000" dirty="0">
              <a:latin typeface="微软雅黑" panose="020B0503020204020204" pitchFamily="34" charset="-122"/>
              <a:ea typeface="微软雅黑" panose="020B0503020204020204" pitchFamily="34" charset="-122"/>
            </a:rPr>
            <a:t>为什么需要同时检测电机电压和电流？</a:t>
          </a:r>
        </a:p>
      </dgm:t>
    </dgm:pt>
    <dgm:pt modelId="{095059A8-45C7-4A35-8D9A-A8D27B0031FC}" type="parTrans" cxnId="{260EDA4B-F15D-4DBC-A0BE-8A1276836005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9EAB160-5D58-4B4E-A43B-9BDCE9034305}" type="sibTrans" cxnId="{260EDA4B-F15D-4DBC-A0BE-8A1276836005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8D0F32C-A18D-4BAB-A3A0-D8118A50E071}">
      <dgm:prSet custT="1"/>
      <dgm:spPr/>
      <dgm:t>
        <a:bodyPr/>
        <a:lstStyle/>
        <a:p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电压用于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前馈补偿</a:t>
          </a:r>
          <a:r>
            <a:rPr 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反电动势估算</a:t>
          </a:r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</a:p>
      </dgm:t>
    </dgm:pt>
    <dgm:pt modelId="{4B159D53-A9D9-4FC9-8F75-2E1001750657}" type="parTrans" cxnId="{62900F6D-1C2A-4AA9-B068-B98090582EA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6E42129-C93D-4AEF-A008-3A4C8F30A56A}" type="sibTrans" cxnId="{62900F6D-1C2A-4AA9-B068-B98090582EAF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461736A-F638-4672-9C1D-067C3EA2883C}">
      <dgm:prSet custT="1"/>
      <dgm:spPr/>
      <dgm:t>
        <a:bodyPr/>
        <a:lstStyle/>
        <a:p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电流反映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真实转矩与负载</a:t>
          </a:r>
          <a:r>
            <a: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</a:p>
      </dgm:t>
    </dgm:pt>
    <dgm:pt modelId="{002630C7-231A-400D-BCE8-F42AEA77FD4B}" type="parTrans" cxnId="{E742DAE9-FB63-4F2C-9DEE-1FA2F6F880E1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222A0BA-865A-4BBB-AB93-BFFB4878504D}" type="sibTrans" cxnId="{E742DAE9-FB63-4F2C-9DEE-1FA2F6F880E1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B5F6D8F-630D-4499-A089-630AAFADE168}">
      <dgm:prSet custT="1"/>
      <dgm:spPr/>
      <dgm:t>
        <a:bodyPr/>
        <a:lstStyle/>
        <a:p>
          <a:r>
            <a:rPr lang="zh-CN" sz="1800" dirty="0">
              <a:latin typeface="微软雅黑" panose="020B0503020204020204" pitchFamily="34" charset="-122"/>
              <a:ea typeface="微软雅黑" panose="020B0503020204020204" pitchFamily="34" charset="-122"/>
            </a:rPr>
            <a:t>二者结合可提升控制鲁棒性（如阻抗控制、损耗估算），但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电压通常不用于</a:t>
          </a:r>
          <a:r>
            <a:rPr 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反馈</a:t>
          </a:r>
          <a:r>
            <a: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EFCDA16-1DCE-4BF9-9606-FB09A3C7CBF4}" type="parTrans" cxnId="{60940486-ABE5-4D34-9386-BEC5E2175771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21ECCC-CEF8-4AFE-8D2A-39329786CB99}" type="sibTrans" cxnId="{60940486-ABE5-4D34-9386-BEC5E2175771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D9209AD-40AA-4C52-B1C0-CDD95BEA0837}">
      <dgm:prSet custT="1"/>
      <dgm:spPr/>
      <dgm:t>
        <a:bodyPr/>
        <a:lstStyle/>
        <a:p>
          <a:r>
            <a:rPr lang="en-US" sz="200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sz="2000">
              <a:latin typeface="微软雅黑" panose="020B0503020204020204" pitchFamily="34" charset="-122"/>
              <a:ea typeface="微软雅黑" panose="020B0503020204020204" pitchFamily="34" charset="-122"/>
            </a:rPr>
            <a:t>电流检测如何实现过流保护？</a:t>
          </a:r>
          <a:endParaRPr lang="zh-CN" sz="18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530885-6EC5-4C5B-95E5-8529B7DE582A}" type="parTrans" cxnId="{C1CE2A0D-65EF-430D-B66B-525116FA4FE1}">
      <dgm:prSet/>
      <dgm:spPr/>
      <dgm:t>
        <a:bodyPr/>
        <a:lstStyle/>
        <a:p>
          <a:endParaRPr lang="zh-CN" altLang="en-US"/>
        </a:p>
      </dgm:t>
    </dgm:pt>
    <dgm:pt modelId="{5751E9D1-3741-474C-883C-052CE205D08B}" type="sibTrans" cxnId="{C1CE2A0D-65EF-430D-B66B-525116FA4FE1}">
      <dgm:prSet/>
      <dgm:spPr/>
      <dgm:t>
        <a:bodyPr/>
        <a:lstStyle/>
        <a:p>
          <a:endParaRPr lang="zh-CN" altLang="en-US"/>
        </a:p>
      </dgm:t>
    </dgm:pt>
    <dgm:pt modelId="{B1E6CD33-3114-47D0-9138-8CB41B420CD5}" type="pres">
      <dgm:prSet presAssocID="{EB92036E-4EF1-45EE-B141-203190564936}" presName="linear" presStyleCnt="0">
        <dgm:presLayoutVars>
          <dgm:animLvl val="lvl"/>
          <dgm:resizeHandles val="exact"/>
        </dgm:presLayoutVars>
      </dgm:prSet>
      <dgm:spPr/>
    </dgm:pt>
    <dgm:pt modelId="{B7DCB2D4-CBCA-4FA6-9562-4CADA02F2DE7}" type="pres">
      <dgm:prSet presAssocID="{3C1900EA-C40A-4100-8586-695B061EC5A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5BB308-24B2-4BBD-BE21-EEC147243DBD}" type="pres">
      <dgm:prSet presAssocID="{3C1900EA-C40A-4100-8586-695B061EC5AC}" presName="childText" presStyleLbl="revTx" presStyleIdx="0" presStyleCnt="3">
        <dgm:presLayoutVars>
          <dgm:bulletEnabled val="1"/>
        </dgm:presLayoutVars>
      </dgm:prSet>
      <dgm:spPr/>
    </dgm:pt>
    <dgm:pt modelId="{F6085191-67D6-4807-B285-D70A184DF0AD}" type="pres">
      <dgm:prSet presAssocID="{CD9209AD-40AA-4C52-B1C0-CDD95BEA083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FAAAE3A-37EB-4EC7-A5FA-98BEDF3A2A01}" type="pres">
      <dgm:prSet presAssocID="{CD9209AD-40AA-4C52-B1C0-CDD95BEA0837}" presName="childText" presStyleLbl="revTx" presStyleIdx="1" presStyleCnt="3">
        <dgm:presLayoutVars>
          <dgm:bulletEnabled val="1"/>
        </dgm:presLayoutVars>
      </dgm:prSet>
      <dgm:spPr/>
    </dgm:pt>
    <dgm:pt modelId="{97DB9665-51AA-4D04-83AC-12D24A4BB4E8}" type="pres">
      <dgm:prSet presAssocID="{27DACA85-8D6A-42ED-B591-1F8F0556CD8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0E2B2CB-E57B-4EEB-AB0C-7929A5488843}" type="pres">
      <dgm:prSet presAssocID="{27DACA85-8D6A-42ED-B591-1F8F0556CD8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E4FEF08-ADDB-4946-870F-F6DA9ADAB295}" type="presOf" srcId="{9FBA6AB3-928F-4987-9A05-5D693E58FF9C}" destId="{5FAAAE3A-37EB-4EC7-A5FA-98BEDF3A2A01}" srcOrd="0" destOrd="0" presId="urn:microsoft.com/office/officeart/2005/8/layout/vList2"/>
    <dgm:cxn modelId="{C1CE2A0D-65EF-430D-B66B-525116FA4FE1}" srcId="{EB92036E-4EF1-45EE-B141-203190564936}" destId="{CD9209AD-40AA-4C52-B1C0-CDD95BEA0837}" srcOrd="1" destOrd="0" parTransId="{3E530885-6EC5-4C5B-95E5-8529B7DE582A}" sibTransId="{5751E9D1-3741-474C-883C-052CE205D08B}"/>
    <dgm:cxn modelId="{9ADBBE43-1C13-407C-B942-C4F724C1D2F4}" type="presOf" srcId="{EB92036E-4EF1-45EE-B141-203190564936}" destId="{B1E6CD33-3114-47D0-9138-8CB41B420CD5}" srcOrd="0" destOrd="0" presId="urn:microsoft.com/office/officeart/2005/8/layout/vList2"/>
    <dgm:cxn modelId="{260EDA4B-F15D-4DBC-A0BE-8A1276836005}" srcId="{EB92036E-4EF1-45EE-B141-203190564936}" destId="{27DACA85-8D6A-42ED-B591-1F8F0556CD8D}" srcOrd="2" destOrd="0" parTransId="{095059A8-45C7-4A35-8D9A-A8D27B0031FC}" sibTransId="{59EAB160-5D58-4B4E-A43B-9BDCE9034305}"/>
    <dgm:cxn modelId="{62900F6D-1C2A-4AA9-B068-B98090582EAF}" srcId="{27DACA85-8D6A-42ED-B591-1F8F0556CD8D}" destId="{58D0F32C-A18D-4BAB-A3A0-D8118A50E071}" srcOrd="0" destOrd="0" parTransId="{4B159D53-A9D9-4FC9-8F75-2E1001750657}" sibTransId="{E6E42129-C93D-4AEF-A008-3A4C8F30A56A}"/>
    <dgm:cxn modelId="{73D4714E-ED88-40F9-8B51-6D4BD186B196}" type="presOf" srcId="{27DACA85-8D6A-42ED-B591-1F8F0556CD8D}" destId="{97DB9665-51AA-4D04-83AC-12D24A4BB4E8}" srcOrd="0" destOrd="0" presId="urn:microsoft.com/office/officeart/2005/8/layout/vList2"/>
    <dgm:cxn modelId="{0DDB4670-E0F0-476B-8730-D0FF387A9203}" type="presOf" srcId="{A90571D7-FF87-4D9C-91B9-99832774B916}" destId="{2B5BB308-24B2-4BBD-BE21-EEC147243DBD}" srcOrd="0" destOrd="0" presId="urn:microsoft.com/office/officeart/2005/8/layout/vList2"/>
    <dgm:cxn modelId="{60940486-ABE5-4D34-9386-BEC5E2175771}" srcId="{27DACA85-8D6A-42ED-B591-1F8F0556CD8D}" destId="{6B5F6D8F-630D-4499-A089-630AAFADE168}" srcOrd="2" destOrd="0" parTransId="{9EFCDA16-1DCE-4BF9-9606-FB09A3C7CBF4}" sibTransId="{E221ECCC-CEF8-4AFE-8D2A-39329786CB99}"/>
    <dgm:cxn modelId="{01E269B0-348B-47A2-AE82-B85E05887A18}" type="presOf" srcId="{3C1900EA-C40A-4100-8586-695B061EC5AC}" destId="{B7DCB2D4-CBCA-4FA6-9562-4CADA02F2DE7}" srcOrd="0" destOrd="0" presId="urn:microsoft.com/office/officeart/2005/8/layout/vList2"/>
    <dgm:cxn modelId="{D3165AC3-B9E8-4EFB-BBBB-E05054BD82B8}" srcId="{EB92036E-4EF1-45EE-B141-203190564936}" destId="{3C1900EA-C40A-4100-8586-695B061EC5AC}" srcOrd="0" destOrd="0" parTransId="{F5C31108-D37C-4F92-8477-B29B472768FE}" sibTransId="{DF58C8EF-5A29-4851-8C49-06D05EF0BD86}"/>
    <dgm:cxn modelId="{F01021CB-14CE-44AC-9AE8-A91D65481EDB}" type="presOf" srcId="{58D0F32C-A18D-4BAB-A3A0-D8118A50E071}" destId="{40E2B2CB-E57B-4EEB-AB0C-7929A5488843}" srcOrd="0" destOrd="0" presId="urn:microsoft.com/office/officeart/2005/8/layout/vList2"/>
    <dgm:cxn modelId="{80E612CF-B1DB-4E0F-A233-C3DA47C42CF4}" srcId="{CD9209AD-40AA-4C52-B1C0-CDD95BEA0837}" destId="{9FBA6AB3-928F-4987-9A05-5D693E58FF9C}" srcOrd="0" destOrd="0" parTransId="{AC375150-869C-4D38-B48C-88C032D0FAFD}" sibTransId="{75112F97-5362-4910-ABA4-8D65E7319413}"/>
    <dgm:cxn modelId="{305986D9-3ECE-4DE8-9CFF-6D42F981000D}" type="presOf" srcId="{6B5F6D8F-630D-4499-A089-630AAFADE168}" destId="{40E2B2CB-E57B-4EEB-AB0C-7929A5488843}" srcOrd="0" destOrd="2" presId="urn:microsoft.com/office/officeart/2005/8/layout/vList2"/>
    <dgm:cxn modelId="{8BD2DADA-D97A-4F8C-BB6B-276F09DC7FDC}" type="presOf" srcId="{CD9209AD-40AA-4C52-B1C0-CDD95BEA0837}" destId="{F6085191-67D6-4807-B285-D70A184DF0AD}" srcOrd="0" destOrd="0" presId="urn:microsoft.com/office/officeart/2005/8/layout/vList2"/>
    <dgm:cxn modelId="{E742DAE9-FB63-4F2C-9DEE-1FA2F6F880E1}" srcId="{27DACA85-8D6A-42ED-B591-1F8F0556CD8D}" destId="{0461736A-F638-4672-9C1D-067C3EA2883C}" srcOrd="1" destOrd="0" parTransId="{002630C7-231A-400D-BCE8-F42AEA77FD4B}" sibTransId="{7222A0BA-865A-4BBB-AB93-BFFB4878504D}"/>
    <dgm:cxn modelId="{2ED68CF2-8F1F-4CE5-99F4-99FE90A3E19F}" srcId="{3C1900EA-C40A-4100-8586-695B061EC5AC}" destId="{A90571D7-FF87-4D9C-91B9-99832774B916}" srcOrd="0" destOrd="0" parTransId="{A6E304EA-2B26-48E4-8E11-493F3A58FABE}" sibTransId="{8E6C59AB-EAAB-47D9-B617-C52FF134B984}"/>
    <dgm:cxn modelId="{A84CFEF4-A3DA-436C-B0A0-52206C246D1D}" type="presOf" srcId="{0461736A-F638-4672-9C1D-067C3EA2883C}" destId="{40E2B2CB-E57B-4EEB-AB0C-7929A5488843}" srcOrd="0" destOrd="1" presId="urn:microsoft.com/office/officeart/2005/8/layout/vList2"/>
    <dgm:cxn modelId="{2BCC11EB-80F4-4EF5-821E-EEB7EA80B529}" type="presParOf" srcId="{B1E6CD33-3114-47D0-9138-8CB41B420CD5}" destId="{B7DCB2D4-CBCA-4FA6-9562-4CADA02F2DE7}" srcOrd="0" destOrd="0" presId="urn:microsoft.com/office/officeart/2005/8/layout/vList2"/>
    <dgm:cxn modelId="{2EB85D5A-C4B9-4445-B314-1C05E742F0E1}" type="presParOf" srcId="{B1E6CD33-3114-47D0-9138-8CB41B420CD5}" destId="{2B5BB308-24B2-4BBD-BE21-EEC147243DBD}" srcOrd="1" destOrd="0" presId="urn:microsoft.com/office/officeart/2005/8/layout/vList2"/>
    <dgm:cxn modelId="{6DA4E060-C908-4B7C-9A13-3560686E4E87}" type="presParOf" srcId="{B1E6CD33-3114-47D0-9138-8CB41B420CD5}" destId="{F6085191-67D6-4807-B285-D70A184DF0AD}" srcOrd="2" destOrd="0" presId="urn:microsoft.com/office/officeart/2005/8/layout/vList2"/>
    <dgm:cxn modelId="{2319DBA6-DE04-4D31-997B-37F6083DBD96}" type="presParOf" srcId="{B1E6CD33-3114-47D0-9138-8CB41B420CD5}" destId="{5FAAAE3A-37EB-4EC7-A5FA-98BEDF3A2A01}" srcOrd="3" destOrd="0" presId="urn:microsoft.com/office/officeart/2005/8/layout/vList2"/>
    <dgm:cxn modelId="{67B53E9C-A6A3-4236-8D8A-8BA42D18A928}" type="presParOf" srcId="{B1E6CD33-3114-47D0-9138-8CB41B420CD5}" destId="{97DB9665-51AA-4D04-83AC-12D24A4BB4E8}" srcOrd="4" destOrd="0" presId="urn:microsoft.com/office/officeart/2005/8/layout/vList2"/>
    <dgm:cxn modelId="{87612A76-84D9-4663-A970-68312D1112C4}" type="presParOf" srcId="{B1E6CD33-3114-47D0-9138-8CB41B420CD5}" destId="{40E2B2CB-E57B-4EEB-AB0C-7929A548884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71CE1-654B-47A6-95D9-FEB1EE507755}">
      <dsp:nvSpPr>
        <dsp:cNvPr id="0" name=""/>
        <dsp:cNvSpPr/>
      </dsp:nvSpPr>
      <dsp:spPr>
        <a:xfrm rot="16200000">
          <a:off x="-1217861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60294" bIns="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b="0" i="0" kern="1200" dirty="0"/>
            <a:t>1</a:t>
          </a:r>
          <a:endParaRPr lang="zh-CN" sz="41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3200" b="0" i="0" kern="1200" dirty="0"/>
            <a:t> </a:t>
          </a:r>
          <a:r>
            <a:rPr lang="zh-CN" altLang="en-US" sz="3200" b="0" i="0" kern="1200" dirty="0"/>
            <a:t>“状态感知”在闭环控制中地位</a:t>
          </a:r>
          <a:endParaRPr lang="zh-CN" sz="3200" kern="1200" dirty="0"/>
        </a:p>
      </dsp:txBody>
      <dsp:txXfrm rot="5400000">
        <a:off x="2616" y="1001486"/>
        <a:ext cx="2566473" cy="3004456"/>
      </dsp:txXfrm>
    </dsp:sp>
    <dsp:sp modelId="{D17B44AC-E390-4C20-A72C-D1920E011A64}">
      <dsp:nvSpPr>
        <dsp:cNvPr id="0" name=""/>
        <dsp:cNvSpPr/>
      </dsp:nvSpPr>
      <dsp:spPr>
        <a:xfrm rot="16200000">
          <a:off x="1541097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60294" bIns="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b="0" i="0" kern="1200" dirty="0"/>
            <a:t>2 </a:t>
          </a:r>
          <a:endParaRPr lang="zh-CN" altLang="en-US" sz="4100" b="0" i="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3200" b="0" i="0" kern="1200" dirty="0"/>
            <a:t>“多状态反馈”的系统级概念</a:t>
          </a:r>
        </a:p>
      </dsp:txBody>
      <dsp:txXfrm rot="5400000">
        <a:off x="2761574" y="1001486"/>
        <a:ext cx="2566473" cy="3004456"/>
      </dsp:txXfrm>
    </dsp:sp>
    <dsp:sp modelId="{F4FB1E7A-D278-46FC-A703-908E362E9F11}">
      <dsp:nvSpPr>
        <dsp:cNvPr id="0" name=""/>
        <dsp:cNvSpPr/>
      </dsp:nvSpPr>
      <dsp:spPr>
        <a:xfrm rot="16200000">
          <a:off x="4300057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60294" bIns="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b="0" i="0" kern="1200" dirty="0"/>
            <a:t>3</a:t>
          </a:r>
          <a:endParaRPr lang="zh-CN" altLang="en-US" sz="4100" b="0" i="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3200" b="0" i="0" kern="1200" dirty="0"/>
            <a:t>位置、速度、电流、电压检测的各自作用</a:t>
          </a:r>
        </a:p>
      </dsp:txBody>
      <dsp:txXfrm rot="5400000">
        <a:off x="5520534" y="1001486"/>
        <a:ext cx="2566473" cy="3004456"/>
      </dsp:txXfrm>
    </dsp:sp>
    <dsp:sp modelId="{71C5F12B-CE77-483E-AA6B-479B36C3F366}">
      <dsp:nvSpPr>
        <dsp:cNvPr id="0" name=""/>
        <dsp:cNvSpPr/>
      </dsp:nvSpPr>
      <dsp:spPr>
        <a:xfrm rot="16200000">
          <a:off x="7059016" y="1220477"/>
          <a:ext cx="5007428" cy="2566473"/>
        </a:xfrm>
        <a:prstGeom prst="flowChartManualOperat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0" tIns="0" rIns="260294" bIns="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4100" b="0" i="0" kern="1200" dirty="0"/>
            <a:t>4 </a:t>
          </a:r>
          <a:endParaRPr lang="zh-CN" altLang="en-US" sz="4100" b="0" i="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3200" b="0" i="0" kern="1200"/>
            <a:t>本章学习路径与最终目标</a:t>
          </a:r>
          <a:endParaRPr lang="zh-CN" altLang="en-US" sz="3200" b="0" i="0" kern="1200" dirty="0"/>
        </a:p>
      </dsp:txBody>
      <dsp:txXfrm rot="5400000">
        <a:off x="8279493" y="1001486"/>
        <a:ext cx="2566473" cy="3004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46972B-3A14-43B9-8E9F-CC9AC442D718}">
      <dsp:nvSpPr>
        <dsp:cNvPr id="0" name=""/>
        <dsp:cNvSpPr/>
      </dsp:nvSpPr>
      <dsp:spPr>
        <a:xfrm>
          <a:off x="1626" y="2277214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直流有刷电机</a:t>
          </a:r>
          <a:r>
            <a:rPr lang="zh-CN" altLang="en-US" sz="1700" kern="1200" dirty="0"/>
            <a:t>闭环控制系统为例</a:t>
          </a:r>
          <a:endParaRPr lang="zh-CN" sz="1700" kern="1200" dirty="0"/>
        </a:p>
      </dsp:txBody>
      <dsp:txXfrm>
        <a:off x="24789" y="2300377"/>
        <a:ext cx="1535326" cy="744500"/>
      </dsp:txXfrm>
    </dsp:sp>
    <dsp:sp modelId="{9F00C451-631E-4F81-8A60-DB6F94540AEC}">
      <dsp:nvSpPr>
        <dsp:cNvPr id="0" name=""/>
        <dsp:cNvSpPr/>
      </dsp:nvSpPr>
      <dsp:spPr>
        <a:xfrm rot="17692822">
          <a:off x="1147739" y="1977224"/>
          <a:ext cx="150374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503740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62015" y="1952946"/>
        <a:ext cx="75187" cy="75187"/>
      </dsp:txXfrm>
    </dsp:sp>
    <dsp:sp modelId="{5F3FD922-9A5D-4454-B282-3BF0DEEE872B}">
      <dsp:nvSpPr>
        <dsp:cNvPr id="0" name=""/>
        <dsp:cNvSpPr/>
      </dsp:nvSpPr>
      <dsp:spPr>
        <a:xfrm>
          <a:off x="2215939" y="913038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电机是被控对象</a:t>
          </a:r>
        </a:p>
      </dsp:txBody>
      <dsp:txXfrm>
        <a:off x="2239102" y="936201"/>
        <a:ext cx="1535326" cy="744500"/>
      </dsp:txXfrm>
    </dsp:sp>
    <dsp:sp modelId="{F51A5C74-B0B3-4819-8C9C-D151E16485CD}">
      <dsp:nvSpPr>
        <dsp:cNvPr id="0" name=""/>
        <dsp:cNvSpPr/>
      </dsp:nvSpPr>
      <dsp:spPr>
        <a:xfrm rot="19457599">
          <a:off x="1510046" y="2431949"/>
          <a:ext cx="77912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79124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80131" y="2425786"/>
        <a:ext cx="38956" cy="38956"/>
      </dsp:txXfrm>
    </dsp:sp>
    <dsp:sp modelId="{B5B69221-3F44-490F-A375-4FF8F00A5354}">
      <dsp:nvSpPr>
        <dsp:cNvPr id="0" name=""/>
        <dsp:cNvSpPr/>
      </dsp:nvSpPr>
      <dsp:spPr>
        <a:xfrm>
          <a:off x="2215939" y="1822489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电机的转速是被控量</a:t>
          </a:r>
        </a:p>
      </dsp:txBody>
      <dsp:txXfrm>
        <a:off x="2239102" y="1845652"/>
        <a:ext cx="1535326" cy="744500"/>
      </dsp:txXfrm>
    </dsp:sp>
    <dsp:sp modelId="{A9A32EF1-288C-4127-A4BC-D04D77D4AF43}">
      <dsp:nvSpPr>
        <dsp:cNvPr id="0" name=""/>
        <dsp:cNvSpPr/>
      </dsp:nvSpPr>
      <dsp:spPr>
        <a:xfrm rot="2142401">
          <a:off x="1510046" y="2886674"/>
          <a:ext cx="779124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779124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80131" y="2880511"/>
        <a:ext cx="38956" cy="38956"/>
      </dsp:txXfrm>
    </dsp:sp>
    <dsp:sp modelId="{CEEEE30A-17A6-4E28-BED4-8FFF8102FED4}">
      <dsp:nvSpPr>
        <dsp:cNvPr id="0" name=""/>
        <dsp:cNvSpPr/>
      </dsp:nvSpPr>
      <dsp:spPr>
        <a:xfrm>
          <a:off x="2215939" y="2731939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STM32F407IGT6</a:t>
          </a:r>
          <a:r>
            <a:rPr lang="zh-CN" sz="1700" kern="1200"/>
            <a:t>开发板控制</a:t>
          </a:r>
        </a:p>
      </dsp:txBody>
      <dsp:txXfrm>
        <a:off x="2239102" y="2755102"/>
        <a:ext cx="1535326" cy="744500"/>
      </dsp:txXfrm>
    </dsp:sp>
    <dsp:sp modelId="{8F950233-4837-4CBC-8677-3890176340AB}">
      <dsp:nvSpPr>
        <dsp:cNvPr id="0" name=""/>
        <dsp:cNvSpPr/>
      </dsp:nvSpPr>
      <dsp:spPr>
        <a:xfrm>
          <a:off x="3797592" y="3114037"/>
          <a:ext cx="632661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32661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98106" y="3111536"/>
        <a:ext cx="31633" cy="31633"/>
      </dsp:txXfrm>
    </dsp:sp>
    <dsp:sp modelId="{BDB1AC6D-640C-4334-AEC4-5AE4B510180C}">
      <dsp:nvSpPr>
        <dsp:cNvPr id="0" name=""/>
        <dsp:cNvSpPr/>
      </dsp:nvSpPr>
      <dsp:spPr>
        <a:xfrm>
          <a:off x="4430253" y="2731939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 dirty="0"/>
            <a:t>可能</a:t>
          </a:r>
          <a:r>
            <a:rPr lang="zh-CN" altLang="en-US" sz="1700" kern="1200" dirty="0"/>
            <a:t>是</a:t>
          </a:r>
          <a:r>
            <a:rPr lang="en-US" sz="1700" kern="1200" dirty="0"/>
            <a:t>PID</a:t>
          </a:r>
          <a:r>
            <a:rPr lang="zh-CN" sz="1700" kern="1200" dirty="0"/>
            <a:t>控制</a:t>
          </a:r>
        </a:p>
      </dsp:txBody>
      <dsp:txXfrm>
        <a:off x="4453416" y="2755102"/>
        <a:ext cx="1535326" cy="744500"/>
      </dsp:txXfrm>
    </dsp:sp>
    <dsp:sp modelId="{E68C317C-77D6-4E78-A5D3-635132E2E44E}">
      <dsp:nvSpPr>
        <dsp:cNvPr id="0" name=""/>
        <dsp:cNvSpPr/>
      </dsp:nvSpPr>
      <dsp:spPr>
        <a:xfrm rot="3907178">
          <a:off x="1147739" y="3341399"/>
          <a:ext cx="1503740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1503740" y="13315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1862015" y="3317121"/>
        <a:ext cx="75187" cy="75187"/>
      </dsp:txXfrm>
    </dsp:sp>
    <dsp:sp modelId="{06A0707A-511E-42F0-BEA3-C0F916E1A855}">
      <dsp:nvSpPr>
        <dsp:cNvPr id="0" name=""/>
        <dsp:cNvSpPr/>
      </dsp:nvSpPr>
      <dsp:spPr>
        <a:xfrm>
          <a:off x="2215939" y="3641389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1700" kern="1200"/>
            <a:t>控制算法的输入</a:t>
          </a:r>
        </a:p>
      </dsp:txBody>
      <dsp:txXfrm>
        <a:off x="2239102" y="3664552"/>
        <a:ext cx="1535326" cy="744500"/>
      </dsp:txXfrm>
    </dsp:sp>
    <dsp:sp modelId="{5E4B24CF-6A9F-4BA5-9A7B-6DEC6AD0D320}">
      <dsp:nvSpPr>
        <dsp:cNvPr id="0" name=""/>
        <dsp:cNvSpPr/>
      </dsp:nvSpPr>
      <dsp:spPr>
        <a:xfrm>
          <a:off x="3797592" y="4023487"/>
          <a:ext cx="632661" cy="26630"/>
        </a:xfrm>
        <a:custGeom>
          <a:avLst/>
          <a:gdLst/>
          <a:ahLst/>
          <a:cxnLst/>
          <a:rect l="0" t="0" r="0" b="0"/>
          <a:pathLst>
            <a:path>
              <a:moveTo>
                <a:pt x="0" y="13315"/>
              </a:moveTo>
              <a:lnTo>
                <a:pt x="632661" y="1331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098106" y="4020986"/>
        <a:ext cx="31633" cy="31633"/>
      </dsp:txXfrm>
    </dsp:sp>
    <dsp:sp modelId="{8030B38C-80D0-4C1F-86DD-8BB885EA35FE}">
      <dsp:nvSpPr>
        <dsp:cNvPr id="0" name=""/>
        <dsp:cNvSpPr/>
      </dsp:nvSpPr>
      <dsp:spPr>
        <a:xfrm>
          <a:off x="4430253" y="3641389"/>
          <a:ext cx="1581652" cy="7908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误差</a:t>
          </a:r>
          <a:endParaRPr lang="zh-CN" sz="1700" kern="1200" dirty="0"/>
        </a:p>
      </dsp:txBody>
      <dsp:txXfrm>
        <a:off x="4453416" y="3664552"/>
        <a:ext cx="1535326" cy="744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B8B596-210A-4132-B44F-D41B73A8B061}">
      <dsp:nvSpPr>
        <dsp:cNvPr id="0" name=""/>
        <dsp:cNvSpPr/>
      </dsp:nvSpPr>
      <dsp:spPr>
        <a:xfrm>
          <a:off x="0" y="290867"/>
          <a:ext cx="4615542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217" tIns="333248" rIns="358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我在哪里？</a:t>
          </a:r>
          <a:r>
            <a:rPr lang="zh-CN" altLang="en-US" sz="1600" kern="1200" dirty="0"/>
            <a:t>（转子当前角度和累计圈数）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 </a:t>
          </a:r>
          <a:r>
            <a:rPr lang="zh-CN" sz="1600" kern="1200" dirty="0"/>
            <a:t>应用：精准定位、轨迹控制</a:t>
          </a:r>
        </a:p>
      </dsp:txBody>
      <dsp:txXfrm>
        <a:off x="0" y="290867"/>
        <a:ext cx="4615542" cy="1008000"/>
      </dsp:txXfrm>
    </dsp:sp>
    <dsp:sp modelId="{9B2DE524-CBDB-44F9-991A-E5137CA2034E}">
      <dsp:nvSpPr>
        <dsp:cNvPr id="0" name=""/>
        <dsp:cNvSpPr/>
      </dsp:nvSpPr>
      <dsp:spPr>
        <a:xfrm>
          <a:off x="230777" y="54707"/>
          <a:ext cx="32308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120" tIns="0" rIns="1221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1. </a:t>
          </a:r>
          <a:r>
            <a:rPr lang="zh-CN" sz="1600" kern="1200" dirty="0"/>
            <a:t>位置感知</a:t>
          </a:r>
        </a:p>
      </dsp:txBody>
      <dsp:txXfrm>
        <a:off x="253834" y="77764"/>
        <a:ext cx="3184766" cy="426206"/>
      </dsp:txXfrm>
    </dsp:sp>
    <dsp:sp modelId="{EFB748D8-DF18-4A9E-AD58-C5978088DF18}">
      <dsp:nvSpPr>
        <dsp:cNvPr id="0" name=""/>
        <dsp:cNvSpPr/>
      </dsp:nvSpPr>
      <dsp:spPr>
        <a:xfrm>
          <a:off x="0" y="1621427"/>
          <a:ext cx="4615542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217" tIns="333248" rIns="358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我跑多快？</a:t>
          </a:r>
          <a:r>
            <a:rPr lang="zh-CN" altLang="en-US" sz="1600" kern="1200" dirty="0"/>
            <a:t>（转子转速）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- </a:t>
          </a:r>
          <a:r>
            <a:rPr lang="zh-CN" sz="1600" kern="1200" dirty="0"/>
            <a:t>应用：稳速控制、平滑启停</a:t>
          </a:r>
        </a:p>
      </dsp:txBody>
      <dsp:txXfrm>
        <a:off x="0" y="1621427"/>
        <a:ext cx="4615542" cy="1008000"/>
      </dsp:txXfrm>
    </dsp:sp>
    <dsp:sp modelId="{75BC9B5B-BE9A-4705-BB0E-60B0FEDC40ED}">
      <dsp:nvSpPr>
        <dsp:cNvPr id="0" name=""/>
        <dsp:cNvSpPr/>
      </dsp:nvSpPr>
      <dsp:spPr>
        <a:xfrm>
          <a:off x="230777" y="1385267"/>
          <a:ext cx="32308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120" tIns="0" rIns="1221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2. </a:t>
          </a:r>
          <a:r>
            <a:rPr lang="zh-CN" sz="1600" kern="1200" dirty="0"/>
            <a:t>速度感知</a:t>
          </a:r>
        </a:p>
      </dsp:txBody>
      <dsp:txXfrm>
        <a:off x="253834" y="1408324"/>
        <a:ext cx="3184766" cy="426206"/>
      </dsp:txXfrm>
    </dsp:sp>
    <dsp:sp modelId="{289A50B5-3718-4330-A840-5FF3272BAF14}">
      <dsp:nvSpPr>
        <dsp:cNvPr id="0" name=""/>
        <dsp:cNvSpPr/>
      </dsp:nvSpPr>
      <dsp:spPr>
        <a:xfrm>
          <a:off x="0" y="2951987"/>
          <a:ext cx="4615542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217" tIns="333248" rIns="358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 dirty="0"/>
            <a:t>我出多大劲？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- </a:t>
          </a:r>
          <a:r>
            <a:rPr lang="zh-CN" sz="1600" kern="1200" dirty="0"/>
            <a:t>应用：力矩控制、过载保护</a:t>
          </a:r>
        </a:p>
      </dsp:txBody>
      <dsp:txXfrm>
        <a:off x="0" y="2951987"/>
        <a:ext cx="4615542" cy="1008000"/>
      </dsp:txXfrm>
    </dsp:sp>
    <dsp:sp modelId="{B45F034A-B3DC-4AF6-ABA4-5C54C6353582}">
      <dsp:nvSpPr>
        <dsp:cNvPr id="0" name=""/>
        <dsp:cNvSpPr/>
      </dsp:nvSpPr>
      <dsp:spPr>
        <a:xfrm>
          <a:off x="230777" y="2715827"/>
          <a:ext cx="32308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120" tIns="0" rIns="1221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3. </a:t>
          </a:r>
          <a:r>
            <a:rPr lang="zh-CN" sz="1600" kern="1200" dirty="0"/>
            <a:t>电流</a:t>
          </a:r>
          <a:r>
            <a:rPr lang="zh-CN" altLang="en-US" sz="1600" kern="1200" dirty="0"/>
            <a:t>检测</a:t>
          </a:r>
          <a:endParaRPr lang="zh-CN" sz="1600" kern="1200" dirty="0"/>
        </a:p>
      </dsp:txBody>
      <dsp:txXfrm>
        <a:off x="253834" y="2738884"/>
        <a:ext cx="3184766" cy="426206"/>
      </dsp:txXfrm>
    </dsp:sp>
    <dsp:sp modelId="{691CBC05-55E3-440A-B611-6C238287C844}">
      <dsp:nvSpPr>
        <dsp:cNvPr id="0" name=""/>
        <dsp:cNvSpPr/>
      </dsp:nvSpPr>
      <dsp:spPr>
        <a:xfrm>
          <a:off x="0" y="4282547"/>
          <a:ext cx="4615542" cy="100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8217" tIns="333248" rIns="35821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600" kern="1200"/>
            <a:t>我“吃饱”没？</a:t>
          </a:r>
          <a:endParaRPr lang="zh-C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- </a:t>
          </a:r>
          <a:r>
            <a:rPr lang="zh-CN" sz="1600" kern="1200" dirty="0"/>
            <a:t>应用：电源管理、安全监控</a:t>
          </a:r>
        </a:p>
      </dsp:txBody>
      <dsp:txXfrm>
        <a:off x="0" y="4282547"/>
        <a:ext cx="4615542" cy="1008000"/>
      </dsp:txXfrm>
    </dsp:sp>
    <dsp:sp modelId="{3B6E973C-18BF-4689-B810-DEBC830F9B39}">
      <dsp:nvSpPr>
        <dsp:cNvPr id="0" name=""/>
        <dsp:cNvSpPr/>
      </dsp:nvSpPr>
      <dsp:spPr>
        <a:xfrm>
          <a:off x="230777" y="4046387"/>
          <a:ext cx="323088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2120" tIns="0" rIns="12212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4. </a:t>
          </a:r>
          <a:r>
            <a:rPr lang="zh-CN" sz="1600" kern="1200" dirty="0"/>
            <a:t>电压</a:t>
          </a:r>
          <a:r>
            <a:rPr lang="zh-CN" altLang="en-US" sz="1600" kern="1200" dirty="0"/>
            <a:t>检测</a:t>
          </a:r>
          <a:endParaRPr lang="zh-CN" sz="1600" kern="1200" dirty="0"/>
        </a:p>
      </dsp:txBody>
      <dsp:txXfrm>
        <a:off x="253834" y="4069444"/>
        <a:ext cx="3184766" cy="4262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96168-C3AF-4151-A7D7-1A044CE16F3E}">
      <dsp:nvSpPr>
        <dsp:cNvPr id="0" name=""/>
        <dsp:cNvSpPr/>
      </dsp:nvSpPr>
      <dsp:spPr>
        <a:xfrm>
          <a:off x="0" y="1603576"/>
          <a:ext cx="10688441" cy="2138102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A54D23-8631-412B-AE34-1C0458B5C1A9}">
      <dsp:nvSpPr>
        <dsp:cNvPr id="0" name=""/>
        <dsp:cNvSpPr/>
      </dsp:nvSpPr>
      <dsp:spPr>
        <a:xfrm>
          <a:off x="4814" y="0"/>
          <a:ext cx="2315654" cy="213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1. </a:t>
          </a:r>
          <a:r>
            <a:rPr lang="zh-CN" sz="2000" kern="1200" dirty="0"/>
            <a:t>霍尔编码器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接口、原理、使用</a:t>
          </a:r>
        </a:p>
      </dsp:txBody>
      <dsp:txXfrm>
        <a:off x="4814" y="0"/>
        <a:ext cx="2315654" cy="2138102"/>
      </dsp:txXfrm>
    </dsp:sp>
    <dsp:sp modelId="{069EA1CF-06BE-40F7-901A-22287742FFCC}">
      <dsp:nvSpPr>
        <dsp:cNvPr id="0" name=""/>
        <dsp:cNvSpPr/>
      </dsp:nvSpPr>
      <dsp:spPr>
        <a:xfrm>
          <a:off x="895379" y="2405364"/>
          <a:ext cx="534525" cy="5345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34DBF7-F417-4E04-8C2C-331E0FD9B972}">
      <dsp:nvSpPr>
        <dsp:cNvPr id="0" name=""/>
        <dsp:cNvSpPr/>
      </dsp:nvSpPr>
      <dsp:spPr>
        <a:xfrm>
          <a:off x="2436252" y="3207152"/>
          <a:ext cx="2315654" cy="213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2. </a:t>
          </a:r>
          <a:r>
            <a:rPr lang="zh-CN" sz="2000" kern="1200" dirty="0"/>
            <a:t>电流检测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电路原理、</a:t>
          </a:r>
          <a:r>
            <a:rPr lang="en-US" altLang="zh-CN" sz="1600" kern="1200" dirty="0"/>
            <a:t>ADC</a:t>
          </a:r>
          <a:endParaRPr lang="zh-CN" sz="1600" kern="1200" dirty="0"/>
        </a:p>
      </dsp:txBody>
      <dsp:txXfrm>
        <a:off x="2436252" y="3207152"/>
        <a:ext cx="2315654" cy="2138102"/>
      </dsp:txXfrm>
    </dsp:sp>
    <dsp:sp modelId="{2FFD15EC-855F-4217-BD1E-433AACF92E86}">
      <dsp:nvSpPr>
        <dsp:cNvPr id="0" name=""/>
        <dsp:cNvSpPr/>
      </dsp:nvSpPr>
      <dsp:spPr>
        <a:xfrm>
          <a:off x="3326816" y="2405364"/>
          <a:ext cx="534525" cy="5345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05627-7B09-41BE-93A0-3FAEBD6709CA}">
      <dsp:nvSpPr>
        <dsp:cNvPr id="0" name=""/>
        <dsp:cNvSpPr/>
      </dsp:nvSpPr>
      <dsp:spPr>
        <a:xfrm>
          <a:off x="4867689" y="0"/>
          <a:ext cx="2315654" cy="213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3. </a:t>
          </a:r>
          <a:r>
            <a:rPr lang="zh-CN" sz="2000" kern="1200" dirty="0"/>
            <a:t>电压检测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电路原理、</a:t>
          </a:r>
          <a:r>
            <a:rPr lang="en-US" altLang="zh-CN" sz="1600" kern="1200" dirty="0"/>
            <a:t>ADC</a:t>
          </a:r>
          <a:endParaRPr lang="zh-CN" altLang="en-US" sz="1600" kern="1200" dirty="0"/>
        </a:p>
      </dsp:txBody>
      <dsp:txXfrm>
        <a:off x="4867689" y="0"/>
        <a:ext cx="2315654" cy="2138102"/>
      </dsp:txXfrm>
    </dsp:sp>
    <dsp:sp modelId="{B79B024F-6D93-4DF3-82ED-3D2C49251695}">
      <dsp:nvSpPr>
        <dsp:cNvPr id="0" name=""/>
        <dsp:cNvSpPr/>
      </dsp:nvSpPr>
      <dsp:spPr>
        <a:xfrm>
          <a:off x="5758254" y="2405364"/>
          <a:ext cx="534525" cy="5345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3796D-5BB3-46A2-A980-474E01232414}">
      <dsp:nvSpPr>
        <dsp:cNvPr id="0" name=""/>
        <dsp:cNvSpPr/>
      </dsp:nvSpPr>
      <dsp:spPr>
        <a:xfrm>
          <a:off x="7299127" y="3207152"/>
          <a:ext cx="2315654" cy="2138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1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4. </a:t>
          </a:r>
          <a:r>
            <a:rPr lang="zh-CN" sz="2000" kern="1200" dirty="0"/>
            <a:t>多数据融合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/>
            <a:t>构建完整状态监测仪</a:t>
          </a:r>
        </a:p>
      </dsp:txBody>
      <dsp:txXfrm>
        <a:off x="7299127" y="3207152"/>
        <a:ext cx="2315654" cy="2138102"/>
      </dsp:txXfrm>
    </dsp:sp>
    <dsp:sp modelId="{5639EACF-31EF-400E-9B36-35D1338AFEE7}">
      <dsp:nvSpPr>
        <dsp:cNvPr id="0" name=""/>
        <dsp:cNvSpPr/>
      </dsp:nvSpPr>
      <dsp:spPr>
        <a:xfrm>
          <a:off x="8189692" y="2405364"/>
          <a:ext cx="534525" cy="53452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CB2D4-CBCA-4FA6-9562-4CADA02F2DE7}">
      <dsp:nvSpPr>
        <dsp:cNvPr id="0" name=""/>
        <dsp:cNvSpPr/>
      </dsp:nvSpPr>
      <dsp:spPr>
        <a:xfrm>
          <a:off x="0" y="35488"/>
          <a:ext cx="9353005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1. </a:t>
          </a:r>
          <a:r>
            <a:rPr 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如果编码器脉冲受到噪声干扰，系统可能会怎样？</a:t>
          </a:r>
        </a:p>
      </dsp:txBody>
      <dsp:txXfrm>
        <a:off x="38381" y="73869"/>
        <a:ext cx="9276243" cy="709478"/>
      </dsp:txXfrm>
    </dsp:sp>
    <dsp:sp modelId="{2B5BB308-24B2-4BBD-BE21-EEC147243DBD}">
      <dsp:nvSpPr>
        <dsp:cNvPr id="0" name=""/>
        <dsp:cNvSpPr/>
      </dsp:nvSpPr>
      <dsp:spPr>
        <a:xfrm>
          <a:off x="0" y="821728"/>
          <a:ext cx="9353005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695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位置</a:t>
          </a:r>
          <a:r>
            <a:rPr 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速度反馈失真 → </a:t>
          </a:r>
          <a:r>
            <a:rPr 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误判，导致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振荡、抖动、失步或失控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</a:p>
      </dsp:txBody>
      <dsp:txXfrm>
        <a:off x="0" y="821728"/>
        <a:ext cx="9353005" cy="695520"/>
      </dsp:txXfrm>
    </dsp:sp>
    <dsp:sp modelId="{F6085191-67D6-4807-B285-D70A184DF0AD}">
      <dsp:nvSpPr>
        <dsp:cNvPr id="0" name=""/>
        <dsp:cNvSpPr/>
      </dsp:nvSpPr>
      <dsp:spPr>
        <a:xfrm>
          <a:off x="0" y="1517248"/>
          <a:ext cx="9353005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微软雅黑" panose="020B0503020204020204" pitchFamily="34" charset="-122"/>
              <a:ea typeface="微软雅黑" panose="020B0503020204020204" pitchFamily="34" charset="-122"/>
            </a:rPr>
            <a:t>2. </a:t>
          </a:r>
          <a:r>
            <a:rPr lang="zh-CN" sz="2000" kern="1200">
              <a:latin typeface="微软雅黑" panose="020B0503020204020204" pitchFamily="34" charset="-122"/>
              <a:ea typeface="微软雅黑" panose="020B0503020204020204" pitchFamily="34" charset="-122"/>
            </a:rPr>
            <a:t>电流检测如何实现过流保护？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8381" y="1555629"/>
        <a:ext cx="9276243" cy="709478"/>
      </dsp:txXfrm>
    </dsp:sp>
    <dsp:sp modelId="{5FAAAE3A-37EB-4EC7-A5FA-98BEDF3A2A01}">
      <dsp:nvSpPr>
        <dsp:cNvPr id="0" name=""/>
        <dsp:cNvSpPr/>
      </dsp:nvSpPr>
      <dsp:spPr>
        <a:xfrm>
          <a:off x="0" y="2303488"/>
          <a:ext cx="9353005" cy="695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695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实时采样电流，一旦超过阈值，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立即关断</a:t>
          </a:r>
          <a:r>
            <a:rPr 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PWM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输出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（硬件</a:t>
          </a:r>
          <a:r>
            <a:rPr 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软件保护）。</a:t>
          </a:r>
        </a:p>
      </dsp:txBody>
      <dsp:txXfrm>
        <a:off x="0" y="2303488"/>
        <a:ext cx="9353005" cy="695520"/>
      </dsp:txXfrm>
    </dsp:sp>
    <dsp:sp modelId="{97DB9665-51AA-4D04-83AC-12D24A4BB4E8}">
      <dsp:nvSpPr>
        <dsp:cNvPr id="0" name=""/>
        <dsp:cNvSpPr/>
      </dsp:nvSpPr>
      <dsp:spPr>
        <a:xfrm>
          <a:off x="0" y="2999008"/>
          <a:ext cx="9353005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3. </a:t>
          </a:r>
          <a:r>
            <a:rPr lang="zh-CN" sz="20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为什么需要同时检测电机电压和电流？</a:t>
          </a:r>
        </a:p>
      </dsp:txBody>
      <dsp:txXfrm>
        <a:off x="38381" y="3037389"/>
        <a:ext cx="9276243" cy="709478"/>
      </dsp:txXfrm>
    </dsp:sp>
    <dsp:sp modelId="{40E2B2CB-E57B-4EEB-AB0C-7929A5488843}">
      <dsp:nvSpPr>
        <dsp:cNvPr id="0" name=""/>
        <dsp:cNvSpPr/>
      </dsp:nvSpPr>
      <dsp:spPr>
        <a:xfrm>
          <a:off x="0" y="3785248"/>
          <a:ext cx="9353005" cy="12823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6958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电压用于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前馈补偿</a:t>
          </a:r>
          <a:r>
            <a:rPr 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/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反电动势估算</a:t>
          </a: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电流反映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真实转矩与负载</a:t>
          </a:r>
          <a:r>
            <a:rPr lang="zh-CN" altLang="en-US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；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sz="1800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二者结合可提升控制鲁棒性（如阻抗控制、损耗估算），但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电压通常不用于</a:t>
          </a:r>
          <a:r>
            <a:rPr 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PID</a:t>
          </a:r>
          <a:r>
            <a:rPr lang="zh-CN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反馈</a:t>
          </a:r>
          <a:r>
            <a:rPr lang="zh-CN" altLang="en-US" sz="18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sz="18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0" y="3785248"/>
        <a:ext cx="9353005" cy="1282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02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72EE9-0B0A-BB5E-9299-C017AF18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47F151-790E-5C60-EAC1-34E1CC6E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96AECB-05A3-B382-9E64-8D6BBEBB3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54E931-82B3-66FA-4302-8B72BDBC9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234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948481" y="2605064"/>
            <a:ext cx="6132949" cy="14257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电机状态检测实战</a:t>
            </a:r>
            <a:endParaRPr kumimoji="1" lang="en-US" altLang="zh-CN" sz="4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3D92F75-B6EC-970B-3D8C-7A4D750FBECD}"/>
              </a:ext>
            </a:extLst>
          </p:cNvPr>
          <p:cNvSpPr txBox="1"/>
          <p:nvPr/>
        </p:nvSpPr>
        <p:spPr>
          <a:xfrm>
            <a:off x="3390380" y="4004662"/>
            <a:ext cx="5155472" cy="6833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——PID</a:t>
            </a:r>
            <a:r>
              <a:rPr kumimoji="1" lang="zh-CN" altLang="en-US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控制之二</a:t>
            </a:r>
            <a:endParaRPr kumimoji="1" lang="en-US" altLang="zh-CN" sz="36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1459CB5-2E76-F1EF-1266-76714378D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78" b="89871" l="3646" r="95573">
                        <a14:foregroundMark x1="53159" y1="6617" x2="54792" y2="5931"/>
                        <a14:foregroundMark x1="51700" y1="7230" x2="52622" y2="6843"/>
                        <a14:foregroundMark x1="38889" y1="12608" x2="46099" y2="9581"/>
                        <a14:foregroundMark x1="69618" y1="3556" x2="75694" y2="8190"/>
                        <a14:foregroundMark x1="86103" y1="27781" x2="86458" y2="28448"/>
                        <a14:foregroundMark x1="77729" y1="12021" x2="85594" y2="26822"/>
                        <a14:foregroundMark x1="86458" y1="28448" x2="92188" y2="25108"/>
                        <a14:foregroundMark x1="92188" y1="25108" x2="97483" y2="30496"/>
                        <a14:foregroundMark x1="60956" y1="70549" x2="55033" y2="73390"/>
                        <a14:foregroundMark x1="61415" y1="70329" x2="60989" y2="70533"/>
                        <a14:foregroundMark x1="67475" y1="67424" x2="67031" y2="67637"/>
                        <a14:foregroundMark x1="43419" y1="10884" x2="44786" y2="10236"/>
                        <a14:foregroundMark x1="68988" y1="3331" x2="71928" y2="5032"/>
                        <a14:foregroundMark x1="7390" y1="33905" x2="11533" y2="30966"/>
                        <a14:foregroundMark x1="33946" y1="17577" x2="34872" y2="16267"/>
                        <a14:foregroundMark x1="53620" y1="6097" x2="54475" y2="5737"/>
                        <a14:foregroundMark x1="51880" y1="6831" x2="52766" y2="6458"/>
                        <a14:foregroundMark x1="44380" y1="9993" x2="45017" y2="9725"/>
                        <a14:foregroundMark x1="69825" y1="3306" x2="71805" y2="4135"/>
                        <a14:foregroundMark x1="94627" y1="26889" x2="97135" y2="30172"/>
                        <a14:foregroundMark x1="92651" y1="24302" x2="94195" y2="26323"/>
                        <a14:foregroundMark x1="94632" y1="33335" x2="94253" y2="33814"/>
                        <a14:foregroundMark x1="95999" y1="31607" x2="94710" y2="33237"/>
                        <a14:foregroundMark x1="97135" y1="30172" x2="96611" y2="30834"/>
                        <a14:foregroundMark x1="86036" y1="51726" x2="85796" y2="52164"/>
                        <a14:foregroundMark x1="67549" y1="67254" x2="67061" y2="67559"/>
                        <a14:foregroundMark x1="61024" y1="71336" x2="54688" y2="72091"/>
                        <a14:foregroundMark x1="5227" y1="38296" x2="5469" y2="35237"/>
                        <a14:foregroundMark x1="93229" y1="24677" x2="94097" y2="32651"/>
                        <a14:foregroundMark x1="94097" y1="32651" x2="92795" y2="23491"/>
                        <a14:foregroundMark x1="92795" y1="23491" x2="92361" y2="24138"/>
                        <a14:foregroundMark x1="95486" y1="26724" x2="95573" y2="32004"/>
                        <a14:backgroundMark x1="9635" y1="29310" x2="9635" y2="29310"/>
                        <a14:backgroundMark x1="9635" y1="29310" x2="6858" y2="30280"/>
                        <a14:backgroundMark x1="9462" y1="31034" x2="44878" y2="8728"/>
                        <a14:backgroundMark x1="7378" y1="28448" x2="24045" y2="19289"/>
                        <a14:backgroundMark x1="24045" y1="19289" x2="26302" y2="19504"/>
                        <a14:backgroundMark x1="26997" y1="17026" x2="24566" y2="20366"/>
                        <a14:backgroundMark x1="27604" y1="19504" x2="30295" y2="18211"/>
                        <a14:backgroundMark x1="33420" y1="16918" x2="27517" y2="21552"/>
                        <a14:backgroundMark x1="27517" y1="21552" x2="32986" y2="17349"/>
                        <a14:backgroundMark x1="32986" y1="17349" x2="33073" y2="16918"/>
                        <a14:backgroundMark x1="25000" y1="21767" x2="22135" y2="24353"/>
                        <a14:backgroundMark x1="25434" y1="23060" x2="25521" y2="22845"/>
                        <a14:backgroundMark x1="25608" y1="23060" x2="27865" y2="21659"/>
                        <a14:backgroundMark x1="6944" y1="31034" x2="3819" y2="38362"/>
                        <a14:backgroundMark x1="3819" y1="38362" x2="4601" y2="64224"/>
                        <a14:backgroundMark x1="4601" y1="64224" x2="4167" y2="64116"/>
                        <a14:backgroundMark x1="5556" y1="29203" x2="4601" y2="31358"/>
                        <a14:backgroundMark x1="5295" y1="65841" x2="19705" y2="84375"/>
                        <a14:backgroundMark x1="19705" y1="84375" x2="11458" y2="80927"/>
                        <a14:backgroundMark x1="11458" y1="80927" x2="5469" y2="73168"/>
                        <a14:backgroundMark x1="5469" y1="73168" x2="4601" y2="64763"/>
                        <a14:backgroundMark x1="4601" y1="64763" x2="6163" y2="65733"/>
                        <a14:backgroundMark x1="8420" y1="72091" x2="8073" y2="73815"/>
                        <a14:backgroundMark x1="9462" y1="74784" x2="9375" y2="76509"/>
                        <a14:backgroundMark x1="10069" y1="75108" x2="9028" y2="75970"/>
                        <a14:backgroundMark x1="19792" y1="85129" x2="27257" y2="86746"/>
                        <a14:backgroundMark x1="27257" y1="86746" x2="33420" y2="83405"/>
                        <a14:backgroundMark x1="33420" y1="83405" x2="27865" y2="89655"/>
                        <a14:backgroundMark x1="27865" y1="89655" x2="21007" y2="88578"/>
                        <a14:backgroundMark x1="21007" y1="88578" x2="20052" y2="85776"/>
                        <a14:backgroundMark x1="19618" y1="83836" x2="20399" y2="85022"/>
                        <a14:backgroundMark x1="33594" y1="82974" x2="54427" y2="72953"/>
                        <a14:backgroundMark x1="54427" y1="72953" x2="50781" y2="79849"/>
                        <a14:backgroundMark x1="50781" y1="79849" x2="36892" y2="84914"/>
                        <a14:backgroundMark x1="36892" y1="84914" x2="33767" y2="82543"/>
                        <a14:backgroundMark x1="71094" y1="68858" x2="71094" y2="68858"/>
                        <a14:backgroundMark x1="68663" y1="67134" x2="88715" y2="52586"/>
                        <a14:backgroundMark x1="88715" y1="52586" x2="85417" y2="60129"/>
                        <a14:backgroundMark x1="85417" y1="60129" x2="77951" y2="66918"/>
                        <a14:backgroundMark x1="77951" y1="66918" x2="68750" y2="70366"/>
                        <a14:backgroundMark x1="68750" y1="70366" x2="68750" y2="67780"/>
                        <a14:backgroundMark x1="74566" y1="64332" x2="81337" y2="63039"/>
                        <a14:backgroundMark x1="81337" y1="63039" x2="74566" y2="64978"/>
                        <a14:backgroundMark x1="74566" y1="64978" x2="74566" y2="64978"/>
                        <a14:backgroundMark x1="82031" y1="59591" x2="80295" y2="60560"/>
                        <a14:backgroundMark x1="84028" y1="57543" x2="84028" y2="57543"/>
                        <a14:backgroundMark x1="84028" y1="57543" x2="84809" y2="56789"/>
                        <a14:backgroundMark x1="84201" y1="56897" x2="82986" y2="57866"/>
                        <a14:backgroundMark x1="80382" y1="60668" x2="79340" y2="61746"/>
                        <a14:backgroundMark x1="81858" y1="59806" x2="81684" y2="61099"/>
                        <a14:backgroundMark x1="83160" y1="58944" x2="82031" y2="60991"/>
                        <a14:backgroundMark x1="83767" y1="58513" x2="83767" y2="58944"/>
                        <a14:backgroundMark x1="79253" y1="62608" x2="79253" y2="62608"/>
                        <a14:backgroundMark x1="79253" y1="62716" x2="78906" y2="62177"/>
                        <a14:backgroundMark x1="78646" y1="62284" x2="78733" y2="63685"/>
                        <a14:backgroundMark x1="78299" y1="62284" x2="79427" y2="63578"/>
                        <a14:backgroundMark x1="85243" y1="53448" x2="90191" y2="38039"/>
                        <a14:backgroundMark x1="90191" y1="38039" x2="96094" y2="33621"/>
                        <a14:backgroundMark x1="96094" y1="33621" x2="94358" y2="43103"/>
                        <a14:backgroundMark x1="94358" y1="43103" x2="90104" y2="51832"/>
                        <a14:backgroundMark x1="90104" y1="51832" x2="84462" y2="54741"/>
                        <a14:backgroundMark x1="87326" y1="39655" x2="88628" y2="47737"/>
                        <a14:backgroundMark x1="88628" y1="47737" x2="91667" y2="40086"/>
                        <a14:backgroundMark x1="91667" y1="40086" x2="87326" y2="39116"/>
                        <a14:backgroundMark x1="90712" y1="37392" x2="90712" y2="39655"/>
                        <a14:backgroundMark x1="90799" y1="38362" x2="91840" y2="39116"/>
                        <a14:backgroundMark x1="92708" y1="38362" x2="92014" y2="39116"/>
                        <a14:backgroundMark x1="91667" y1="36746" x2="90799" y2="39978"/>
                        <a14:backgroundMark x1="86979" y1="48922" x2="86806" y2="51293"/>
                        <a14:backgroundMark x1="88021" y1="47414" x2="87153" y2="49138"/>
                        <a14:backgroundMark x1="86806" y1="50754" x2="85938" y2="51616"/>
                        <a14:backgroundMark x1="60938" y1="71552" x2="67101" y2="67457"/>
                        <a14:backgroundMark x1="67101" y1="67457" x2="61979" y2="73599"/>
                        <a14:backgroundMark x1="61979" y1="73599" x2="61285" y2="71659"/>
                        <a14:backgroundMark x1="67274" y1="67888" x2="68750" y2="67349"/>
                        <a14:backgroundMark x1="56337" y1="1832" x2="56337" y2="1832"/>
                        <a14:backgroundMark x1="56337" y1="1832" x2="55903" y2="3341"/>
                        <a14:backgroundMark x1="55816" y1="4634" x2="61806" y2="1832"/>
                        <a14:backgroundMark x1="61806" y1="1832" x2="69444" y2="2478"/>
                        <a14:backgroundMark x1="69444" y1="2478" x2="61892" y2="754"/>
                        <a14:backgroundMark x1="61892" y1="754" x2="55990" y2="3772"/>
                        <a14:backgroundMark x1="55990" y1="3772" x2="55903" y2="4526"/>
                        <a14:backgroundMark x1="53125" y1="5496" x2="54167" y2="4634"/>
                        <a14:backgroundMark x1="72830" y1="4095" x2="78993" y2="10991"/>
                        <a14:backgroundMark x1="78993" y1="10991" x2="85590" y2="26832"/>
                        <a14:backgroundMark x1="85590" y1="26832" x2="91406" y2="23384"/>
                        <a14:backgroundMark x1="91264" y1="22921" x2="88021" y2="12392"/>
                        <a14:backgroundMark x1="88021" y1="12392" x2="80729" y2="4310"/>
                        <a14:backgroundMark x1="80729" y1="4310" x2="73872" y2="2802"/>
                        <a14:backgroundMark x1="73872" y1="2802" x2="73090" y2="5065"/>
                        <a14:backgroundMark x1="91319" y1="23491" x2="91059" y2="24353"/>
                        <a14:backgroundMark x1="54514" y1="3987" x2="53906" y2="5388"/>
                        <a14:backgroundMark x1="45660" y1="8297" x2="51997" y2="6573"/>
                        <a14:backgroundMark x1="94878" y1="25216" x2="95833" y2="25539"/>
                        <a14:backgroundMark x1="97309" y1="30603" x2="97569" y2="31789"/>
                        <a14:backgroundMark x1="95052" y1="33728" x2="95052" y2="33728"/>
                        <a14:backgroundMark x1="94444" y1="34375" x2="94444" y2="343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470045">
            <a:off x="6868100" y="1198365"/>
            <a:ext cx="2426661" cy="195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4" y="2818708"/>
            <a:ext cx="6530242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闭环控制的多状态感知基础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b="1" dirty="0" err="1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GenBotter</a:t>
            </a:r>
            <a:r>
              <a:rPr kumimoji="1" lang="zh-CN" altLang="en-US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电机开发教程</a:t>
            </a:r>
            <a:endParaRPr kumimoji="1"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【08-01】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学习目标</a:t>
            </a:r>
          </a:p>
        </p:txBody>
      </p:sp>
      <p:graphicFrame>
        <p:nvGraphicFramePr>
          <p:cNvPr id="3" name="内容占位符 2">
            <a:extLst>
              <a:ext uri="{FF2B5EF4-FFF2-40B4-BE49-F238E27FC236}">
                <a16:creationId xmlns:a16="http://schemas.microsoft.com/office/drawing/2014/main" id="{4418066D-7B8A-06B6-8BF8-68AAD775402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11639052"/>
              </p:ext>
            </p:extLst>
          </p:nvPr>
        </p:nvGraphicFramePr>
        <p:xfrm>
          <a:off x="792480" y="1306286"/>
          <a:ext cx="10848583" cy="5007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闭环中的状态感知</a:t>
            </a:r>
          </a:p>
        </p:txBody>
      </p:sp>
      <p:graphicFrame>
        <p:nvGraphicFramePr>
          <p:cNvPr id="23" name="内容占位符 22">
            <a:extLst>
              <a:ext uri="{FF2B5EF4-FFF2-40B4-BE49-F238E27FC236}">
                <a16:creationId xmlns:a16="http://schemas.microsoft.com/office/drawing/2014/main" id="{6E66E445-B347-7C7F-61D0-BEF5F80C551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308461224"/>
              </p:ext>
            </p:extLst>
          </p:nvPr>
        </p:nvGraphicFramePr>
        <p:xfrm>
          <a:off x="77471" y="936499"/>
          <a:ext cx="6013532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19A3DD9C-B856-7CA8-4672-2E9E69FD821A}"/>
              </a:ext>
            </a:extLst>
          </p:cNvPr>
          <p:cNvGrpSpPr/>
          <p:nvPr/>
        </p:nvGrpSpPr>
        <p:grpSpPr>
          <a:xfrm>
            <a:off x="6182230" y="2351315"/>
            <a:ext cx="5795795" cy="1724218"/>
            <a:chOff x="4460808" y="2800958"/>
            <a:chExt cx="3420234" cy="1422143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C578065-92DC-05B8-FDDC-03A1C116B12B}"/>
                </a:ext>
              </a:extLst>
            </p:cNvPr>
            <p:cNvSpPr/>
            <p:nvPr/>
          </p:nvSpPr>
          <p:spPr>
            <a:xfrm>
              <a:off x="6554309" y="2882257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9A84AFB-D09B-A712-8D6C-4ACEF1763B02}"/>
                </a:ext>
              </a:extLst>
            </p:cNvPr>
            <p:cNvSpPr/>
            <p:nvPr/>
          </p:nvSpPr>
          <p:spPr>
            <a:xfrm>
              <a:off x="5644395" y="2881625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D9B3516-FF18-4E52-E6A5-E6B20FCBB1B2}"/>
                </a:ext>
              </a:extLst>
            </p:cNvPr>
            <p:cNvSpPr/>
            <p:nvPr/>
          </p:nvSpPr>
          <p:spPr>
            <a:xfrm>
              <a:off x="5101227" y="3045429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EEC6E4E-1478-B2AD-CBA6-DF656E09B2EF}"/>
                </a:ext>
              </a:extLst>
            </p:cNvPr>
            <p:cNvCxnSpPr>
              <a:stCxn id="6" idx="1"/>
              <a:endCxn id="6" idx="5"/>
            </p:cNvCxnSpPr>
            <p:nvPr/>
          </p:nvCxnSpPr>
          <p:spPr>
            <a:xfrm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AC7F6839-EA52-B73D-B5D5-E4935A5807CA}"/>
                </a:ext>
              </a:extLst>
            </p:cNvPr>
            <p:cNvCxnSpPr>
              <a:stCxn id="6" idx="3"/>
              <a:endCxn id="6" idx="7"/>
            </p:cNvCxnSpPr>
            <p:nvPr/>
          </p:nvCxnSpPr>
          <p:spPr>
            <a:xfrm flipV="1"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E6A26596-6025-FC63-C055-4F297A5891BD}"/>
                </a:ext>
              </a:extLst>
            </p:cNvPr>
            <p:cNvCxnSpPr/>
            <p:nvPr/>
          </p:nvCxnSpPr>
          <p:spPr>
            <a:xfrm>
              <a:off x="4701540" y="3155312"/>
              <a:ext cx="399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1F7775-9B79-4179-1C63-2E09BAC4C6EF}"/>
                </a:ext>
              </a:extLst>
            </p:cNvPr>
            <p:cNvSpPr/>
            <p:nvPr/>
          </p:nvSpPr>
          <p:spPr>
            <a:xfrm>
              <a:off x="5971356" y="3718560"/>
              <a:ext cx="864243" cy="50454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3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EB73FD4-7B60-C7A5-8A4C-BA0A12F330F8}"/>
                </a:ext>
              </a:extLst>
            </p:cNvPr>
            <p:cNvSpPr txBox="1"/>
            <p:nvPr/>
          </p:nvSpPr>
          <p:spPr>
            <a:xfrm>
              <a:off x="7157767" y="2854286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被控量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E8A27FD-F40D-96DD-516C-D397607AC823}"/>
                </a:ext>
              </a:extLst>
            </p:cNvPr>
            <p:cNvCxnSpPr>
              <a:cxnSpLocks/>
            </p:cNvCxnSpPr>
            <p:nvPr/>
          </p:nvCxnSpPr>
          <p:spPr>
            <a:xfrm>
              <a:off x="7138769" y="3163563"/>
              <a:ext cx="679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87401712-588E-0F21-470D-F65FBB97F717}"/>
                </a:ext>
              </a:extLst>
            </p:cNvPr>
            <p:cNvCxnSpPr>
              <a:cxnSpLocks/>
              <a:stCxn id="11" idx="1"/>
              <a:endCxn id="6" idx="4"/>
            </p:cNvCxnSpPr>
            <p:nvPr/>
          </p:nvCxnSpPr>
          <p:spPr>
            <a:xfrm rot="10800000">
              <a:off x="5210084" y="3265197"/>
              <a:ext cx="761272" cy="70563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6D103D52-BBBB-25F2-02C0-845527BED0E3}"/>
                </a:ext>
              </a:extLst>
            </p:cNvPr>
            <p:cNvCxnSpPr>
              <a:stCxn id="6" idx="6"/>
              <a:endCxn id="4" idx="1"/>
            </p:cNvCxnSpPr>
            <p:nvPr/>
          </p:nvCxnSpPr>
          <p:spPr>
            <a:xfrm flipV="1">
              <a:off x="5318941" y="3155312"/>
              <a:ext cx="32545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345BA9B-239A-64E0-53DF-59F95BF09F8E}"/>
                </a:ext>
              </a:extLst>
            </p:cNvPr>
            <p:cNvCxnSpPr>
              <a:stCxn id="4" idx="3"/>
              <a:endCxn id="3" idx="1"/>
            </p:cNvCxnSpPr>
            <p:nvPr/>
          </p:nvCxnSpPr>
          <p:spPr>
            <a:xfrm>
              <a:off x="6228855" y="3155312"/>
              <a:ext cx="325454" cy="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983A5CB4-957F-C3F5-9FD7-05A23D241F8D}"/>
                </a:ext>
              </a:extLst>
            </p:cNvPr>
            <p:cNvCxnSpPr>
              <a:cxnSpLocks/>
              <a:stCxn id="12" idx="2"/>
              <a:endCxn id="11" idx="3"/>
            </p:cNvCxnSpPr>
            <p:nvPr/>
          </p:nvCxnSpPr>
          <p:spPr>
            <a:xfrm rot="5400000">
              <a:off x="6773118" y="3224543"/>
              <a:ext cx="808768" cy="6838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45F1D5E-E7D9-964D-40F7-0EE90D0261B7}"/>
                </a:ext>
              </a:extLst>
            </p:cNvPr>
            <p:cNvSpPr txBox="1"/>
            <p:nvPr/>
          </p:nvSpPr>
          <p:spPr>
            <a:xfrm>
              <a:off x="4904346" y="2800958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E023FAF-1761-6014-FB39-56BE9335BE18}"/>
                </a:ext>
              </a:extLst>
            </p:cNvPr>
            <p:cNvSpPr txBox="1"/>
            <p:nvPr/>
          </p:nvSpPr>
          <p:spPr>
            <a:xfrm>
              <a:off x="5172524" y="3140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54DEF7F-02CF-C28A-A13D-9F7220A2F5D1}"/>
                </a:ext>
              </a:extLst>
            </p:cNvPr>
            <p:cNvSpPr txBox="1"/>
            <p:nvPr/>
          </p:nvSpPr>
          <p:spPr>
            <a:xfrm>
              <a:off x="4460808" y="2858695"/>
              <a:ext cx="434039" cy="2538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输入量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1B3EFD83-F290-0FE6-1313-DB57C1B58EE9}"/>
              </a:ext>
            </a:extLst>
          </p:cNvPr>
          <p:cNvSpPr txBox="1"/>
          <p:nvPr/>
        </p:nvSpPr>
        <p:spPr>
          <a:xfrm>
            <a:off x="6496594" y="4638228"/>
            <a:ext cx="569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电机改变转速、启停等，可以通过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桥的驱动信号的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PWM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调节（见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在讲控制算法前先掌握反馈信号的感知方法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4AAF04-9462-C413-88D8-C281BB3EF7BF}"/>
              </a:ext>
            </a:extLst>
          </p:cNvPr>
          <p:cNvSpPr txBox="1"/>
          <p:nvPr/>
        </p:nvSpPr>
        <p:spPr>
          <a:xfrm>
            <a:off x="8900046" y="19773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控制信号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9BBB760-7875-F526-20A8-02B2F5250BF5}"/>
              </a:ext>
            </a:extLst>
          </p:cNvPr>
          <p:cNvSpPr txBox="1"/>
          <p:nvPr/>
        </p:nvSpPr>
        <p:spPr>
          <a:xfrm>
            <a:off x="7557149" y="3802883"/>
            <a:ext cx="67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4393827-B2CD-6C0A-E31C-2240EBC70AF6}"/>
              </a:ext>
            </a:extLst>
          </p:cNvPr>
          <p:cNvSpPr/>
          <p:nvPr/>
        </p:nvSpPr>
        <p:spPr>
          <a:xfrm>
            <a:off x="5761099" y="2072640"/>
            <a:ext cx="6248021" cy="4410565"/>
          </a:xfrm>
          <a:prstGeom prst="roundRect">
            <a:avLst>
              <a:gd name="adj" fmla="val 185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闭环的“感官”</a:t>
            </a:r>
            <a:r>
              <a:rPr lang="en-US" altLang="zh-CN" dirty="0"/>
              <a:t>——</a:t>
            </a:r>
            <a:r>
              <a:rPr lang="zh-CN" altLang="en-US" dirty="0"/>
              <a:t> 多状态感知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31C3F755-8B15-DEB8-AB48-19917746C8C6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536483926"/>
              </p:ext>
            </p:extLst>
          </p:nvPr>
        </p:nvGraphicFramePr>
        <p:xfrm>
          <a:off x="426720" y="1053857"/>
          <a:ext cx="4615543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BB18EE73-FD79-2E0D-9EF1-4169FF514629}"/>
              </a:ext>
            </a:extLst>
          </p:cNvPr>
          <p:cNvGrpSpPr/>
          <p:nvPr/>
        </p:nvGrpSpPr>
        <p:grpSpPr>
          <a:xfrm>
            <a:off x="5761098" y="1137139"/>
            <a:ext cx="6248022" cy="817563"/>
            <a:chOff x="2101204" y="1500"/>
            <a:chExt cx="2363854" cy="568324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1874CC5-B45C-661D-3B94-17B27F55F2AB}"/>
                </a:ext>
              </a:extLst>
            </p:cNvPr>
            <p:cNvSpPr/>
            <p:nvPr/>
          </p:nvSpPr>
          <p:spPr>
            <a:xfrm>
              <a:off x="2101204" y="1500"/>
              <a:ext cx="2363854" cy="56832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sp>
        <p:sp>
          <p:nvSpPr>
            <p:cNvPr id="7" name="矩形: 圆角 4">
              <a:extLst>
                <a:ext uri="{FF2B5EF4-FFF2-40B4-BE49-F238E27FC236}">
                  <a16:creationId xmlns:a16="http://schemas.microsoft.com/office/drawing/2014/main" id="{05390D1F-4EF9-FB1C-B16E-8F9B57A2FCFC}"/>
                </a:ext>
              </a:extLst>
            </p:cNvPr>
            <p:cNvSpPr txBox="1"/>
            <p:nvPr/>
          </p:nvSpPr>
          <p:spPr>
            <a:xfrm>
              <a:off x="2128947" y="29243"/>
              <a:ext cx="2308368" cy="5128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spcFirstLastPara="0" vert="horz" wrap="square" lIns="53340" tIns="26670" rIns="53340" bIns="26670" numCol="1" spcCol="1270" anchor="ctr" anchorCtr="0">
              <a:noAutofit/>
            </a:bodyPr>
            <a:lstStyle/>
            <a:p>
              <a:pPr marL="0" lvl="0" indent="0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CN" sz="2400" b="1" kern="1200" dirty="0">
                  <a:solidFill>
                    <a:srgbClr val="FF0000"/>
                  </a:solidFill>
                </a:rPr>
                <a:t>一个高级的闭环系统，需要多种“感官”</a:t>
              </a: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83249EBC-2863-A0C2-F566-A2A464D9C58A}"/>
              </a:ext>
            </a:extLst>
          </p:cNvPr>
          <p:cNvSpPr/>
          <p:nvPr/>
        </p:nvSpPr>
        <p:spPr>
          <a:xfrm>
            <a:off x="9631675" y="2647406"/>
            <a:ext cx="2159726" cy="590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被控直流有刷电机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129279-5EDC-8B32-2324-F7232C994001}"/>
              </a:ext>
            </a:extLst>
          </p:cNvPr>
          <p:cNvSpPr txBox="1"/>
          <p:nvPr/>
        </p:nvSpPr>
        <p:spPr>
          <a:xfrm>
            <a:off x="9813840" y="3620589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位置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7EC7B1F-8D78-F384-D784-5A2D26AFB213}"/>
              </a:ext>
            </a:extLst>
          </p:cNvPr>
          <p:cNvSpPr txBox="1"/>
          <p:nvPr/>
        </p:nvSpPr>
        <p:spPr>
          <a:xfrm>
            <a:off x="6365960" y="3620589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编码器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48F2AD6-5B89-E664-C6C9-FD26526918FF}"/>
              </a:ext>
            </a:extLst>
          </p:cNvPr>
          <p:cNvSpPr/>
          <p:nvPr/>
        </p:nvSpPr>
        <p:spPr>
          <a:xfrm>
            <a:off x="6183795" y="2647405"/>
            <a:ext cx="2159726" cy="590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传感器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143D5A-3013-2AD6-16A8-62607A5B8045}"/>
              </a:ext>
            </a:extLst>
          </p:cNvPr>
          <p:cNvSpPr txBox="1"/>
          <p:nvPr/>
        </p:nvSpPr>
        <p:spPr>
          <a:xfrm>
            <a:off x="9813840" y="4368247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速度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464630-8012-5CE1-B08E-003354B80D65}"/>
              </a:ext>
            </a:extLst>
          </p:cNvPr>
          <p:cNvSpPr txBox="1"/>
          <p:nvPr/>
        </p:nvSpPr>
        <p:spPr>
          <a:xfrm>
            <a:off x="6365960" y="4368247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编码器微分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F49036-AD62-949A-2B74-510DC9EB2F0F}"/>
              </a:ext>
            </a:extLst>
          </p:cNvPr>
          <p:cNvSpPr txBox="1"/>
          <p:nvPr/>
        </p:nvSpPr>
        <p:spPr>
          <a:xfrm>
            <a:off x="9813840" y="5115905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电流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74A8B2F-64F1-1A0B-361D-46CFC9CD8600}"/>
              </a:ext>
            </a:extLst>
          </p:cNvPr>
          <p:cNvSpPr txBox="1"/>
          <p:nvPr/>
        </p:nvSpPr>
        <p:spPr>
          <a:xfrm>
            <a:off x="6365960" y="5115905"/>
            <a:ext cx="18208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dirty="0"/>
              <a:t>采样电阻</a:t>
            </a:r>
            <a:r>
              <a:rPr lang="en-US" altLang="zh-CN" dirty="0"/>
              <a:t>+ADC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EBB3E99-376F-1A10-695A-14C0D367FBAE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8186767" y="3805255"/>
            <a:ext cx="16270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28446A4-6C89-ACB4-F3D4-0AD3C2A64DAA}"/>
              </a:ext>
            </a:extLst>
          </p:cNvPr>
          <p:cNvCxnSpPr>
            <a:stCxn id="15" idx="1"/>
            <a:endCxn id="16" idx="3"/>
          </p:cNvCxnSpPr>
          <p:nvPr/>
        </p:nvCxnSpPr>
        <p:spPr>
          <a:xfrm flipH="1">
            <a:off x="8186767" y="4552913"/>
            <a:ext cx="16270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892CD6E-6584-D2A8-504E-2011F7D2CC17}"/>
              </a:ext>
            </a:extLst>
          </p:cNvPr>
          <p:cNvCxnSpPr>
            <a:stCxn id="17" idx="1"/>
            <a:endCxn id="18" idx="3"/>
          </p:cNvCxnSpPr>
          <p:nvPr/>
        </p:nvCxnSpPr>
        <p:spPr>
          <a:xfrm flipH="1">
            <a:off x="8186767" y="5300571"/>
            <a:ext cx="16270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9830ED9-5E1D-CDE9-EA34-DE5B8F6C63D2}"/>
              </a:ext>
            </a:extLst>
          </p:cNvPr>
          <p:cNvSpPr txBox="1"/>
          <p:nvPr/>
        </p:nvSpPr>
        <p:spPr>
          <a:xfrm>
            <a:off x="5839791" y="57072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电压通常不直接作为PID反馈量，</a:t>
            </a:r>
            <a:r>
              <a:rPr lang="zh-CN" altLang="en-US" b="1" dirty="0"/>
              <a:t>电压是控制输出，不是检测反馈量</a:t>
            </a:r>
            <a:r>
              <a:rPr lang="zh-CN" altLang="en-US" dirty="0"/>
              <a:t>；</a:t>
            </a:r>
            <a:r>
              <a:rPr lang="en-US" altLang="zh-CN" dirty="0"/>
              <a:t>PID</a:t>
            </a:r>
            <a:r>
              <a:rPr lang="zh-CN" altLang="en-US" dirty="0"/>
              <a:t>靠检测</a:t>
            </a:r>
            <a:r>
              <a:rPr lang="zh-CN" altLang="en-US" b="1" dirty="0"/>
              <a:t>位置</a:t>
            </a:r>
            <a:r>
              <a:rPr lang="en-US" altLang="zh-CN" b="1" dirty="0"/>
              <a:t>/</a:t>
            </a:r>
            <a:r>
              <a:rPr lang="zh-CN" altLang="en-US" b="1" dirty="0"/>
              <a:t>速度</a:t>
            </a:r>
            <a:r>
              <a:rPr lang="en-US" altLang="zh-CN" b="1" dirty="0"/>
              <a:t>/</a:t>
            </a:r>
            <a:r>
              <a:rPr lang="zh-CN" altLang="en-US" b="1" dirty="0"/>
              <a:t>电流</a:t>
            </a:r>
            <a:r>
              <a:rPr lang="zh-CN" altLang="en-US" dirty="0"/>
              <a:t>来修正电压指令。</a:t>
            </a:r>
          </a:p>
        </p:txBody>
      </p:sp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 为什么电机闭环控制需要多状态感知？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F19B19-B2FF-6B5F-14BA-CC935E574AF5}"/>
              </a:ext>
            </a:extLst>
          </p:cNvPr>
          <p:cNvSpPr txBox="1"/>
          <p:nvPr/>
        </p:nvSpPr>
        <p:spPr>
          <a:xfrm>
            <a:off x="7750630" y="1474919"/>
            <a:ext cx="43107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单一反馈的局限性：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只有速度反馈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=&gt;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不知道电机是否过载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只有位置反馈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=&gt;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不知道运行是否平稳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只有电流反馈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=&gt;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不知道位置是否准确</a:t>
            </a:r>
          </a:p>
          <a:p>
            <a:pPr algn="l" latinLnBrk="1">
              <a:buNone/>
            </a:pPr>
            <a:endParaRPr lang="zh-CN" altLang="en-US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 algn="l" latinLnBrk="1">
              <a:buNone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多状态反馈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=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系统全方位“健康监测”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更精准的控制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更安全的运行</a:t>
            </a:r>
          </a:p>
          <a:p>
            <a:pPr algn="l" latinLnBrk="1">
              <a:buNone/>
            </a:pP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-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更智能的决策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76B920-4DEC-5EC2-80B8-2366C72A2591}"/>
              </a:ext>
            </a:extLst>
          </p:cNvPr>
          <p:cNvSpPr txBox="1"/>
          <p:nvPr/>
        </p:nvSpPr>
        <p:spPr>
          <a:xfrm>
            <a:off x="7689670" y="4386662"/>
            <a:ext cx="43107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多状态感知（速度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电流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quote-cjk-patch"/>
              </a:rPr>
              <a:t>+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电压）将控制系统从单一的“误差纠正”闭环，升级为兼具“前馈预测”和“内环快响”的智能体系。</a:t>
            </a:r>
            <a:endParaRPr lang="en-US" altLang="zh-CN" b="1" i="0" dirty="0">
              <a:solidFill>
                <a:srgbClr val="0F1115"/>
              </a:solidFill>
              <a:effectLst/>
              <a:latin typeface="quote-cjk-patch"/>
            </a:endParaRPr>
          </a:p>
          <a:p>
            <a:endParaRPr lang="en-US" altLang="zh-CN" b="1" dirty="0">
              <a:solidFill>
                <a:srgbClr val="0F1115"/>
              </a:solidFill>
              <a:latin typeface="quote-cjk-patch"/>
            </a:endParaRPr>
          </a:p>
          <a:p>
            <a:r>
              <a:rPr lang="zh-CN" altLang="en-US" b="1" dirty="0">
                <a:solidFill>
                  <a:srgbClr val="0F1115"/>
                </a:solidFill>
                <a:latin typeface="quote-cjk-patch"/>
              </a:rPr>
              <a:t>多环控制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quote-cjk-patch"/>
              </a:rPr>
              <a:t>是实现高性能、高鲁棒性电机驱动的必然选择。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D5FC6E-7415-4124-1ECE-0996239F5FC7}"/>
              </a:ext>
            </a:extLst>
          </p:cNvPr>
          <p:cNvSpPr txBox="1"/>
          <p:nvPr/>
        </p:nvSpPr>
        <p:spPr>
          <a:xfrm>
            <a:off x="0" y="5848753"/>
            <a:ext cx="4907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A0A0A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多环控制的曲线更平滑、超调更小、恢复更快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61E7A0-438F-16C3-A43A-616445CAF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487131" y="2667432"/>
            <a:ext cx="5778988" cy="2329631"/>
          </a:xfrm>
          <a:prstGeom prst="rect">
            <a:avLst/>
          </a:prstGeom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1047E3A3-9420-4CA0-59E8-2BED62B6F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402882"/>
              </p:ext>
            </p:extLst>
          </p:nvPr>
        </p:nvGraphicFramePr>
        <p:xfrm>
          <a:off x="52251" y="1669836"/>
          <a:ext cx="5094515" cy="3067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603">
                  <a:extLst>
                    <a:ext uri="{9D8B030D-6E8A-4147-A177-3AD203B41FA5}">
                      <a16:colId xmlns:a16="http://schemas.microsoft.com/office/drawing/2014/main" val="1612330824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3956709384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4251269735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1007984959"/>
                    </a:ext>
                  </a:extLst>
                </a:gridCol>
                <a:gridCol w="1003228">
                  <a:extLst>
                    <a:ext uri="{9D8B030D-6E8A-4147-A177-3AD203B41FA5}">
                      <a16:colId xmlns:a16="http://schemas.microsoft.com/office/drawing/2014/main" val="2668656618"/>
                    </a:ext>
                  </a:extLst>
                </a:gridCol>
              </a:tblGrid>
              <a:tr h="334295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控制模式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开车类比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存在问题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687210"/>
                  </a:ext>
                </a:extLst>
              </a:tr>
              <a:tr h="1355608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单环控制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仅速度感知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盲驾”：只能看速度表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保持</a:t>
                      </a:r>
                      <a:endParaRPr lang="en-US" altLang="zh-CN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 km/h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响应慢，抗扰动差。</a:t>
                      </a:r>
                    </a:p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不知路况，易超速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慢</a:t>
                      </a:r>
                    </a:p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。。。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实现基础速度控制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694295"/>
                  </a:ext>
                </a:extLst>
              </a:tr>
              <a:tr h="13777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三环控制 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电流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速度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位置感知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智能驾驶”：仪表盘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路况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+GPS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安全、快速、精确抵达目标位置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快速响应、抗扰动强、定位精准、安全保护。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3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F1FB9E-35C1-3E6A-9692-D9E2B434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 有刷电机闭环系统的感知层所含硬件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DE3354-0220-72CC-C72B-FEB95ABB65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5463" y="1106108"/>
            <a:ext cx="8281851" cy="4981183"/>
          </a:xfrm>
        </p:spPr>
        <p:txBody>
          <a:bodyPr>
            <a:normAutofit fontScale="92500" lnSpcReduction="10000"/>
          </a:bodyPr>
          <a:lstStyle/>
          <a:p>
            <a:pPr latinLnBrk="1"/>
            <a:r>
              <a:rPr lang="zh-CN" altLang="en-US" sz="2000" dirty="0"/>
              <a:t>本系列电机教程直流有刷电机的</a:t>
            </a:r>
            <a:r>
              <a:rPr lang="en-US" altLang="zh-CN" sz="2000" dirty="0"/>
              <a:t>PID</a:t>
            </a:r>
            <a:r>
              <a:rPr lang="zh-CN" altLang="en-US" sz="2000" dirty="0"/>
              <a:t>控制所使用的感知层硬件</a:t>
            </a:r>
          </a:p>
          <a:p>
            <a:pPr latinLnBrk="1"/>
            <a:endParaRPr lang="zh-CN" altLang="en-US" sz="2000" dirty="0"/>
          </a:p>
          <a:p>
            <a:pPr latinLnBrk="1"/>
            <a:r>
              <a:rPr lang="en-US" altLang="zh-CN" sz="2000" dirty="0"/>
              <a:t>1. </a:t>
            </a:r>
            <a:r>
              <a:rPr lang="zh-CN" altLang="en-US" sz="2000" dirty="0"/>
              <a:t>位置</a:t>
            </a:r>
            <a:r>
              <a:rPr lang="en-US" altLang="zh-CN" sz="2000" dirty="0"/>
              <a:t>/</a:t>
            </a:r>
            <a:r>
              <a:rPr lang="zh-CN" altLang="en-US" sz="2000" dirty="0"/>
              <a:t>速度感知</a:t>
            </a:r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- 13</a:t>
            </a:r>
            <a:r>
              <a:rPr lang="zh-CN" altLang="en-US" sz="2000" dirty="0"/>
              <a:t>线霍尔编码器，</a:t>
            </a:r>
            <a:r>
              <a:rPr lang="zh-CN" altLang="en-US" sz="2000" b="1" dirty="0"/>
              <a:t>每转输出</a:t>
            </a:r>
            <a:r>
              <a:rPr lang="en-US" altLang="zh-CN" sz="2000" b="1" dirty="0"/>
              <a:t>13</a:t>
            </a:r>
            <a:r>
              <a:rPr lang="zh-CN" altLang="en-US" sz="2000" b="1" dirty="0"/>
              <a:t>个原始脉冲</a:t>
            </a:r>
            <a:endParaRPr lang="zh-CN" altLang="en-US" sz="2000" dirty="0"/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- 1560 PPR</a:t>
            </a:r>
            <a:r>
              <a:rPr lang="zh-CN" altLang="en-US" sz="2000" dirty="0"/>
              <a:t>高分辨率，</a:t>
            </a:r>
            <a:endParaRPr lang="en-US" altLang="zh-CN" sz="2000" dirty="0"/>
          </a:p>
          <a:p>
            <a:pPr latinLnBrk="1"/>
            <a:r>
              <a:rPr lang="zh-CN" altLang="en-US" sz="2000" dirty="0"/>
              <a:t>每转脉冲数（</a:t>
            </a:r>
            <a:r>
              <a:rPr lang="en-US" altLang="zh-CN" sz="2000" dirty="0"/>
              <a:t>PPR</a:t>
            </a:r>
            <a:r>
              <a:rPr lang="zh-CN" altLang="en-US" sz="2000" dirty="0"/>
              <a:t>） </a:t>
            </a:r>
            <a:r>
              <a:rPr lang="en-US" altLang="zh-CN" sz="2000" dirty="0"/>
              <a:t>= 13 × 30</a:t>
            </a:r>
            <a:r>
              <a:rPr lang="zh-CN" altLang="en-US" sz="2000" dirty="0"/>
              <a:t>（减速比）</a:t>
            </a:r>
            <a:r>
              <a:rPr lang="en-US" altLang="zh-CN" sz="2000" dirty="0"/>
              <a:t> × 4</a:t>
            </a:r>
            <a:r>
              <a:rPr lang="zh-CN" altLang="en-US" sz="2000" dirty="0"/>
              <a:t>（倍频系数）</a:t>
            </a:r>
            <a:r>
              <a:rPr lang="en-US" altLang="zh-CN" sz="2000" dirty="0"/>
              <a:t> = 1560</a:t>
            </a:r>
            <a:endParaRPr lang="zh-CN" altLang="en-US" sz="2000" dirty="0"/>
          </a:p>
          <a:p>
            <a:pPr latinLnBrk="1"/>
            <a:endParaRPr lang="zh-CN" altLang="en-US" sz="2000" dirty="0"/>
          </a:p>
          <a:p>
            <a:pPr latinLnBrk="1"/>
            <a:r>
              <a:rPr lang="en-US" altLang="zh-CN" sz="2000" dirty="0"/>
              <a:t>2. </a:t>
            </a:r>
            <a:r>
              <a:rPr lang="zh-CN" altLang="en-US" sz="2000" dirty="0"/>
              <a:t>电流感知</a:t>
            </a:r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</a:t>
            </a:r>
            <a:r>
              <a:rPr lang="zh-CN" altLang="en-US" sz="2000" dirty="0"/>
              <a:t>采样电阻 </a:t>
            </a:r>
            <a:r>
              <a:rPr lang="en-US" altLang="zh-CN" sz="2000" dirty="0"/>
              <a:t>+ </a:t>
            </a:r>
            <a:r>
              <a:rPr lang="zh-CN" altLang="en-US" sz="2000" dirty="0"/>
              <a:t>运放电路</a:t>
            </a:r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STM32 ADC</a:t>
            </a:r>
            <a:r>
              <a:rPr lang="zh-CN" altLang="en-US" sz="2000" dirty="0"/>
              <a:t>采集</a:t>
            </a:r>
          </a:p>
          <a:p>
            <a:pPr latinLnBrk="1"/>
            <a:endParaRPr lang="zh-CN" altLang="en-US" sz="2000" dirty="0"/>
          </a:p>
          <a:p>
            <a:pPr latinLnBrk="1"/>
            <a:r>
              <a:rPr lang="en-US" altLang="zh-CN" sz="2000" dirty="0"/>
              <a:t>3. </a:t>
            </a:r>
            <a:r>
              <a:rPr lang="zh-CN" altLang="en-US" sz="2000" dirty="0"/>
              <a:t>电压感知</a:t>
            </a:r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</a:t>
            </a:r>
            <a:r>
              <a:rPr lang="zh-CN" altLang="en-US" sz="2000" dirty="0"/>
              <a:t>电阻分压网络</a:t>
            </a:r>
          </a:p>
          <a:p>
            <a:pPr latinLnBrk="1"/>
            <a:r>
              <a:rPr lang="zh-CN" altLang="en-US" sz="2000" dirty="0"/>
              <a:t>   </a:t>
            </a:r>
            <a:r>
              <a:rPr lang="en-US" altLang="zh-CN" sz="2000" dirty="0"/>
              <a:t>- STM32 ADC</a:t>
            </a:r>
            <a:r>
              <a:rPr lang="zh-CN" altLang="en-US" sz="2000" dirty="0"/>
              <a:t>采集</a:t>
            </a:r>
          </a:p>
          <a:p>
            <a:endParaRPr lang="zh-CN" altLang="en-US" sz="20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C3961B-4505-9018-AAA9-619C5DEC8BFC}"/>
              </a:ext>
            </a:extLst>
          </p:cNvPr>
          <p:cNvGrpSpPr/>
          <p:nvPr/>
        </p:nvGrpSpPr>
        <p:grpSpPr>
          <a:xfrm>
            <a:off x="8601901" y="1170038"/>
            <a:ext cx="3100123" cy="2426661"/>
            <a:chOff x="8540941" y="1563332"/>
            <a:chExt cx="3100123" cy="242666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86CBDAD-445C-7E0F-4BD6-92E4CA532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78" b="89871" l="3646" r="95573">
                          <a14:foregroundMark x1="53159" y1="6617" x2="54792" y2="5931"/>
                          <a14:foregroundMark x1="51700" y1="7230" x2="52622" y2="6843"/>
                          <a14:foregroundMark x1="38889" y1="12608" x2="46099" y2="9581"/>
                          <a14:foregroundMark x1="69618" y1="3556" x2="75694" y2="8190"/>
                          <a14:foregroundMark x1="86103" y1="27781" x2="86458" y2="28448"/>
                          <a14:foregroundMark x1="77729" y1="12021" x2="85594" y2="26822"/>
                          <a14:foregroundMark x1="86458" y1="28448" x2="92188" y2="25108"/>
                          <a14:foregroundMark x1="92188" y1="25108" x2="97483" y2="30496"/>
                          <a14:foregroundMark x1="60956" y1="70549" x2="55033" y2="73390"/>
                          <a14:foregroundMark x1="61415" y1="70329" x2="60989" y2="70533"/>
                          <a14:foregroundMark x1="67475" y1="67424" x2="67031" y2="67637"/>
                          <a14:foregroundMark x1="43419" y1="10884" x2="44786" y2="10236"/>
                          <a14:foregroundMark x1="68988" y1="3331" x2="71928" y2="5032"/>
                          <a14:foregroundMark x1="7390" y1="33905" x2="11533" y2="30966"/>
                          <a14:foregroundMark x1="33946" y1="17577" x2="34872" y2="16267"/>
                          <a14:foregroundMark x1="53620" y1="6097" x2="54475" y2="5737"/>
                          <a14:foregroundMark x1="51880" y1="6831" x2="52766" y2="6458"/>
                          <a14:foregroundMark x1="44380" y1="9993" x2="45017" y2="9725"/>
                          <a14:foregroundMark x1="69825" y1="3306" x2="71805" y2="4135"/>
                          <a14:foregroundMark x1="94627" y1="26889" x2="97135" y2="30172"/>
                          <a14:foregroundMark x1="92651" y1="24302" x2="94195" y2="26323"/>
                          <a14:foregroundMark x1="94632" y1="33335" x2="94253" y2="33814"/>
                          <a14:foregroundMark x1="95999" y1="31607" x2="94710" y2="33237"/>
                          <a14:foregroundMark x1="97135" y1="30172" x2="96611" y2="30834"/>
                          <a14:foregroundMark x1="86036" y1="51726" x2="85796" y2="52164"/>
                          <a14:foregroundMark x1="67549" y1="67254" x2="67061" y2="67559"/>
                          <a14:foregroundMark x1="61024" y1="71336" x2="54688" y2="72091"/>
                          <a14:foregroundMark x1="5227" y1="38296" x2="5469" y2="35237"/>
                          <a14:foregroundMark x1="93229" y1="24677" x2="94097" y2="32651"/>
                          <a14:foregroundMark x1="94097" y1="32651" x2="92795" y2="23491"/>
                          <a14:foregroundMark x1="92795" y1="23491" x2="92361" y2="24138"/>
                          <a14:foregroundMark x1="95486" y1="26724" x2="95573" y2="32004"/>
                          <a14:backgroundMark x1="9635" y1="29310" x2="9635" y2="29310"/>
                          <a14:backgroundMark x1="9635" y1="29310" x2="6858" y2="30280"/>
                          <a14:backgroundMark x1="9462" y1="31034" x2="44878" y2="8728"/>
                          <a14:backgroundMark x1="7378" y1="28448" x2="24045" y2="19289"/>
                          <a14:backgroundMark x1="24045" y1="19289" x2="26302" y2="19504"/>
                          <a14:backgroundMark x1="26997" y1="17026" x2="24566" y2="20366"/>
                          <a14:backgroundMark x1="27604" y1="19504" x2="30295" y2="18211"/>
                          <a14:backgroundMark x1="33420" y1="16918" x2="27517" y2="21552"/>
                          <a14:backgroundMark x1="27517" y1="21552" x2="32986" y2="17349"/>
                          <a14:backgroundMark x1="32986" y1="17349" x2="33073" y2="16918"/>
                          <a14:backgroundMark x1="25000" y1="21767" x2="22135" y2="24353"/>
                          <a14:backgroundMark x1="25434" y1="23060" x2="25521" y2="22845"/>
                          <a14:backgroundMark x1="25608" y1="23060" x2="27865" y2="21659"/>
                          <a14:backgroundMark x1="6944" y1="31034" x2="3819" y2="38362"/>
                          <a14:backgroundMark x1="3819" y1="38362" x2="4601" y2="64224"/>
                          <a14:backgroundMark x1="4601" y1="64224" x2="4167" y2="64116"/>
                          <a14:backgroundMark x1="5556" y1="29203" x2="4601" y2="31358"/>
                          <a14:backgroundMark x1="5295" y1="65841" x2="19705" y2="84375"/>
                          <a14:backgroundMark x1="19705" y1="84375" x2="11458" y2="80927"/>
                          <a14:backgroundMark x1="11458" y1="80927" x2="5469" y2="73168"/>
                          <a14:backgroundMark x1="5469" y1="73168" x2="4601" y2="64763"/>
                          <a14:backgroundMark x1="4601" y1="64763" x2="6163" y2="65733"/>
                          <a14:backgroundMark x1="8420" y1="72091" x2="8073" y2="73815"/>
                          <a14:backgroundMark x1="9462" y1="74784" x2="9375" y2="76509"/>
                          <a14:backgroundMark x1="10069" y1="75108" x2="9028" y2="75970"/>
                          <a14:backgroundMark x1="19792" y1="85129" x2="27257" y2="86746"/>
                          <a14:backgroundMark x1="27257" y1="86746" x2="33420" y2="83405"/>
                          <a14:backgroundMark x1="33420" y1="83405" x2="27865" y2="89655"/>
                          <a14:backgroundMark x1="27865" y1="89655" x2="21007" y2="88578"/>
                          <a14:backgroundMark x1="21007" y1="88578" x2="20052" y2="85776"/>
                          <a14:backgroundMark x1="19618" y1="83836" x2="20399" y2="85022"/>
                          <a14:backgroundMark x1="33594" y1="82974" x2="54427" y2="72953"/>
                          <a14:backgroundMark x1="54427" y1="72953" x2="50781" y2="79849"/>
                          <a14:backgroundMark x1="50781" y1="79849" x2="36892" y2="84914"/>
                          <a14:backgroundMark x1="36892" y1="84914" x2="33767" y2="82543"/>
                          <a14:backgroundMark x1="71094" y1="68858" x2="71094" y2="68858"/>
                          <a14:backgroundMark x1="68663" y1="67134" x2="88715" y2="52586"/>
                          <a14:backgroundMark x1="88715" y1="52586" x2="85417" y2="60129"/>
                          <a14:backgroundMark x1="85417" y1="60129" x2="77951" y2="66918"/>
                          <a14:backgroundMark x1="77951" y1="66918" x2="68750" y2="70366"/>
                          <a14:backgroundMark x1="68750" y1="70366" x2="68750" y2="67780"/>
                          <a14:backgroundMark x1="74566" y1="64332" x2="81337" y2="63039"/>
                          <a14:backgroundMark x1="81337" y1="63039" x2="74566" y2="64978"/>
                          <a14:backgroundMark x1="74566" y1="64978" x2="74566" y2="64978"/>
                          <a14:backgroundMark x1="82031" y1="59591" x2="80295" y2="60560"/>
                          <a14:backgroundMark x1="84028" y1="57543" x2="84028" y2="57543"/>
                          <a14:backgroundMark x1="84028" y1="57543" x2="84809" y2="56789"/>
                          <a14:backgroundMark x1="84201" y1="56897" x2="82986" y2="57866"/>
                          <a14:backgroundMark x1="80382" y1="60668" x2="79340" y2="61746"/>
                          <a14:backgroundMark x1="81858" y1="59806" x2="81684" y2="61099"/>
                          <a14:backgroundMark x1="83160" y1="58944" x2="82031" y2="60991"/>
                          <a14:backgroundMark x1="83767" y1="58513" x2="83767" y2="58944"/>
                          <a14:backgroundMark x1="79253" y1="62608" x2="79253" y2="62608"/>
                          <a14:backgroundMark x1="79253" y1="62716" x2="78906" y2="62177"/>
                          <a14:backgroundMark x1="78646" y1="62284" x2="78733" y2="63685"/>
                          <a14:backgroundMark x1="78299" y1="62284" x2="79427" y2="63578"/>
                          <a14:backgroundMark x1="85243" y1="53448" x2="90191" y2="38039"/>
                          <a14:backgroundMark x1="90191" y1="38039" x2="96094" y2="33621"/>
                          <a14:backgroundMark x1="96094" y1="33621" x2="94358" y2="43103"/>
                          <a14:backgroundMark x1="94358" y1="43103" x2="90104" y2="51832"/>
                          <a14:backgroundMark x1="90104" y1="51832" x2="84462" y2="54741"/>
                          <a14:backgroundMark x1="87326" y1="39655" x2="88628" y2="47737"/>
                          <a14:backgroundMark x1="88628" y1="47737" x2="91667" y2="40086"/>
                          <a14:backgroundMark x1="91667" y1="40086" x2="87326" y2="39116"/>
                          <a14:backgroundMark x1="90712" y1="37392" x2="90712" y2="39655"/>
                          <a14:backgroundMark x1="90799" y1="38362" x2="91840" y2="39116"/>
                          <a14:backgroundMark x1="92708" y1="38362" x2="92014" y2="39116"/>
                          <a14:backgroundMark x1="91667" y1="36746" x2="90799" y2="39978"/>
                          <a14:backgroundMark x1="86979" y1="48922" x2="86806" y2="51293"/>
                          <a14:backgroundMark x1="88021" y1="47414" x2="87153" y2="49138"/>
                          <a14:backgroundMark x1="86806" y1="50754" x2="85938" y2="51616"/>
                          <a14:backgroundMark x1="60938" y1="71552" x2="67101" y2="67457"/>
                          <a14:backgroundMark x1="67101" y1="67457" x2="61979" y2="73599"/>
                          <a14:backgroundMark x1="61979" y1="73599" x2="61285" y2="71659"/>
                          <a14:backgroundMark x1="67274" y1="67888" x2="68750" y2="67349"/>
                          <a14:backgroundMark x1="56337" y1="1832" x2="56337" y2="1832"/>
                          <a14:backgroundMark x1="56337" y1="1832" x2="55903" y2="3341"/>
                          <a14:backgroundMark x1="55816" y1="4634" x2="61806" y2="1832"/>
                          <a14:backgroundMark x1="61806" y1="1832" x2="69444" y2="2478"/>
                          <a14:backgroundMark x1="69444" y1="2478" x2="61892" y2="754"/>
                          <a14:backgroundMark x1="61892" y1="754" x2="55990" y2="3772"/>
                          <a14:backgroundMark x1="55990" y1="3772" x2="55903" y2="4526"/>
                          <a14:backgroundMark x1="53125" y1="5496" x2="54167" y2="4634"/>
                          <a14:backgroundMark x1="72830" y1="4095" x2="78993" y2="10991"/>
                          <a14:backgroundMark x1="78993" y1="10991" x2="85590" y2="26832"/>
                          <a14:backgroundMark x1="85590" y1="26832" x2="91406" y2="23384"/>
                          <a14:backgroundMark x1="91264" y1="22921" x2="88021" y2="12392"/>
                          <a14:backgroundMark x1="88021" y1="12392" x2="80729" y2="4310"/>
                          <a14:backgroundMark x1="80729" y1="4310" x2="73872" y2="2802"/>
                          <a14:backgroundMark x1="73872" y1="2802" x2="73090" y2="5065"/>
                          <a14:backgroundMark x1="91319" y1="23491" x2="91059" y2="24353"/>
                          <a14:backgroundMark x1="54514" y1="3987" x2="53906" y2="5388"/>
                          <a14:backgroundMark x1="45660" y1="8297" x2="51997" y2="6573"/>
                          <a14:backgroundMark x1="94878" y1="25216" x2="95833" y2="25539"/>
                          <a14:backgroundMark x1="97309" y1="30603" x2="97569" y2="31789"/>
                          <a14:backgroundMark x1="95052" y1="33728" x2="95052" y2="33728"/>
                          <a14:backgroundMark x1="94444" y1="34375" x2="94444" y2="34375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6865556">
              <a:off x="8305016" y="1799257"/>
              <a:ext cx="2426661" cy="1954811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F504BB8-4B3F-FEB4-5BC3-4302AC3F9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1300" y="1833812"/>
              <a:ext cx="1199764" cy="1109516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6BE01E8-94EC-008D-AB41-B63347E479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7814" y="3892276"/>
            <a:ext cx="2784210" cy="2765923"/>
          </a:xfrm>
          <a:prstGeom prst="rect">
            <a:avLst/>
          </a:prstGeom>
        </p:spPr>
      </p:pic>
      <p:sp>
        <p:nvSpPr>
          <p:cNvPr id="10" name="右大括号 9">
            <a:extLst>
              <a:ext uri="{FF2B5EF4-FFF2-40B4-BE49-F238E27FC236}">
                <a16:creationId xmlns:a16="http://schemas.microsoft.com/office/drawing/2014/main" id="{1F5CFD31-16AF-6F3F-91C9-74E62CF96A82}"/>
              </a:ext>
            </a:extLst>
          </p:cNvPr>
          <p:cNvSpPr/>
          <p:nvPr/>
        </p:nvSpPr>
        <p:spPr>
          <a:xfrm>
            <a:off x="3709851" y="3596699"/>
            <a:ext cx="339635" cy="249059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437F24-7920-57C3-5590-CCA76F6088F2}"/>
              </a:ext>
            </a:extLst>
          </p:cNvPr>
          <p:cNvSpPr txBox="1"/>
          <p:nvPr/>
        </p:nvSpPr>
        <p:spPr>
          <a:xfrm>
            <a:off x="4293326" y="4683425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在控制板和驱动板中</a:t>
            </a:r>
          </a:p>
        </p:txBody>
      </p:sp>
    </p:spTree>
    <p:extLst>
      <p:ext uri="{BB962C8B-B14F-4D97-AF65-F5344CB8AC3E}">
        <p14:creationId xmlns:p14="http://schemas.microsoft.com/office/powerpoint/2010/main" val="105134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F7E-ABCF-13FA-71F1-5AE281A1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23158A1-C324-89E6-D498-905FA29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本章技术路线图</a:t>
            </a:r>
          </a:p>
        </p:txBody>
      </p:sp>
      <p:graphicFrame>
        <p:nvGraphicFramePr>
          <p:cNvPr id="2" name="内容占位符 1">
            <a:extLst>
              <a:ext uri="{FF2B5EF4-FFF2-40B4-BE49-F238E27FC236}">
                <a16:creationId xmlns:a16="http://schemas.microsoft.com/office/drawing/2014/main" id="{6F3EE3A5-D43F-4538-618C-804DD164D4D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247643645"/>
              </p:ext>
            </p:extLst>
          </p:nvPr>
        </p:nvGraphicFramePr>
        <p:xfrm>
          <a:off x="952624" y="1053857"/>
          <a:ext cx="10688441" cy="5345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1305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D81A9-715B-5627-C30E-34E14511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与</a:t>
            </a:r>
            <a:r>
              <a:rPr lang="en-US" altLang="zh-CN" dirty="0"/>
              <a:t>PID</a:t>
            </a:r>
            <a:r>
              <a:rPr lang="zh-CN" altLang="en-US" dirty="0"/>
              <a:t>控制的关联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55BED5-11FC-E544-D8B1-7C75D9719BF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7230" y="1010315"/>
            <a:ext cx="6223239" cy="2418686"/>
          </a:xfrm>
        </p:spPr>
        <p:txBody>
          <a:bodyPr>
            <a:normAutofit lnSpcReduction="10000"/>
          </a:bodyPr>
          <a:lstStyle/>
          <a:p>
            <a:pPr latinLnBrk="1"/>
            <a:r>
              <a:rPr lang="zh-CN" altLang="en-US" sz="2400" dirty="0"/>
              <a:t>本章的感知数据，是后续</a:t>
            </a:r>
            <a:r>
              <a:rPr lang="en-US" altLang="zh-CN" sz="2400" dirty="0"/>
              <a:t>PID</a:t>
            </a:r>
            <a:r>
              <a:rPr lang="zh-CN" altLang="en-US" sz="2400" dirty="0"/>
              <a:t>控制的输入：</a:t>
            </a:r>
          </a:p>
          <a:p>
            <a:pPr latinLnBrk="1"/>
            <a:endParaRPr lang="zh-CN" altLang="en-US" sz="2400" dirty="0"/>
          </a:p>
          <a:p>
            <a:pPr latinLnBrk="1"/>
            <a:r>
              <a:rPr lang="zh-CN" altLang="en-US" sz="2400" dirty="0"/>
              <a:t>位置反馈 → 位置环</a:t>
            </a:r>
            <a:r>
              <a:rPr lang="en-US" altLang="zh-CN" sz="2400" dirty="0"/>
              <a:t>PID</a:t>
            </a:r>
          </a:p>
          <a:p>
            <a:pPr latinLnBrk="1"/>
            <a:r>
              <a:rPr lang="zh-CN" altLang="en-US" sz="2400" dirty="0"/>
              <a:t>速度反馈 → 速度环</a:t>
            </a:r>
            <a:r>
              <a:rPr lang="en-US" altLang="zh-CN" sz="2400" dirty="0"/>
              <a:t>PID</a:t>
            </a:r>
          </a:p>
          <a:p>
            <a:pPr latinLnBrk="1"/>
            <a:r>
              <a:rPr lang="zh-CN" altLang="en-US" sz="2400" dirty="0"/>
              <a:t>电流反馈 → 电流环</a:t>
            </a:r>
            <a:r>
              <a:rPr lang="en-US" altLang="zh-CN" sz="2400" dirty="0"/>
              <a:t>PID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DB1B994-39FA-8080-AE3F-950DFADA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057" y="3140387"/>
            <a:ext cx="7405959" cy="293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FD1BD-E082-7AF6-D96F-FB6A5F71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D26926D-9358-D545-5998-C92803384710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4036334923"/>
              </p:ext>
            </p:extLst>
          </p:nvPr>
        </p:nvGraphicFramePr>
        <p:xfrm>
          <a:off x="1515292" y="966773"/>
          <a:ext cx="9353005" cy="51031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9464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6373</TotalTime>
  <Words>815</Words>
  <Application>Microsoft Office PowerPoint</Application>
  <PresentationFormat>宽屏</PresentationFormat>
  <Paragraphs>145</Paragraphs>
  <Slides>11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quote-cjk-patch</vt:lpstr>
      <vt:lpstr>Source Han Sans</vt:lpstr>
      <vt:lpstr>Source Han Sans CN Regular</vt:lpstr>
      <vt:lpstr>var(--ds-font-family-code)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学习目标</vt:lpstr>
      <vt:lpstr>1. 闭环中的状态感知</vt:lpstr>
      <vt:lpstr>2. 闭环的“感官”—— 多状态感知</vt:lpstr>
      <vt:lpstr>3. 为什么电机闭环控制需要多状态感知？</vt:lpstr>
      <vt:lpstr>4. 有刷电机闭环系统的感知层所含硬件</vt:lpstr>
      <vt:lpstr>5. 本章技术路线图</vt:lpstr>
      <vt:lpstr>6. 与PID控制的关联</vt:lpstr>
      <vt:lpstr>思考题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167</cp:revision>
  <dcterms:created xsi:type="dcterms:W3CDTF">2025-05-21T06:55:53Z</dcterms:created>
  <dcterms:modified xsi:type="dcterms:W3CDTF">2025-11-14T01:45:18Z</dcterms:modified>
</cp:coreProperties>
</file>