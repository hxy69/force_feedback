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802" r:id="rId3"/>
    <p:sldId id="800" r:id="rId4"/>
    <p:sldId id="805" r:id="rId5"/>
    <p:sldId id="812" r:id="rId6"/>
    <p:sldId id="807" r:id="rId7"/>
    <p:sldId id="813" r:id="rId8"/>
    <p:sldId id="808" r:id="rId9"/>
    <p:sldId id="806" r:id="rId10"/>
    <p:sldId id="809" r:id="rId11"/>
    <p:sldId id="810" r:id="rId12"/>
    <p:sldId id="811" r:id="rId13"/>
    <p:sldId id="28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62864" autoAdjust="0"/>
  </p:normalViewPr>
  <p:slideViewPr>
    <p:cSldViewPr snapToGrid="0">
      <p:cViewPr varScale="1">
        <p:scale>
          <a:sx n="69" d="100"/>
          <a:sy n="69" d="100"/>
        </p:scale>
        <p:origin x="282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dirty="0"/>
            <a:t>1. </a:t>
          </a:r>
          <a:r>
            <a:rPr lang="zh-CN" altLang="en-US" b="0" i="0" dirty="0"/>
            <a:t>掌握霍尔编码器的工作原理与信号特征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E00D75A3-9BDA-4689-9C6B-55A6A95CF716}">
      <dgm:prSet/>
      <dgm:spPr/>
      <dgm:t>
        <a:bodyPr/>
        <a:lstStyle/>
        <a:p>
          <a:pPr>
            <a:buNone/>
          </a:pPr>
          <a:r>
            <a:rPr lang="en-US" altLang="zh-CN" b="0" i="0" dirty="0"/>
            <a:t>2. </a:t>
          </a:r>
          <a:r>
            <a:rPr lang="zh-CN" altLang="en-US" b="0" i="0" dirty="0"/>
            <a:t>理解</a:t>
          </a:r>
          <a:r>
            <a:rPr lang="en-US" altLang="zh-CN" b="0" i="0" dirty="0"/>
            <a:t>PPR</a:t>
          </a:r>
          <a:r>
            <a:rPr lang="zh-CN" altLang="en-US" b="0" i="0" dirty="0"/>
            <a:t>概念及其与系统精度的关系 </a:t>
          </a:r>
        </a:p>
      </dgm:t>
    </dgm:pt>
    <dgm:pt modelId="{037CD5EB-6060-471F-B4B7-998FF6DC999A}" type="parTrans" cxnId="{D76C0DA8-4E8E-4B91-8B9E-1CBAFFC0080E}">
      <dgm:prSet/>
      <dgm:spPr/>
      <dgm:t>
        <a:bodyPr/>
        <a:lstStyle/>
        <a:p>
          <a:endParaRPr lang="zh-CN" altLang="en-US"/>
        </a:p>
      </dgm:t>
    </dgm:pt>
    <dgm:pt modelId="{07652E06-42DF-4C53-91FB-77B95770C78F}" type="sibTrans" cxnId="{D76C0DA8-4E8E-4B91-8B9E-1CBAFFC0080E}">
      <dgm:prSet/>
      <dgm:spPr/>
      <dgm:t>
        <a:bodyPr/>
        <a:lstStyle/>
        <a:p>
          <a:endParaRPr lang="zh-CN" altLang="en-US"/>
        </a:p>
      </dgm:t>
    </dgm:pt>
    <dgm:pt modelId="{F3B7C02C-BFD1-4B29-8222-C96DC7088644}">
      <dgm:prSet/>
      <dgm:spPr/>
      <dgm:t>
        <a:bodyPr/>
        <a:lstStyle/>
        <a:p>
          <a:pPr>
            <a:buNone/>
          </a:pPr>
          <a:r>
            <a:rPr lang="en-US" altLang="zh-CN" b="0" i="0" dirty="0"/>
            <a:t>3. </a:t>
          </a:r>
          <a:r>
            <a:rPr lang="zh-CN" altLang="en-US" b="0" i="0" dirty="0"/>
            <a:t>掌握编码器与</a:t>
          </a:r>
          <a:r>
            <a:rPr lang="en-US" altLang="zh-CN" b="0" i="0" dirty="0"/>
            <a:t>STM32</a:t>
          </a:r>
          <a:r>
            <a:rPr lang="zh-CN" altLang="en-US" b="0" i="0" dirty="0"/>
            <a:t>的硬件连接方法</a:t>
          </a:r>
        </a:p>
      </dgm:t>
    </dgm:pt>
    <dgm:pt modelId="{21BB6454-CF1F-4818-A8CE-9ECB6B33288D}" type="parTrans" cxnId="{A9FC190D-9E35-47B1-BB37-AD17A77691EA}">
      <dgm:prSet/>
      <dgm:spPr/>
      <dgm:t>
        <a:bodyPr/>
        <a:lstStyle/>
        <a:p>
          <a:endParaRPr lang="zh-CN" altLang="en-US"/>
        </a:p>
      </dgm:t>
    </dgm:pt>
    <dgm:pt modelId="{8858CA1B-2023-4C7E-A261-3C56DA574FD2}" type="sibTrans" cxnId="{A9FC190D-9E35-47B1-BB37-AD17A77691EA}">
      <dgm:prSet/>
      <dgm:spPr/>
      <dgm:t>
        <a:bodyPr/>
        <a:lstStyle/>
        <a:p>
          <a:endParaRPr lang="zh-CN" altLang="en-US"/>
        </a:p>
      </dgm:t>
    </dgm:pt>
    <dgm:pt modelId="{CEF9F2CD-2FB2-4911-BF6D-BBF0A4A01F7F}">
      <dgm:prSet/>
      <dgm:spPr/>
      <dgm:t>
        <a:bodyPr/>
        <a:lstStyle/>
        <a:p>
          <a:pPr>
            <a:buNone/>
          </a:pPr>
          <a:r>
            <a:rPr lang="en-US" altLang="zh-CN" b="0" i="0" dirty="0"/>
            <a:t>4. </a:t>
          </a:r>
          <a:r>
            <a:rPr lang="zh-CN" altLang="en-US" b="0" i="0" dirty="0"/>
            <a:t>了解</a:t>
          </a:r>
          <a:r>
            <a:rPr lang="en-US" altLang="zh-CN" b="0" i="0" dirty="0"/>
            <a:t>STM32</a:t>
          </a:r>
          <a:r>
            <a:rPr lang="zh-CN" altLang="en-US" b="0" i="0" dirty="0"/>
            <a:t>编码器接口模式的配置要点</a:t>
          </a:r>
        </a:p>
      </dgm:t>
    </dgm:pt>
    <dgm:pt modelId="{F9B7C5FD-DD0C-47E8-A3FE-FB1913E97AC2}" type="parTrans" cxnId="{B15BE6AF-D807-4CDC-87BC-E6EAD81BFBF6}">
      <dgm:prSet/>
      <dgm:spPr/>
      <dgm:t>
        <a:bodyPr/>
        <a:lstStyle/>
        <a:p>
          <a:endParaRPr lang="zh-CN" altLang="en-US"/>
        </a:p>
      </dgm:t>
    </dgm:pt>
    <dgm:pt modelId="{8C9FB737-C3C0-4051-8CD9-C8AF20D04381}" type="sibTrans" cxnId="{B15BE6AF-D807-4CDC-87BC-E6EAD81BFBF6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4" custLinFactNeighborX="7821" custLinFactNeighborY="-41997">
        <dgm:presLayoutVars>
          <dgm:chMax val="0"/>
          <dgm:bulletEnabled val="1"/>
        </dgm:presLayoutVars>
      </dgm:prSet>
      <dgm:spPr/>
    </dgm:pt>
    <dgm:pt modelId="{65251149-4757-4207-AFC6-0F0FA7894A0E}" type="pres">
      <dgm:prSet presAssocID="{0DC89421-7892-4BB5-8A47-F6705D342A56}" presName="spacer" presStyleCnt="0"/>
      <dgm:spPr/>
    </dgm:pt>
    <dgm:pt modelId="{0FC7C0A8-18A6-4695-8BEE-C5DF75CFA752}" type="pres">
      <dgm:prSet presAssocID="{E00D75A3-9BDA-4689-9C6B-55A6A95CF7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F9D63EB-5C9E-4E1E-B58C-1EE753572E03}" type="pres">
      <dgm:prSet presAssocID="{07652E06-42DF-4C53-91FB-77B95770C78F}" presName="spacer" presStyleCnt="0"/>
      <dgm:spPr/>
    </dgm:pt>
    <dgm:pt modelId="{CF698AB8-F9F6-47F7-8EBF-507D8369DBFB}" type="pres">
      <dgm:prSet presAssocID="{F3B7C02C-BFD1-4B29-8222-C96DC708864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FFA8CB-3723-49EC-9B79-D9207B8C5014}" type="pres">
      <dgm:prSet presAssocID="{8858CA1B-2023-4C7E-A261-3C56DA574FD2}" presName="spacer" presStyleCnt="0"/>
      <dgm:spPr/>
    </dgm:pt>
    <dgm:pt modelId="{A6362149-92E4-4C1B-963B-7C5D02581CE3}" type="pres">
      <dgm:prSet presAssocID="{CEF9F2CD-2FB2-4911-BF6D-BBF0A4A01F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A9FC190D-9E35-47B1-BB37-AD17A77691EA}" srcId="{8CD2E5DB-863B-4C72-909B-8B419B7117A4}" destId="{F3B7C02C-BFD1-4B29-8222-C96DC7088644}" srcOrd="2" destOrd="0" parTransId="{21BB6454-CF1F-4818-A8CE-9ECB6B33288D}" sibTransId="{8858CA1B-2023-4C7E-A261-3C56DA574FD2}"/>
    <dgm:cxn modelId="{DE1CBC15-DF88-44CD-8D9B-D9DB20FDE696}" type="presOf" srcId="{F3B7C02C-BFD1-4B29-8222-C96DC7088644}" destId="{CF698AB8-F9F6-47F7-8EBF-507D8369DBFB}" srcOrd="0" destOrd="0" presId="urn:microsoft.com/office/officeart/2005/8/layout/vList2"/>
    <dgm:cxn modelId="{624C912B-314A-40A4-B2AF-325F7CBA9791}" type="presOf" srcId="{E64E6344-03F3-41EA-B2B3-D9F732B8BD60}" destId="{1CE5FAD2-50A8-4032-BAEC-E3A01D2341AE}" srcOrd="0" destOrd="0" presId="urn:microsoft.com/office/officeart/2005/8/layout/vList2"/>
    <dgm:cxn modelId="{D76C0DA8-4E8E-4B91-8B9E-1CBAFFC0080E}" srcId="{8CD2E5DB-863B-4C72-909B-8B419B7117A4}" destId="{E00D75A3-9BDA-4689-9C6B-55A6A95CF716}" srcOrd="1" destOrd="0" parTransId="{037CD5EB-6060-471F-B4B7-998FF6DC999A}" sibTransId="{07652E06-42DF-4C53-91FB-77B95770C78F}"/>
    <dgm:cxn modelId="{B15BE6AF-D807-4CDC-87BC-E6EAD81BFBF6}" srcId="{8CD2E5DB-863B-4C72-909B-8B419B7117A4}" destId="{CEF9F2CD-2FB2-4911-BF6D-BBF0A4A01F7F}" srcOrd="3" destOrd="0" parTransId="{F9B7C5FD-DD0C-47E8-A3FE-FB1913E97AC2}" sibTransId="{8C9FB737-C3C0-4051-8CD9-C8AF20D04381}"/>
    <dgm:cxn modelId="{4A2998B6-0236-4611-ADF5-721AAD3F0718}" type="presOf" srcId="{E00D75A3-9BDA-4689-9C6B-55A6A95CF716}" destId="{0FC7C0A8-18A6-4695-8BEE-C5DF75CFA752}" srcOrd="0" destOrd="0" presId="urn:microsoft.com/office/officeart/2005/8/layout/vList2"/>
    <dgm:cxn modelId="{434834E3-BE53-47AF-907C-DB68F3BFE180}" type="presOf" srcId="{CEF9F2CD-2FB2-4911-BF6D-BBF0A4A01F7F}" destId="{A6362149-92E4-4C1B-963B-7C5D02581CE3}" srcOrd="0" destOrd="0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"/>
    <dgm:cxn modelId="{EB4A4393-125C-455B-B7EE-43BC6440AF90}" type="presParOf" srcId="{6BAECC41-F701-41E2-ADAF-5F31946C0A81}" destId="{65251149-4757-4207-AFC6-0F0FA7894A0E}" srcOrd="1" destOrd="0" presId="urn:microsoft.com/office/officeart/2005/8/layout/vList2"/>
    <dgm:cxn modelId="{AA6140AE-59A0-49D8-B711-D7D49AD662AC}" type="presParOf" srcId="{6BAECC41-F701-41E2-ADAF-5F31946C0A81}" destId="{0FC7C0A8-18A6-4695-8BEE-C5DF75CFA752}" srcOrd="2" destOrd="0" presId="urn:microsoft.com/office/officeart/2005/8/layout/vList2"/>
    <dgm:cxn modelId="{151079A0-828C-4496-95D2-C4D9D01433CA}" type="presParOf" srcId="{6BAECC41-F701-41E2-ADAF-5F31946C0A81}" destId="{AF9D63EB-5C9E-4E1E-B58C-1EE753572E03}" srcOrd="3" destOrd="0" presId="urn:microsoft.com/office/officeart/2005/8/layout/vList2"/>
    <dgm:cxn modelId="{0AF3F31A-D2F7-4086-9459-9EF0941AE3A1}" type="presParOf" srcId="{6BAECC41-F701-41E2-ADAF-5F31946C0A81}" destId="{CF698AB8-F9F6-47F7-8EBF-507D8369DBFB}" srcOrd="4" destOrd="0" presId="urn:microsoft.com/office/officeart/2005/8/layout/vList2"/>
    <dgm:cxn modelId="{E07535F0-F546-41E5-A2AC-F81745B94014}" type="presParOf" srcId="{6BAECC41-F701-41E2-ADAF-5F31946C0A81}" destId="{B9FFA8CB-3723-49EC-9B79-D9207B8C5014}" srcOrd="5" destOrd="0" presId="urn:microsoft.com/office/officeart/2005/8/layout/vList2"/>
    <dgm:cxn modelId="{40A17950-9F03-4D67-BB12-6FFD8EB1696E}" type="presParOf" srcId="{6BAECC41-F701-41E2-ADAF-5F31946C0A81}" destId="{A6362149-92E4-4C1B-963B-7C5D02581C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C47477-F192-4F46-AD3A-3C57DD2635C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2401603-2D55-4474-93A3-243405EF58EF}">
      <dgm:prSet/>
      <dgm:spPr/>
      <dgm:t>
        <a:bodyPr/>
        <a:lstStyle/>
        <a:p>
          <a:r>
            <a:rPr lang="en-US" altLang="zh-CN" b="1" i="0"/>
            <a:t>1. </a:t>
          </a:r>
          <a:r>
            <a:rPr lang="zh-CN" altLang="en-US" b="1" i="0"/>
            <a:t>增量式编码器 </a:t>
          </a:r>
          <a:r>
            <a:rPr lang="en-US" altLang="zh-CN" b="1" i="0"/>
            <a:t>- “</a:t>
          </a:r>
          <a:r>
            <a:rPr lang="zh-CN" altLang="en-US" b="1" i="0"/>
            <a:t>记步器”</a:t>
          </a:r>
          <a:endParaRPr lang="zh-CN" dirty="0"/>
        </a:p>
      </dgm:t>
    </dgm:pt>
    <dgm:pt modelId="{70CAB2BF-2699-4939-BAD4-68257D32AE80}" type="parTrans" cxnId="{7DDF4B13-134C-4E25-B746-F544EA9AA3B1}">
      <dgm:prSet/>
      <dgm:spPr/>
      <dgm:t>
        <a:bodyPr/>
        <a:lstStyle/>
        <a:p>
          <a:endParaRPr lang="zh-CN" altLang="en-US"/>
        </a:p>
      </dgm:t>
    </dgm:pt>
    <dgm:pt modelId="{1C025EBA-C470-46C0-BF02-C7C560AE7965}" type="sibTrans" cxnId="{7DDF4B13-134C-4E25-B746-F544EA9AA3B1}">
      <dgm:prSet/>
      <dgm:spPr/>
      <dgm:t>
        <a:bodyPr/>
        <a:lstStyle/>
        <a:p>
          <a:endParaRPr lang="zh-CN" altLang="en-US"/>
        </a:p>
      </dgm:t>
    </dgm:pt>
    <dgm:pt modelId="{DED7DD4D-2FF5-4978-AEA6-BB4770D61A4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 dirty="0"/>
            <a:t>核心</a:t>
          </a:r>
          <a:r>
            <a:rPr lang="zh-CN" altLang="en-US" b="0" i="0" dirty="0"/>
            <a:t>：只记录“相对变化量”（走了多少步）。</a:t>
          </a:r>
        </a:p>
      </dgm:t>
    </dgm:pt>
    <dgm:pt modelId="{8E17173C-3612-4459-9CBA-3FCD19F64088}" type="parTrans" cxnId="{2294114B-B9D3-4422-80F1-B731BAD1F6CD}">
      <dgm:prSet/>
      <dgm:spPr/>
      <dgm:t>
        <a:bodyPr/>
        <a:lstStyle/>
        <a:p>
          <a:endParaRPr lang="zh-CN" altLang="en-US"/>
        </a:p>
      </dgm:t>
    </dgm:pt>
    <dgm:pt modelId="{23DAA296-8548-495D-B9AA-1B6E37646CDB}" type="sibTrans" cxnId="{2294114B-B9D3-4422-80F1-B731BAD1F6CD}">
      <dgm:prSet/>
      <dgm:spPr/>
      <dgm:t>
        <a:bodyPr/>
        <a:lstStyle/>
        <a:p>
          <a:endParaRPr lang="zh-CN" altLang="en-US"/>
        </a:p>
      </dgm:t>
    </dgm:pt>
    <dgm:pt modelId="{A7925EA5-4E3C-4A63-B7C2-76C68BC253E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 dirty="0"/>
            <a:t>特点</a:t>
          </a:r>
          <a:r>
            <a:rPr lang="zh-CN" altLang="en-US" b="0" i="0" dirty="0"/>
            <a:t>：断电后位置丢失，上电需回零。输出连续的脉冲串。</a:t>
          </a:r>
        </a:p>
      </dgm:t>
    </dgm:pt>
    <dgm:pt modelId="{D0E3321A-CA18-403A-97D2-00EA5400BABE}" type="parTrans" cxnId="{C24603D9-C5A1-4BE5-B2CE-F0BD4AB9060E}">
      <dgm:prSet/>
      <dgm:spPr/>
      <dgm:t>
        <a:bodyPr/>
        <a:lstStyle/>
        <a:p>
          <a:endParaRPr lang="zh-CN" altLang="en-US"/>
        </a:p>
      </dgm:t>
    </dgm:pt>
    <dgm:pt modelId="{F03F3291-A7EF-4DA7-9D8A-89E89EB814EF}" type="sibTrans" cxnId="{C24603D9-C5A1-4BE5-B2CE-F0BD4AB9060E}">
      <dgm:prSet/>
      <dgm:spPr/>
      <dgm:t>
        <a:bodyPr/>
        <a:lstStyle/>
        <a:p>
          <a:endParaRPr lang="zh-CN" altLang="en-US"/>
        </a:p>
      </dgm:t>
    </dgm:pt>
    <dgm:pt modelId="{460EA37F-D560-4C4F-BB01-DDD1E089FB4F}">
      <dgm:prSet/>
      <dgm:spPr/>
      <dgm:t>
        <a:bodyPr/>
        <a:lstStyle/>
        <a:p>
          <a:pPr>
            <a:buNone/>
          </a:pPr>
          <a:r>
            <a:rPr lang="en-US" altLang="zh-CN" b="1" i="0" dirty="0"/>
            <a:t>2. </a:t>
          </a:r>
          <a:r>
            <a:rPr lang="zh-CN" altLang="en-US" b="1" i="0" dirty="0"/>
            <a:t>绝对式编码器 </a:t>
          </a:r>
          <a:r>
            <a:rPr lang="en-US" altLang="zh-CN" b="1" i="0" dirty="0"/>
            <a:t>- “</a:t>
          </a:r>
          <a:r>
            <a:rPr lang="zh-CN" altLang="en-US" b="1" i="0" dirty="0"/>
            <a:t>坐标尺”</a:t>
          </a:r>
          <a:endParaRPr lang="zh-CN" altLang="en-US" b="0" i="0" dirty="0"/>
        </a:p>
      </dgm:t>
    </dgm:pt>
    <dgm:pt modelId="{B7ACF82E-4018-4A1B-B65B-A3E066178C22}" type="parTrans" cxnId="{363FC2FA-F591-4D12-888E-8B6EA506AB92}">
      <dgm:prSet/>
      <dgm:spPr/>
      <dgm:t>
        <a:bodyPr/>
        <a:lstStyle/>
        <a:p>
          <a:endParaRPr lang="zh-CN" altLang="en-US"/>
        </a:p>
      </dgm:t>
    </dgm:pt>
    <dgm:pt modelId="{C05C0CEE-6AE2-48BD-BD76-2E9BFEA023D1}" type="sibTrans" cxnId="{363FC2FA-F591-4D12-888E-8B6EA506AB92}">
      <dgm:prSet/>
      <dgm:spPr/>
      <dgm:t>
        <a:bodyPr/>
        <a:lstStyle/>
        <a:p>
          <a:endParaRPr lang="zh-CN" altLang="en-US"/>
        </a:p>
      </dgm:t>
    </dgm:pt>
    <dgm:pt modelId="{0D0292CA-A69E-4572-BC84-213F494415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 dirty="0"/>
            <a:t>核心</a:t>
          </a:r>
          <a:r>
            <a:rPr lang="zh-CN" altLang="en-US" b="0" i="0" dirty="0"/>
            <a:t>：直接读取“唯一位置值”（现在在哪儿）。</a:t>
          </a:r>
        </a:p>
      </dgm:t>
    </dgm:pt>
    <dgm:pt modelId="{F2EFD352-4CEA-499A-81E2-BD3314A21899}" type="parTrans" cxnId="{8892CAB7-621D-4D8F-B336-B6331F78FC46}">
      <dgm:prSet/>
      <dgm:spPr/>
      <dgm:t>
        <a:bodyPr/>
        <a:lstStyle/>
        <a:p>
          <a:endParaRPr lang="zh-CN" altLang="en-US"/>
        </a:p>
      </dgm:t>
    </dgm:pt>
    <dgm:pt modelId="{DEFAEC61-2B36-4066-BAD2-7EF8D5DB2536}" type="sibTrans" cxnId="{8892CAB7-621D-4D8F-B336-B6331F78FC46}">
      <dgm:prSet/>
      <dgm:spPr/>
      <dgm:t>
        <a:bodyPr/>
        <a:lstStyle/>
        <a:p>
          <a:endParaRPr lang="zh-CN" altLang="en-US"/>
        </a:p>
      </dgm:t>
    </dgm:pt>
    <dgm:pt modelId="{FA8A49C7-7108-4EFE-8694-80C2F54F6D7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 dirty="0"/>
            <a:t>特点</a:t>
          </a:r>
          <a:r>
            <a:rPr lang="zh-CN" altLang="en-US" b="0" i="0" dirty="0"/>
            <a:t>：断电后位置保持，上电即知当前位置。输出特定编码（如二进制、格雷码）。</a:t>
          </a:r>
        </a:p>
      </dgm:t>
    </dgm:pt>
    <dgm:pt modelId="{19C240A4-16A0-4375-901D-7E6A65129508}" type="parTrans" cxnId="{C341AE08-E62B-4475-8DA5-588F6E5FF977}">
      <dgm:prSet/>
      <dgm:spPr/>
      <dgm:t>
        <a:bodyPr/>
        <a:lstStyle/>
        <a:p>
          <a:endParaRPr lang="zh-CN" altLang="en-US"/>
        </a:p>
      </dgm:t>
    </dgm:pt>
    <dgm:pt modelId="{EA047663-8E98-4986-A226-DC86DB6CFF1A}" type="sibTrans" cxnId="{C341AE08-E62B-4475-8DA5-588F6E5FF977}">
      <dgm:prSet/>
      <dgm:spPr/>
      <dgm:t>
        <a:bodyPr/>
        <a:lstStyle/>
        <a:p>
          <a:endParaRPr lang="zh-CN" altLang="en-US"/>
        </a:p>
      </dgm:t>
    </dgm:pt>
    <dgm:pt modelId="{57ACE1D6-5CBE-4632-BCBE-1A2A4B2931D9}">
      <dgm:prSet/>
      <dgm:spPr/>
      <dgm:t>
        <a:bodyPr/>
        <a:lstStyle/>
        <a:p>
          <a:pPr>
            <a:buNone/>
          </a:pPr>
          <a:r>
            <a:rPr lang="en-US" altLang="zh-CN" b="1" i="0" dirty="0"/>
            <a:t>3. </a:t>
          </a:r>
          <a:r>
            <a:rPr lang="zh-CN" altLang="en-US" b="1" i="0" dirty="0"/>
            <a:t>混合式编码器 </a:t>
          </a:r>
          <a:r>
            <a:rPr lang="en-US" altLang="zh-CN" b="1" i="0" dirty="0"/>
            <a:t>- “</a:t>
          </a:r>
          <a:r>
            <a:rPr lang="zh-CN" altLang="en-US" b="1" i="0" dirty="0"/>
            <a:t>二合一”</a:t>
          </a:r>
          <a:endParaRPr lang="zh-CN" altLang="en-US" b="0" i="0" dirty="0"/>
        </a:p>
      </dgm:t>
    </dgm:pt>
    <dgm:pt modelId="{5C04DAAF-61A0-4585-A90C-EC6BF4DF3F16}" type="parTrans" cxnId="{1BDFF8F0-4E0A-48FB-A1F6-661ED816C29A}">
      <dgm:prSet/>
      <dgm:spPr/>
      <dgm:t>
        <a:bodyPr/>
        <a:lstStyle/>
        <a:p>
          <a:endParaRPr lang="zh-CN" altLang="en-US"/>
        </a:p>
      </dgm:t>
    </dgm:pt>
    <dgm:pt modelId="{0F69C453-7FB4-4C52-B27B-9CB6270A7F5B}" type="sibTrans" cxnId="{1BDFF8F0-4E0A-48FB-A1F6-661ED816C29A}">
      <dgm:prSet/>
      <dgm:spPr/>
      <dgm:t>
        <a:bodyPr/>
        <a:lstStyle/>
        <a:p>
          <a:endParaRPr lang="zh-CN" altLang="en-US"/>
        </a:p>
      </dgm:t>
    </dgm:pt>
    <dgm:pt modelId="{9BB94B39-7C5B-402C-BEF1-6EF23B58D9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 dirty="0"/>
            <a:t>核心</a:t>
          </a:r>
          <a:r>
            <a:rPr lang="zh-CN" altLang="en-US" b="0" i="0" dirty="0"/>
            <a:t>：内部是“绝对式”结构，同时输出“绝对位置”和“增量脉冲”两套信号。</a:t>
          </a:r>
        </a:p>
      </dgm:t>
    </dgm:pt>
    <dgm:pt modelId="{5CBFA40E-9135-46E4-BE76-145EA87C186B}" type="parTrans" cxnId="{40117BB5-AF9D-4C1C-8A53-73E8BC05871E}">
      <dgm:prSet/>
      <dgm:spPr/>
      <dgm:t>
        <a:bodyPr/>
        <a:lstStyle/>
        <a:p>
          <a:endParaRPr lang="zh-CN" altLang="en-US"/>
        </a:p>
      </dgm:t>
    </dgm:pt>
    <dgm:pt modelId="{9F4318E0-25E1-4C27-8655-E5F461A5B32A}" type="sibTrans" cxnId="{40117BB5-AF9D-4C1C-8A53-73E8BC05871E}">
      <dgm:prSet/>
      <dgm:spPr/>
      <dgm:t>
        <a:bodyPr/>
        <a:lstStyle/>
        <a:p>
          <a:endParaRPr lang="zh-CN" altLang="en-US"/>
        </a:p>
      </dgm:t>
    </dgm:pt>
    <dgm:pt modelId="{5362A2F3-EE4D-4D3F-8EA8-AA9D6D7FDE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 dirty="0"/>
            <a:t>特点</a:t>
          </a:r>
          <a:r>
            <a:rPr lang="zh-CN" altLang="en-US" b="0" i="0" dirty="0"/>
            <a:t>：兼具二者的优点，既方便高精度控制，又能与依赖增量信号的系统</a:t>
          </a:r>
          <a:r>
            <a:rPr lang="zh-CN" altLang="en-US" b="0" i="0"/>
            <a:t>兼容。</a:t>
          </a:r>
          <a:endParaRPr lang="zh-CN" altLang="en-US" b="0" i="0" dirty="0"/>
        </a:p>
      </dgm:t>
    </dgm:pt>
    <dgm:pt modelId="{C0613ABB-6639-41AE-A68A-443D66544E75}" type="parTrans" cxnId="{C66C5BC4-3887-4C8A-9B5B-B27E3981A21C}">
      <dgm:prSet/>
      <dgm:spPr/>
      <dgm:t>
        <a:bodyPr/>
        <a:lstStyle/>
        <a:p>
          <a:endParaRPr lang="zh-CN" altLang="en-US"/>
        </a:p>
      </dgm:t>
    </dgm:pt>
    <dgm:pt modelId="{B27A1174-89BC-4B06-85DB-2864410C5C2A}" type="sibTrans" cxnId="{C66C5BC4-3887-4C8A-9B5B-B27E3981A21C}">
      <dgm:prSet/>
      <dgm:spPr/>
      <dgm:t>
        <a:bodyPr/>
        <a:lstStyle/>
        <a:p>
          <a:endParaRPr lang="zh-CN" altLang="en-US"/>
        </a:p>
      </dgm:t>
    </dgm:pt>
    <dgm:pt modelId="{40690412-9B39-4E10-9904-79B05BB03395}" type="pres">
      <dgm:prSet presAssocID="{66C47477-F192-4F46-AD3A-3C57DD2635C0}" presName="linear" presStyleCnt="0">
        <dgm:presLayoutVars>
          <dgm:dir/>
          <dgm:animLvl val="lvl"/>
          <dgm:resizeHandles val="exact"/>
        </dgm:presLayoutVars>
      </dgm:prSet>
      <dgm:spPr/>
    </dgm:pt>
    <dgm:pt modelId="{48ACC24E-FBBD-4F72-A824-D8B8737CD49F}" type="pres">
      <dgm:prSet presAssocID="{E2401603-2D55-4474-93A3-243405EF58EF}" presName="parentLin" presStyleCnt="0"/>
      <dgm:spPr/>
    </dgm:pt>
    <dgm:pt modelId="{F2890CC4-FA52-4ED7-8324-377C66DBC43B}" type="pres">
      <dgm:prSet presAssocID="{E2401603-2D55-4474-93A3-243405EF58EF}" presName="parentLeftMargin" presStyleLbl="node1" presStyleIdx="0" presStyleCnt="3"/>
      <dgm:spPr/>
    </dgm:pt>
    <dgm:pt modelId="{4A15A0E3-30CA-4C31-B2D7-FEBEC377FF83}" type="pres">
      <dgm:prSet presAssocID="{E2401603-2D55-4474-93A3-243405EF58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3F6BE8-8F6B-4D2E-B04A-96DACA50C467}" type="pres">
      <dgm:prSet presAssocID="{E2401603-2D55-4474-93A3-243405EF58EF}" presName="negativeSpace" presStyleCnt="0"/>
      <dgm:spPr/>
    </dgm:pt>
    <dgm:pt modelId="{9000AC5F-69A5-48B8-9C68-969C85090877}" type="pres">
      <dgm:prSet presAssocID="{E2401603-2D55-4474-93A3-243405EF58EF}" presName="childText" presStyleLbl="conFgAcc1" presStyleIdx="0" presStyleCnt="3">
        <dgm:presLayoutVars>
          <dgm:bulletEnabled val="1"/>
        </dgm:presLayoutVars>
      </dgm:prSet>
      <dgm:spPr/>
    </dgm:pt>
    <dgm:pt modelId="{E2B17F78-77A3-41D2-9F00-053F5BFEED60}" type="pres">
      <dgm:prSet presAssocID="{1C025EBA-C470-46C0-BF02-C7C560AE7965}" presName="spaceBetweenRectangles" presStyleCnt="0"/>
      <dgm:spPr/>
    </dgm:pt>
    <dgm:pt modelId="{86B50874-5E2D-44CA-95E4-279EBE71C696}" type="pres">
      <dgm:prSet presAssocID="{460EA37F-D560-4C4F-BB01-DDD1E089FB4F}" presName="parentLin" presStyleCnt="0"/>
      <dgm:spPr/>
    </dgm:pt>
    <dgm:pt modelId="{A562A39C-CD53-446F-9C2B-DCA56F290FE6}" type="pres">
      <dgm:prSet presAssocID="{460EA37F-D560-4C4F-BB01-DDD1E089FB4F}" presName="parentLeftMargin" presStyleLbl="node1" presStyleIdx="0" presStyleCnt="3"/>
      <dgm:spPr/>
    </dgm:pt>
    <dgm:pt modelId="{06C4531D-6CB2-4A12-89BF-BC6DB02318B6}" type="pres">
      <dgm:prSet presAssocID="{460EA37F-D560-4C4F-BB01-DDD1E089FB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945016A-9203-4AB8-9651-8AB547244941}" type="pres">
      <dgm:prSet presAssocID="{460EA37F-D560-4C4F-BB01-DDD1E089FB4F}" presName="negativeSpace" presStyleCnt="0"/>
      <dgm:spPr/>
    </dgm:pt>
    <dgm:pt modelId="{21F53A9F-9888-4F3A-B449-2CEF3AF7E726}" type="pres">
      <dgm:prSet presAssocID="{460EA37F-D560-4C4F-BB01-DDD1E089FB4F}" presName="childText" presStyleLbl="conFgAcc1" presStyleIdx="1" presStyleCnt="3">
        <dgm:presLayoutVars>
          <dgm:bulletEnabled val="1"/>
        </dgm:presLayoutVars>
      </dgm:prSet>
      <dgm:spPr/>
    </dgm:pt>
    <dgm:pt modelId="{BF3AC149-F6B5-4A3B-9FC3-86744C997704}" type="pres">
      <dgm:prSet presAssocID="{C05C0CEE-6AE2-48BD-BD76-2E9BFEA023D1}" presName="spaceBetweenRectangles" presStyleCnt="0"/>
      <dgm:spPr/>
    </dgm:pt>
    <dgm:pt modelId="{06FED483-6801-4282-B90C-568325723ADB}" type="pres">
      <dgm:prSet presAssocID="{57ACE1D6-5CBE-4632-BCBE-1A2A4B2931D9}" presName="parentLin" presStyleCnt="0"/>
      <dgm:spPr/>
    </dgm:pt>
    <dgm:pt modelId="{B2BADDB9-5977-407F-A856-1AA37E80A126}" type="pres">
      <dgm:prSet presAssocID="{57ACE1D6-5CBE-4632-BCBE-1A2A4B2931D9}" presName="parentLeftMargin" presStyleLbl="node1" presStyleIdx="1" presStyleCnt="3"/>
      <dgm:spPr/>
    </dgm:pt>
    <dgm:pt modelId="{51EFC38B-9385-4948-BC7F-57005692F1C2}" type="pres">
      <dgm:prSet presAssocID="{57ACE1D6-5CBE-4632-BCBE-1A2A4B2931D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B9ECEE1-AADE-49B9-82BF-8A08A42AAE55}" type="pres">
      <dgm:prSet presAssocID="{57ACE1D6-5CBE-4632-BCBE-1A2A4B2931D9}" presName="negativeSpace" presStyleCnt="0"/>
      <dgm:spPr/>
    </dgm:pt>
    <dgm:pt modelId="{986F407D-F0DB-4526-893C-820D2747D915}" type="pres">
      <dgm:prSet presAssocID="{57ACE1D6-5CBE-4632-BCBE-1A2A4B2931D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386EA04-0833-492D-8B1A-E0ACF0A78B18}" type="presOf" srcId="{E2401603-2D55-4474-93A3-243405EF58EF}" destId="{4A15A0E3-30CA-4C31-B2D7-FEBEC377FF83}" srcOrd="1" destOrd="0" presId="urn:microsoft.com/office/officeart/2005/8/layout/list1"/>
    <dgm:cxn modelId="{C341AE08-E62B-4475-8DA5-588F6E5FF977}" srcId="{460EA37F-D560-4C4F-BB01-DDD1E089FB4F}" destId="{FA8A49C7-7108-4EFE-8694-80C2F54F6D77}" srcOrd="1" destOrd="0" parTransId="{19C240A4-16A0-4375-901D-7E6A65129508}" sibTransId="{EA047663-8E98-4986-A226-DC86DB6CFF1A}"/>
    <dgm:cxn modelId="{7DDF4B13-134C-4E25-B746-F544EA9AA3B1}" srcId="{66C47477-F192-4F46-AD3A-3C57DD2635C0}" destId="{E2401603-2D55-4474-93A3-243405EF58EF}" srcOrd="0" destOrd="0" parTransId="{70CAB2BF-2699-4939-BAD4-68257D32AE80}" sibTransId="{1C025EBA-C470-46C0-BF02-C7C560AE7965}"/>
    <dgm:cxn modelId="{839DBB23-A182-4D23-A6F1-8783FE5AB140}" type="presOf" srcId="{66C47477-F192-4F46-AD3A-3C57DD2635C0}" destId="{40690412-9B39-4E10-9904-79B05BB03395}" srcOrd="0" destOrd="0" presId="urn:microsoft.com/office/officeart/2005/8/layout/list1"/>
    <dgm:cxn modelId="{6D969C2D-4233-4DD2-A1AD-96F4D28F6A29}" type="presOf" srcId="{A7925EA5-4E3C-4A63-B7C2-76C68BC253E9}" destId="{9000AC5F-69A5-48B8-9C68-969C85090877}" srcOrd="0" destOrd="1" presId="urn:microsoft.com/office/officeart/2005/8/layout/list1"/>
    <dgm:cxn modelId="{5FFE4235-3469-4334-8AF4-987546D972DE}" type="presOf" srcId="{DED7DD4D-2FF5-4978-AEA6-BB4770D61A45}" destId="{9000AC5F-69A5-48B8-9C68-969C85090877}" srcOrd="0" destOrd="0" presId="urn:microsoft.com/office/officeart/2005/8/layout/list1"/>
    <dgm:cxn modelId="{1AD27548-1D10-421E-9201-9165AF3BC780}" type="presOf" srcId="{57ACE1D6-5CBE-4632-BCBE-1A2A4B2931D9}" destId="{51EFC38B-9385-4948-BC7F-57005692F1C2}" srcOrd="1" destOrd="0" presId="urn:microsoft.com/office/officeart/2005/8/layout/list1"/>
    <dgm:cxn modelId="{2294114B-B9D3-4422-80F1-B731BAD1F6CD}" srcId="{E2401603-2D55-4474-93A3-243405EF58EF}" destId="{DED7DD4D-2FF5-4978-AEA6-BB4770D61A45}" srcOrd="0" destOrd="0" parTransId="{8E17173C-3612-4459-9CBA-3FCD19F64088}" sibTransId="{23DAA296-8548-495D-B9AA-1B6E37646CDB}"/>
    <dgm:cxn modelId="{30AD5F50-FFD6-4DBC-8C2E-4FCC2E05AA47}" type="presOf" srcId="{0D0292CA-A69E-4572-BC84-213F4944154C}" destId="{21F53A9F-9888-4F3A-B449-2CEF3AF7E726}" srcOrd="0" destOrd="0" presId="urn:microsoft.com/office/officeart/2005/8/layout/list1"/>
    <dgm:cxn modelId="{ABB34752-ED02-4230-B62D-4E60FDF2BCF3}" type="presOf" srcId="{5362A2F3-EE4D-4D3F-8EA8-AA9D6D7FDE21}" destId="{986F407D-F0DB-4526-893C-820D2747D915}" srcOrd="0" destOrd="1" presId="urn:microsoft.com/office/officeart/2005/8/layout/list1"/>
    <dgm:cxn modelId="{FC7DB856-F494-43A0-B654-7DADEA2C2569}" type="presOf" srcId="{460EA37F-D560-4C4F-BB01-DDD1E089FB4F}" destId="{A562A39C-CD53-446F-9C2B-DCA56F290FE6}" srcOrd="0" destOrd="0" presId="urn:microsoft.com/office/officeart/2005/8/layout/list1"/>
    <dgm:cxn modelId="{EE8EFE77-C250-4CD3-BDDB-69CDBF44A088}" type="presOf" srcId="{57ACE1D6-5CBE-4632-BCBE-1A2A4B2931D9}" destId="{B2BADDB9-5977-407F-A856-1AA37E80A126}" srcOrd="0" destOrd="0" presId="urn:microsoft.com/office/officeart/2005/8/layout/list1"/>
    <dgm:cxn modelId="{416ECA82-AFAD-4F68-AEA3-17DAD146B41A}" type="presOf" srcId="{E2401603-2D55-4474-93A3-243405EF58EF}" destId="{F2890CC4-FA52-4ED7-8324-377C66DBC43B}" srcOrd="0" destOrd="0" presId="urn:microsoft.com/office/officeart/2005/8/layout/list1"/>
    <dgm:cxn modelId="{40117BB5-AF9D-4C1C-8A53-73E8BC05871E}" srcId="{57ACE1D6-5CBE-4632-BCBE-1A2A4B2931D9}" destId="{9BB94B39-7C5B-402C-BEF1-6EF23B58D9B6}" srcOrd="0" destOrd="0" parTransId="{5CBFA40E-9135-46E4-BE76-145EA87C186B}" sibTransId="{9F4318E0-25E1-4C27-8655-E5F461A5B32A}"/>
    <dgm:cxn modelId="{8892CAB7-621D-4D8F-B336-B6331F78FC46}" srcId="{460EA37F-D560-4C4F-BB01-DDD1E089FB4F}" destId="{0D0292CA-A69E-4572-BC84-213F4944154C}" srcOrd="0" destOrd="0" parTransId="{F2EFD352-4CEA-499A-81E2-BD3314A21899}" sibTransId="{DEFAEC61-2B36-4066-BAD2-7EF8D5DB2536}"/>
    <dgm:cxn modelId="{C66C5BC4-3887-4C8A-9B5B-B27E3981A21C}" srcId="{57ACE1D6-5CBE-4632-BCBE-1A2A4B2931D9}" destId="{5362A2F3-EE4D-4D3F-8EA8-AA9D6D7FDE21}" srcOrd="1" destOrd="0" parTransId="{C0613ABB-6639-41AE-A68A-443D66544E75}" sibTransId="{B27A1174-89BC-4B06-85DB-2864410C5C2A}"/>
    <dgm:cxn modelId="{157C5ED6-1931-470C-A924-4DB6E676F5ED}" type="presOf" srcId="{FA8A49C7-7108-4EFE-8694-80C2F54F6D77}" destId="{21F53A9F-9888-4F3A-B449-2CEF3AF7E726}" srcOrd="0" destOrd="1" presId="urn:microsoft.com/office/officeart/2005/8/layout/list1"/>
    <dgm:cxn modelId="{C24603D9-C5A1-4BE5-B2CE-F0BD4AB9060E}" srcId="{E2401603-2D55-4474-93A3-243405EF58EF}" destId="{A7925EA5-4E3C-4A63-B7C2-76C68BC253E9}" srcOrd="1" destOrd="0" parTransId="{D0E3321A-CA18-403A-97D2-00EA5400BABE}" sibTransId="{F03F3291-A7EF-4DA7-9D8A-89E89EB814EF}"/>
    <dgm:cxn modelId="{5D0DBAE9-A82A-460C-9FC1-1E7D8729477E}" type="presOf" srcId="{9BB94B39-7C5B-402C-BEF1-6EF23B58D9B6}" destId="{986F407D-F0DB-4526-893C-820D2747D915}" srcOrd="0" destOrd="0" presId="urn:microsoft.com/office/officeart/2005/8/layout/list1"/>
    <dgm:cxn modelId="{608304EB-5B58-4043-9CB7-9085D1A87396}" type="presOf" srcId="{460EA37F-D560-4C4F-BB01-DDD1E089FB4F}" destId="{06C4531D-6CB2-4A12-89BF-BC6DB02318B6}" srcOrd="1" destOrd="0" presId="urn:microsoft.com/office/officeart/2005/8/layout/list1"/>
    <dgm:cxn modelId="{1BDFF8F0-4E0A-48FB-A1F6-661ED816C29A}" srcId="{66C47477-F192-4F46-AD3A-3C57DD2635C0}" destId="{57ACE1D6-5CBE-4632-BCBE-1A2A4B2931D9}" srcOrd="2" destOrd="0" parTransId="{5C04DAAF-61A0-4585-A90C-EC6BF4DF3F16}" sibTransId="{0F69C453-7FB4-4C52-B27B-9CB6270A7F5B}"/>
    <dgm:cxn modelId="{363FC2FA-F591-4D12-888E-8B6EA506AB92}" srcId="{66C47477-F192-4F46-AD3A-3C57DD2635C0}" destId="{460EA37F-D560-4C4F-BB01-DDD1E089FB4F}" srcOrd="1" destOrd="0" parTransId="{B7ACF82E-4018-4A1B-B65B-A3E066178C22}" sibTransId="{C05C0CEE-6AE2-48BD-BD76-2E9BFEA023D1}"/>
    <dgm:cxn modelId="{14DDB3E8-B53D-47D0-B5AA-6A1AB6C9D90E}" type="presParOf" srcId="{40690412-9B39-4E10-9904-79B05BB03395}" destId="{48ACC24E-FBBD-4F72-A824-D8B8737CD49F}" srcOrd="0" destOrd="0" presId="urn:microsoft.com/office/officeart/2005/8/layout/list1"/>
    <dgm:cxn modelId="{0176BD40-DC7F-4F41-9175-41D1860B5232}" type="presParOf" srcId="{48ACC24E-FBBD-4F72-A824-D8B8737CD49F}" destId="{F2890CC4-FA52-4ED7-8324-377C66DBC43B}" srcOrd="0" destOrd="0" presId="urn:microsoft.com/office/officeart/2005/8/layout/list1"/>
    <dgm:cxn modelId="{67BFE17C-44C2-4B2B-AC51-4A4DD76E3611}" type="presParOf" srcId="{48ACC24E-FBBD-4F72-A824-D8B8737CD49F}" destId="{4A15A0E3-30CA-4C31-B2D7-FEBEC377FF83}" srcOrd="1" destOrd="0" presId="urn:microsoft.com/office/officeart/2005/8/layout/list1"/>
    <dgm:cxn modelId="{D97F889C-BD46-4847-A643-F8DD649D03BB}" type="presParOf" srcId="{40690412-9B39-4E10-9904-79B05BB03395}" destId="{683F6BE8-8F6B-4D2E-B04A-96DACA50C467}" srcOrd="1" destOrd="0" presId="urn:microsoft.com/office/officeart/2005/8/layout/list1"/>
    <dgm:cxn modelId="{2807984F-C11F-417C-BD09-87AA3EF430F2}" type="presParOf" srcId="{40690412-9B39-4E10-9904-79B05BB03395}" destId="{9000AC5F-69A5-48B8-9C68-969C85090877}" srcOrd="2" destOrd="0" presId="urn:microsoft.com/office/officeart/2005/8/layout/list1"/>
    <dgm:cxn modelId="{B2343AF0-586F-4212-B5DA-287B4B266B55}" type="presParOf" srcId="{40690412-9B39-4E10-9904-79B05BB03395}" destId="{E2B17F78-77A3-41D2-9F00-053F5BFEED60}" srcOrd="3" destOrd="0" presId="urn:microsoft.com/office/officeart/2005/8/layout/list1"/>
    <dgm:cxn modelId="{7AEA1EAD-8517-436D-85AC-7D1CC4F25842}" type="presParOf" srcId="{40690412-9B39-4E10-9904-79B05BB03395}" destId="{86B50874-5E2D-44CA-95E4-279EBE71C696}" srcOrd="4" destOrd="0" presId="urn:microsoft.com/office/officeart/2005/8/layout/list1"/>
    <dgm:cxn modelId="{EC7FE4EE-901A-4111-B705-1DB8EECC1539}" type="presParOf" srcId="{86B50874-5E2D-44CA-95E4-279EBE71C696}" destId="{A562A39C-CD53-446F-9C2B-DCA56F290FE6}" srcOrd="0" destOrd="0" presId="urn:microsoft.com/office/officeart/2005/8/layout/list1"/>
    <dgm:cxn modelId="{2A8335D2-A378-47AB-B8F1-503C4E9FEB50}" type="presParOf" srcId="{86B50874-5E2D-44CA-95E4-279EBE71C696}" destId="{06C4531D-6CB2-4A12-89BF-BC6DB02318B6}" srcOrd="1" destOrd="0" presId="urn:microsoft.com/office/officeart/2005/8/layout/list1"/>
    <dgm:cxn modelId="{2417A970-1A9A-48C4-9F1C-FB0F4AF07FE5}" type="presParOf" srcId="{40690412-9B39-4E10-9904-79B05BB03395}" destId="{7945016A-9203-4AB8-9651-8AB547244941}" srcOrd="5" destOrd="0" presId="urn:microsoft.com/office/officeart/2005/8/layout/list1"/>
    <dgm:cxn modelId="{2A4DCBDD-8D0D-49BF-8C77-F54C2E85D8B9}" type="presParOf" srcId="{40690412-9B39-4E10-9904-79B05BB03395}" destId="{21F53A9F-9888-4F3A-B449-2CEF3AF7E726}" srcOrd="6" destOrd="0" presId="urn:microsoft.com/office/officeart/2005/8/layout/list1"/>
    <dgm:cxn modelId="{DB4F73A3-8FA3-4CA2-B48A-0B07AC7F8D27}" type="presParOf" srcId="{40690412-9B39-4E10-9904-79B05BB03395}" destId="{BF3AC149-F6B5-4A3B-9FC3-86744C997704}" srcOrd="7" destOrd="0" presId="urn:microsoft.com/office/officeart/2005/8/layout/list1"/>
    <dgm:cxn modelId="{5E4F9A40-899A-4506-A8A3-540A5CDBC49C}" type="presParOf" srcId="{40690412-9B39-4E10-9904-79B05BB03395}" destId="{06FED483-6801-4282-B90C-568325723ADB}" srcOrd="8" destOrd="0" presId="urn:microsoft.com/office/officeart/2005/8/layout/list1"/>
    <dgm:cxn modelId="{D19A831F-9E16-4C35-8CC5-F871A993BB69}" type="presParOf" srcId="{06FED483-6801-4282-B90C-568325723ADB}" destId="{B2BADDB9-5977-407F-A856-1AA37E80A126}" srcOrd="0" destOrd="0" presId="urn:microsoft.com/office/officeart/2005/8/layout/list1"/>
    <dgm:cxn modelId="{F9DF0B71-C753-4972-915B-133A802248E1}" type="presParOf" srcId="{06FED483-6801-4282-B90C-568325723ADB}" destId="{51EFC38B-9385-4948-BC7F-57005692F1C2}" srcOrd="1" destOrd="0" presId="urn:microsoft.com/office/officeart/2005/8/layout/list1"/>
    <dgm:cxn modelId="{0E0C1580-AE04-483D-8EE3-524F35971B28}" type="presParOf" srcId="{40690412-9B39-4E10-9904-79B05BB03395}" destId="{5B9ECEE1-AADE-49B9-82BF-8A08A42AAE55}" srcOrd="9" destOrd="0" presId="urn:microsoft.com/office/officeart/2005/8/layout/list1"/>
    <dgm:cxn modelId="{964464C9-7FED-4D2B-9575-65DE0486EA76}" type="presParOf" srcId="{40690412-9B39-4E10-9904-79B05BB03395}" destId="{986F407D-F0DB-4526-893C-820D2747D91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4D4C51-2456-4B49-849E-28D3DAA9102C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704F906-7993-47FD-A4CC-E686B9A7B34D}">
      <dgm:prSet/>
      <dgm:spPr/>
      <dgm:t>
        <a:bodyPr/>
        <a:lstStyle/>
        <a:p>
          <a:r>
            <a:rPr lang="zh-CN"/>
            <a:t>分辨率</a:t>
          </a:r>
        </a:p>
      </dgm:t>
    </dgm:pt>
    <dgm:pt modelId="{D2DC5492-CE66-4F33-9560-1F1C4CE7913F}" type="parTrans" cxnId="{F6E6F375-9612-4B78-91EA-6446AFF54010}">
      <dgm:prSet/>
      <dgm:spPr/>
      <dgm:t>
        <a:bodyPr/>
        <a:lstStyle/>
        <a:p>
          <a:endParaRPr lang="zh-CN" altLang="en-US"/>
        </a:p>
      </dgm:t>
    </dgm:pt>
    <dgm:pt modelId="{39056F02-EFDA-49F8-B6A3-208397CD1E32}" type="sibTrans" cxnId="{F6E6F375-9612-4B78-91EA-6446AFF54010}">
      <dgm:prSet/>
      <dgm:spPr/>
      <dgm:t>
        <a:bodyPr/>
        <a:lstStyle/>
        <a:p>
          <a:endParaRPr lang="zh-CN" altLang="en-US"/>
        </a:p>
      </dgm:t>
    </dgm:pt>
    <dgm:pt modelId="{2779ECA0-2582-4FDD-87CB-1D1E3247100A}">
      <dgm:prSet/>
      <dgm:spPr/>
      <dgm:t>
        <a:bodyPr/>
        <a:lstStyle/>
        <a:p>
          <a:r>
            <a:rPr lang="zh-CN" altLang="en-US" sz="1300" dirty="0"/>
            <a:t>指编码器能够分辨的最小单位。</a:t>
          </a:r>
        </a:p>
      </dgm:t>
    </dgm:pt>
    <dgm:pt modelId="{18A6156B-ECE7-41F2-B733-CF01045D2E23}" type="parTrans" cxnId="{801A14DA-F356-46C6-B507-33C685D1CD10}">
      <dgm:prSet/>
      <dgm:spPr/>
      <dgm:t>
        <a:bodyPr/>
        <a:lstStyle/>
        <a:p>
          <a:endParaRPr lang="zh-CN" altLang="en-US"/>
        </a:p>
      </dgm:t>
    </dgm:pt>
    <dgm:pt modelId="{DF8A6CFC-99ED-40F9-9D3D-2026A9B93FE8}" type="sibTrans" cxnId="{801A14DA-F356-46C6-B507-33C685D1CD10}">
      <dgm:prSet/>
      <dgm:spPr/>
      <dgm:t>
        <a:bodyPr/>
        <a:lstStyle/>
        <a:p>
          <a:endParaRPr lang="zh-CN" altLang="en-US"/>
        </a:p>
      </dgm:t>
    </dgm:pt>
    <dgm:pt modelId="{8938E451-FFE6-4C8E-85A0-B3E56FD1B72D}">
      <dgm:prSet/>
      <dgm:spPr/>
      <dgm:t>
        <a:bodyPr/>
        <a:lstStyle/>
        <a:p>
          <a:r>
            <a:rPr lang="zh-CN"/>
            <a:t>精度</a:t>
          </a:r>
        </a:p>
      </dgm:t>
    </dgm:pt>
    <dgm:pt modelId="{EBB7E8A2-22DA-4CA7-98CE-5D87BD2D45E4}" type="parTrans" cxnId="{B13C78C4-915F-4A8C-8DD3-8B79A4C8037A}">
      <dgm:prSet/>
      <dgm:spPr/>
      <dgm:t>
        <a:bodyPr/>
        <a:lstStyle/>
        <a:p>
          <a:endParaRPr lang="zh-CN" altLang="en-US"/>
        </a:p>
      </dgm:t>
    </dgm:pt>
    <dgm:pt modelId="{20214801-7593-489D-8D12-FC3877C3716A}" type="sibTrans" cxnId="{B13C78C4-915F-4A8C-8DD3-8B79A4C8037A}">
      <dgm:prSet/>
      <dgm:spPr/>
      <dgm:t>
        <a:bodyPr/>
        <a:lstStyle/>
        <a:p>
          <a:endParaRPr lang="zh-CN" altLang="en-US"/>
        </a:p>
      </dgm:t>
    </dgm:pt>
    <dgm:pt modelId="{0C663396-C179-4752-98EC-7A7BBAF3823D}">
      <dgm:prSet/>
      <dgm:spPr/>
      <dgm:t>
        <a:bodyPr/>
        <a:lstStyle/>
        <a:p>
          <a:r>
            <a:rPr lang="zh-CN" dirty="0"/>
            <a:t>精度与分辨率是两个不同的概念。</a:t>
          </a:r>
        </a:p>
      </dgm:t>
    </dgm:pt>
    <dgm:pt modelId="{17A00DC6-C174-425F-B91D-8992CB339F82}" type="parTrans" cxnId="{F279F6E8-E58D-4409-93AD-F4370E324661}">
      <dgm:prSet/>
      <dgm:spPr/>
      <dgm:t>
        <a:bodyPr/>
        <a:lstStyle/>
        <a:p>
          <a:endParaRPr lang="zh-CN" altLang="en-US"/>
        </a:p>
      </dgm:t>
    </dgm:pt>
    <dgm:pt modelId="{6F4E3127-9356-4E44-B5A7-E67C92A65550}" type="sibTrans" cxnId="{F279F6E8-E58D-4409-93AD-F4370E324661}">
      <dgm:prSet/>
      <dgm:spPr/>
      <dgm:t>
        <a:bodyPr/>
        <a:lstStyle/>
        <a:p>
          <a:endParaRPr lang="zh-CN" altLang="en-US"/>
        </a:p>
      </dgm:t>
    </dgm:pt>
    <dgm:pt modelId="{052441EE-3385-4C15-9384-E6DF760E8FF7}">
      <dgm:prSet/>
      <dgm:spPr/>
      <dgm:t>
        <a:bodyPr/>
        <a:lstStyle/>
        <a:p>
          <a:r>
            <a:rPr lang="zh-CN"/>
            <a:t>最大响应频率</a:t>
          </a:r>
        </a:p>
      </dgm:t>
    </dgm:pt>
    <dgm:pt modelId="{EBC366B9-D6CD-406E-96BA-C803AFFA53FA}" type="parTrans" cxnId="{D15C7B43-53C5-4B20-AE93-932B4E97EFA3}">
      <dgm:prSet/>
      <dgm:spPr/>
      <dgm:t>
        <a:bodyPr/>
        <a:lstStyle/>
        <a:p>
          <a:endParaRPr lang="zh-CN" altLang="en-US"/>
        </a:p>
      </dgm:t>
    </dgm:pt>
    <dgm:pt modelId="{CDC9AF54-8E4C-4391-9700-33DFF8BA1518}" type="sibTrans" cxnId="{D15C7B43-53C5-4B20-AE93-932B4E97EFA3}">
      <dgm:prSet/>
      <dgm:spPr/>
      <dgm:t>
        <a:bodyPr/>
        <a:lstStyle/>
        <a:p>
          <a:endParaRPr lang="zh-CN" altLang="en-US"/>
        </a:p>
      </dgm:t>
    </dgm:pt>
    <dgm:pt modelId="{CC45D807-3C0A-4546-B350-14AC7984E961}">
      <dgm:prSet/>
      <dgm:spPr/>
      <dgm:t>
        <a:bodyPr/>
        <a:lstStyle/>
        <a:p>
          <a:r>
            <a:rPr lang="zh-CN" dirty="0"/>
            <a:t>指编码器每秒输出的脉冲数</a:t>
          </a:r>
        </a:p>
      </dgm:t>
    </dgm:pt>
    <dgm:pt modelId="{5A5BD9BA-13FF-4AF5-B3E1-521C6A5AD916}" type="parTrans" cxnId="{F6D96336-A986-4783-8C39-74C5A1F22DFA}">
      <dgm:prSet/>
      <dgm:spPr/>
      <dgm:t>
        <a:bodyPr/>
        <a:lstStyle/>
        <a:p>
          <a:endParaRPr lang="zh-CN" altLang="en-US"/>
        </a:p>
      </dgm:t>
    </dgm:pt>
    <dgm:pt modelId="{419BA6C2-FE3D-4333-9CBC-5F69A831DE6E}" type="sibTrans" cxnId="{F6D96336-A986-4783-8C39-74C5A1F22DFA}">
      <dgm:prSet/>
      <dgm:spPr/>
      <dgm:t>
        <a:bodyPr/>
        <a:lstStyle/>
        <a:p>
          <a:endParaRPr lang="zh-CN" altLang="en-US"/>
        </a:p>
      </dgm:t>
    </dgm:pt>
    <dgm:pt modelId="{F2EE0E22-BDC4-441B-8087-664299A55173}">
      <dgm:prSet/>
      <dgm:spPr/>
      <dgm:t>
        <a:bodyPr/>
        <a:lstStyle/>
        <a:p>
          <a:r>
            <a:rPr lang="zh-CN"/>
            <a:t>信号输出形式</a:t>
          </a:r>
        </a:p>
      </dgm:t>
    </dgm:pt>
    <dgm:pt modelId="{A55F01BB-7B53-4118-9D73-FA7AEA1856EB}" type="parTrans" cxnId="{5F0179C8-84B8-4659-8657-55CC79726379}">
      <dgm:prSet/>
      <dgm:spPr/>
      <dgm:t>
        <a:bodyPr/>
        <a:lstStyle/>
        <a:p>
          <a:endParaRPr lang="zh-CN" altLang="en-US"/>
        </a:p>
      </dgm:t>
    </dgm:pt>
    <dgm:pt modelId="{55A38F0A-B72E-468B-9E1A-336E62C422C6}" type="sibTrans" cxnId="{5F0179C8-84B8-4659-8657-55CC79726379}">
      <dgm:prSet/>
      <dgm:spPr/>
      <dgm:t>
        <a:bodyPr/>
        <a:lstStyle/>
        <a:p>
          <a:endParaRPr lang="zh-CN" altLang="en-US"/>
        </a:p>
      </dgm:t>
    </dgm:pt>
    <dgm:pt modelId="{6EA0DAEF-95D0-490A-918B-B887A678E93D}">
      <dgm:prSet/>
      <dgm:spPr/>
      <dgm:t>
        <a:bodyPr/>
        <a:lstStyle/>
        <a:p>
          <a:r>
            <a:rPr lang="zh-CN" dirty="0"/>
            <a:t>增量式编码器，每个通道的信号独立输出，输出电路形式通常有集电极开路输出、推挽输出、差分输出等。</a:t>
          </a:r>
        </a:p>
      </dgm:t>
    </dgm:pt>
    <dgm:pt modelId="{87EA17C2-C9FC-42D8-AC26-1645E8B1ADD3}" type="parTrans" cxnId="{B131EFB4-1AF1-45CE-A5B7-00EB2FD5520C}">
      <dgm:prSet/>
      <dgm:spPr/>
      <dgm:t>
        <a:bodyPr/>
        <a:lstStyle/>
        <a:p>
          <a:endParaRPr lang="zh-CN" altLang="en-US"/>
        </a:p>
      </dgm:t>
    </dgm:pt>
    <dgm:pt modelId="{956F16CC-91C5-437C-B678-8F00EF4C3A07}" type="sibTrans" cxnId="{B131EFB4-1AF1-45CE-A5B7-00EB2FD5520C}">
      <dgm:prSet/>
      <dgm:spPr/>
      <dgm:t>
        <a:bodyPr/>
        <a:lstStyle/>
        <a:p>
          <a:endParaRPr lang="zh-CN" altLang="en-US"/>
        </a:p>
      </dgm:t>
    </dgm:pt>
    <dgm:pt modelId="{8E129A97-CC38-4C47-864F-C6048603BC78}">
      <dgm:prSet custT="1"/>
      <dgm:spPr/>
      <dgm:t>
        <a:bodyPr/>
        <a:lstStyle/>
        <a:p>
          <a:r>
            <a:rPr lang="zh-CN" sz="1300" dirty="0"/>
            <a:t>对于增量式编码器，其分辨率表示为编码器转轴旋转一圈所产生的脉冲数，即脉冲数</a:t>
          </a:r>
          <a:r>
            <a:rPr lang="en-US" sz="1300" dirty="0"/>
            <a:t>/</a:t>
          </a:r>
          <a:r>
            <a:rPr lang="zh-CN" sz="1300" dirty="0"/>
            <a:t>转 </a:t>
          </a:r>
          <a:r>
            <a:rPr lang="en-US" sz="1300" dirty="0"/>
            <a:t>(</a:t>
          </a:r>
          <a:r>
            <a:rPr lang="en-US" sz="1800" dirty="0">
              <a:solidFill>
                <a:srgbClr val="FF0000"/>
              </a:solidFill>
            </a:rPr>
            <a:t>Pulse Per Revolution </a:t>
          </a:r>
          <a:r>
            <a:rPr lang="zh-CN" sz="1800" dirty="0">
              <a:solidFill>
                <a:srgbClr val="FF0000"/>
              </a:solidFill>
            </a:rPr>
            <a:t>或 </a:t>
          </a:r>
          <a:r>
            <a:rPr lang="en-US" sz="1800" dirty="0">
              <a:solidFill>
                <a:srgbClr val="FF0000"/>
              </a:solidFill>
            </a:rPr>
            <a:t>PPR</a:t>
          </a:r>
          <a:r>
            <a:rPr lang="en-US" sz="1300" dirty="0"/>
            <a:t>)</a:t>
          </a:r>
          <a:r>
            <a:rPr lang="zh-CN" sz="1300" dirty="0"/>
            <a:t>。码盘上透光线槽的数目其实就等于分辨率，也叫多少线，较为常见的有 </a:t>
          </a:r>
          <a:r>
            <a:rPr lang="en-US" sz="1300" dirty="0"/>
            <a:t>5-6000 </a:t>
          </a:r>
          <a:r>
            <a:rPr lang="zh-CN" sz="1300" dirty="0"/>
            <a:t>线。</a:t>
          </a:r>
        </a:p>
      </dgm:t>
    </dgm:pt>
    <dgm:pt modelId="{1819E43F-AC54-473D-9BAE-6CF11D24826A}" type="parTrans" cxnId="{414B9086-6E2D-495D-9827-293C3D3695D3}">
      <dgm:prSet/>
      <dgm:spPr/>
      <dgm:t>
        <a:bodyPr/>
        <a:lstStyle/>
        <a:p>
          <a:endParaRPr lang="zh-CN" altLang="en-US"/>
        </a:p>
      </dgm:t>
    </dgm:pt>
    <dgm:pt modelId="{7375D200-39B1-4033-9DFE-DD996447F201}" type="sibTrans" cxnId="{414B9086-6E2D-495D-9827-293C3D3695D3}">
      <dgm:prSet/>
      <dgm:spPr/>
      <dgm:t>
        <a:bodyPr/>
        <a:lstStyle/>
        <a:p>
          <a:endParaRPr lang="zh-CN" altLang="en-US"/>
        </a:p>
      </dgm:t>
    </dgm:pt>
    <dgm:pt modelId="{7D707260-A3D3-45A9-876E-C2260F12ED9D}">
      <dgm:prSet/>
      <dgm:spPr/>
      <dgm:t>
        <a:bodyPr/>
        <a:lstStyle/>
        <a:p>
          <a:r>
            <a:rPr lang="zh-CN" sz="1300" dirty="0"/>
            <a:t>对于绝对式编码器，内部码盘所用的位数就是它的分辨率，单位是位 </a:t>
          </a:r>
          <a:r>
            <a:rPr lang="en-US" sz="1300" dirty="0"/>
            <a:t>(bit)</a:t>
          </a:r>
          <a:r>
            <a:rPr lang="zh-CN" sz="1300" dirty="0"/>
            <a:t>，具体还分单圈分辨率和多圈分辨率。 </a:t>
          </a:r>
        </a:p>
      </dgm:t>
    </dgm:pt>
    <dgm:pt modelId="{3B3C309D-15CC-4034-9AB0-4FBAC96E0605}" type="parTrans" cxnId="{E142DDB4-5CDE-4302-863C-6D99812D0E35}">
      <dgm:prSet/>
      <dgm:spPr/>
      <dgm:t>
        <a:bodyPr/>
        <a:lstStyle/>
        <a:p>
          <a:endParaRPr lang="zh-CN" altLang="en-US"/>
        </a:p>
      </dgm:t>
    </dgm:pt>
    <dgm:pt modelId="{6A2441A0-A9D1-424B-9CA4-57D057E24552}" type="sibTrans" cxnId="{E142DDB4-5CDE-4302-863C-6D99812D0E35}">
      <dgm:prSet/>
      <dgm:spPr/>
      <dgm:t>
        <a:bodyPr/>
        <a:lstStyle/>
        <a:p>
          <a:endParaRPr lang="zh-CN" altLang="en-US"/>
        </a:p>
      </dgm:t>
    </dgm:pt>
    <dgm:pt modelId="{53E84378-693A-4355-98C1-6B7B14BA1D50}">
      <dgm:prSet/>
      <dgm:spPr/>
      <dgm:t>
        <a:bodyPr/>
        <a:lstStyle/>
        <a:p>
          <a:r>
            <a:rPr lang="zh-CN" dirty="0"/>
            <a:t>精度是指编码器每个读数与转轴实际位置间的最大误差，通常用角度、角分或角秒来表示。</a:t>
          </a:r>
        </a:p>
      </dgm:t>
    </dgm:pt>
    <dgm:pt modelId="{791C5A92-5FBC-47E7-A304-80D0F9AE12DA}" type="parTrans" cxnId="{44CBF920-6DA6-4FA1-BC4F-409853A64D70}">
      <dgm:prSet/>
      <dgm:spPr/>
      <dgm:t>
        <a:bodyPr/>
        <a:lstStyle/>
        <a:p>
          <a:endParaRPr lang="zh-CN" altLang="en-US"/>
        </a:p>
      </dgm:t>
    </dgm:pt>
    <dgm:pt modelId="{A8DB4E79-213D-42A9-A8AC-1DE596B6C794}" type="sibTrans" cxnId="{44CBF920-6DA6-4FA1-BC4F-409853A64D70}">
      <dgm:prSet/>
      <dgm:spPr/>
      <dgm:t>
        <a:bodyPr/>
        <a:lstStyle/>
        <a:p>
          <a:endParaRPr lang="zh-CN" altLang="en-US"/>
        </a:p>
      </dgm:t>
    </dgm:pt>
    <dgm:pt modelId="{3F3BA630-4C82-4E32-882E-D1F79811F347}">
      <dgm:prSet/>
      <dgm:spPr/>
      <dgm:t>
        <a:bodyPr/>
        <a:lstStyle/>
        <a:p>
          <a:r>
            <a:rPr lang="zh-CN" dirty="0"/>
            <a:t>例如</a:t>
          </a:r>
          <a:r>
            <a:rPr lang="zh-CN" altLang="en-US" dirty="0"/>
            <a:t>：</a:t>
          </a:r>
          <a:r>
            <a:rPr lang="zh-CN" dirty="0"/>
            <a:t> </a:t>
          </a:r>
          <a:r>
            <a:rPr lang="en-US" dirty="0"/>
            <a:t>±20′′</a:t>
          </a:r>
          <a:r>
            <a:rPr lang="zh-CN" dirty="0"/>
            <a:t>，表示编码器输出的读数与转轴实际位置之间存在正负 </a:t>
          </a:r>
          <a:r>
            <a:rPr lang="en-US" dirty="0"/>
            <a:t>20 </a:t>
          </a:r>
          <a:r>
            <a:rPr lang="zh-CN" dirty="0"/>
            <a:t>角秒的误差，</a:t>
          </a:r>
        </a:p>
      </dgm:t>
    </dgm:pt>
    <dgm:pt modelId="{4E0AA004-E09B-4B31-940D-67FBC19F62A0}" type="parTrans" cxnId="{B3FC01DD-55AE-4D47-9DDD-6C6FF238D074}">
      <dgm:prSet/>
      <dgm:spPr/>
      <dgm:t>
        <a:bodyPr/>
        <a:lstStyle/>
        <a:p>
          <a:endParaRPr lang="zh-CN" altLang="en-US"/>
        </a:p>
      </dgm:t>
    </dgm:pt>
    <dgm:pt modelId="{AA0BE0C8-B727-4E59-AEEA-7093EC665E16}" type="sibTrans" cxnId="{B3FC01DD-55AE-4D47-9DDD-6C6FF238D074}">
      <dgm:prSet/>
      <dgm:spPr/>
      <dgm:t>
        <a:bodyPr/>
        <a:lstStyle/>
        <a:p>
          <a:endParaRPr lang="zh-CN" altLang="en-US"/>
        </a:p>
      </dgm:t>
    </dgm:pt>
    <dgm:pt modelId="{81DED7E6-9C6A-49FB-A29F-8B05D04D87A6}">
      <dgm:prSet/>
      <dgm:spPr/>
      <dgm:t>
        <a:bodyPr/>
        <a:lstStyle/>
        <a:p>
          <a:r>
            <a:rPr lang="zh-CN" dirty="0"/>
            <a:t>精度由码盘刻线加工精度、转轴同心度、材料的温度特性、电路的响应时间等各方面因素共同决定。 </a:t>
          </a:r>
        </a:p>
      </dgm:t>
    </dgm:pt>
    <dgm:pt modelId="{4A75EFDD-39DD-4AD5-9694-C86337246249}" type="parTrans" cxnId="{0DBBABF3-5CC4-4F35-869E-B50B623BAA2B}">
      <dgm:prSet/>
      <dgm:spPr/>
      <dgm:t>
        <a:bodyPr/>
        <a:lstStyle/>
        <a:p>
          <a:endParaRPr lang="zh-CN" altLang="en-US"/>
        </a:p>
      </dgm:t>
    </dgm:pt>
    <dgm:pt modelId="{31731B58-3246-498E-B03D-6DDD6D00D55C}" type="sibTrans" cxnId="{0DBBABF3-5CC4-4F35-869E-B50B623BAA2B}">
      <dgm:prSet/>
      <dgm:spPr/>
      <dgm:t>
        <a:bodyPr/>
        <a:lstStyle/>
        <a:p>
          <a:endParaRPr lang="zh-CN" altLang="en-US"/>
        </a:p>
      </dgm:t>
    </dgm:pt>
    <dgm:pt modelId="{E3E31D64-4AC7-434A-8740-A71E2B189A05}">
      <dgm:prSet/>
      <dgm:spPr/>
      <dgm:t>
        <a:bodyPr/>
        <a:lstStyle/>
        <a:p>
          <a:r>
            <a:rPr lang="zh-CN" dirty="0"/>
            <a:t>单位是 </a:t>
          </a:r>
          <a:r>
            <a:rPr lang="en-US" dirty="0"/>
            <a:t>Hz</a:t>
          </a:r>
          <a:r>
            <a:rPr lang="zh-CN" dirty="0"/>
            <a:t>。</a:t>
          </a:r>
        </a:p>
      </dgm:t>
    </dgm:pt>
    <dgm:pt modelId="{72C3C042-BE58-4979-AE63-DF50FEE3C714}" type="parTrans" cxnId="{24E64BFF-ADE4-4C9A-85D2-A7F17678ADB0}">
      <dgm:prSet/>
      <dgm:spPr/>
      <dgm:t>
        <a:bodyPr/>
        <a:lstStyle/>
        <a:p>
          <a:endParaRPr lang="zh-CN" altLang="en-US"/>
        </a:p>
      </dgm:t>
    </dgm:pt>
    <dgm:pt modelId="{D6B6A92C-9A94-4554-83CD-F9FAD93B7710}" type="sibTrans" cxnId="{24E64BFF-ADE4-4C9A-85D2-A7F17678ADB0}">
      <dgm:prSet/>
      <dgm:spPr/>
      <dgm:t>
        <a:bodyPr/>
        <a:lstStyle/>
        <a:p>
          <a:endParaRPr lang="zh-CN" altLang="en-US"/>
        </a:p>
      </dgm:t>
    </dgm:pt>
    <dgm:pt modelId="{B571F23A-C1F7-421E-A385-4DAD1F54DE0D}">
      <dgm:prSet/>
      <dgm:spPr/>
      <dgm:t>
        <a:bodyPr/>
        <a:lstStyle/>
        <a:p>
          <a:r>
            <a:rPr lang="zh-CN" dirty="0"/>
            <a:t>计算公式：</a:t>
          </a:r>
        </a:p>
      </dgm:t>
    </dgm:pt>
    <dgm:pt modelId="{3F03D637-2E66-47E8-B152-F3F5A3B190B7}" type="parTrans" cxnId="{0FB6D741-52C6-4CFB-BBFC-4C7E5652D7FE}">
      <dgm:prSet/>
      <dgm:spPr/>
      <dgm:t>
        <a:bodyPr/>
        <a:lstStyle/>
        <a:p>
          <a:endParaRPr lang="zh-CN" altLang="en-US"/>
        </a:p>
      </dgm:t>
    </dgm:pt>
    <dgm:pt modelId="{3DC92F8A-EA23-4E1F-AB1C-2CCEAC44E3DC}" type="sibTrans" cxnId="{0FB6D741-52C6-4CFB-BBFC-4C7E5652D7FE}">
      <dgm:prSet/>
      <dgm:spPr/>
      <dgm:t>
        <a:bodyPr/>
        <a:lstStyle/>
        <a:p>
          <a:endParaRPr lang="zh-CN" altLang="en-US"/>
        </a:p>
      </dgm:t>
    </dgm:pt>
    <dgm:pt modelId="{244E2B72-F191-4CA9-AA45-A67D7CF60931}">
      <dgm:prSet/>
      <dgm:spPr/>
      <dgm:t>
        <a:bodyPr/>
        <a:lstStyle/>
        <a:p>
          <a:r>
            <a:rPr lang="zh-CN" dirty="0"/>
            <a:t>最大响应频率 </a:t>
          </a:r>
          <a:r>
            <a:rPr lang="en-US" dirty="0"/>
            <a:t>= </a:t>
          </a:r>
          <a:r>
            <a:rPr lang="zh-CN" dirty="0"/>
            <a:t>分辨率 * 轴转速</a:t>
          </a:r>
          <a:r>
            <a:rPr lang="en-US" dirty="0"/>
            <a:t>/60</a:t>
          </a:r>
          <a:r>
            <a:rPr lang="zh-CN" dirty="0"/>
            <a:t>。 </a:t>
          </a:r>
        </a:p>
      </dgm:t>
    </dgm:pt>
    <dgm:pt modelId="{46D69DE7-044F-4252-A1CF-FF3DEE5F1B4A}" type="parTrans" cxnId="{4A722486-4117-41D8-AE71-654D2C3A4331}">
      <dgm:prSet/>
      <dgm:spPr/>
      <dgm:t>
        <a:bodyPr/>
        <a:lstStyle/>
        <a:p>
          <a:endParaRPr lang="zh-CN" altLang="en-US"/>
        </a:p>
      </dgm:t>
    </dgm:pt>
    <dgm:pt modelId="{1DBE3CDE-10F7-46B5-88FF-52A07F88679D}" type="sibTrans" cxnId="{4A722486-4117-41D8-AE71-654D2C3A4331}">
      <dgm:prSet/>
      <dgm:spPr/>
      <dgm:t>
        <a:bodyPr/>
        <a:lstStyle/>
        <a:p>
          <a:endParaRPr lang="zh-CN" altLang="en-US"/>
        </a:p>
      </dgm:t>
    </dgm:pt>
    <dgm:pt modelId="{486C1F69-3E17-44A9-8F2F-2E2DA0C5F83F}">
      <dgm:prSet/>
      <dgm:spPr/>
      <dgm:t>
        <a:bodyPr/>
        <a:lstStyle/>
        <a:p>
          <a:r>
            <a:rPr lang="zh-CN" dirty="0"/>
            <a:t>绝对式编码器，由于是直接输出几十位的二进制数，为了确保传输速率和信号质量，一般采用串行输出或总线型输出</a:t>
          </a:r>
        </a:p>
      </dgm:t>
    </dgm:pt>
    <dgm:pt modelId="{09711C92-0C68-431E-92D0-69AC62FBF90F}" type="parTrans" cxnId="{9F6C0F09-07F3-4E2A-A9B9-1857F539BEA0}">
      <dgm:prSet/>
      <dgm:spPr/>
      <dgm:t>
        <a:bodyPr/>
        <a:lstStyle/>
        <a:p>
          <a:endParaRPr lang="zh-CN" altLang="en-US"/>
        </a:p>
      </dgm:t>
    </dgm:pt>
    <dgm:pt modelId="{563FBF78-7EEA-4A4E-A550-51DA5BE6C38C}" type="sibTrans" cxnId="{9F6C0F09-07F3-4E2A-A9B9-1857F539BEA0}">
      <dgm:prSet/>
      <dgm:spPr/>
      <dgm:t>
        <a:bodyPr/>
        <a:lstStyle/>
        <a:p>
          <a:endParaRPr lang="zh-CN" altLang="en-US"/>
        </a:p>
      </dgm:t>
    </dgm:pt>
    <dgm:pt modelId="{6246CCB1-00BB-4518-B954-9359155486E3}">
      <dgm:prSet/>
      <dgm:spPr/>
      <dgm:t>
        <a:bodyPr/>
        <a:lstStyle/>
        <a:p>
          <a:r>
            <a:rPr lang="zh-CN" altLang="en-US" dirty="0"/>
            <a:t>如</a:t>
          </a:r>
          <a:r>
            <a:rPr lang="zh-CN" dirty="0"/>
            <a:t>同步串行接口 </a:t>
          </a:r>
          <a:r>
            <a:rPr lang="en-US" dirty="0"/>
            <a:t>(SSI)</a:t>
          </a:r>
          <a:r>
            <a:rPr lang="zh-CN" dirty="0"/>
            <a:t>、</a:t>
          </a:r>
          <a:r>
            <a:rPr lang="en-US" dirty="0"/>
            <a:t>RS485</a:t>
          </a:r>
          <a:r>
            <a:rPr lang="zh-CN" dirty="0"/>
            <a:t>、</a:t>
          </a:r>
          <a:r>
            <a:rPr lang="en-US" dirty="0" err="1"/>
            <a:t>CANopen</a:t>
          </a:r>
          <a:r>
            <a:rPr lang="en-US" dirty="0"/>
            <a:t> </a:t>
          </a:r>
          <a:r>
            <a:rPr lang="zh-CN" dirty="0"/>
            <a:t>或 </a:t>
          </a:r>
          <a:r>
            <a:rPr lang="en-US" dirty="0" err="1"/>
            <a:t>EtherCAT</a:t>
          </a:r>
          <a:r>
            <a:rPr lang="en-US" dirty="0"/>
            <a:t> </a:t>
          </a:r>
          <a:r>
            <a:rPr lang="zh-CN" dirty="0"/>
            <a:t>等，也有一部分是并行输出，输出电路形式与增量式编码器相同。</a:t>
          </a:r>
        </a:p>
      </dgm:t>
    </dgm:pt>
    <dgm:pt modelId="{6EAA1F02-062A-475F-AD89-7490883E6FAE}" type="parTrans" cxnId="{B61C4D06-A9D7-4D7F-A04D-E725515751ED}">
      <dgm:prSet/>
      <dgm:spPr/>
      <dgm:t>
        <a:bodyPr/>
        <a:lstStyle/>
        <a:p>
          <a:endParaRPr lang="zh-CN" altLang="en-US"/>
        </a:p>
      </dgm:t>
    </dgm:pt>
    <dgm:pt modelId="{B4AA1DA6-4829-47F8-8904-53D6B64F3D08}" type="sibTrans" cxnId="{B61C4D06-A9D7-4D7F-A04D-E725515751ED}">
      <dgm:prSet/>
      <dgm:spPr/>
      <dgm:t>
        <a:bodyPr/>
        <a:lstStyle/>
        <a:p>
          <a:endParaRPr lang="zh-CN" altLang="en-US"/>
        </a:p>
      </dgm:t>
    </dgm:pt>
    <dgm:pt modelId="{8062CBFD-CBD2-4E10-9F2D-A4AE740D6D00}" type="pres">
      <dgm:prSet presAssocID="{294D4C51-2456-4B49-849E-28D3DAA9102C}" presName="linearFlow" presStyleCnt="0">
        <dgm:presLayoutVars>
          <dgm:dir/>
          <dgm:animLvl val="lvl"/>
          <dgm:resizeHandles val="exact"/>
        </dgm:presLayoutVars>
      </dgm:prSet>
      <dgm:spPr/>
    </dgm:pt>
    <dgm:pt modelId="{EEDB535B-E3DF-4BC0-BD4C-BE024051E9ED}" type="pres">
      <dgm:prSet presAssocID="{4704F906-7993-47FD-A4CC-E686B9A7B34D}" presName="composite" presStyleCnt="0"/>
      <dgm:spPr/>
    </dgm:pt>
    <dgm:pt modelId="{C9F4075A-C238-480E-843D-32D5CA04719E}" type="pres">
      <dgm:prSet presAssocID="{4704F906-7993-47FD-A4CC-E686B9A7B34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CC1B0E4-755E-418D-927D-086C1EC2C9E3}" type="pres">
      <dgm:prSet presAssocID="{4704F906-7993-47FD-A4CC-E686B9A7B34D}" presName="descendantText" presStyleLbl="alignAcc1" presStyleIdx="0" presStyleCnt="4">
        <dgm:presLayoutVars>
          <dgm:bulletEnabled val="1"/>
        </dgm:presLayoutVars>
      </dgm:prSet>
      <dgm:spPr/>
    </dgm:pt>
    <dgm:pt modelId="{8ACD207B-A0F0-41B1-8734-5D92072CF1DF}" type="pres">
      <dgm:prSet presAssocID="{39056F02-EFDA-49F8-B6A3-208397CD1E32}" presName="sp" presStyleCnt="0"/>
      <dgm:spPr/>
    </dgm:pt>
    <dgm:pt modelId="{8702B236-B7B0-4D35-BCCB-3821D2AB57AE}" type="pres">
      <dgm:prSet presAssocID="{8938E451-FFE6-4C8E-85A0-B3E56FD1B72D}" presName="composite" presStyleCnt="0"/>
      <dgm:spPr/>
    </dgm:pt>
    <dgm:pt modelId="{F63F4E3C-A8B0-4F9F-A666-A36E2E7B322D}" type="pres">
      <dgm:prSet presAssocID="{8938E451-FFE6-4C8E-85A0-B3E56FD1B72D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1AA1E0CC-1C13-4858-ADBF-6265E50CA00F}" type="pres">
      <dgm:prSet presAssocID="{8938E451-FFE6-4C8E-85A0-B3E56FD1B72D}" presName="descendantText" presStyleLbl="alignAcc1" presStyleIdx="1" presStyleCnt="4">
        <dgm:presLayoutVars>
          <dgm:bulletEnabled val="1"/>
        </dgm:presLayoutVars>
      </dgm:prSet>
      <dgm:spPr/>
    </dgm:pt>
    <dgm:pt modelId="{DE3D5400-B930-4A06-B88C-756FD89334B7}" type="pres">
      <dgm:prSet presAssocID="{20214801-7593-489D-8D12-FC3877C3716A}" presName="sp" presStyleCnt="0"/>
      <dgm:spPr/>
    </dgm:pt>
    <dgm:pt modelId="{C477FE04-1F4D-49E3-B77C-EC6EE8F4D3D4}" type="pres">
      <dgm:prSet presAssocID="{052441EE-3385-4C15-9384-E6DF760E8FF7}" presName="composite" presStyleCnt="0"/>
      <dgm:spPr/>
    </dgm:pt>
    <dgm:pt modelId="{2A1B53F1-4610-4DC7-A9A5-6C3E0EB169A0}" type="pres">
      <dgm:prSet presAssocID="{052441EE-3385-4C15-9384-E6DF760E8FF7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BF8272B1-A649-4520-A775-81F7775CD6DC}" type="pres">
      <dgm:prSet presAssocID="{052441EE-3385-4C15-9384-E6DF760E8FF7}" presName="descendantText" presStyleLbl="alignAcc1" presStyleIdx="2" presStyleCnt="4">
        <dgm:presLayoutVars>
          <dgm:bulletEnabled val="1"/>
        </dgm:presLayoutVars>
      </dgm:prSet>
      <dgm:spPr/>
    </dgm:pt>
    <dgm:pt modelId="{9423AF04-6259-43AA-AA6E-8BAC01AEC762}" type="pres">
      <dgm:prSet presAssocID="{CDC9AF54-8E4C-4391-9700-33DFF8BA1518}" presName="sp" presStyleCnt="0"/>
      <dgm:spPr/>
    </dgm:pt>
    <dgm:pt modelId="{8DA3AE7B-B1BC-4609-9FF4-8E301CB5F15B}" type="pres">
      <dgm:prSet presAssocID="{F2EE0E22-BDC4-441B-8087-664299A55173}" presName="composite" presStyleCnt="0"/>
      <dgm:spPr/>
    </dgm:pt>
    <dgm:pt modelId="{401C2D97-F9BA-405C-BA71-19159F23382F}" type="pres">
      <dgm:prSet presAssocID="{F2EE0E22-BDC4-441B-8087-664299A55173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6DABD71D-C1FD-4616-9259-BC7117D5801E}" type="pres">
      <dgm:prSet presAssocID="{F2EE0E22-BDC4-441B-8087-664299A55173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B61C4D06-A9D7-4D7F-A04D-E725515751ED}" srcId="{486C1F69-3E17-44A9-8F2F-2E2DA0C5F83F}" destId="{6246CCB1-00BB-4518-B954-9359155486E3}" srcOrd="0" destOrd="0" parTransId="{6EAA1F02-062A-475F-AD89-7490883E6FAE}" sibTransId="{B4AA1DA6-4829-47F8-8904-53D6B64F3D08}"/>
    <dgm:cxn modelId="{9F6C0F09-07F3-4E2A-A9B9-1857F539BEA0}" srcId="{F2EE0E22-BDC4-441B-8087-664299A55173}" destId="{486C1F69-3E17-44A9-8F2F-2E2DA0C5F83F}" srcOrd="1" destOrd="0" parTransId="{09711C92-0C68-431E-92D0-69AC62FBF90F}" sibTransId="{563FBF78-7EEA-4A4E-A550-51DA5BE6C38C}"/>
    <dgm:cxn modelId="{174C671C-70B5-4A28-993C-9A5C340673AD}" type="presOf" srcId="{6EA0DAEF-95D0-490A-918B-B887A678E93D}" destId="{6DABD71D-C1FD-4616-9259-BC7117D5801E}" srcOrd="0" destOrd="0" presId="urn:microsoft.com/office/officeart/2005/8/layout/chevron2"/>
    <dgm:cxn modelId="{44CBF920-6DA6-4FA1-BC4F-409853A64D70}" srcId="{8938E451-FFE6-4C8E-85A0-B3E56FD1B72D}" destId="{53E84378-693A-4355-98C1-6B7B14BA1D50}" srcOrd="1" destOrd="0" parTransId="{791C5A92-5FBC-47E7-A304-80D0F9AE12DA}" sibTransId="{A8DB4E79-213D-42A9-A8AC-1DE596B6C794}"/>
    <dgm:cxn modelId="{F6D96336-A986-4783-8C39-74C5A1F22DFA}" srcId="{052441EE-3385-4C15-9384-E6DF760E8FF7}" destId="{CC45D807-3C0A-4546-B350-14AC7984E961}" srcOrd="0" destOrd="0" parTransId="{5A5BD9BA-13FF-4AF5-B3E1-521C6A5AD916}" sibTransId="{419BA6C2-FE3D-4333-9CBC-5F69A831DE6E}"/>
    <dgm:cxn modelId="{6A97EB38-6F10-4607-B110-895501BFFADD}" type="presOf" srcId="{B571F23A-C1F7-421E-A385-4DAD1F54DE0D}" destId="{BF8272B1-A649-4520-A775-81F7775CD6DC}" srcOrd="0" destOrd="2" presId="urn:microsoft.com/office/officeart/2005/8/layout/chevron2"/>
    <dgm:cxn modelId="{4C264640-D178-4CCB-B151-A148D70885E4}" type="presOf" srcId="{2779ECA0-2582-4FDD-87CB-1D1E3247100A}" destId="{CCC1B0E4-755E-418D-927D-086C1EC2C9E3}" srcOrd="0" destOrd="0" presId="urn:microsoft.com/office/officeart/2005/8/layout/chevron2"/>
    <dgm:cxn modelId="{0FB6D741-52C6-4CFB-BBFC-4C7E5652D7FE}" srcId="{052441EE-3385-4C15-9384-E6DF760E8FF7}" destId="{B571F23A-C1F7-421E-A385-4DAD1F54DE0D}" srcOrd="2" destOrd="0" parTransId="{3F03D637-2E66-47E8-B152-F3F5A3B190B7}" sibTransId="{3DC92F8A-EA23-4E1F-AB1C-2CCEAC44E3DC}"/>
    <dgm:cxn modelId="{E8D83963-4B4D-4E85-A169-70F53C846D62}" type="presOf" srcId="{81DED7E6-9C6A-49FB-A29F-8B05D04D87A6}" destId="{1AA1E0CC-1C13-4858-ADBF-6265E50CA00F}" srcOrd="0" destOrd="3" presId="urn:microsoft.com/office/officeart/2005/8/layout/chevron2"/>
    <dgm:cxn modelId="{D15C7B43-53C5-4B20-AE93-932B4E97EFA3}" srcId="{294D4C51-2456-4B49-849E-28D3DAA9102C}" destId="{052441EE-3385-4C15-9384-E6DF760E8FF7}" srcOrd="2" destOrd="0" parTransId="{EBC366B9-D6CD-406E-96BA-C803AFFA53FA}" sibTransId="{CDC9AF54-8E4C-4391-9700-33DFF8BA1518}"/>
    <dgm:cxn modelId="{E4B25767-C78D-43AA-A228-0F0C4C9A2079}" type="presOf" srcId="{CC45D807-3C0A-4546-B350-14AC7984E961}" destId="{BF8272B1-A649-4520-A775-81F7775CD6DC}" srcOrd="0" destOrd="0" presId="urn:microsoft.com/office/officeart/2005/8/layout/chevron2"/>
    <dgm:cxn modelId="{2F5A974B-7FD8-4C1A-99CE-C15BC7F6C8A6}" type="presOf" srcId="{486C1F69-3E17-44A9-8F2F-2E2DA0C5F83F}" destId="{6DABD71D-C1FD-4616-9259-BC7117D5801E}" srcOrd="0" destOrd="1" presId="urn:microsoft.com/office/officeart/2005/8/layout/chevron2"/>
    <dgm:cxn modelId="{FB61B750-5F91-4AAE-AE4D-5A6592331DD9}" type="presOf" srcId="{4704F906-7993-47FD-A4CC-E686B9A7B34D}" destId="{C9F4075A-C238-480E-843D-32D5CA04719E}" srcOrd="0" destOrd="0" presId="urn:microsoft.com/office/officeart/2005/8/layout/chevron2"/>
    <dgm:cxn modelId="{94693471-4697-41CA-942A-42D5A866FA3E}" type="presOf" srcId="{53E84378-693A-4355-98C1-6B7B14BA1D50}" destId="{1AA1E0CC-1C13-4858-ADBF-6265E50CA00F}" srcOrd="0" destOrd="1" presId="urn:microsoft.com/office/officeart/2005/8/layout/chevron2"/>
    <dgm:cxn modelId="{BDB6D955-E1C9-4988-941E-D4871C2791EB}" type="presOf" srcId="{0C663396-C179-4752-98EC-7A7BBAF3823D}" destId="{1AA1E0CC-1C13-4858-ADBF-6265E50CA00F}" srcOrd="0" destOrd="0" presId="urn:microsoft.com/office/officeart/2005/8/layout/chevron2"/>
    <dgm:cxn modelId="{F6E6F375-9612-4B78-91EA-6446AFF54010}" srcId="{294D4C51-2456-4B49-849E-28D3DAA9102C}" destId="{4704F906-7993-47FD-A4CC-E686B9A7B34D}" srcOrd="0" destOrd="0" parTransId="{D2DC5492-CE66-4F33-9560-1F1C4CE7913F}" sibTransId="{39056F02-EFDA-49F8-B6A3-208397CD1E32}"/>
    <dgm:cxn modelId="{4A722486-4117-41D8-AE71-654D2C3A4331}" srcId="{B571F23A-C1F7-421E-A385-4DAD1F54DE0D}" destId="{244E2B72-F191-4CA9-AA45-A67D7CF60931}" srcOrd="0" destOrd="0" parTransId="{46D69DE7-044F-4252-A1CF-FF3DEE5F1B4A}" sibTransId="{1DBE3CDE-10F7-46B5-88FF-52A07F88679D}"/>
    <dgm:cxn modelId="{414B9086-6E2D-495D-9827-293C3D3695D3}" srcId="{2779ECA0-2582-4FDD-87CB-1D1E3247100A}" destId="{8E129A97-CC38-4C47-864F-C6048603BC78}" srcOrd="0" destOrd="0" parTransId="{1819E43F-AC54-473D-9BAE-6CF11D24826A}" sibTransId="{7375D200-39B1-4033-9DFE-DD996447F201}"/>
    <dgm:cxn modelId="{496BA78C-C949-457B-AAE0-9FFC10297D12}" type="presOf" srcId="{8938E451-FFE6-4C8E-85A0-B3E56FD1B72D}" destId="{F63F4E3C-A8B0-4F9F-A666-A36E2E7B322D}" srcOrd="0" destOrd="0" presId="urn:microsoft.com/office/officeart/2005/8/layout/chevron2"/>
    <dgm:cxn modelId="{F9973B8F-8197-4239-A3B1-8E439044B431}" type="presOf" srcId="{3F3BA630-4C82-4E32-882E-D1F79811F347}" destId="{1AA1E0CC-1C13-4858-ADBF-6265E50CA00F}" srcOrd="0" destOrd="2" presId="urn:microsoft.com/office/officeart/2005/8/layout/chevron2"/>
    <dgm:cxn modelId="{B87B0499-3E44-4B39-8308-74DF703EB36F}" type="presOf" srcId="{7D707260-A3D3-45A9-876E-C2260F12ED9D}" destId="{CCC1B0E4-755E-418D-927D-086C1EC2C9E3}" srcOrd="0" destOrd="2" presId="urn:microsoft.com/office/officeart/2005/8/layout/chevron2"/>
    <dgm:cxn modelId="{8AB2039F-21A8-4FA3-B154-377287DB7E84}" type="presOf" srcId="{6246CCB1-00BB-4518-B954-9359155486E3}" destId="{6DABD71D-C1FD-4616-9259-BC7117D5801E}" srcOrd="0" destOrd="2" presId="urn:microsoft.com/office/officeart/2005/8/layout/chevron2"/>
    <dgm:cxn modelId="{72072AAB-BEE7-49AA-A1A5-6DB897C27188}" type="presOf" srcId="{294D4C51-2456-4B49-849E-28D3DAA9102C}" destId="{8062CBFD-CBD2-4E10-9F2D-A4AE740D6D00}" srcOrd="0" destOrd="0" presId="urn:microsoft.com/office/officeart/2005/8/layout/chevron2"/>
    <dgm:cxn modelId="{E142DDB4-5CDE-4302-863C-6D99812D0E35}" srcId="{2779ECA0-2582-4FDD-87CB-1D1E3247100A}" destId="{7D707260-A3D3-45A9-876E-C2260F12ED9D}" srcOrd="1" destOrd="0" parTransId="{3B3C309D-15CC-4034-9AB0-4FBAC96E0605}" sibTransId="{6A2441A0-A9D1-424B-9CA4-57D057E24552}"/>
    <dgm:cxn modelId="{B131EFB4-1AF1-45CE-A5B7-00EB2FD5520C}" srcId="{F2EE0E22-BDC4-441B-8087-664299A55173}" destId="{6EA0DAEF-95D0-490A-918B-B887A678E93D}" srcOrd="0" destOrd="0" parTransId="{87EA17C2-C9FC-42D8-AC26-1645E8B1ADD3}" sibTransId="{956F16CC-91C5-437C-B678-8F00EF4C3A07}"/>
    <dgm:cxn modelId="{407825C3-E03A-498F-AB40-AF30E0953886}" type="presOf" srcId="{8E129A97-CC38-4C47-864F-C6048603BC78}" destId="{CCC1B0E4-755E-418D-927D-086C1EC2C9E3}" srcOrd="0" destOrd="1" presId="urn:microsoft.com/office/officeart/2005/8/layout/chevron2"/>
    <dgm:cxn modelId="{B13C78C4-915F-4A8C-8DD3-8B79A4C8037A}" srcId="{294D4C51-2456-4B49-849E-28D3DAA9102C}" destId="{8938E451-FFE6-4C8E-85A0-B3E56FD1B72D}" srcOrd="1" destOrd="0" parTransId="{EBB7E8A2-22DA-4CA7-98CE-5D87BD2D45E4}" sibTransId="{20214801-7593-489D-8D12-FC3877C3716A}"/>
    <dgm:cxn modelId="{5F0179C8-84B8-4659-8657-55CC79726379}" srcId="{294D4C51-2456-4B49-849E-28D3DAA9102C}" destId="{F2EE0E22-BDC4-441B-8087-664299A55173}" srcOrd="3" destOrd="0" parTransId="{A55F01BB-7B53-4118-9D73-FA7AEA1856EB}" sibTransId="{55A38F0A-B72E-468B-9E1A-336E62C422C6}"/>
    <dgm:cxn modelId="{AD928BD5-5408-4CDF-B04F-F13341419909}" type="presOf" srcId="{052441EE-3385-4C15-9384-E6DF760E8FF7}" destId="{2A1B53F1-4610-4DC7-A9A5-6C3E0EB169A0}" srcOrd="0" destOrd="0" presId="urn:microsoft.com/office/officeart/2005/8/layout/chevron2"/>
    <dgm:cxn modelId="{801A14DA-F356-46C6-B507-33C685D1CD10}" srcId="{4704F906-7993-47FD-A4CC-E686B9A7B34D}" destId="{2779ECA0-2582-4FDD-87CB-1D1E3247100A}" srcOrd="0" destOrd="0" parTransId="{18A6156B-ECE7-41F2-B733-CF01045D2E23}" sibTransId="{DF8A6CFC-99ED-40F9-9D3D-2026A9B93FE8}"/>
    <dgm:cxn modelId="{B3FC01DD-55AE-4D47-9DDD-6C6FF238D074}" srcId="{53E84378-693A-4355-98C1-6B7B14BA1D50}" destId="{3F3BA630-4C82-4E32-882E-D1F79811F347}" srcOrd="0" destOrd="0" parTransId="{4E0AA004-E09B-4B31-940D-67FBC19F62A0}" sibTransId="{AA0BE0C8-B727-4E59-AEEA-7093EC665E16}"/>
    <dgm:cxn modelId="{F279F6E8-E58D-4409-93AD-F4370E324661}" srcId="{8938E451-FFE6-4C8E-85A0-B3E56FD1B72D}" destId="{0C663396-C179-4752-98EC-7A7BBAF3823D}" srcOrd="0" destOrd="0" parTransId="{17A00DC6-C174-425F-B91D-8992CB339F82}" sibTransId="{6F4E3127-9356-4E44-B5A7-E67C92A65550}"/>
    <dgm:cxn modelId="{4443A5EC-9735-4ED0-B5AF-2DCC8729AA30}" type="presOf" srcId="{244E2B72-F191-4CA9-AA45-A67D7CF60931}" destId="{BF8272B1-A649-4520-A775-81F7775CD6DC}" srcOrd="0" destOrd="3" presId="urn:microsoft.com/office/officeart/2005/8/layout/chevron2"/>
    <dgm:cxn modelId="{2DF8BAF1-6150-4380-9231-F2910938FFCB}" type="presOf" srcId="{F2EE0E22-BDC4-441B-8087-664299A55173}" destId="{401C2D97-F9BA-405C-BA71-19159F23382F}" srcOrd="0" destOrd="0" presId="urn:microsoft.com/office/officeart/2005/8/layout/chevron2"/>
    <dgm:cxn modelId="{0DBBABF3-5CC4-4F35-869E-B50B623BAA2B}" srcId="{53E84378-693A-4355-98C1-6B7B14BA1D50}" destId="{81DED7E6-9C6A-49FB-A29F-8B05D04D87A6}" srcOrd="1" destOrd="0" parTransId="{4A75EFDD-39DD-4AD5-9694-C86337246249}" sibTransId="{31731B58-3246-498E-B03D-6DDD6D00D55C}"/>
    <dgm:cxn modelId="{1BECCFF3-BFE6-49C1-B71B-0DA7D769A2CA}" type="presOf" srcId="{E3E31D64-4AC7-434A-8740-A71E2B189A05}" destId="{BF8272B1-A649-4520-A775-81F7775CD6DC}" srcOrd="0" destOrd="1" presId="urn:microsoft.com/office/officeart/2005/8/layout/chevron2"/>
    <dgm:cxn modelId="{24E64BFF-ADE4-4C9A-85D2-A7F17678ADB0}" srcId="{052441EE-3385-4C15-9384-E6DF760E8FF7}" destId="{E3E31D64-4AC7-434A-8740-A71E2B189A05}" srcOrd="1" destOrd="0" parTransId="{72C3C042-BE58-4979-AE63-DF50FEE3C714}" sibTransId="{D6B6A92C-9A94-4554-83CD-F9FAD93B7710}"/>
    <dgm:cxn modelId="{1E3A2DCF-6F46-4541-B0DF-394373418514}" type="presParOf" srcId="{8062CBFD-CBD2-4E10-9F2D-A4AE740D6D00}" destId="{EEDB535B-E3DF-4BC0-BD4C-BE024051E9ED}" srcOrd="0" destOrd="0" presId="urn:microsoft.com/office/officeart/2005/8/layout/chevron2"/>
    <dgm:cxn modelId="{0718853A-F2E8-469B-9A9D-78332EEF0FE4}" type="presParOf" srcId="{EEDB535B-E3DF-4BC0-BD4C-BE024051E9ED}" destId="{C9F4075A-C238-480E-843D-32D5CA04719E}" srcOrd="0" destOrd="0" presId="urn:microsoft.com/office/officeart/2005/8/layout/chevron2"/>
    <dgm:cxn modelId="{359DA151-DD6B-4760-8697-4D5906CDEAAE}" type="presParOf" srcId="{EEDB535B-E3DF-4BC0-BD4C-BE024051E9ED}" destId="{CCC1B0E4-755E-418D-927D-086C1EC2C9E3}" srcOrd="1" destOrd="0" presId="urn:microsoft.com/office/officeart/2005/8/layout/chevron2"/>
    <dgm:cxn modelId="{13DEC8F8-8D1F-4A36-B168-41E475FB6C73}" type="presParOf" srcId="{8062CBFD-CBD2-4E10-9F2D-A4AE740D6D00}" destId="{8ACD207B-A0F0-41B1-8734-5D92072CF1DF}" srcOrd="1" destOrd="0" presId="urn:microsoft.com/office/officeart/2005/8/layout/chevron2"/>
    <dgm:cxn modelId="{A81B38CC-EED3-4659-B985-F3F758D7523E}" type="presParOf" srcId="{8062CBFD-CBD2-4E10-9F2D-A4AE740D6D00}" destId="{8702B236-B7B0-4D35-BCCB-3821D2AB57AE}" srcOrd="2" destOrd="0" presId="urn:microsoft.com/office/officeart/2005/8/layout/chevron2"/>
    <dgm:cxn modelId="{EF4D7701-AA78-47F0-8404-0A09897D1F78}" type="presParOf" srcId="{8702B236-B7B0-4D35-BCCB-3821D2AB57AE}" destId="{F63F4E3C-A8B0-4F9F-A666-A36E2E7B322D}" srcOrd="0" destOrd="0" presId="urn:microsoft.com/office/officeart/2005/8/layout/chevron2"/>
    <dgm:cxn modelId="{B66B3458-4693-4EF5-92DB-CF4A84C86A2C}" type="presParOf" srcId="{8702B236-B7B0-4D35-BCCB-3821D2AB57AE}" destId="{1AA1E0CC-1C13-4858-ADBF-6265E50CA00F}" srcOrd="1" destOrd="0" presId="urn:microsoft.com/office/officeart/2005/8/layout/chevron2"/>
    <dgm:cxn modelId="{DA3FD040-3DE7-4638-8006-CE8D4394D944}" type="presParOf" srcId="{8062CBFD-CBD2-4E10-9F2D-A4AE740D6D00}" destId="{DE3D5400-B930-4A06-B88C-756FD89334B7}" srcOrd="3" destOrd="0" presId="urn:microsoft.com/office/officeart/2005/8/layout/chevron2"/>
    <dgm:cxn modelId="{FDCD00EE-EB7E-4C01-B117-2B043F243E23}" type="presParOf" srcId="{8062CBFD-CBD2-4E10-9F2D-A4AE740D6D00}" destId="{C477FE04-1F4D-49E3-B77C-EC6EE8F4D3D4}" srcOrd="4" destOrd="0" presId="urn:microsoft.com/office/officeart/2005/8/layout/chevron2"/>
    <dgm:cxn modelId="{0D037624-F424-4C56-BA13-7A13485A2693}" type="presParOf" srcId="{C477FE04-1F4D-49E3-B77C-EC6EE8F4D3D4}" destId="{2A1B53F1-4610-4DC7-A9A5-6C3E0EB169A0}" srcOrd="0" destOrd="0" presId="urn:microsoft.com/office/officeart/2005/8/layout/chevron2"/>
    <dgm:cxn modelId="{8F1DB46E-FC53-461B-A1CF-CC44A853A50A}" type="presParOf" srcId="{C477FE04-1F4D-49E3-B77C-EC6EE8F4D3D4}" destId="{BF8272B1-A649-4520-A775-81F7775CD6DC}" srcOrd="1" destOrd="0" presId="urn:microsoft.com/office/officeart/2005/8/layout/chevron2"/>
    <dgm:cxn modelId="{A4BDFC3F-5C7C-4458-82FD-344AF324916D}" type="presParOf" srcId="{8062CBFD-CBD2-4E10-9F2D-A4AE740D6D00}" destId="{9423AF04-6259-43AA-AA6E-8BAC01AEC762}" srcOrd="5" destOrd="0" presId="urn:microsoft.com/office/officeart/2005/8/layout/chevron2"/>
    <dgm:cxn modelId="{CC750A9D-BED2-4360-B184-A19E0F552900}" type="presParOf" srcId="{8062CBFD-CBD2-4E10-9F2D-A4AE740D6D00}" destId="{8DA3AE7B-B1BC-4609-9FF4-8E301CB5F15B}" srcOrd="6" destOrd="0" presId="urn:microsoft.com/office/officeart/2005/8/layout/chevron2"/>
    <dgm:cxn modelId="{A29FC4C0-5C3E-4E91-9D21-70B8B5E14C38}" type="presParOf" srcId="{8DA3AE7B-B1BC-4609-9FF4-8E301CB5F15B}" destId="{401C2D97-F9BA-405C-BA71-19159F23382F}" srcOrd="0" destOrd="0" presId="urn:microsoft.com/office/officeart/2005/8/layout/chevron2"/>
    <dgm:cxn modelId="{C5B7AE16-8381-482E-822C-6298C5CF2D06}" type="presParOf" srcId="{8DA3AE7B-B1BC-4609-9FF4-8E301CB5F15B}" destId="{6DABD71D-C1FD-4616-9259-BC7117D5801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F1650A-75B9-4EBC-9004-469846E90E3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54EF6FCB-06E4-4E5E-A956-64CC4CBF1B60}">
      <dgm:prSet/>
      <dgm:spPr/>
      <dgm:t>
        <a:bodyPr/>
        <a:lstStyle/>
        <a:p>
          <a:r>
            <a:rPr lang="zh-CN" dirty="0"/>
            <a:t>信号抖动</a:t>
          </a:r>
        </a:p>
      </dgm:t>
    </dgm:pt>
    <dgm:pt modelId="{8223CC02-D9DA-4BAA-B9C5-953C6F0480CA}" type="parTrans" cxnId="{C68B4CD0-80A2-4AB2-BA79-FB9A50392AF6}">
      <dgm:prSet/>
      <dgm:spPr/>
      <dgm:t>
        <a:bodyPr/>
        <a:lstStyle/>
        <a:p>
          <a:endParaRPr lang="zh-CN" altLang="en-US"/>
        </a:p>
      </dgm:t>
    </dgm:pt>
    <dgm:pt modelId="{6E746416-9B41-40AF-9F05-C835C060927E}" type="sibTrans" cxnId="{C68B4CD0-80A2-4AB2-BA79-FB9A50392AF6}">
      <dgm:prSet/>
      <dgm:spPr/>
      <dgm:t>
        <a:bodyPr/>
        <a:lstStyle/>
        <a:p>
          <a:endParaRPr lang="zh-CN" altLang="en-US"/>
        </a:p>
      </dgm:t>
    </dgm:pt>
    <dgm:pt modelId="{AC06360D-46FA-43AD-99CC-EF58825474CF}">
      <dgm:prSet/>
      <dgm:spPr/>
      <dgm:t>
        <a:bodyPr/>
        <a:lstStyle/>
        <a:p>
          <a:r>
            <a:rPr lang="zh-CN" dirty="0"/>
            <a:t>脉冲丢失</a:t>
          </a:r>
        </a:p>
      </dgm:t>
    </dgm:pt>
    <dgm:pt modelId="{48584FFA-E7BB-4E65-A93D-9C09FD39566A}" type="parTrans" cxnId="{506C3309-2B95-44BE-A7A4-460337CDFACE}">
      <dgm:prSet/>
      <dgm:spPr/>
      <dgm:t>
        <a:bodyPr/>
        <a:lstStyle/>
        <a:p>
          <a:endParaRPr lang="zh-CN" altLang="en-US"/>
        </a:p>
      </dgm:t>
    </dgm:pt>
    <dgm:pt modelId="{5CB4A16B-4DCC-4639-A992-7A906DC86E75}" type="sibTrans" cxnId="{506C3309-2B95-44BE-A7A4-460337CDFACE}">
      <dgm:prSet/>
      <dgm:spPr/>
      <dgm:t>
        <a:bodyPr/>
        <a:lstStyle/>
        <a:p>
          <a:endParaRPr lang="zh-CN" altLang="en-US"/>
        </a:p>
      </dgm:t>
    </dgm:pt>
    <dgm:pt modelId="{D9B5312A-8FF1-4834-BFA6-E4E22633B5B7}">
      <dgm:prSet/>
      <dgm:spPr/>
      <dgm:t>
        <a:bodyPr/>
        <a:lstStyle/>
        <a:p>
          <a:r>
            <a:rPr lang="zh-CN" dirty="0"/>
            <a:t>方向误判</a:t>
          </a:r>
        </a:p>
      </dgm:t>
    </dgm:pt>
    <dgm:pt modelId="{2561B1AB-6946-4329-81A3-77E25B01088C}" type="parTrans" cxnId="{1A090BDC-96E3-4DB1-86B1-2580D5E9394A}">
      <dgm:prSet/>
      <dgm:spPr/>
      <dgm:t>
        <a:bodyPr/>
        <a:lstStyle/>
        <a:p>
          <a:endParaRPr lang="zh-CN" altLang="en-US"/>
        </a:p>
      </dgm:t>
    </dgm:pt>
    <dgm:pt modelId="{C945795F-761A-48EE-B7A0-C76BE42EEA2C}" type="sibTrans" cxnId="{1A090BDC-96E3-4DB1-86B1-2580D5E9394A}">
      <dgm:prSet/>
      <dgm:spPr/>
      <dgm:t>
        <a:bodyPr/>
        <a:lstStyle/>
        <a:p>
          <a:endParaRPr lang="zh-CN" altLang="en-US"/>
        </a:p>
      </dgm:t>
    </dgm:pt>
    <dgm:pt modelId="{A3FBA959-DEFA-462E-9699-C506A32659C2}">
      <dgm:prSet/>
      <dgm:spPr/>
      <dgm:t>
        <a:bodyPr/>
        <a:lstStyle/>
        <a:p>
          <a:r>
            <a:rPr lang="zh-CN" dirty="0"/>
            <a:t>解决方案：</a:t>
          </a:r>
        </a:p>
      </dgm:t>
    </dgm:pt>
    <dgm:pt modelId="{AD27E5B0-B3B5-4B86-AE6A-D95D83287AF0}" type="parTrans" cxnId="{7AB6A218-2591-4DFA-A7FF-98B1F816C615}">
      <dgm:prSet/>
      <dgm:spPr/>
      <dgm:t>
        <a:bodyPr/>
        <a:lstStyle/>
        <a:p>
          <a:endParaRPr lang="zh-CN" altLang="en-US"/>
        </a:p>
      </dgm:t>
    </dgm:pt>
    <dgm:pt modelId="{72216C34-F276-442B-9124-64CEBB84D6A7}" type="sibTrans" cxnId="{7AB6A218-2591-4DFA-A7FF-98B1F816C615}">
      <dgm:prSet/>
      <dgm:spPr/>
      <dgm:t>
        <a:bodyPr/>
        <a:lstStyle/>
        <a:p>
          <a:endParaRPr lang="zh-CN" altLang="en-US"/>
        </a:p>
      </dgm:t>
    </dgm:pt>
    <dgm:pt modelId="{B8AAF937-3263-4501-B92D-1A834F567A47}">
      <dgm:prSet/>
      <dgm:spPr/>
      <dgm:t>
        <a:bodyPr/>
        <a:lstStyle/>
        <a:p>
          <a:r>
            <a:rPr lang="zh-CN" dirty="0"/>
            <a:t>硬件层面</a:t>
          </a:r>
        </a:p>
      </dgm:t>
    </dgm:pt>
    <dgm:pt modelId="{0FA66C49-983D-416F-9745-740D0CFAA7EE}" type="parTrans" cxnId="{8B652FD7-4318-4FC3-B145-E7D5E985C599}">
      <dgm:prSet/>
      <dgm:spPr/>
      <dgm:t>
        <a:bodyPr/>
        <a:lstStyle/>
        <a:p>
          <a:endParaRPr lang="zh-CN" altLang="en-US"/>
        </a:p>
      </dgm:t>
    </dgm:pt>
    <dgm:pt modelId="{6A965411-ADBC-486A-AF5E-36FCD39DFC56}" type="sibTrans" cxnId="{8B652FD7-4318-4FC3-B145-E7D5E985C599}">
      <dgm:prSet/>
      <dgm:spPr/>
      <dgm:t>
        <a:bodyPr/>
        <a:lstStyle/>
        <a:p>
          <a:endParaRPr lang="zh-CN" altLang="en-US"/>
        </a:p>
      </dgm:t>
    </dgm:pt>
    <dgm:pt modelId="{4DE7715E-97AB-42FE-BB28-3279C9D91051}">
      <dgm:prSet/>
      <dgm:spPr/>
      <dgm:t>
        <a:bodyPr/>
        <a:lstStyle/>
        <a:p>
          <a:r>
            <a:rPr lang="zh-CN" dirty="0"/>
            <a:t>增加</a:t>
          </a:r>
          <a:r>
            <a:rPr lang="en-US" dirty="0"/>
            <a:t>RC</a:t>
          </a:r>
          <a:r>
            <a:rPr lang="zh-CN" dirty="0"/>
            <a:t>低通滤波</a:t>
          </a:r>
        </a:p>
      </dgm:t>
    </dgm:pt>
    <dgm:pt modelId="{BEDBB20C-0103-4F45-990D-D042FD65D055}" type="parTrans" cxnId="{7516DF76-7104-483D-B832-03467EF67998}">
      <dgm:prSet/>
      <dgm:spPr/>
      <dgm:t>
        <a:bodyPr/>
        <a:lstStyle/>
        <a:p>
          <a:endParaRPr lang="zh-CN" altLang="en-US"/>
        </a:p>
      </dgm:t>
    </dgm:pt>
    <dgm:pt modelId="{CAA8B67A-69CC-4BFB-BA48-E9E97A93D29B}" type="sibTrans" cxnId="{7516DF76-7104-483D-B832-03467EF67998}">
      <dgm:prSet/>
      <dgm:spPr/>
      <dgm:t>
        <a:bodyPr/>
        <a:lstStyle/>
        <a:p>
          <a:endParaRPr lang="zh-CN" altLang="en-US"/>
        </a:p>
      </dgm:t>
    </dgm:pt>
    <dgm:pt modelId="{5CB81F33-546E-4D67-A7D0-ACF6C91D83AB}">
      <dgm:prSet/>
      <dgm:spPr/>
      <dgm:t>
        <a:bodyPr/>
        <a:lstStyle/>
        <a:p>
          <a:r>
            <a:rPr lang="zh-CN" dirty="0"/>
            <a:t>优化</a:t>
          </a:r>
          <a:r>
            <a:rPr lang="en-US" dirty="0"/>
            <a:t>PCB</a:t>
          </a:r>
          <a:r>
            <a:rPr lang="zh-CN" dirty="0"/>
            <a:t>布局</a:t>
          </a:r>
        </a:p>
      </dgm:t>
    </dgm:pt>
    <dgm:pt modelId="{C4E63CA6-76CD-43CE-BF3B-CBF970987C83}" type="parTrans" cxnId="{736527C0-1399-4841-952B-E6791D78A506}">
      <dgm:prSet/>
      <dgm:spPr/>
      <dgm:t>
        <a:bodyPr/>
        <a:lstStyle/>
        <a:p>
          <a:endParaRPr lang="zh-CN" altLang="en-US"/>
        </a:p>
      </dgm:t>
    </dgm:pt>
    <dgm:pt modelId="{B1816B9A-D8FC-412C-9B83-C99985FF28FE}" type="sibTrans" cxnId="{736527C0-1399-4841-952B-E6791D78A506}">
      <dgm:prSet/>
      <dgm:spPr/>
      <dgm:t>
        <a:bodyPr/>
        <a:lstStyle/>
        <a:p>
          <a:endParaRPr lang="zh-CN" altLang="en-US"/>
        </a:p>
      </dgm:t>
    </dgm:pt>
    <dgm:pt modelId="{6401106F-9EB8-4A93-AA9D-7AA95A23AD99}">
      <dgm:prSet/>
      <dgm:spPr/>
      <dgm:t>
        <a:bodyPr/>
        <a:lstStyle/>
        <a:p>
          <a:r>
            <a:rPr lang="zh-CN" dirty="0"/>
            <a:t>软件层面</a:t>
          </a:r>
        </a:p>
      </dgm:t>
    </dgm:pt>
    <dgm:pt modelId="{7C8A0E8A-849B-44D3-AC64-56AD26896EC2}" type="parTrans" cxnId="{ACEF8F4C-ADFF-4146-8205-44F961B21253}">
      <dgm:prSet/>
      <dgm:spPr/>
      <dgm:t>
        <a:bodyPr/>
        <a:lstStyle/>
        <a:p>
          <a:endParaRPr lang="zh-CN" altLang="en-US"/>
        </a:p>
      </dgm:t>
    </dgm:pt>
    <dgm:pt modelId="{EE80C112-29DF-46B5-A8A4-233EE7713E3F}" type="sibTrans" cxnId="{ACEF8F4C-ADFF-4146-8205-44F961B21253}">
      <dgm:prSet/>
      <dgm:spPr/>
      <dgm:t>
        <a:bodyPr/>
        <a:lstStyle/>
        <a:p>
          <a:endParaRPr lang="zh-CN" altLang="en-US"/>
        </a:p>
      </dgm:t>
    </dgm:pt>
    <dgm:pt modelId="{77721360-AAA8-485F-9D66-FA498B4D62F4}">
      <dgm:prSet/>
      <dgm:spPr/>
      <dgm:t>
        <a:bodyPr/>
        <a:lstStyle/>
        <a:p>
          <a:r>
            <a:rPr lang="zh-CN" dirty="0"/>
            <a:t>数字滤波算法</a:t>
          </a:r>
        </a:p>
      </dgm:t>
    </dgm:pt>
    <dgm:pt modelId="{DB70325B-B119-4AFA-91E9-0B8621A50EB4}" type="parTrans" cxnId="{6D330C4D-7596-4A10-9AA6-4F11368135DB}">
      <dgm:prSet/>
      <dgm:spPr/>
      <dgm:t>
        <a:bodyPr/>
        <a:lstStyle/>
        <a:p>
          <a:endParaRPr lang="zh-CN" altLang="en-US"/>
        </a:p>
      </dgm:t>
    </dgm:pt>
    <dgm:pt modelId="{0FA30C55-0BD8-4112-B932-CCD2C519AF2E}" type="sibTrans" cxnId="{6D330C4D-7596-4A10-9AA6-4F11368135DB}">
      <dgm:prSet/>
      <dgm:spPr/>
      <dgm:t>
        <a:bodyPr/>
        <a:lstStyle/>
        <a:p>
          <a:endParaRPr lang="zh-CN" altLang="en-US"/>
        </a:p>
      </dgm:t>
    </dgm:pt>
    <dgm:pt modelId="{F5BC1885-B906-45C9-9281-C4F365BE7D1F}">
      <dgm:prSet/>
      <dgm:spPr/>
      <dgm:t>
        <a:bodyPr/>
        <a:lstStyle/>
        <a:p>
          <a:r>
            <a:rPr lang="zh-CN" dirty="0"/>
            <a:t>信号有效性校验</a:t>
          </a:r>
        </a:p>
      </dgm:t>
    </dgm:pt>
    <dgm:pt modelId="{3B0BAC87-4B67-4BA7-924B-8277244A4614}" type="parTrans" cxnId="{9F7BE603-AE63-4C86-9BBF-B053838EDC4A}">
      <dgm:prSet/>
      <dgm:spPr/>
      <dgm:t>
        <a:bodyPr/>
        <a:lstStyle/>
        <a:p>
          <a:endParaRPr lang="zh-CN" altLang="en-US"/>
        </a:p>
      </dgm:t>
    </dgm:pt>
    <dgm:pt modelId="{D55F4F48-26CB-45F9-96A8-76E3471A534A}" type="sibTrans" cxnId="{9F7BE603-AE63-4C86-9BBF-B053838EDC4A}">
      <dgm:prSet/>
      <dgm:spPr/>
      <dgm:t>
        <a:bodyPr/>
        <a:lstStyle/>
        <a:p>
          <a:endParaRPr lang="zh-CN" altLang="en-US"/>
        </a:p>
      </dgm:t>
    </dgm:pt>
    <dgm:pt modelId="{172D079F-863F-414E-A5E0-037F78EB2049}">
      <dgm:prSet/>
      <dgm:spPr/>
      <dgm:t>
        <a:bodyPr/>
        <a:lstStyle/>
        <a:p>
          <a:r>
            <a:rPr lang="zh-CN" dirty="0"/>
            <a:t>常见问题：</a:t>
          </a:r>
        </a:p>
      </dgm:t>
    </dgm:pt>
    <dgm:pt modelId="{42E9D5D1-2E01-45A7-B91C-FB6EEDF12AF0}" type="parTrans" cxnId="{C8755255-8BDA-4920-BD19-1876B7294A0B}">
      <dgm:prSet/>
      <dgm:spPr/>
      <dgm:t>
        <a:bodyPr/>
        <a:lstStyle/>
        <a:p>
          <a:endParaRPr lang="zh-CN" altLang="en-US"/>
        </a:p>
      </dgm:t>
    </dgm:pt>
    <dgm:pt modelId="{72311ABB-0785-42C4-AF80-9E6A176D79B8}" type="sibTrans" cxnId="{C8755255-8BDA-4920-BD19-1876B7294A0B}">
      <dgm:prSet/>
      <dgm:spPr/>
      <dgm:t>
        <a:bodyPr/>
        <a:lstStyle/>
        <a:p>
          <a:endParaRPr lang="zh-CN" altLang="en-US"/>
        </a:p>
      </dgm:t>
    </dgm:pt>
    <dgm:pt modelId="{AF6CD1B4-623F-41DA-AD17-0C2B338D19BC}">
      <dgm:prSet/>
      <dgm:spPr/>
      <dgm:t>
        <a:bodyPr/>
        <a:lstStyle/>
        <a:p>
          <a:r>
            <a:rPr lang="zh-CN" dirty="0"/>
            <a:t> 读数跳变</a:t>
          </a:r>
        </a:p>
      </dgm:t>
    </dgm:pt>
    <dgm:pt modelId="{9878382F-C821-4171-A3BE-308490B6D0A1}" type="parTrans" cxnId="{B1B54116-113A-48B4-B469-79A4D1B344E1}">
      <dgm:prSet/>
      <dgm:spPr/>
      <dgm:t>
        <a:bodyPr/>
        <a:lstStyle/>
        <a:p>
          <a:endParaRPr lang="zh-CN" altLang="en-US"/>
        </a:p>
      </dgm:t>
    </dgm:pt>
    <dgm:pt modelId="{98FA2F7C-5099-4AA7-A261-3A6F003E5D04}" type="sibTrans" cxnId="{B1B54116-113A-48B4-B469-79A4D1B344E1}">
      <dgm:prSet/>
      <dgm:spPr/>
      <dgm:t>
        <a:bodyPr/>
        <a:lstStyle/>
        <a:p>
          <a:endParaRPr lang="zh-CN" altLang="en-US"/>
        </a:p>
      </dgm:t>
    </dgm:pt>
    <dgm:pt modelId="{37E85DF3-FE09-4DD2-BA28-7E54096A97DA}">
      <dgm:prSet/>
      <dgm:spPr/>
      <dgm:t>
        <a:bodyPr/>
        <a:lstStyle/>
        <a:p>
          <a:r>
            <a:rPr lang="zh-CN"/>
            <a:t>位置累积误差</a:t>
          </a:r>
          <a:endParaRPr lang="zh-CN" dirty="0"/>
        </a:p>
      </dgm:t>
    </dgm:pt>
    <dgm:pt modelId="{7AFEA48A-D4C1-4892-A752-521DDC83DC56}" type="parTrans" cxnId="{2EF9D09E-4925-4E3A-81D8-E8708FFDA195}">
      <dgm:prSet/>
      <dgm:spPr/>
      <dgm:t>
        <a:bodyPr/>
        <a:lstStyle/>
        <a:p>
          <a:endParaRPr lang="zh-CN" altLang="en-US"/>
        </a:p>
      </dgm:t>
    </dgm:pt>
    <dgm:pt modelId="{7F6E990D-4B96-4B0E-9374-559C7695545E}" type="sibTrans" cxnId="{2EF9D09E-4925-4E3A-81D8-E8708FFDA195}">
      <dgm:prSet/>
      <dgm:spPr/>
      <dgm:t>
        <a:bodyPr/>
        <a:lstStyle/>
        <a:p>
          <a:endParaRPr lang="zh-CN" altLang="en-US"/>
        </a:p>
      </dgm:t>
    </dgm:pt>
    <dgm:pt modelId="{E8F4FD75-E7BB-41B1-99D1-689BE4240722}">
      <dgm:prSet/>
      <dgm:spPr/>
      <dgm:t>
        <a:bodyPr/>
        <a:lstStyle/>
        <a:p>
          <a:r>
            <a:rPr lang="zh-CN"/>
            <a:t>系统控制混乱</a:t>
          </a:r>
          <a:endParaRPr lang="zh-CN" dirty="0"/>
        </a:p>
      </dgm:t>
    </dgm:pt>
    <dgm:pt modelId="{9EF428B5-7642-407F-96D4-78743CDDE7ED}" type="parTrans" cxnId="{444E5D02-EF87-4C49-8290-B852908C93D1}">
      <dgm:prSet/>
      <dgm:spPr/>
      <dgm:t>
        <a:bodyPr/>
        <a:lstStyle/>
        <a:p>
          <a:endParaRPr lang="zh-CN" altLang="en-US"/>
        </a:p>
      </dgm:t>
    </dgm:pt>
    <dgm:pt modelId="{A66C16FA-2C98-4C5D-9188-D407ECA63C39}" type="sibTrans" cxnId="{444E5D02-EF87-4C49-8290-B852908C93D1}">
      <dgm:prSet/>
      <dgm:spPr/>
      <dgm:t>
        <a:bodyPr/>
        <a:lstStyle/>
        <a:p>
          <a:endParaRPr lang="zh-CN" altLang="en-US"/>
        </a:p>
      </dgm:t>
    </dgm:pt>
    <dgm:pt modelId="{9110F029-27C8-4851-B282-0BC5CF88336C}" type="pres">
      <dgm:prSet presAssocID="{44F1650A-75B9-4EBC-9004-469846E90E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785A1C7-B0F2-4F0F-BA18-9AB0AADC80B2}" type="pres">
      <dgm:prSet presAssocID="{172D079F-863F-414E-A5E0-037F78EB2049}" presName="root1" presStyleCnt="0"/>
      <dgm:spPr/>
    </dgm:pt>
    <dgm:pt modelId="{8F0278FC-B4EC-4C5B-9C9F-A84DDFF2FB2F}" type="pres">
      <dgm:prSet presAssocID="{172D079F-863F-414E-A5E0-037F78EB2049}" presName="LevelOneTextNode" presStyleLbl="node0" presStyleIdx="0" presStyleCnt="2">
        <dgm:presLayoutVars>
          <dgm:chPref val="3"/>
        </dgm:presLayoutVars>
      </dgm:prSet>
      <dgm:spPr/>
    </dgm:pt>
    <dgm:pt modelId="{072DFB02-C9B9-41C2-A3ED-0AD4BD06326D}" type="pres">
      <dgm:prSet presAssocID="{172D079F-863F-414E-A5E0-037F78EB2049}" presName="level2hierChild" presStyleCnt="0"/>
      <dgm:spPr/>
    </dgm:pt>
    <dgm:pt modelId="{CF7D3436-4E6D-4AFE-A4D2-0CAD495E9215}" type="pres">
      <dgm:prSet presAssocID="{8223CC02-D9DA-4BAA-B9C5-953C6F0480CA}" presName="conn2-1" presStyleLbl="parChTrans1D2" presStyleIdx="0" presStyleCnt="5"/>
      <dgm:spPr/>
    </dgm:pt>
    <dgm:pt modelId="{0E007B42-CE10-449B-9AFE-9F90480C40D1}" type="pres">
      <dgm:prSet presAssocID="{8223CC02-D9DA-4BAA-B9C5-953C6F0480CA}" presName="connTx" presStyleLbl="parChTrans1D2" presStyleIdx="0" presStyleCnt="5"/>
      <dgm:spPr/>
    </dgm:pt>
    <dgm:pt modelId="{4FD3C0C0-FF58-414A-96D6-154C3B119424}" type="pres">
      <dgm:prSet presAssocID="{54EF6FCB-06E4-4E5E-A956-64CC4CBF1B60}" presName="root2" presStyleCnt="0"/>
      <dgm:spPr/>
    </dgm:pt>
    <dgm:pt modelId="{8C54E386-BB26-4EFA-8E16-FCB4B4AF2BA0}" type="pres">
      <dgm:prSet presAssocID="{54EF6FCB-06E4-4E5E-A956-64CC4CBF1B60}" presName="LevelTwoTextNode" presStyleLbl="node2" presStyleIdx="0" presStyleCnt="5">
        <dgm:presLayoutVars>
          <dgm:chPref val="3"/>
        </dgm:presLayoutVars>
      </dgm:prSet>
      <dgm:spPr/>
    </dgm:pt>
    <dgm:pt modelId="{CB96AC99-5F5F-4C7D-B0A9-51025175F6B4}" type="pres">
      <dgm:prSet presAssocID="{54EF6FCB-06E4-4E5E-A956-64CC4CBF1B60}" presName="level3hierChild" presStyleCnt="0"/>
      <dgm:spPr/>
    </dgm:pt>
    <dgm:pt modelId="{9F0BF80E-389E-49F3-A9D6-D5979E40CB87}" type="pres">
      <dgm:prSet presAssocID="{9878382F-C821-4171-A3BE-308490B6D0A1}" presName="conn2-1" presStyleLbl="parChTrans1D3" presStyleIdx="0" presStyleCnt="7"/>
      <dgm:spPr/>
    </dgm:pt>
    <dgm:pt modelId="{380451B8-8011-4E53-AF8F-AD5602690E74}" type="pres">
      <dgm:prSet presAssocID="{9878382F-C821-4171-A3BE-308490B6D0A1}" presName="connTx" presStyleLbl="parChTrans1D3" presStyleIdx="0" presStyleCnt="7"/>
      <dgm:spPr/>
    </dgm:pt>
    <dgm:pt modelId="{2B48E877-12BE-48F5-B46C-4D12A2BBDAB3}" type="pres">
      <dgm:prSet presAssocID="{AF6CD1B4-623F-41DA-AD17-0C2B338D19BC}" presName="root2" presStyleCnt="0"/>
      <dgm:spPr/>
    </dgm:pt>
    <dgm:pt modelId="{F1A6DDDB-9C29-4B7D-9072-828EFE5EF724}" type="pres">
      <dgm:prSet presAssocID="{AF6CD1B4-623F-41DA-AD17-0C2B338D19BC}" presName="LevelTwoTextNode" presStyleLbl="node3" presStyleIdx="0" presStyleCnt="7" custScaleX="219662" custScaleY="56055" custLinFactNeighborY="3586">
        <dgm:presLayoutVars>
          <dgm:chPref val="3"/>
        </dgm:presLayoutVars>
      </dgm:prSet>
      <dgm:spPr/>
    </dgm:pt>
    <dgm:pt modelId="{5A5EE153-F5E6-4357-B9D8-B81E451178FA}" type="pres">
      <dgm:prSet presAssocID="{AF6CD1B4-623F-41DA-AD17-0C2B338D19BC}" presName="level3hierChild" presStyleCnt="0"/>
      <dgm:spPr/>
    </dgm:pt>
    <dgm:pt modelId="{D27ABA20-8F30-4EC9-8EF3-7850B883780A}" type="pres">
      <dgm:prSet presAssocID="{48584FFA-E7BB-4E65-A93D-9C09FD39566A}" presName="conn2-1" presStyleLbl="parChTrans1D2" presStyleIdx="1" presStyleCnt="5"/>
      <dgm:spPr/>
    </dgm:pt>
    <dgm:pt modelId="{522A373A-3936-4222-B4CB-4B59536D2BA2}" type="pres">
      <dgm:prSet presAssocID="{48584FFA-E7BB-4E65-A93D-9C09FD39566A}" presName="connTx" presStyleLbl="parChTrans1D2" presStyleIdx="1" presStyleCnt="5"/>
      <dgm:spPr/>
    </dgm:pt>
    <dgm:pt modelId="{FE9D57F4-2711-4C86-9AFB-9A7FF6BB2E57}" type="pres">
      <dgm:prSet presAssocID="{AC06360D-46FA-43AD-99CC-EF58825474CF}" presName="root2" presStyleCnt="0"/>
      <dgm:spPr/>
    </dgm:pt>
    <dgm:pt modelId="{2B449334-3E00-46CE-8D5F-A323E5C92163}" type="pres">
      <dgm:prSet presAssocID="{AC06360D-46FA-43AD-99CC-EF58825474CF}" presName="LevelTwoTextNode" presStyleLbl="node2" presStyleIdx="1" presStyleCnt="5">
        <dgm:presLayoutVars>
          <dgm:chPref val="3"/>
        </dgm:presLayoutVars>
      </dgm:prSet>
      <dgm:spPr/>
    </dgm:pt>
    <dgm:pt modelId="{44BEC213-9508-4635-9BF1-97E23A35D60B}" type="pres">
      <dgm:prSet presAssocID="{AC06360D-46FA-43AD-99CC-EF58825474CF}" presName="level3hierChild" presStyleCnt="0"/>
      <dgm:spPr/>
    </dgm:pt>
    <dgm:pt modelId="{0EFDF736-5C51-4E28-9736-8638F7675C7F}" type="pres">
      <dgm:prSet presAssocID="{7AFEA48A-D4C1-4892-A752-521DDC83DC56}" presName="conn2-1" presStyleLbl="parChTrans1D3" presStyleIdx="1" presStyleCnt="7"/>
      <dgm:spPr/>
    </dgm:pt>
    <dgm:pt modelId="{EFE05184-B6CC-4E55-86B9-3CBC8C75F950}" type="pres">
      <dgm:prSet presAssocID="{7AFEA48A-D4C1-4892-A752-521DDC83DC56}" presName="connTx" presStyleLbl="parChTrans1D3" presStyleIdx="1" presStyleCnt="7"/>
      <dgm:spPr/>
    </dgm:pt>
    <dgm:pt modelId="{89CE9E0B-DF72-4942-A097-F849DE08D409}" type="pres">
      <dgm:prSet presAssocID="{37E85DF3-FE09-4DD2-BA28-7E54096A97DA}" presName="root2" presStyleCnt="0"/>
      <dgm:spPr/>
    </dgm:pt>
    <dgm:pt modelId="{A7CAC53F-3135-4F9B-B635-6E5C6DE32A71}" type="pres">
      <dgm:prSet presAssocID="{37E85DF3-FE09-4DD2-BA28-7E54096A97DA}" presName="LevelTwoTextNode" presStyleLbl="node3" presStyleIdx="1" presStyleCnt="7" custScaleX="219662" custScaleY="56055" custLinFactNeighborY="3586">
        <dgm:presLayoutVars>
          <dgm:chPref val="3"/>
        </dgm:presLayoutVars>
      </dgm:prSet>
      <dgm:spPr/>
    </dgm:pt>
    <dgm:pt modelId="{4CED22BB-9B0C-4524-9764-6574C523DE91}" type="pres">
      <dgm:prSet presAssocID="{37E85DF3-FE09-4DD2-BA28-7E54096A97DA}" presName="level3hierChild" presStyleCnt="0"/>
      <dgm:spPr/>
    </dgm:pt>
    <dgm:pt modelId="{0AFE4935-33DF-4F7A-BF3E-19B02F00BD2F}" type="pres">
      <dgm:prSet presAssocID="{2561B1AB-6946-4329-81A3-77E25B01088C}" presName="conn2-1" presStyleLbl="parChTrans1D2" presStyleIdx="2" presStyleCnt="5"/>
      <dgm:spPr/>
    </dgm:pt>
    <dgm:pt modelId="{9275ACDF-4184-4153-ACEE-80FA64C8B4C9}" type="pres">
      <dgm:prSet presAssocID="{2561B1AB-6946-4329-81A3-77E25B01088C}" presName="connTx" presStyleLbl="parChTrans1D2" presStyleIdx="2" presStyleCnt="5"/>
      <dgm:spPr/>
    </dgm:pt>
    <dgm:pt modelId="{49224FD2-85AF-4492-8B58-AC3789F33DB7}" type="pres">
      <dgm:prSet presAssocID="{D9B5312A-8FF1-4834-BFA6-E4E22633B5B7}" presName="root2" presStyleCnt="0"/>
      <dgm:spPr/>
    </dgm:pt>
    <dgm:pt modelId="{CD9C260D-EE85-4E46-B04C-5A216186CD2E}" type="pres">
      <dgm:prSet presAssocID="{D9B5312A-8FF1-4834-BFA6-E4E22633B5B7}" presName="LevelTwoTextNode" presStyleLbl="node2" presStyleIdx="2" presStyleCnt="5">
        <dgm:presLayoutVars>
          <dgm:chPref val="3"/>
        </dgm:presLayoutVars>
      </dgm:prSet>
      <dgm:spPr/>
    </dgm:pt>
    <dgm:pt modelId="{49D97EEC-FE5F-40D9-9E0B-EF3D6D30B66F}" type="pres">
      <dgm:prSet presAssocID="{D9B5312A-8FF1-4834-BFA6-E4E22633B5B7}" presName="level3hierChild" presStyleCnt="0"/>
      <dgm:spPr/>
    </dgm:pt>
    <dgm:pt modelId="{40946F63-17A5-4500-8A9E-6F700E7A96D1}" type="pres">
      <dgm:prSet presAssocID="{9EF428B5-7642-407F-96D4-78743CDDE7ED}" presName="conn2-1" presStyleLbl="parChTrans1D3" presStyleIdx="2" presStyleCnt="7"/>
      <dgm:spPr/>
    </dgm:pt>
    <dgm:pt modelId="{70A10EB5-D6F8-47C7-AC90-85DFC0D66120}" type="pres">
      <dgm:prSet presAssocID="{9EF428B5-7642-407F-96D4-78743CDDE7ED}" presName="connTx" presStyleLbl="parChTrans1D3" presStyleIdx="2" presStyleCnt="7"/>
      <dgm:spPr/>
    </dgm:pt>
    <dgm:pt modelId="{BDD7A210-6C3F-4DBD-8FCD-14514B310726}" type="pres">
      <dgm:prSet presAssocID="{E8F4FD75-E7BB-41B1-99D1-689BE4240722}" presName="root2" presStyleCnt="0"/>
      <dgm:spPr/>
    </dgm:pt>
    <dgm:pt modelId="{CF8B5A2A-A2BC-4C56-91F6-AF71A77BB4AF}" type="pres">
      <dgm:prSet presAssocID="{E8F4FD75-E7BB-41B1-99D1-689BE4240722}" presName="LevelTwoTextNode" presStyleLbl="node3" presStyleIdx="2" presStyleCnt="7" custScaleX="219662" custScaleY="56055" custLinFactNeighborY="3586">
        <dgm:presLayoutVars>
          <dgm:chPref val="3"/>
        </dgm:presLayoutVars>
      </dgm:prSet>
      <dgm:spPr/>
    </dgm:pt>
    <dgm:pt modelId="{0D044495-5FE0-4FD1-8752-BA34740D1248}" type="pres">
      <dgm:prSet presAssocID="{E8F4FD75-E7BB-41B1-99D1-689BE4240722}" presName="level3hierChild" presStyleCnt="0"/>
      <dgm:spPr/>
    </dgm:pt>
    <dgm:pt modelId="{B7CD4633-517B-40E4-95F6-3794F3C20ECD}" type="pres">
      <dgm:prSet presAssocID="{A3FBA959-DEFA-462E-9699-C506A32659C2}" presName="root1" presStyleCnt="0"/>
      <dgm:spPr/>
    </dgm:pt>
    <dgm:pt modelId="{38AD409A-E7A4-4BF1-9D28-87A7AC63A9C9}" type="pres">
      <dgm:prSet presAssocID="{A3FBA959-DEFA-462E-9699-C506A32659C2}" presName="LevelOneTextNode" presStyleLbl="node0" presStyleIdx="1" presStyleCnt="2">
        <dgm:presLayoutVars>
          <dgm:chPref val="3"/>
        </dgm:presLayoutVars>
      </dgm:prSet>
      <dgm:spPr/>
    </dgm:pt>
    <dgm:pt modelId="{77D2FFA2-174C-4A35-9FC2-C7DC6B48E448}" type="pres">
      <dgm:prSet presAssocID="{A3FBA959-DEFA-462E-9699-C506A32659C2}" presName="level2hierChild" presStyleCnt="0"/>
      <dgm:spPr/>
    </dgm:pt>
    <dgm:pt modelId="{6A1A3B4D-FFC3-436C-8E46-1D3A0CFD0AC8}" type="pres">
      <dgm:prSet presAssocID="{0FA66C49-983D-416F-9745-740D0CFAA7EE}" presName="conn2-1" presStyleLbl="parChTrans1D2" presStyleIdx="3" presStyleCnt="5"/>
      <dgm:spPr/>
    </dgm:pt>
    <dgm:pt modelId="{CEB5A420-E502-49DC-BB5C-AAC632E8A629}" type="pres">
      <dgm:prSet presAssocID="{0FA66C49-983D-416F-9745-740D0CFAA7EE}" presName="connTx" presStyleLbl="parChTrans1D2" presStyleIdx="3" presStyleCnt="5"/>
      <dgm:spPr/>
    </dgm:pt>
    <dgm:pt modelId="{C6C76048-8CFB-4582-A747-3A055E79CF49}" type="pres">
      <dgm:prSet presAssocID="{B8AAF937-3263-4501-B92D-1A834F567A47}" presName="root2" presStyleCnt="0"/>
      <dgm:spPr/>
    </dgm:pt>
    <dgm:pt modelId="{33588D7C-4E39-47BB-86DC-0122A45D79C7}" type="pres">
      <dgm:prSet presAssocID="{B8AAF937-3263-4501-B92D-1A834F567A47}" presName="LevelTwoTextNode" presStyleLbl="node2" presStyleIdx="3" presStyleCnt="5">
        <dgm:presLayoutVars>
          <dgm:chPref val="3"/>
        </dgm:presLayoutVars>
      </dgm:prSet>
      <dgm:spPr/>
    </dgm:pt>
    <dgm:pt modelId="{8707036B-9F3D-4F42-AAEF-C7C1361B7D7B}" type="pres">
      <dgm:prSet presAssocID="{B8AAF937-3263-4501-B92D-1A834F567A47}" presName="level3hierChild" presStyleCnt="0"/>
      <dgm:spPr/>
    </dgm:pt>
    <dgm:pt modelId="{6029D589-1EFB-423F-97AD-CDD485784E06}" type="pres">
      <dgm:prSet presAssocID="{BEDBB20C-0103-4F45-990D-D042FD65D055}" presName="conn2-1" presStyleLbl="parChTrans1D3" presStyleIdx="3" presStyleCnt="7"/>
      <dgm:spPr/>
    </dgm:pt>
    <dgm:pt modelId="{5CFE95F5-ADBC-485B-81F3-8EA6D53CF802}" type="pres">
      <dgm:prSet presAssocID="{BEDBB20C-0103-4F45-990D-D042FD65D055}" presName="connTx" presStyleLbl="parChTrans1D3" presStyleIdx="3" presStyleCnt="7"/>
      <dgm:spPr/>
    </dgm:pt>
    <dgm:pt modelId="{667587BE-A579-4900-9B13-98312E8DA7CA}" type="pres">
      <dgm:prSet presAssocID="{4DE7715E-97AB-42FE-BB28-3279C9D91051}" presName="root2" presStyleCnt="0"/>
      <dgm:spPr/>
    </dgm:pt>
    <dgm:pt modelId="{366ED5D3-CCC2-4AD8-A94E-30149CCAE20B}" type="pres">
      <dgm:prSet presAssocID="{4DE7715E-97AB-42FE-BB28-3279C9D91051}" presName="LevelTwoTextNode" presStyleLbl="node3" presStyleIdx="3" presStyleCnt="7" custScaleX="219662" custScaleY="56055" custLinFactNeighborY="3586">
        <dgm:presLayoutVars>
          <dgm:chPref val="3"/>
        </dgm:presLayoutVars>
      </dgm:prSet>
      <dgm:spPr/>
    </dgm:pt>
    <dgm:pt modelId="{B9C6727F-E9BC-4671-8060-89FFC0E251EB}" type="pres">
      <dgm:prSet presAssocID="{4DE7715E-97AB-42FE-BB28-3279C9D91051}" presName="level3hierChild" presStyleCnt="0"/>
      <dgm:spPr/>
    </dgm:pt>
    <dgm:pt modelId="{68687DE2-9199-48C9-A1E2-32FB6E40D53A}" type="pres">
      <dgm:prSet presAssocID="{C4E63CA6-76CD-43CE-BF3B-CBF970987C83}" presName="conn2-1" presStyleLbl="parChTrans1D3" presStyleIdx="4" presStyleCnt="7"/>
      <dgm:spPr/>
    </dgm:pt>
    <dgm:pt modelId="{F2C82D3F-EBAD-4835-A1C5-D46A95CD4215}" type="pres">
      <dgm:prSet presAssocID="{C4E63CA6-76CD-43CE-BF3B-CBF970987C83}" presName="connTx" presStyleLbl="parChTrans1D3" presStyleIdx="4" presStyleCnt="7"/>
      <dgm:spPr/>
    </dgm:pt>
    <dgm:pt modelId="{10293D8D-9F30-49A1-B584-E2DEBEC84DC1}" type="pres">
      <dgm:prSet presAssocID="{5CB81F33-546E-4D67-A7D0-ACF6C91D83AB}" presName="root2" presStyleCnt="0"/>
      <dgm:spPr/>
    </dgm:pt>
    <dgm:pt modelId="{E0BD8982-33B2-48AD-A2DA-1DE45368D3AA}" type="pres">
      <dgm:prSet presAssocID="{5CB81F33-546E-4D67-A7D0-ACF6C91D83AB}" presName="LevelTwoTextNode" presStyleLbl="node3" presStyleIdx="4" presStyleCnt="7" custScaleX="219662" custScaleY="56055" custLinFactNeighborY="3586">
        <dgm:presLayoutVars>
          <dgm:chPref val="3"/>
        </dgm:presLayoutVars>
      </dgm:prSet>
      <dgm:spPr/>
    </dgm:pt>
    <dgm:pt modelId="{EFBD809D-DA05-47FA-908E-9B1C0BD8BB4D}" type="pres">
      <dgm:prSet presAssocID="{5CB81F33-546E-4D67-A7D0-ACF6C91D83AB}" presName="level3hierChild" presStyleCnt="0"/>
      <dgm:spPr/>
    </dgm:pt>
    <dgm:pt modelId="{5C62994C-4DA0-4F84-83A6-20F6EE6A1B5C}" type="pres">
      <dgm:prSet presAssocID="{7C8A0E8A-849B-44D3-AC64-56AD26896EC2}" presName="conn2-1" presStyleLbl="parChTrans1D2" presStyleIdx="4" presStyleCnt="5"/>
      <dgm:spPr/>
    </dgm:pt>
    <dgm:pt modelId="{560E5584-3B1E-4104-83D8-716693F49935}" type="pres">
      <dgm:prSet presAssocID="{7C8A0E8A-849B-44D3-AC64-56AD26896EC2}" presName="connTx" presStyleLbl="parChTrans1D2" presStyleIdx="4" presStyleCnt="5"/>
      <dgm:spPr/>
    </dgm:pt>
    <dgm:pt modelId="{DBA995D2-5D80-4199-BD0A-D55E6304E3F2}" type="pres">
      <dgm:prSet presAssocID="{6401106F-9EB8-4A93-AA9D-7AA95A23AD99}" presName="root2" presStyleCnt="0"/>
      <dgm:spPr/>
    </dgm:pt>
    <dgm:pt modelId="{9FA39A3A-6289-4347-980E-C37A1C4905C4}" type="pres">
      <dgm:prSet presAssocID="{6401106F-9EB8-4A93-AA9D-7AA95A23AD99}" presName="LevelTwoTextNode" presStyleLbl="node2" presStyleIdx="4" presStyleCnt="5">
        <dgm:presLayoutVars>
          <dgm:chPref val="3"/>
        </dgm:presLayoutVars>
      </dgm:prSet>
      <dgm:spPr/>
    </dgm:pt>
    <dgm:pt modelId="{BE0E8229-E338-44B2-8807-C79ABBD92DE6}" type="pres">
      <dgm:prSet presAssocID="{6401106F-9EB8-4A93-AA9D-7AA95A23AD99}" presName="level3hierChild" presStyleCnt="0"/>
      <dgm:spPr/>
    </dgm:pt>
    <dgm:pt modelId="{489DDCE2-6503-4CEE-994B-4CF9AD1E7280}" type="pres">
      <dgm:prSet presAssocID="{DB70325B-B119-4AFA-91E9-0B8621A50EB4}" presName="conn2-1" presStyleLbl="parChTrans1D3" presStyleIdx="5" presStyleCnt="7"/>
      <dgm:spPr/>
    </dgm:pt>
    <dgm:pt modelId="{C8BF1720-70B9-428E-B093-5FCDB41CB93C}" type="pres">
      <dgm:prSet presAssocID="{DB70325B-B119-4AFA-91E9-0B8621A50EB4}" presName="connTx" presStyleLbl="parChTrans1D3" presStyleIdx="5" presStyleCnt="7"/>
      <dgm:spPr/>
    </dgm:pt>
    <dgm:pt modelId="{ED4B11A2-A9E2-4271-AD8C-627AB907FB7C}" type="pres">
      <dgm:prSet presAssocID="{77721360-AAA8-485F-9D66-FA498B4D62F4}" presName="root2" presStyleCnt="0"/>
      <dgm:spPr/>
    </dgm:pt>
    <dgm:pt modelId="{A62F4DBC-C00F-492E-AF14-877579086ACF}" type="pres">
      <dgm:prSet presAssocID="{77721360-AAA8-485F-9D66-FA498B4D62F4}" presName="LevelTwoTextNode" presStyleLbl="node3" presStyleIdx="5" presStyleCnt="7" custScaleX="219662" custScaleY="56055">
        <dgm:presLayoutVars>
          <dgm:chPref val="3"/>
        </dgm:presLayoutVars>
      </dgm:prSet>
      <dgm:spPr/>
    </dgm:pt>
    <dgm:pt modelId="{AB78F86D-A30F-4A0C-A25D-A253323B77C2}" type="pres">
      <dgm:prSet presAssocID="{77721360-AAA8-485F-9D66-FA498B4D62F4}" presName="level3hierChild" presStyleCnt="0"/>
      <dgm:spPr/>
    </dgm:pt>
    <dgm:pt modelId="{EAEFA1D8-D515-4048-B9BE-22A202F995B8}" type="pres">
      <dgm:prSet presAssocID="{3B0BAC87-4B67-4BA7-924B-8277244A4614}" presName="conn2-1" presStyleLbl="parChTrans1D3" presStyleIdx="6" presStyleCnt="7"/>
      <dgm:spPr/>
    </dgm:pt>
    <dgm:pt modelId="{4707B3CF-6413-4FED-8ECD-4FF19DF4AC37}" type="pres">
      <dgm:prSet presAssocID="{3B0BAC87-4B67-4BA7-924B-8277244A4614}" presName="connTx" presStyleLbl="parChTrans1D3" presStyleIdx="6" presStyleCnt="7"/>
      <dgm:spPr/>
    </dgm:pt>
    <dgm:pt modelId="{0F5CA1E2-48D8-4C40-95C8-1849AFDE1285}" type="pres">
      <dgm:prSet presAssocID="{F5BC1885-B906-45C9-9281-C4F365BE7D1F}" presName="root2" presStyleCnt="0"/>
      <dgm:spPr/>
    </dgm:pt>
    <dgm:pt modelId="{A372546E-776C-4F57-99FC-48D704EF0094}" type="pres">
      <dgm:prSet presAssocID="{F5BC1885-B906-45C9-9281-C4F365BE7D1F}" presName="LevelTwoTextNode" presStyleLbl="node3" presStyleIdx="6" presStyleCnt="7" custScaleX="219662" custScaleY="56055">
        <dgm:presLayoutVars>
          <dgm:chPref val="3"/>
        </dgm:presLayoutVars>
      </dgm:prSet>
      <dgm:spPr/>
    </dgm:pt>
    <dgm:pt modelId="{87A1A926-6A67-43F5-865B-BB3EFF63AFF0}" type="pres">
      <dgm:prSet presAssocID="{F5BC1885-B906-45C9-9281-C4F365BE7D1F}" presName="level3hierChild" presStyleCnt="0"/>
      <dgm:spPr/>
    </dgm:pt>
  </dgm:ptLst>
  <dgm:cxnLst>
    <dgm:cxn modelId="{444E5D02-EF87-4C49-8290-B852908C93D1}" srcId="{D9B5312A-8FF1-4834-BFA6-E4E22633B5B7}" destId="{E8F4FD75-E7BB-41B1-99D1-689BE4240722}" srcOrd="0" destOrd="0" parTransId="{9EF428B5-7642-407F-96D4-78743CDDE7ED}" sibTransId="{A66C16FA-2C98-4C5D-9188-D407ECA63C39}"/>
    <dgm:cxn modelId="{D0A1C903-925C-457F-8AB7-335C09722A54}" type="presOf" srcId="{54EF6FCB-06E4-4E5E-A956-64CC4CBF1B60}" destId="{8C54E386-BB26-4EFA-8E16-FCB4B4AF2BA0}" srcOrd="0" destOrd="0" presId="urn:microsoft.com/office/officeart/2005/8/layout/hierarchy2"/>
    <dgm:cxn modelId="{9F7BE603-AE63-4C86-9BBF-B053838EDC4A}" srcId="{6401106F-9EB8-4A93-AA9D-7AA95A23AD99}" destId="{F5BC1885-B906-45C9-9281-C4F365BE7D1F}" srcOrd="1" destOrd="0" parTransId="{3B0BAC87-4B67-4BA7-924B-8277244A4614}" sibTransId="{D55F4F48-26CB-45F9-96A8-76E3471A534A}"/>
    <dgm:cxn modelId="{692E0906-C061-4FEC-8A93-253CA6A6F9E0}" type="presOf" srcId="{0FA66C49-983D-416F-9745-740D0CFAA7EE}" destId="{CEB5A420-E502-49DC-BB5C-AAC632E8A629}" srcOrd="1" destOrd="0" presId="urn:microsoft.com/office/officeart/2005/8/layout/hierarchy2"/>
    <dgm:cxn modelId="{506C3309-2B95-44BE-A7A4-460337CDFACE}" srcId="{172D079F-863F-414E-A5E0-037F78EB2049}" destId="{AC06360D-46FA-43AD-99CC-EF58825474CF}" srcOrd="1" destOrd="0" parTransId="{48584FFA-E7BB-4E65-A93D-9C09FD39566A}" sibTransId="{5CB4A16B-4DCC-4639-A992-7A906DC86E75}"/>
    <dgm:cxn modelId="{B1B54116-113A-48B4-B469-79A4D1B344E1}" srcId="{54EF6FCB-06E4-4E5E-A956-64CC4CBF1B60}" destId="{AF6CD1B4-623F-41DA-AD17-0C2B338D19BC}" srcOrd="0" destOrd="0" parTransId="{9878382F-C821-4171-A3BE-308490B6D0A1}" sibTransId="{98FA2F7C-5099-4AA7-A261-3A6F003E5D04}"/>
    <dgm:cxn modelId="{7AB6A218-2591-4DFA-A7FF-98B1F816C615}" srcId="{44F1650A-75B9-4EBC-9004-469846E90E34}" destId="{A3FBA959-DEFA-462E-9699-C506A32659C2}" srcOrd="1" destOrd="0" parTransId="{AD27E5B0-B3B5-4B86-AE6A-D95D83287AF0}" sibTransId="{72216C34-F276-442B-9124-64CEBB84D6A7}"/>
    <dgm:cxn modelId="{39EED21A-4981-4D8D-8683-8DBB9A13931C}" type="presOf" srcId="{44F1650A-75B9-4EBC-9004-469846E90E34}" destId="{9110F029-27C8-4851-B282-0BC5CF88336C}" srcOrd="0" destOrd="0" presId="urn:microsoft.com/office/officeart/2005/8/layout/hierarchy2"/>
    <dgm:cxn modelId="{E157D91E-BBF9-44BD-A985-2F0A59201F09}" type="presOf" srcId="{37E85DF3-FE09-4DD2-BA28-7E54096A97DA}" destId="{A7CAC53F-3135-4F9B-B635-6E5C6DE32A71}" srcOrd="0" destOrd="0" presId="urn:microsoft.com/office/officeart/2005/8/layout/hierarchy2"/>
    <dgm:cxn modelId="{14F1DA23-D534-4690-8196-38FB8C59102B}" type="presOf" srcId="{B8AAF937-3263-4501-B92D-1A834F567A47}" destId="{33588D7C-4E39-47BB-86DC-0122A45D79C7}" srcOrd="0" destOrd="0" presId="urn:microsoft.com/office/officeart/2005/8/layout/hierarchy2"/>
    <dgm:cxn modelId="{4144F826-1E15-4FD4-800E-272983F33E34}" type="presOf" srcId="{8223CC02-D9DA-4BAA-B9C5-953C6F0480CA}" destId="{CF7D3436-4E6D-4AFE-A4D2-0CAD495E9215}" srcOrd="0" destOrd="0" presId="urn:microsoft.com/office/officeart/2005/8/layout/hierarchy2"/>
    <dgm:cxn modelId="{B36A2F29-5BF6-4EB1-8AF7-CE3EC8C1C173}" type="presOf" srcId="{2561B1AB-6946-4329-81A3-77E25B01088C}" destId="{9275ACDF-4184-4153-ACEE-80FA64C8B4C9}" srcOrd="1" destOrd="0" presId="urn:microsoft.com/office/officeart/2005/8/layout/hierarchy2"/>
    <dgm:cxn modelId="{4EAF392D-B69A-4633-B3C1-7AA5227226DF}" type="presOf" srcId="{8223CC02-D9DA-4BAA-B9C5-953C6F0480CA}" destId="{0E007B42-CE10-449B-9AFE-9F90480C40D1}" srcOrd="1" destOrd="0" presId="urn:microsoft.com/office/officeart/2005/8/layout/hierarchy2"/>
    <dgm:cxn modelId="{4E15722D-EACF-458A-AC14-69C70D8FCEEA}" type="presOf" srcId="{7C8A0E8A-849B-44D3-AC64-56AD26896EC2}" destId="{5C62994C-4DA0-4F84-83A6-20F6EE6A1B5C}" srcOrd="0" destOrd="0" presId="urn:microsoft.com/office/officeart/2005/8/layout/hierarchy2"/>
    <dgm:cxn modelId="{AD20C434-0C1F-465C-A406-E2ED5B049ACB}" type="presOf" srcId="{9878382F-C821-4171-A3BE-308490B6D0A1}" destId="{9F0BF80E-389E-49F3-A9D6-D5979E40CB87}" srcOrd="0" destOrd="0" presId="urn:microsoft.com/office/officeart/2005/8/layout/hierarchy2"/>
    <dgm:cxn modelId="{06F47F3E-90A2-439F-95E5-E94EE4AE724F}" type="presOf" srcId="{9EF428B5-7642-407F-96D4-78743CDDE7ED}" destId="{70A10EB5-D6F8-47C7-AC90-85DFC0D66120}" srcOrd="1" destOrd="0" presId="urn:microsoft.com/office/officeart/2005/8/layout/hierarchy2"/>
    <dgm:cxn modelId="{6648565C-423A-4D29-89EC-175F75C0EE11}" type="presOf" srcId="{DB70325B-B119-4AFA-91E9-0B8621A50EB4}" destId="{489DDCE2-6503-4CEE-994B-4CF9AD1E7280}" srcOrd="0" destOrd="0" presId="urn:microsoft.com/office/officeart/2005/8/layout/hierarchy2"/>
    <dgm:cxn modelId="{72211766-6529-45A2-8E7E-783A1F277B3A}" type="presOf" srcId="{77721360-AAA8-485F-9D66-FA498B4D62F4}" destId="{A62F4DBC-C00F-492E-AF14-877579086ACF}" srcOrd="0" destOrd="0" presId="urn:microsoft.com/office/officeart/2005/8/layout/hierarchy2"/>
    <dgm:cxn modelId="{48B9C846-DDB6-423F-BBC4-A131792B5C94}" type="presOf" srcId="{7AFEA48A-D4C1-4892-A752-521DDC83DC56}" destId="{0EFDF736-5C51-4E28-9736-8638F7675C7F}" srcOrd="0" destOrd="0" presId="urn:microsoft.com/office/officeart/2005/8/layout/hierarchy2"/>
    <dgm:cxn modelId="{8797314C-3B53-4C3C-9525-FA8D51C01ACF}" type="presOf" srcId="{9EF428B5-7642-407F-96D4-78743CDDE7ED}" destId="{40946F63-17A5-4500-8A9E-6F700E7A96D1}" srcOrd="0" destOrd="0" presId="urn:microsoft.com/office/officeart/2005/8/layout/hierarchy2"/>
    <dgm:cxn modelId="{ACEF8F4C-ADFF-4146-8205-44F961B21253}" srcId="{A3FBA959-DEFA-462E-9699-C506A32659C2}" destId="{6401106F-9EB8-4A93-AA9D-7AA95A23AD99}" srcOrd="1" destOrd="0" parTransId="{7C8A0E8A-849B-44D3-AC64-56AD26896EC2}" sibTransId="{EE80C112-29DF-46B5-A8A4-233EE7713E3F}"/>
    <dgm:cxn modelId="{64F6FA6C-EEF9-41FD-9DCC-2C378C27EE76}" type="presOf" srcId="{4DE7715E-97AB-42FE-BB28-3279C9D91051}" destId="{366ED5D3-CCC2-4AD8-A94E-30149CCAE20B}" srcOrd="0" destOrd="0" presId="urn:microsoft.com/office/officeart/2005/8/layout/hierarchy2"/>
    <dgm:cxn modelId="{6D330C4D-7596-4A10-9AA6-4F11368135DB}" srcId="{6401106F-9EB8-4A93-AA9D-7AA95A23AD99}" destId="{77721360-AAA8-485F-9D66-FA498B4D62F4}" srcOrd="0" destOrd="0" parTransId="{DB70325B-B119-4AFA-91E9-0B8621A50EB4}" sibTransId="{0FA30C55-0BD8-4112-B932-CCD2C519AF2E}"/>
    <dgm:cxn modelId="{DF7E7551-39B4-4B65-838B-A827FA0792C7}" type="presOf" srcId="{0FA66C49-983D-416F-9745-740D0CFAA7EE}" destId="{6A1A3B4D-FFC3-436C-8E46-1D3A0CFD0AC8}" srcOrd="0" destOrd="0" presId="urn:microsoft.com/office/officeart/2005/8/layout/hierarchy2"/>
    <dgm:cxn modelId="{C8755255-8BDA-4920-BD19-1876B7294A0B}" srcId="{44F1650A-75B9-4EBC-9004-469846E90E34}" destId="{172D079F-863F-414E-A5E0-037F78EB2049}" srcOrd="0" destOrd="0" parTransId="{42E9D5D1-2E01-45A7-B91C-FB6EEDF12AF0}" sibTransId="{72311ABB-0785-42C4-AF80-9E6A176D79B8}"/>
    <dgm:cxn modelId="{7516DF76-7104-483D-B832-03467EF67998}" srcId="{B8AAF937-3263-4501-B92D-1A834F567A47}" destId="{4DE7715E-97AB-42FE-BB28-3279C9D91051}" srcOrd="0" destOrd="0" parTransId="{BEDBB20C-0103-4F45-990D-D042FD65D055}" sibTransId="{CAA8B67A-69CC-4BFB-BA48-E9E97A93D29B}"/>
    <dgm:cxn modelId="{27E90558-145E-482B-BD7A-7FD1179AF136}" type="presOf" srcId="{D9B5312A-8FF1-4834-BFA6-E4E22633B5B7}" destId="{CD9C260D-EE85-4E46-B04C-5A216186CD2E}" srcOrd="0" destOrd="0" presId="urn:microsoft.com/office/officeart/2005/8/layout/hierarchy2"/>
    <dgm:cxn modelId="{43775578-BFE2-4F7B-B144-D4983F1A2B7E}" type="presOf" srcId="{AC06360D-46FA-43AD-99CC-EF58825474CF}" destId="{2B449334-3E00-46CE-8D5F-A323E5C92163}" srcOrd="0" destOrd="0" presId="urn:microsoft.com/office/officeart/2005/8/layout/hierarchy2"/>
    <dgm:cxn modelId="{781C6D81-7A3F-4D93-B64A-1B6D2C41DB0C}" type="presOf" srcId="{A3FBA959-DEFA-462E-9699-C506A32659C2}" destId="{38AD409A-E7A4-4BF1-9D28-87A7AC63A9C9}" srcOrd="0" destOrd="0" presId="urn:microsoft.com/office/officeart/2005/8/layout/hierarchy2"/>
    <dgm:cxn modelId="{C0861B89-D93B-4A65-AF8C-0A83E1608948}" type="presOf" srcId="{7C8A0E8A-849B-44D3-AC64-56AD26896EC2}" destId="{560E5584-3B1E-4104-83D8-716693F49935}" srcOrd="1" destOrd="0" presId="urn:microsoft.com/office/officeart/2005/8/layout/hierarchy2"/>
    <dgm:cxn modelId="{904A988B-2840-4A2B-8319-9363879B5B32}" type="presOf" srcId="{2561B1AB-6946-4329-81A3-77E25B01088C}" destId="{0AFE4935-33DF-4F7A-BF3E-19B02F00BD2F}" srcOrd="0" destOrd="0" presId="urn:microsoft.com/office/officeart/2005/8/layout/hierarchy2"/>
    <dgm:cxn modelId="{74499790-AFD6-441D-8BF5-643FE3A9E264}" type="presOf" srcId="{BEDBB20C-0103-4F45-990D-D042FD65D055}" destId="{6029D589-1EFB-423F-97AD-CDD485784E06}" srcOrd="0" destOrd="0" presId="urn:microsoft.com/office/officeart/2005/8/layout/hierarchy2"/>
    <dgm:cxn modelId="{883AED90-146B-4784-A18A-AD837FA45BB4}" type="presOf" srcId="{7AFEA48A-D4C1-4892-A752-521DDC83DC56}" destId="{EFE05184-B6CC-4E55-86B9-3CBC8C75F950}" srcOrd="1" destOrd="0" presId="urn:microsoft.com/office/officeart/2005/8/layout/hierarchy2"/>
    <dgm:cxn modelId="{938BDE98-599E-4384-A565-82DAA5A68728}" type="presOf" srcId="{DB70325B-B119-4AFA-91E9-0B8621A50EB4}" destId="{C8BF1720-70B9-428E-B093-5FCDB41CB93C}" srcOrd="1" destOrd="0" presId="urn:microsoft.com/office/officeart/2005/8/layout/hierarchy2"/>
    <dgm:cxn modelId="{80CE9A9D-FA29-409C-A262-24B271153431}" type="presOf" srcId="{48584FFA-E7BB-4E65-A93D-9C09FD39566A}" destId="{D27ABA20-8F30-4EC9-8EF3-7850B883780A}" srcOrd="0" destOrd="0" presId="urn:microsoft.com/office/officeart/2005/8/layout/hierarchy2"/>
    <dgm:cxn modelId="{16DF879E-B5D8-48D0-AEFE-368513A9E936}" type="presOf" srcId="{172D079F-863F-414E-A5E0-037F78EB2049}" destId="{8F0278FC-B4EC-4C5B-9C9F-A84DDFF2FB2F}" srcOrd="0" destOrd="0" presId="urn:microsoft.com/office/officeart/2005/8/layout/hierarchy2"/>
    <dgm:cxn modelId="{2EF9D09E-4925-4E3A-81D8-E8708FFDA195}" srcId="{AC06360D-46FA-43AD-99CC-EF58825474CF}" destId="{37E85DF3-FE09-4DD2-BA28-7E54096A97DA}" srcOrd="0" destOrd="0" parTransId="{7AFEA48A-D4C1-4892-A752-521DDC83DC56}" sibTransId="{7F6E990D-4B96-4B0E-9374-559C7695545E}"/>
    <dgm:cxn modelId="{A2D6C29F-6618-4BAA-82B5-616DE0E2837A}" type="presOf" srcId="{AF6CD1B4-623F-41DA-AD17-0C2B338D19BC}" destId="{F1A6DDDB-9C29-4B7D-9072-828EFE5EF724}" srcOrd="0" destOrd="0" presId="urn:microsoft.com/office/officeart/2005/8/layout/hierarchy2"/>
    <dgm:cxn modelId="{BE7F30A4-8F9E-42EF-AAEB-BB3150F27FB1}" type="presOf" srcId="{9878382F-C821-4171-A3BE-308490B6D0A1}" destId="{380451B8-8011-4E53-AF8F-AD5602690E74}" srcOrd="1" destOrd="0" presId="urn:microsoft.com/office/officeart/2005/8/layout/hierarchy2"/>
    <dgm:cxn modelId="{C73E03A6-E182-463A-8893-B21DC005F5DA}" type="presOf" srcId="{3B0BAC87-4B67-4BA7-924B-8277244A4614}" destId="{EAEFA1D8-D515-4048-B9BE-22A202F995B8}" srcOrd="0" destOrd="0" presId="urn:microsoft.com/office/officeart/2005/8/layout/hierarchy2"/>
    <dgm:cxn modelId="{F81B91AA-CA24-4B6A-8DEB-F25EA3BDE860}" type="presOf" srcId="{BEDBB20C-0103-4F45-990D-D042FD65D055}" destId="{5CFE95F5-ADBC-485B-81F3-8EA6D53CF802}" srcOrd="1" destOrd="0" presId="urn:microsoft.com/office/officeart/2005/8/layout/hierarchy2"/>
    <dgm:cxn modelId="{62D82AAC-88F2-423A-8243-4E6116314A4D}" type="presOf" srcId="{F5BC1885-B906-45C9-9281-C4F365BE7D1F}" destId="{A372546E-776C-4F57-99FC-48D704EF0094}" srcOrd="0" destOrd="0" presId="urn:microsoft.com/office/officeart/2005/8/layout/hierarchy2"/>
    <dgm:cxn modelId="{103BB9B0-E7DD-4226-AEC6-8D93F142DCF5}" type="presOf" srcId="{6401106F-9EB8-4A93-AA9D-7AA95A23AD99}" destId="{9FA39A3A-6289-4347-980E-C37A1C4905C4}" srcOrd="0" destOrd="0" presId="urn:microsoft.com/office/officeart/2005/8/layout/hierarchy2"/>
    <dgm:cxn modelId="{BEB22BB4-8E02-492E-A134-B13203F077AA}" type="presOf" srcId="{3B0BAC87-4B67-4BA7-924B-8277244A4614}" destId="{4707B3CF-6413-4FED-8ECD-4FF19DF4AC37}" srcOrd="1" destOrd="0" presId="urn:microsoft.com/office/officeart/2005/8/layout/hierarchy2"/>
    <dgm:cxn modelId="{8D6338B6-B4FF-4C78-8EA5-76FFCA88F4BC}" type="presOf" srcId="{5CB81F33-546E-4D67-A7D0-ACF6C91D83AB}" destId="{E0BD8982-33B2-48AD-A2DA-1DE45368D3AA}" srcOrd="0" destOrd="0" presId="urn:microsoft.com/office/officeart/2005/8/layout/hierarchy2"/>
    <dgm:cxn modelId="{736527C0-1399-4841-952B-E6791D78A506}" srcId="{B8AAF937-3263-4501-B92D-1A834F567A47}" destId="{5CB81F33-546E-4D67-A7D0-ACF6C91D83AB}" srcOrd="1" destOrd="0" parTransId="{C4E63CA6-76CD-43CE-BF3B-CBF970987C83}" sibTransId="{B1816B9A-D8FC-412C-9B83-C99985FF28FE}"/>
    <dgm:cxn modelId="{C68B4CD0-80A2-4AB2-BA79-FB9A50392AF6}" srcId="{172D079F-863F-414E-A5E0-037F78EB2049}" destId="{54EF6FCB-06E4-4E5E-A956-64CC4CBF1B60}" srcOrd="0" destOrd="0" parTransId="{8223CC02-D9DA-4BAA-B9C5-953C6F0480CA}" sibTransId="{6E746416-9B41-40AF-9F05-C835C060927E}"/>
    <dgm:cxn modelId="{62CB00D3-3622-4C52-96F2-4EECA5A67B5A}" type="presOf" srcId="{48584FFA-E7BB-4E65-A93D-9C09FD39566A}" destId="{522A373A-3936-4222-B4CB-4B59536D2BA2}" srcOrd="1" destOrd="0" presId="urn:microsoft.com/office/officeart/2005/8/layout/hierarchy2"/>
    <dgm:cxn modelId="{8B652FD7-4318-4FC3-B145-E7D5E985C599}" srcId="{A3FBA959-DEFA-462E-9699-C506A32659C2}" destId="{B8AAF937-3263-4501-B92D-1A834F567A47}" srcOrd="0" destOrd="0" parTransId="{0FA66C49-983D-416F-9745-740D0CFAA7EE}" sibTransId="{6A965411-ADBC-486A-AF5E-36FCD39DFC56}"/>
    <dgm:cxn modelId="{1A090BDC-96E3-4DB1-86B1-2580D5E9394A}" srcId="{172D079F-863F-414E-A5E0-037F78EB2049}" destId="{D9B5312A-8FF1-4834-BFA6-E4E22633B5B7}" srcOrd="2" destOrd="0" parTransId="{2561B1AB-6946-4329-81A3-77E25B01088C}" sibTransId="{C945795F-761A-48EE-B7A0-C76BE42EEA2C}"/>
    <dgm:cxn modelId="{629856E9-A4B3-4C45-973A-64E61EDF6F80}" type="presOf" srcId="{C4E63CA6-76CD-43CE-BF3B-CBF970987C83}" destId="{68687DE2-9199-48C9-A1E2-32FB6E40D53A}" srcOrd="0" destOrd="0" presId="urn:microsoft.com/office/officeart/2005/8/layout/hierarchy2"/>
    <dgm:cxn modelId="{016D7AF3-ADD7-4953-AE0C-9041E9DF90F8}" type="presOf" srcId="{E8F4FD75-E7BB-41B1-99D1-689BE4240722}" destId="{CF8B5A2A-A2BC-4C56-91F6-AF71A77BB4AF}" srcOrd="0" destOrd="0" presId="urn:microsoft.com/office/officeart/2005/8/layout/hierarchy2"/>
    <dgm:cxn modelId="{D0331CFA-F0DA-4941-BCB6-5A8F378DB69A}" type="presOf" srcId="{C4E63CA6-76CD-43CE-BF3B-CBF970987C83}" destId="{F2C82D3F-EBAD-4835-A1C5-D46A95CD4215}" srcOrd="1" destOrd="0" presId="urn:microsoft.com/office/officeart/2005/8/layout/hierarchy2"/>
    <dgm:cxn modelId="{E9A7B0D6-BB01-4AC5-AC58-81D9D8C6C341}" type="presParOf" srcId="{9110F029-27C8-4851-B282-0BC5CF88336C}" destId="{C785A1C7-B0F2-4F0F-BA18-9AB0AADC80B2}" srcOrd="0" destOrd="0" presId="urn:microsoft.com/office/officeart/2005/8/layout/hierarchy2"/>
    <dgm:cxn modelId="{F5A4F7C8-5899-4974-AC8E-D764A0E54310}" type="presParOf" srcId="{C785A1C7-B0F2-4F0F-BA18-9AB0AADC80B2}" destId="{8F0278FC-B4EC-4C5B-9C9F-A84DDFF2FB2F}" srcOrd="0" destOrd="0" presId="urn:microsoft.com/office/officeart/2005/8/layout/hierarchy2"/>
    <dgm:cxn modelId="{59F86966-5719-461D-88B7-90E1159310CC}" type="presParOf" srcId="{C785A1C7-B0F2-4F0F-BA18-9AB0AADC80B2}" destId="{072DFB02-C9B9-41C2-A3ED-0AD4BD06326D}" srcOrd="1" destOrd="0" presId="urn:microsoft.com/office/officeart/2005/8/layout/hierarchy2"/>
    <dgm:cxn modelId="{EBC2AC68-4981-475E-9789-87152130B5A6}" type="presParOf" srcId="{072DFB02-C9B9-41C2-A3ED-0AD4BD06326D}" destId="{CF7D3436-4E6D-4AFE-A4D2-0CAD495E9215}" srcOrd="0" destOrd="0" presId="urn:microsoft.com/office/officeart/2005/8/layout/hierarchy2"/>
    <dgm:cxn modelId="{6272570E-AED4-450A-A328-44A3D4B4D070}" type="presParOf" srcId="{CF7D3436-4E6D-4AFE-A4D2-0CAD495E9215}" destId="{0E007B42-CE10-449B-9AFE-9F90480C40D1}" srcOrd="0" destOrd="0" presId="urn:microsoft.com/office/officeart/2005/8/layout/hierarchy2"/>
    <dgm:cxn modelId="{68B294DE-D817-4DA5-87BB-4FFB43A07184}" type="presParOf" srcId="{072DFB02-C9B9-41C2-A3ED-0AD4BD06326D}" destId="{4FD3C0C0-FF58-414A-96D6-154C3B119424}" srcOrd="1" destOrd="0" presId="urn:microsoft.com/office/officeart/2005/8/layout/hierarchy2"/>
    <dgm:cxn modelId="{74290DB4-9A13-4288-AE40-234CCE3F4AB2}" type="presParOf" srcId="{4FD3C0C0-FF58-414A-96D6-154C3B119424}" destId="{8C54E386-BB26-4EFA-8E16-FCB4B4AF2BA0}" srcOrd="0" destOrd="0" presId="urn:microsoft.com/office/officeart/2005/8/layout/hierarchy2"/>
    <dgm:cxn modelId="{7F5BB658-D3A0-4660-B835-811B0D8B75D4}" type="presParOf" srcId="{4FD3C0C0-FF58-414A-96D6-154C3B119424}" destId="{CB96AC99-5F5F-4C7D-B0A9-51025175F6B4}" srcOrd="1" destOrd="0" presId="urn:microsoft.com/office/officeart/2005/8/layout/hierarchy2"/>
    <dgm:cxn modelId="{843F6130-8705-4C6A-84CB-AD45EAA11A7B}" type="presParOf" srcId="{CB96AC99-5F5F-4C7D-B0A9-51025175F6B4}" destId="{9F0BF80E-389E-49F3-A9D6-D5979E40CB87}" srcOrd="0" destOrd="0" presId="urn:microsoft.com/office/officeart/2005/8/layout/hierarchy2"/>
    <dgm:cxn modelId="{AE3E8642-A6BA-46F1-8CD6-68CF9DA95A96}" type="presParOf" srcId="{9F0BF80E-389E-49F3-A9D6-D5979E40CB87}" destId="{380451B8-8011-4E53-AF8F-AD5602690E74}" srcOrd="0" destOrd="0" presId="urn:microsoft.com/office/officeart/2005/8/layout/hierarchy2"/>
    <dgm:cxn modelId="{B339949D-F51B-4B9A-ACB9-F6453CDA5961}" type="presParOf" srcId="{CB96AC99-5F5F-4C7D-B0A9-51025175F6B4}" destId="{2B48E877-12BE-48F5-B46C-4D12A2BBDAB3}" srcOrd="1" destOrd="0" presId="urn:microsoft.com/office/officeart/2005/8/layout/hierarchy2"/>
    <dgm:cxn modelId="{F8BB4C94-B8B2-49BA-9F4C-77D4446A0F37}" type="presParOf" srcId="{2B48E877-12BE-48F5-B46C-4D12A2BBDAB3}" destId="{F1A6DDDB-9C29-4B7D-9072-828EFE5EF724}" srcOrd="0" destOrd="0" presId="urn:microsoft.com/office/officeart/2005/8/layout/hierarchy2"/>
    <dgm:cxn modelId="{1BAC74B4-D71E-488C-BFBD-C056E99E617B}" type="presParOf" srcId="{2B48E877-12BE-48F5-B46C-4D12A2BBDAB3}" destId="{5A5EE153-F5E6-4357-B9D8-B81E451178FA}" srcOrd="1" destOrd="0" presId="urn:microsoft.com/office/officeart/2005/8/layout/hierarchy2"/>
    <dgm:cxn modelId="{F1D187B1-AEE9-405A-AB68-0F49BD2448AA}" type="presParOf" srcId="{072DFB02-C9B9-41C2-A3ED-0AD4BD06326D}" destId="{D27ABA20-8F30-4EC9-8EF3-7850B883780A}" srcOrd="2" destOrd="0" presId="urn:microsoft.com/office/officeart/2005/8/layout/hierarchy2"/>
    <dgm:cxn modelId="{B25583A2-8E96-4878-AC81-61D03C002703}" type="presParOf" srcId="{D27ABA20-8F30-4EC9-8EF3-7850B883780A}" destId="{522A373A-3936-4222-B4CB-4B59536D2BA2}" srcOrd="0" destOrd="0" presId="urn:microsoft.com/office/officeart/2005/8/layout/hierarchy2"/>
    <dgm:cxn modelId="{F093005B-FC30-4DDD-84D6-D08CBDAC128A}" type="presParOf" srcId="{072DFB02-C9B9-41C2-A3ED-0AD4BD06326D}" destId="{FE9D57F4-2711-4C86-9AFB-9A7FF6BB2E57}" srcOrd="3" destOrd="0" presId="urn:microsoft.com/office/officeart/2005/8/layout/hierarchy2"/>
    <dgm:cxn modelId="{96781866-314F-4D78-9F23-88B06AB13C21}" type="presParOf" srcId="{FE9D57F4-2711-4C86-9AFB-9A7FF6BB2E57}" destId="{2B449334-3E00-46CE-8D5F-A323E5C92163}" srcOrd="0" destOrd="0" presId="urn:microsoft.com/office/officeart/2005/8/layout/hierarchy2"/>
    <dgm:cxn modelId="{E72D294B-CB35-4FF0-A79C-499FF7BD4CBD}" type="presParOf" srcId="{FE9D57F4-2711-4C86-9AFB-9A7FF6BB2E57}" destId="{44BEC213-9508-4635-9BF1-97E23A35D60B}" srcOrd="1" destOrd="0" presId="urn:microsoft.com/office/officeart/2005/8/layout/hierarchy2"/>
    <dgm:cxn modelId="{06E9FCDF-C5E4-4686-BA20-FE09F275A602}" type="presParOf" srcId="{44BEC213-9508-4635-9BF1-97E23A35D60B}" destId="{0EFDF736-5C51-4E28-9736-8638F7675C7F}" srcOrd="0" destOrd="0" presId="urn:microsoft.com/office/officeart/2005/8/layout/hierarchy2"/>
    <dgm:cxn modelId="{AEB05D3E-0C56-4273-AEA4-45DEC0A5AA8E}" type="presParOf" srcId="{0EFDF736-5C51-4E28-9736-8638F7675C7F}" destId="{EFE05184-B6CC-4E55-86B9-3CBC8C75F950}" srcOrd="0" destOrd="0" presId="urn:microsoft.com/office/officeart/2005/8/layout/hierarchy2"/>
    <dgm:cxn modelId="{68A460C4-F696-403F-B939-880E9AD89002}" type="presParOf" srcId="{44BEC213-9508-4635-9BF1-97E23A35D60B}" destId="{89CE9E0B-DF72-4942-A097-F849DE08D409}" srcOrd="1" destOrd="0" presId="urn:microsoft.com/office/officeart/2005/8/layout/hierarchy2"/>
    <dgm:cxn modelId="{C7199668-9E9C-4B58-BD69-4F63DF11D4E4}" type="presParOf" srcId="{89CE9E0B-DF72-4942-A097-F849DE08D409}" destId="{A7CAC53F-3135-4F9B-B635-6E5C6DE32A71}" srcOrd="0" destOrd="0" presId="urn:microsoft.com/office/officeart/2005/8/layout/hierarchy2"/>
    <dgm:cxn modelId="{670F37F0-4464-45FE-BC1F-A655839FE7D6}" type="presParOf" srcId="{89CE9E0B-DF72-4942-A097-F849DE08D409}" destId="{4CED22BB-9B0C-4524-9764-6574C523DE91}" srcOrd="1" destOrd="0" presId="urn:microsoft.com/office/officeart/2005/8/layout/hierarchy2"/>
    <dgm:cxn modelId="{217924A2-A121-4D45-A863-0FF335BAD57D}" type="presParOf" srcId="{072DFB02-C9B9-41C2-A3ED-0AD4BD06326D}" destId="{0AFE4935-33DF-4F7A-BF3E-19B02F00BD2F}" srcOrd="4" destOrd="0" presId="urn:microsoft.com/office/officeart/2005/8/layout/hierarchy2"/>
    <dgm:cxn modelId="{48CC30ED-A578-441D-A13E-3B8707F0D55A}" type="presParOf" srcId="{0AFE4935-33DF-4F7A-BF3E-19B02F00BD2F}" destId="{9275ACDF-4184-4153-ACEE-80FA64C8B4C9}" srcOrd="0" destOrd="0" presId="urn:microsoft.com/office/officeart/2005/8/layout/hierarchy2"/>
    <dgm:cxn modelId="{73E60CCB-E7F6-42D4-AC55-D865A165FADC}" type="presParOf" srcId="{072DFB02-C9B9-41C2-A3ED-0AD4BD06326D}" destId="{49224FD2-85AF-4492-8B58-AC3789F33DB7}" srcOrd="5" destOrd="0" presId="urn:microsoft.com/office/officeart/2005/8/layout/hierarchy2"/>
    <dgm:cxn modelId="{F690D72B-9170-4AD6-8F76-DAD17CEA61B6}" type="presParOf" srcId="{49224FD2-85AF-4492-8B58-AC3789F33DB7}" destId="{CD9C260D-EE85-4E46-B04C-5A216186CD2E}" srcOrd="0" destOrd="0" presId="urn:microsoft.com/office/officeart/2005/8/layout/hierarchy2"/>
    <dgm:cxn modelId="{FB7637FE-01A0-4040-B2A3-CEF26064EB5A}" type="presParOf" srcId="{49224FD2-85AF-4492-8B58-AC3789F33DB7}" destId="{49D97EEC-FE5F-40D9-9E0B-EF3D6D30B66F}" srcOrd="1" destOrd="0" presId="urn:microsoft.com/office/officeart/2005/8/layout/hierarchy2"/>
    <dgm:cxn modelId="{AA2E3917-E870-45A9-BBB9-39857268AAF8}" type="presParOf" srcId="{49D97EEC-FE5F-40D9-9E0B-EF3D6D30B66F}" destId="{40946F63-17A5-4500-8A9E-6F700E7A96D1}" srcOrd="0" destOrd="0" presId="urn:microsoft.com/office/officeart/2005/8/layout/hierarchy2"/>
    <dgm:cxn modelId="{EAF4468D-5C62-4DFD-A8EE-A693EEDEBAAE}" type="presParOf" srcId="{40946F63-17A5-4500-8A9E-6F700E7A96D1}" destId="{70A10EB5-D6F8-47C7-AC90-85DFC0D66120}" srcOrd="0" destOrd="0" presId="urn:microsoft.com/office/officeart/2005/8/layout/hierarchy2"/>
    <dgm:cxn modelId="{88A6AC5F-05D2-4D0C-905A-7078EB68CF09}" type="presParOf" srcId="{49D97EEC-FE5F-40D9-9E0B-EF3D6D30B66F}" destId="{BDD7A210-6C3F-4DBD-8FCD-14514B310726}" srcOrd="1" destOrd="0" presId="urn:microsoft.com/office/officeart/2005/8/layout/hierarchy2"/>
    <dgm:cxn modelId="{03FB60CB-C4A1-4FA2-8C81-4FCEC6E1699F}" type="presParOf" srcId="{BDD7A210-6C3F-4DBD-8FCD-14514B310726}" destId="{CF8B5A2A-A2BC-4C56-91F6-AF71A77BB4AF}" srcOrd="0" destOrd="0" presId="urn:microsoft.com/office/officeart/2005/8/layout/hierarchy2"/>
    <dgm:cxn modelId="{E3B349DC-0F1F-4323-A7F5-766A3E846A78}" type="presParOf" srcId="{BDD7A210-6C3F-4DBD-8FCD-14514B310726}" destId="{0D044495-5FE0-4FD1-8752-BA34740D1248}" srcOrd="1" destOrd="0" presId="urn:microsoft.com/office/officeart/2005/8/layout/hierarchy2"/>
    <dgm:cxn modelId="{C125D606-BBBE-4F6A-9C07-E682AC174813}" type="presParOf" srcId="{9110F029-27C8-4851-B282-0BC5CF88336C}" destId="{B7CD4633-517B-40E4-95F6-3794F3C20ECD}" srcOrd="1" destOrd="0" presId="urn:microsoft.com/office/officeart/2005/8/layout/hierarchy2"/>
    <dgm:cxn modelId="{FDAD912E-7885-4245-B604-DF514FA694B9}" type="presParOf" srcId="{B7CD4633-517B-40E4-95F6-3794F3C20ECD}" destId="{38AD409A-E7A4-4BF1-9D28-87A7AC63A9C9}" srcOrd="0" destOrd="0" presId="urn:microsoft.com/office/officeart/2005/8/layout/hierarchy2"/>
    <dgm:cxn modelId="{41EF76C8-C8BD-45DE-8AB6-2752ED96CA3A}" type="presParOf" srcId="{B7CD4633-517B-40E4-95F6-3794F3C20ECD}" destId="{77D2FFA2-174C-4A35-9FC2-C7DC6B48E448}" srcOrd="1" destOrd="0" presId="urn:microsoft.com/office/officeart/2005/8/layout/hierarchy2"/>
    <dgm:cxn modelId="{0787F8EB-30A6-4827-B98B-871E42B37305}" type="presParOf" srcId="{77D2FFA2-174C-4A35-9FC2-C7DC6B48E448}" destId="{6A1A3B4D-FFC3-436C-8E46-1D3A0CFD0AC8}" srcOrd="0" destOrd="0" presId="urn:microsoft.com/office/officeart/2005/8/layout/hierarchy2"/>
    <dgm:cxn modelId="{CFCC7936-C863-4719-B3BC-3E67D14C98BA}" type="presParOf" srcId="{6A1A3B4D-FFC3-436C-8E46-1D3A0CFD0AC8}" destId="{CEB5A420-E502-49DC-BB5C-AAC632E8A629}" srcOrd="0" destOrd="0" presId="urn:microsoft.com/office/officeart/2005/8/layout/hierarchy2"/>
    <dgm:cxn modelId="{9E0F0327-5E17-42DE-94B2-F40196BE4BCD}" type="presParOf" srcId="{77D2FFA2-174C-4A35-9FC2-C7DC6B48E448}" destId="{C6C76048-8CFB-4582-A747-3A055E79CF49}" srcOrd="1" destOrd="0" presId="urn:microsoft.com/office/officeart/2005/8/layout/hierarchy2"/>
    <dgm:cxn modelId="{EEDF501C-98F0-40BF-85D3-B748F885FF65}" type="presParOf" srcId="{C6C76048-8CFB-4582-A747-3A055E79CF49}" destId="{33588D7C-4E39-47BB-86DC-0122A45D79C7}" srcOrd="0" destOrd="0" presId="urn:microsoft.com/office/officeart/2005/8/layout/hierarchy2"/>
    <dgm:cxn modelId="{B8EB98DC-DBFC-4157-856E-BD95120A95A0}" type="presParOf" srcId="{C6C76048-8CFB-4582-A747-3A055E79CF49}" destId="{8707036B-9F3D-4F42-AAEF-C7C1361B7D7B}" srcOrd="1" destOrd="0" presId="urn:microsoft.com/office/officeart/2005/8/layout/hierarchy2"/>
    <dgm:cxn modelId="{ED01496B-9335-49DE-B1F2-F349CE9BB49E}" type="presParOf" srcId="{8707036B-9F3D-4F42-AAEF-C7C1361B7D7B}" destId="{6029D589-1EFB-423F-97AD-CDD485784E06}" srcOrd="0" destOrd="0" presId="urn:microsoft.com/office/officeart/2005/8/layout/hierarchy2"/>
    <dgm:cxn modelId="{12DD58BA-8E32-43E5-B1F7-CC2F724234D7}" type="presParOf" srcId="{6029D589-1EFB-423F-97AD-CDD485784E06}" destId="{5CFE95F5-ADBC-485B-81F3-8EA6D53CF802}" srcOrd="0" destOrd="0" presId="urn:microsoft.com/office/officeart/2005/8/layout/hierarchy2"/>
    <dgm:cxn modelId="{6C3D1E0B-A060-4046-BFB1-727F85EF75AD}" type="presParOf" srcId="{8707036B-9F3D-4F42-AAEF-C7C1361B7D7B}" destId="{667587BE-A579-4900-9B13-98312E8DA7CA}" srcOrd="1" destOrd="0" presId="urn:microsoft.com/office/officeart/2005/8/layout/hierarchy2"/>
    <dgm:cxn modelId="{00F15950-F8E5-432E-BEC6-B5322871C405}" type="presParOf" srcId="{667587BE-A579-4900-9B13-98312E8DA7CA}" destId="{366ED5D3-CCC2-4AD8-A94E-30149CCAE20B}" srcOrd="0" destOrd="0" presId="urn:microsoft.com/office/officeart/2005/8/layout/hierarchy2"/>
    <dgm:cxn modelId="{C3EAF35B-8A8C-4BAA-9E21-4E280535F092}" type="presParOf" srcId="{667587BE-A579-4900-9B13-98312E8DA7CA}" destId="{B9C6727F-E9BC-4671-8060-89FFC0E251EB}" srcOrd="1" destOrd="0" presId="urn:microsoft.com/office/officeart/2005/8/layout/hierarchy2"/>
    <dgm:cxn modelId="{2D5F1588-2D37-4389-803A-16C15E22ACD6}" type="presParOf" srcId="{8707036B-9F3D-4F42-AAEF-C7C1361B7D7B}" destId="{68687DE2-9199-48C9-A1E2-32FB6E40D53A}" srcOrd="2" destOrd="0" presId="urn:microsoft.com/office/officeart/2005/8/layout/hierarchy2"/>
    <dgm:cxn modelId="{E2E871FB-8B76-4931-B381-C09E5E6D8456}" type="presParOf" srcId="{68687DE2-9199-48C9-A1E2-32FB6E40D53A}" destId="{F2C82D3F-EBAD-4835-A1C5-D46A95CD4215}" srcOrd="0" destOrd="0" presId="urn:microsoft.com/office/officeart/2005/8/layout/hierarchy2"/>
    <dgm:cxn modelId="{784826A2-9909-49F0-B026-20C6DF984CAD}" type="presParOf" srcId="{8707036B-9F3D-4F42-AAEF-C7C1361B7D7B}" destId="{10293D8D-9F30-49A1-B584-E2DEBEC84DC1}" srcOrd="3" destOrd="0" presId="urn:microsoft.com/office/officeart/2005/8/layout/hierarchy2"/>
    <dgm:cxn modelId="{3D6C5BCB-E891-490E-8AB4-7BD79CD70D64}" type="presParOf" srcId="{10293D8D-9F30-49A1-B584-E2DEBEC84DC1}" destId="{E0BD8982-33B2-48AD-A2DA-1DE45368D3AA}" srcOrd="0" destOrd="0" presId="urn:microsoft.com/office/officeart/2005/8/layout/hierarchy2"/>
    <dgm:cxn modelId="{7CF3BD7F-15D6-4D05-9A96-87273C91A595}" type="presParOf" srcId="{10293D8D-9F30-49A1-B584-E2DEBEC84DC1}" destId="{EFBD809D-DA05-47FA-908E-9B1C0BD8BB4D}" srcOrd="1" destOrd="0" presId="urn:microsoft.com/office/officeart/2005/8/layout/hierarchy2"/>
    <dgm:cxn modelId="{DA6EE5BF-E086-47EB-A463-87F562EB0519}" type="presParOf" srcId="{77D2FFA2-174C-4A35-9FC2-C7DC6B48E448}" destId="{5C62994C-4DA0-4F84-83A6-20F6EE6A1B5C}" srcOrd="2" destOrd="0" presId="urn:microsoft.com/office/officeart/2005/8/layout/hierarchy2"/>
    <dgm:cxn modelId="{BA44D9B2-C64F-477D-8B88-7ECF4E0409D1}" type="presParOf" srcId="{5C62994C-4DA0-4F84-83A6-20F6EE6A1B5C}" destId="{560E5584-3B1E-4104-83D8-716693F49935}" srcOrd="0" destOrd="0" presId="urn:microsoft.com/office/officeart/2005/8/layout/hierarchy2"/>
    <dgm:cxn modelId="{C9FFAD07-E35C-421E-AF64-834344E81B0C}" type="presParOf" srcId="{77D2FFA2-174C-4A35-9FC2-C7DC6B48E448}" destId="{DBA995D2-5D80-4199-BD0A-D55E6304E3F2}" srcOrd="3" destOrd="0" presId="urn:microsoft.com/office/officeart/2005/8/layout/hierarchy2"/>
    <dgm:cxn modelId="{5325418D-91EB-469E-A15A-F226F706123D}" type="presParOf" srcId="{DBA995D2-5D80-4199-BD0A-D55E6304E3F2}" destId="{9FA39A3A-6289-4347-980E-C37A1C4905C4}" srcOrd="0" destOrd="0" presId="urn:microsoft.com/office/officeart/2005/8/layout/hierarchy2"/>
    <dgm:cxn modelId="{7DE7E272-8A59-4A2B-B08D-D26FF01371AF}" type="presParOf" srcId="{DBA995D2-5D80-4199-BD0A-D55E6304E3F2}" destId="{BE0E8229-E338-44B2-8807-C79ABBD92DE6}" srcOrd="1" destOrd="0" presId="urn:microsoft.com/office/officeart/2005/8/layout/hierarchy2"/>
    <dgm:cxn modelId="{B69958B0-3A94-4A6A-8B72-3519E878E0B0}" type="presParOf" srcId="{BE0E8229-E338-44B2-8807-C79ABBD92DE6}" destId="{489DDCE2-6503-4CEE-994B-4CF9AD1E7280}" srcOrd="0" destOrd="0" presId="urn:microsoft.com/office/officeart/2005/8/layout/hierarchy2"/>
    <dgm:cxn modelId="{4BAB9C39-7C5A-42FA-AE63-ADE16CBD2713}" type="presParOf" srcId="{489DDCE2-6503-4CEE-994B-4CF9AD1E7280}" destId="{C8BF1720-70B9-428E-B093-5FCDB41CB93C}" srcOrd="0" destOrd="0" presId="urn:microsoft.com/office/officeart/2005/8/layout/hierarchy2"/>
    <dgm:cxn modelId="{A8EC3DD3-4B17-4D03-BAAB-3954A84E0881}" type="presParOf" srcId="{BE0E8229-E338-44B2-8807-C79ABBD92DE6}" destId="{ED4B11A2-A9E2-4271-AD8C-627AB907FB7C}" srcOrd="1" destOrd="0" presId="urn:microsoft.com/office/officeart/2005/8/layout/hierarchy2"/>
    <dgm:cxn modelId="{4FA0F4B9-02D2-45D8-A914-F4E3D5896C08}" type="presParOf" srcId="{ED4B11A2-A9E2-4271-AD8C-627AB907FB7C}" destId="{A62F4DBC-C00F-492E-AF14-877579086ACF}" srcOrd="0" destOrd="0" presId="urn:microsoft.com/office/officeart/2005/8/layout/hierarchy2"/>
    <dgm:cxn modelId="{BD4F9F52-C078-442B-A07B-0E3DA599B726}" type="presParOf" srcId="{ED4B11A2-A9E2-4271-AD8C-627AB907FB7C}" destId="{AB78F86D-A30F-4A0C-A25D-A253323B77C2}" srcOrd="1" destOrd="0" presId="urn:microsoft.com/office/officeart/2005/8/layout/hierarchy2"/>
    <dgm:cxn modelId="{A4139428-6D11-49A3-9EDE-310078653EC3}" type="presParOf" srcId="{BE0E8229-E338-44B2-8807-C79ABBD92DE6}" destId="{EAEFA1D8-D515-4048-B9BE-22A202F995B8}" srcOrd="2" destOrd="0" presId="urn:microsoft.com/office/officeart/2005/8/layout/hierarchy2"/>
    <dgm:cxn modelId="{881CC074-8974-4C4A-8F3E-B339F78B98A9}" type="presParOf" srcId="{EAEFA1D8-D515-4048-B9BE-22A202F995B8}" destId="{4707B3CF-6413-4FED-8ECD-4FF19DF4AC37}" srcOrd="0" destOrd="0" presId="urn:microsoft.com/office/officeart/2005/8/layout/hierarchy2"/>
    <dgm:cxn modelId="{4C552A3F-7B0C-45C9-8B1D-C216C81FE836}" type="presParOf" srcId="{BE0E8229-E338-44B2-8807-C79ABBD92DE6}" destId="{0F5CA1E2-48D8-4C40-95C8-1849AFDE1285}" srcOrd="3" destOrd="0" presId="urn:microsoft.com/office/officeart/2005/8/layout/hierarchy2"/>
    <dgm:cxn modelId="{1940DEAA-0AB8-48B5-B8BB-5F270D9849C5}" type="presParOf" srcId="{0F5CA1E2-48D8-4C40-95C8-1849AFDE1285}" destId="{A372546E-776C-4F57-99FC-48D704EF0094}" srcOrd="0" destOrd="0" presId="urn:microsoft.com/office/officeart/2005/8/layout/hierarchy2"/>
    <dgm:cxn modelId="{61CF1F96-8FC3-4285-8993-56CBDD0174BD}" type="presParOf" srcId="{0F5CA1E2-48D8-4C40-95C8-1849AFDE1285}" destId="{87A1A926-6A67-43F5-865B-BB3EFF63AFF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DC9F14-383A-4ECB-A180-B1BE241D0E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0F3FEFE-FD85-41D5-87E3-19B84C1EFEAC}">
      <dgm:prSet/>
      <dgm:spPr/>
      <dgm:t>
        <a:bodyPr/>
        <a:lstStyle/>
        <a:p>
          <a:r>
            <a:rPr lang="en-US" b="1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如何将霍尔编码器系统分辨率提高一倍？（途径）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E3AEE98-D69A-41E2-AF0D-DC5FB7441C60}" type="parTrans" cxnId="{4B8DD992-DDD7-4492-A135-E6955830FC9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4A84DE6-5EBB-4166-88B7-65A2A8232F79}" type="sibTrans" cxnId="{4B8DD992-DDD7-4492-A135-E6955830FC9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2A4EEF8-1F8C-4E43-A46D-B7604D48417D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使用插值技术（如倍频、边沿检测）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，对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A/B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通道的上升沿 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+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下降沿都计数，实现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×2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×4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倍分辨率。</a:t>
          </a:r>
        </a:p>
      </dgm:t>
    </dgm:pt>
    <dgm:pt modelId="{26E450D0-F8B6-465B-B2F4-D89404B0BD12}" type="parTrans" cxnId="{FDF1EE23-55A8-487C-97F3-433EC00DD09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116AE62-9453-4E63-A72C-FDBC859AF1FF}" type="sibTrans" cxnId="{FDF1EE23-55A8-487C-97F3-433EC00DD09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1B11DDA-4C14-4ECE-BC45-B04C0CFEC25B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更换更高分辨率的霍尔编码器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（更多极对数或更密集磁栅）。</a:t>
          </a:r>
        </a:p>
      </dgm:t>
    </dgm:pt>
    <dgm:pt modelId="{12F09B65-35A4-4786-BF9F-D1612B469A80}" type="parTrans" cxnId="{700D325B-64B4-42E5-839A-E831B190921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98840A8-D80A-4D3E-8317-04E474EEFD44}" type="sibTrans" cxnId="{700D325B-64B4-42E5-839A-E831B190921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98A9F47-4374-41DC-90A5-B38147D8DDFC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提高采样频率与信号处理能力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，减少丢脉冲，允许高频计数。</a:t>
          </a:r>
        </a:p>
      </dgm:t>
    </dgm:pt>
    <dgm:pt modelId="{30125942-993A-4310-A210-0194DFC6B31C}" type="parTrans" cxnId="{BECFB8D9-CDD3-4FA2-AB2F-A44D2427DC7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816552E-CED3-474C-9A39-117330CDF4F1}" type="sibTrans" cxnId="{BECFB8D9-CDD3-4FA2-AB2F-A44D2427DC7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B0EE1CF-263C-470C-B534-0588DDF05733}">
      <dgm:prSet/>
      <dgm:spPr/>
      <dgm:t>
        <a:bodyPr/>
        <a:lstStyle/>
        <a:p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强电磁干扰环境中，如何提高编码器信号可靠性？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B7D1EC7-0C5C-4365-9C1F-C7E02C58C251}" type="parTrans" cxnId="{4E19F3C7-2B58-438A-8B46-0849126CACD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5BACBA2-493D-448D-BC10-3079D0E80458}" type="sibTrans" cxnId="{4E19F3C7-2B58-438A-8B46-0849126CACD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D9CBF7-08DA-42FF-AB82-D736D357D4B3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采用差分信号传输（如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RS422/Line Driver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，增强抗干扰能力。</a:t>
          </a:r>
        </a:p>
      </dgm:t>
    </dgm:pt>
    <dgm:pt modelId="{CC0EE2B7-768E-4985-BD8F-2248EC71807E}" type="parTrans" cxnId="{A50AE5E7-711E-4160-86B9-D8AEF47AABA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FCC11B8-229F-496F-BB11-245E503292CD}" type="sibTrans" cxnId="{A50AE5E7-711E-4160-86B9-D8AEF47AABA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7F419F2-B83F-45A1-B396-B1C5AC25265B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加装硬件滤波（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RC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LC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）与软件去抖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滤波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1075958C-7F18-437F-B227-E68761D7DD42}" type="parTrans" cxnId="{D0C1775C-BEED-4CE2-8882-B6C11F78C2B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67F2EC-E53F-4789-B4A8-E582DC8D695B}" type="sibTrans" cxnId="{D0C1775C-BEED-4CE2-8882-B6C11F78C2B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9C3522-3369-4DA4-A9AD-9FAC61FA9300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使用屏蔽电缆、良好接地与隔离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，远离功率线或高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dv/dt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节点。</a:t>
          </a:r>
        </a:p>
      </dgm:t>
    </dgm:pt>
    <dgm:pt modelId="{1726C862-F231-4421-B962-BFCC9A79EA10}" type="parTrans" cxnId="{094DC8EA-3FF7-43C5-A65C-AC66646CA22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AEBA99-5DA3-4E94-8460-31264C34E867}" type="sibTrans" cxnId="{094DC8EA-3FF7-43C5-A65C-AC66646CA22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FBEF0C1-6F1C-4D9C-B168-7769F02DDF15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必要时加光电隔离或采用工业级隔离模块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B1EAC990-BD6E-42FA-9403-C3360109A836}" type="parTrans" cxnId="{C01BACF4-6A60-43D4-93DA-E66D4D54ED0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A7C2D2-A584-4148-8CAF-1FA1395AF744}" type="sibTrans" cxnId="{C01BACF4-6A60-43D4-93DA-E66D4D54ED0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CC53833-3635-41A0-8D12-F191674C2A94}">
      <dgm:prSet/>
      <dgm:spPr/>
      <dgm:t>
        <a:bodyPr/>
        <a:lstStyle/>
        <a:p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编码器安装偏差对控制系统有什么影响？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FE1D215-53E9-49B7-9C4D-76CF717ACE49}" type="parTrans" cxnId="{A3BE0E74-1866-4ED0-8283-280478A3714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6D5F8FF-5720-441C-A833-D7A77CE2E00F}" type="sibTrans" cxnId="{A3BE0E74-1866-4ED0-8283-280478A3714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5EA443-F386-4D3F-A8D0-8B39F96D6B13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零位偏差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 → 位置闭环出现固定误差，影响对齐控制（尤其是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FOC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初角）。</a:t>
          </a:r>
        </a:p>
      </dgm:t>
    </dgm:pt>
    <dgm:pt modelId="{045BFBDE-F936-44C7-836D-5BFDEF705F29}" type="parTrans" cxnId="{F2612528-33DE-4588-9BEB-9A4A16EEEE4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07A3583-BDC8-4791-97EB-8F504D5A1409}" type="sibTrans" cxnId="{F2612528-33DE-4588-9BEB-9A4A16EEEE4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7C6A34-32F6-4882-BAD6-50C2B8C09982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径向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轴向偏移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 → 信号幅值变化、抖动增加，导致估算速度不稳。</a:t>
          </a:r>
        </a:p>
      </dgm:t>
    </dgm:pt>
    <dgm:pt modelId="{07EDE0D4-3929-4FC6-AE9B-F86DB1D32B3A}" type="parTrans" cxnId="{F5EBDE55-C6EF-4BB1-819C-EA3946501FB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C4C9282-D386-4ADA-B5F8-13AE98A72977}" type="sibTrans" cxnId="{F5EBDE55-C6EF-4BB1-819C-EA3946501FB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3DF926A-F456-4594-AEF2-780BA22C2903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机械偏心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 → 产生周期性误差（齿槽效应），使速度环振荡，低速控制变差。</a:t>
          </a:r>
        </a:p>
      </dgm:t>
    </dgm:pt>
    <dgm:pt modelId="{22A12521-BEC6-49C8-B8C0-A1AEAB564AE2}" type="parTrans" cxnId="{0C1D5444-9A34-4524-8ABF-4F7691323D3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E719259-2A5E-4F1C-B22B-52DAB65DE8E5}" type="sibTrans" cxnId="{0C1D5444-9A34-4524-8ABF-4F7691323D3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86C394-DC58-42F2-8FFE-266AA2854211}" type="pres">
      <dgm:prSet presAssocID="{ADDC9F14-383A-4ECB-A180-B1BE241D0E64}" presName="linear" presStyleCnt="0">
        <dgm:presLayoutVars>
          <dgm:animLvl val="lvl"/>
          <dgm:resizeHandles val="exact"/>
        </dgm:presLayoutVars>
      </dgm:prSet>
      <dgm:spPr/>
    </dgm:pt>
    <dgm:pt modelId="{9823C4C8-D196-499C-A577-04C84D6E3B95}" type="pres">
      <dgm:prSet presAssocID="{F0F3FEFE-FD85-41D5-87E3-19B84C1EFE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8B535DA-48DA-4C1E-AF38-92922AB1A296}" type="pres">
      <dgm:prSet presAssocID="{F0F3FEFE-FD85-41D5-87E3-19B84C1EFEAC}" presName="childText" presStyleLbl="revTx" presStyleIdx="0" presStyleCnt="3">
        <dgm:presLayoutVars>
          <dgm:bulletEnabled val="1"/>
        </dgm:presLayoutVars>
      </dgm:prSet>
      <dgm:spPr/>
    </dgm:pt>
    <dgm:pt modelId="{CFBC1F33-ECE6-4481-844B-AA3FB930615B}" type="pres">
      <dgm:prSet presAssocID="{2B0EE1CF-263C-470C-B534-0588DDF057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090D75C-ECD8-42D7-9D62-BB9715F85827}" type="pres">
      <dgm:prSet presAssocID="{2B0EE1CF-263C-470C-B534-0588DDF05733}" presName="childText" presStyleLbl="revTx" presStyleIdx="1" presStyleCnt="3">
        <dgm:presLayoutVars>
          <dgm:bulletEnabled val="1"/>
        </dgm:presLayoutVars>
      </dgm:prSet>
      <dgm:spPr/>
    </dgm:pt>
    <dgm:pt modelId="{17637B39-5D35-488D-937A-CB73B46264F2}" type="pres">
      <dgm:prSet presAssocID="{BCC53833-3635-41A0-8D12-F191674C2A9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3F2C84A-29B3-4FDB-A329-EECC5D9A7259}" type="pres">
      <dgm:prSet presAssocID="{BCC53833-3635-41A0-8D12-F191674C2A9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DF1EE23-55A8-487C-97F3-433EC00DD09F}" srcId="{F0F3FEFE-FD85-41D5-87E3-19B84C1EFEAC}" destId="{62A4EEF8-1F8C-4E43-A46D-B7604D48417D}" srcOrd="0" destOrd="0" parTransId="{26E450D0-F8B6-465B-B2F4-D89404B0BD12}" sibTransId="{B116AE62-9453-4E63-A72C-FDBC859AF1FF}"/>
    <dgm:cxn modelId="{F2612528-33DE-4588-9BEB-9A4A16EEEE44}" srcId="{BCC53833-3635-41A0-8D12-F191674C2A94}" destId="{7D5EA443-F386-4D3F-A8D0-8B39F96D6B13}" srcOrd="0" destOrd="0" parTransId="{045BFBDE-F936-44C7-836D-5BFDEF705F29}" sibTransId="{607A3583-BDC8-4791-97EB-8F504D5A1409}"/>
    <dgm:cxn modelId="{7D182136-1878-47D0-B603-35891A160317}" type="presOf" srcId="{2B0EE1CF-263C-470C-B534-0588DDF05733}" destId="{CFBC1F33-ECE6-4481-844B-AA3FB930615B}" srcOrd="0" destOrd="0" presId="urn:microsoft.com/office/officeart/2005/8/layout/vList2"/>
    <dgm:cxn modelId="{700D325B-64B4-42E5-839A-E831B190921E}" srcId="{F0F3FEFE-FD85-41D5-87E3-19B84C1EFEAC}" destId="{11B11DDA-4C14-4ECE-BC45-B04C0CFEC25B}" srcOrd="1" destOrd="0" parTransId="{12F09B65-35A4-4786-BF9F-D1612B469A80}" sibTransId="{B98840A8-D80A-4D3E-8317-04E474EEFD44}"/>
    <dgm:cxn modelId="{D0C1775C-BEED-4CE2-8882-B6C11F78C2B8}" srcId="{2B0EE1CF-263C-470C-B534-0588DDF05733}" destId="{D7F419F2-B83F-45A1-B396-B1C5AC25265B}" srcOrd="1" destOrd="0" parTransId="{1075958C-7F18-437F-B227-E68761D7DD42}" sibTransId="{5067F2EC-E53F-4789-B4A8-E582DC8D695B}"/>
    <dgm:cxn modelId="{7511DD63-A393-4A4A-94E5-D3DEE247C234}" type="presOf" srcId="{907C6A34-32F6-4882-BAD6-50C2B8C09982}" destId="{13F2C84A-29B3-4FDB-A329-EECC5D9A7259}" srcOrd="0" destOrd="1" presId="urn:microsoft.com/office/officeart/2005/8/layout/vList2"/>
    <dgm:cxn modelId="{0C1D5444-9A34-4524-8ABF-4F7691323D37}" srcId="{BCC53833-3635-41A0-8D12-F191674C2A94}" destId="{13DF926A-F456-4594-AEF2-780BA22C2903}" srcOrd="2" destOrd="0" parTransId="{22A12521-BEC6-49C8-B8C0-A1AEAB564AE2}" sibTransId="{AE719259-2A5E-4F1C-B22B-52DAB65DE8E5}"/>
    <dgm:cxn modelId="{D62CB64A-36EE-468A-B148-C2818F1AD901}" type="presOf" srcId="{62A4EEF8-1F8C-4E43-A46D-B7604D48417D}" destId="{78B535DA-48DA-4C1E-AF38-92922AB1A296}" srcOrd="0" destOrd="0" presId="urn:microsoft.com/office/officeart/2005/8/layout/vList2"/>
    <dgm:cxn modelId="{CB4EC24B-250A-4C7D-971C-1A7227EAAF60}" type="presOf" srcId="{ADDC9F14-383A-4ECB-A180-B1BE241D0E64}" destId="{F886C394-DC58-42F2-8FFE-266AA2854211}" srcOrd="0" destOrd="0" presId="urn:microsoft.com/office/officeart/2005/8/layout/vList2"/>
    <dgm:cxn modelId="{A3BE0E74-1866-4ED0-8283-280478A3714F}" srcId="{ADDC9F14-383A-4ECB-A180-B1BE241D0E64}" destId="{BCC53833-3635-41A0-8D12-F191674C2A94}" srcOrd="2" destOrd="0" parTransId="{AFE1D215-53E9-49B7-9C4D-76CF717ACE49}" sibTransId="{66D5F8FF-5720-441C-A833-D7A77CE2E00F}"/>
    <dgm:cxn modelId="{7F4D9B55-2114-4E3F-956C-BE312E468358}" type="presOf" srcId="{13DF926A-F456-4594-AEF2-780BA22C2903}" destId="{13F2C84A-29B3-4FDB-A329-EECC5D9A7259}" srcOrd="0" destOrd="2" presId="urn:microsoft.com/office/officeart/2005/8/layout/vList2"/>
    <dgm:cxn modelId="{F5EBDE55-C6EF-4BB1-819C-EA3946501FBF}" srcId="{BCC53833-3635-41A0-8D12-F191674C2A94}" destId="{907C6A34-32F6-4882-BAD6-50C2B8C09982}" srcOrd="1" destOrd="0" parTransId="{07EDE0D4-3929-4FC6-AE9B-F86DB1D32B3A}" sibTransId="{FC4C9282-D386-4ADA-B5F8-13AE98A72977}"/>
    <dgm:cxn modelId="{92894578-9778-4CAC-B70B-030F8715095C}" type="presOf" srcId="{698A9F47-4374-41DC-90A5-B38147D8DDFC}" destId="{78B535DA-48DA-4C1E-AF38-92922AB1A296}" srcOrd="0" destOrd="2" presId="urn:microsoft.com/office/officeart/2005/8/layout/vList2"/>
    <dgm:cxn modelId="{E989CD5A-0339-40A1-945A-A825E2B26F88}" type="presOf" srcId="{7D5EA443-F386-4D3F-A8D0-8B39F96D6B13}" destId="{13F2C84A-29B3-4FDB-A329-EECC5D9A7259}" srcOrd="0" destOrd="0" presId="urn:microsoft.com/office/officeart/2005/8/layout/vList2"/>
    <dgm:cxn modelId="{C2CF6D8B-55FB-4E0D-A2BF-7DC7C8B08B5F}" type="presOf" srcId="{F0F3FEFE-FD85-41D5-87E3-19B84C1EFEAC}" destId="{9823C4C8-D196-499C-A577-04C84D6E3B95}" srcOrd="0" destOrd="0" presId="urn:microsoft.com/office/officeart/2005/8/layout/vList2"/>
    <dgm:cxn modelId="{4B8DD992-DDD7-4492-A135-E6955830FC98}" srcId="{ADDC9F14-383A-4ECB-A180-B1BE241D0E64}" destId="{F0F3FEFE-FD85-41D5-87E3-19B84C1EFEAC}" srcOrd="0" destOrd="0" parTransId="{CE3AEE98-D69A-41E2-AF0D-DC5FB7441C60}" sibTransId="{14A84DE6-5EBB-4166-88B7-65A2A8232F79}"/>
    <dgm:cxn modelId="{F35AFAA5-60F1-4D30-B821-2CA9780D7582}" type="presOf" srcId="{11B11DDA-4C14-4ECE-BC45-B04C0CFEC25B}" destId="{78B535DA-48DA-4C1E-AF38-92922AB1A296}" srcOrd="0" destOrd="1" presId="urn:microsoft.com/office/officeart/2005/8/layout/vList2"/>
    <dgm:cxn modelId="{C279EAA9-E97B-4F7E-BA99-50BCCF7382E7}" type="presOf" srcId="{D7F419F2-B83F-45A1-B396-B1C5AC25265B}" destId="{3090D75C-ECD8-42D7-9D62-BB9715F85827}" srcOrd="0" destOrd="1" presId="urn:microsoft.com/office/officeart/2005/8/layout/vList2"/>
    <dgm:cxn modelId="{4B28E9B4-CF84-4FD5-9AEA-A97712276F7E}" type="presOf" srcId="{D1D9CBF7-08DA-42FF-AB82-D736D357D4B3}" destId="{3090D75C-ECD8-42D7-9D62-BB9715F85827}" srcOrd="0" destOrd="0" presId="urn:microsoft.com/office/officeart/2005/8/layout/vList2"/>
    <dgm:cxn modelId="{903ABCB9-DA09-472F-90D9-FC4A4D3D503F}" type="presOf" srcId="{BCC53833-3635-41A0-8D12-F191674C2A94}" destId="{17637B39-5D35-488D-937A-CB73B46264F2}" srcOrd="0" destOrd="0" presId="urn:microsoft.com/office/officeart/2005/8/layout/vList2"/>
    <dgm:cxn modelId="{99C138C3-E91B-41D8-B424-D40D8061F49C}" type="presOf" srcId="{D59C3522-3369-4DA4-A9AD-9FAC61FA9300}" destId="{3090D75C-ECD8-42D7-9D62-BB9715F85827}" srcOrd="0" destOrd="2" presId="urn:microsoft.com/office/officeart/2005/8/layout/vList2"/>
    <dgm:cxn modelId="{4E19F3C7-2B58-438A-8B46-0849126CACD5}" srcId="{ADDC9F14-383A-4ECB-A180-B1BE241D0E64}" destId="{2B0EE1CF-263C-470C-B534-0588DDF05733}" srcOrd="1" destOrd="0" parTransId="{EB7D1EC7-0C5C-4365-9C1F-C7E02C58C251}" sibTransId="{75BACBA2-493D-448D-BC10-3079D0E80458}"/>
    <dgm:cxn modelId="{6B3180D9-9982-447D-9A26-3A1D3164C358}" type="presOf" srcId="{7FBEF0C1-6F1C-4D9C-B168-7769F02DDF15}" destId="{3090D75C-ECD8-42D7-9D62-BB9715F85827}" srcOrd="0" destOrd="3" presId="urn:microsoft.com/office/officeart/2005/8/layout/vList2"/>
    <dgm:cxn modelId="{BECFB8D9-CDD3-4FA2-AB2F-A44D2427DC7B}" srcId="{F0F3FEFE-FD85-41D5-87E3-19B84C1EFEAC}" destId="{698A9F47-4374-41DC-90A5-B38147D8DDFC}" srcOrd="2" destOrd="0" parTransId="{30125942-993A-4310-A210-0194DFC6B31C}" sibTransId="{6816552E-CED3-474C-9A39-117330CDF4F1}"/>
    <dgm:cxn modelId="{A50AE5E7-711E-4160-86B9-D8AEF47AABA8}" srcId="{2B0EE1CF-263C-470C-B534-0588DDF05733}" destId="{D1D9CBF7-08DA-42FF-AB82-D736D357D4B3}" srcOrd="0" destOrd="0" parTransId="{CC0EE2B7-768E-4985-BD8F-2248EC71807E}" sibTransId="{DFCC11B8-229F-496F-BB11-245E503292CD}"/>
    <dgm:cxn modelId="{094DC8EA-3FF7-43C5-A65C-AC66646CA220}" srcId="{2B0EE1CF-263C-470C-B534-0588DDF05733}" destId="{D59C3522-3369-4DA4-A9AD-9FAC61FA9300}" srcOrd="2" destOrd="0" parTransId="{1726C862-F231-4421-B962-BFCC9A79EA10}" sibTransId="{E1AEBA99-5DA3-4E94-8460-31264C34E867}"/>
    <dgm:cxn modelId="{C01BACF4-6A60-43D4-93DA-E66D4D54ED08}" srcId="{2B0EE1CF-263C-470C-B534-0588DDF05733}" destId="{7FBEF0C1-6F1C-4D9C-B168-7769F02DDF15}" srcOrd="3" destOrd="0" parTransId="{B1EAC990-BD6E-42FA-9403-C3360109A836}" sibTransId="{80A7C2D2-A584-4148-8CAF-1FA1395AF744}"/>
    <dgm:cxn modelId="{80FA7867-D8D3-4090-9813-8D6819232117}" type="presParOf" srcId="{F886C394-DC58-42F2-8FFE-266AA2854211}" destId="{9823C4C8-D196-499C-A577-04C84D6E3B95}" srcOrd="0" destOrd="0" presId="urn:microsoft.com/office/officeart/2005/8/layout/vList2"/>
    <dgm:cxn modelId="{D4C9647D-3876-4A83-BF42-D50BF36B988A}" type="presParOf" srcId="{F886C394-DC58-42F2-8FFE-266AA2854211}" destId="{78B535DA-48DA-4C1E-AF38-92922AB1A296}" srcOrd="1" destOrd="0" presId="urn:microsoft.com/office/officeart/2005/8/layout/vList2"/>
    <dgm:cxn modelId="{A0698DEF-7D74-4CC9-9349-AB92B24CB201}" type="presParOf" srcId="{F886C394-DC58-42F2-8FFE-266AA2854211}" destId="{CFBC1F33-ECE6-4481-844B-AA3FB930615B}" srcOrd="2" destOrd="0" presId="urn:microsoft.com/office/officeart/2005/8/layout/vList2"/>
    <dgm:cxn modelId="{74FB3F60-92A8-4B8A-BCA8-ADF393DC4FEF}" type="presParOf" srcId="{F886C394-DC58-42F2-8FFE-266AA2854211}" destId="{3090D75C-ECD8-42D7-9D62-BB9715F85827}" srcOrd="3" destOrd="0" presId="urn:microsoft.com/office/officeart/2005/8/layout/vList2"/>
    <dgm:cxn modelId="{7BF87386-3862-4787-83EA-6D8BAEB2312D}" type="presParOf" srcId="{F886C394-DC58-42F2-8FFE-266AA2854211}" destId="{17637B39-5D35-488D-937A-CB73B46264F2}" srcOrd="4" destOrd="0" presId="urn:microsoft.com/office/officeart/2005/8/layout/vList2"/>
    <dgm:cxn modelId="{E756B882-AC93-43EC-BF18-9C3AD95FFA43}" type="presParOf" srcId="{F886C394-DC58-42F2-8FFE-266AA2854211}" destId="{13F2C84A-29B3-4FDB-A329-EECC5D9A725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208954"/>
          <a:ext cx="8769532" cy="9476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0" i="0" kern="1200" dirty="0"/>
            <a:t>1. </a:t>
          </a:r>
          <a:r>
            <a:rPr lang="zh-CN" altLang="en-US" sz="3600" b="0" i="0" kern="1200" dirty="0"/>
            <a:t>掌握霍尔编码器的工作原理与信号特征</a:t>
          </a:r>
          <a:endParaRPr lang="zh-CN" sz="3600" kern="1200" dirty="0"/>
        </a:p>
      </dsp:txBody>
      <dsp:txXfrm>
        <a:off x="46263" y="255217"/>
        <a:ext cx="8677006" cy="855173"/>
      </dsp:txXfrm>
    </dsp:sp>
    <dsp:sp modelId="{0FC7C0A8-18A6-4695-8BEE-C5DF75CFA752}">
      <dsp:nvSpPr>
        <dsp:cNvPr id="0" name=""/>
        <dsp:cNvSpPr/>
      </dsp:nvSpPr>
      <dsp:spPr>
        <a:xfrm>
          <a:off x="0" y="1303877"/>
          <a:ext cx="8769532" cy="9476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0" i="0" kern="1200" dirty="0"/>
            <a:t>2. </a:t>
          </a:r>
          <a:r>
            <a:rPr lang="zh-CN" altLang="en-US" sz="3600" b="0" i="0" kern="1200" dirty="0"/>
            <a:t>理解</a:t>
          </a:r>
          <a:r>
            <a:rPr lang="en-US" altLang="zh-CN" sz="3600" b="0" i="0" kern="1200" dirty="0"/>
            <a:t>PPR</a:t>
          </a:r>
          <a:r>
            <a:rPr lang="zh-CN" altLang="en-US" sz="3600" b="0" i="0" kern="1200" dirty="0"/>
            <a:t>概念及其与系统精度的关系 </a:t>
          </a:r>
        </a:p>
      </dsp:txBody>
      <dsp:txXfrm>
        <a:off x="46263" y="1350140"/>
        <a:ext cx="8677006" cy="855173"/>
      </dsp:txXfrm>
    </dsp:sp>
    <dsp:sp modelId="{CF698AB8-F9F6-47F7-8EBF-507D8369DBFB}">
      <dsp:nvSpPr>
        <dsp:cNvPr id="0" name=""/>
        <dsp:cNvSpPr/>
      </dsp:nvSpPr>
      <dsp:spPr>
        <a:xfrm>
          <a:off x="0" y="2355257"/>
          <a:ext cx="8769532" cy="9476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0" i="0" kern="1200" dirty="0"/>
            <a:t>3. </a:t>
          </a:r>
          <a:r>
            <a:rPr lang="zh-CN" altLang="en-US" sz="3600" b="0" i="0" kern="1200" dirty="0"/>
            <a:t>掌握编码器与</a:t>
          </a:r>
          <a:r>
            <a:rPr lang="en-US" altLang="zh-CN" sz="3600" b="0" i="0" kern="1200" dirty="0"/>
            <a:t>STM32</a:t>
          </a:r>
          <a:r>
            <a:rPr lang="zh-CN" altLang="en-US" sz="3600" b="0" i="0" kern="1200" dirty="0"/>
            <a:t>的硬件连接方法</a:t>
          </a:r>
        </a:p>
      </dsp:txBody>
      <dsp:txXfrm>
        <a:off x="46263" y="2401520"/>
        <a:ext cx="8677006" cy="855173"/>
      </dsp:txXfrm>
    </dsp:sp>
    <dsp:sp modelId="{A6362149-92E4-4C1B-963B-7C5D02581CE3}">
      <dsp:nvSpPr>
        <dsp:cNvPr id="0" name=""/>
        <dsp:cNvSpPr/>
      </dsp:nvSpPr>
      <dsp:spPr>
        <a:xfrm>
          <a:off x="0" y="3406636"/>
          <a:ext cx="8769532" cy="9476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0" i="0" kern="1200" dirty="0"/>
            <a:t>4. </a:t>
          </a:r>
          <a:r>
            <a:rPr lang="zh-CN" altLang="en-US" sz="3600" b="0" i="0" kern="1200" dirty="0"/>
            <a:t>了解</a:t>
          </a:r>
          <a:r>
            <a:rPr lang="en-US" altLang="zh-CN" sz="3600" b="0" i="0" kern="1200" dirty="0"/>
            <a:t>STM32</a:t>
          </a:r>
          <a:r>
            <a:rPr lang="zh-CN" altLang="en-US" sz="3600" b="0" i="0" kern="1200" dirty="0"/>
            <a:t>编码器接口模式的配置要点</a:t>
          </a:r>
        </a:p>
      </dsp:txBody>
      <dsp:txXfrm>
        <a:off x="46263" y="3452899"/>
        <a:ext cx="8677006" cy="8551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0AC5F-69A5-48B8-9C68-969C85090877}">
      <dsp:nvSpPr>
        <dsp:cNvPr id="0" name=""/>
        <dsp:cNvSpPr/>
      </dsp:nvSpPr>
      <dsp:spPr>
        <a:xfrm>
          <a:off x="0" y="296182"/>
          <a:ext cx="5625737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6620" tIns="374904" rIns="4366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800" b="1" i="0" kern="1200" dirty="0"/>
            <a:t>核心</a:t>
          </a:r>
          <a:r>
            <a:rPr lang="zh-CN" altLang="en-US" sz="1800" b="0" i="0" kern="1200" dirty="0"/>
            <a:t>：只记录“相对变化量”（走了多少步）。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800" b="1" i="0" kern="1200" dirty="0"/>
            <a:t>特点</a:t>
          </a:r>
          <a:r>
            <a:rPr lang="zh-CN" altLang="en-US" sz="1800" b="0" i="0" kern="1200" dirty="0"/>
            <a:t>：断电后位置丢失，上电需回零。输出连续的脉冲串。</a:t>
          </a:r>
        </a:p>
      </dsp:txBody>
      <dsp:txXfrm>
        <a:off x="0" y="296182"/>
        <a:ext cx="5625737" cy="1417500"/>
      </dsp:txXfrm>
    </dsp:sp>
    <dsp:sp modelId="{4A15A0E3-30CA-4C31-B2D7-FEBEC377FF83}">
      <dsp:nvSpPr>
        <dsp:cNvPr id="0" name=""/>
        <dsp:cNvSpPr/>
      </dsp:nvSpPr>
      <dsp:spPr>
        <a:xfrm>
          <a:off x="281286" y="30502"/>
          <a:ext cx="393801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848" tIns="0" rIns="14884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i="0" kern="1200"/>
            <a:t>1. </a:t>
          </a:r>
          <a:r>
            <a:rPr lang="zh-CN" altLang="en-US" sz="1800" b="1" i="0" kern="1200"/>
            <a:t>增量式编码器 </a:t>
          </a:r>
          <a:r>
            <a:rPr lang="en-US" altLang="zh-CN" sz="1800" b="1" i="0" kern="1200"/>
            <a:t>- “</a:t>
          </a:r>
          <a:r>
            <a:rPr lang="zh-CN" altLang="en-US" sz="1800" b="1" i="0" kern="1200"/>
            <a:t>记步器”</a:t>
          </a:r>
          <a:endParaRPr lang="zh-CN" sz="1800" kern="1200" dirty="0"/>
        </a:p>
      </dsp:txBody>
      <dsp:txXfrm>
        <a:off x="307225" y="56441"/>
        <a:ext cx="3886137" cy="479482"/>
      </dsp:txXfrm>
    </dsp:sp>
    <dsp:sp modelId="{21F53A9F-9888-4F3A-B449-2CEF3AF7E726}">
      <dsp:nvSpPr>
        <dsp:cNvPr id="0" name=""/>
        <dsp:cNvSpPr/>
      </dsp:nvSpPr>
      <dsp:spPr>
        <a:xfrm>
          <a:off x="0" y="2076562"/>
          <a:ext cx="5625737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6620" tIns="374904" rIns="4366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800" b="1" i="0" kern="1200" dirty="0"/>
            <a:t>核心</a:t>
          </a:r>
          <a:r>
            <a:rPr lang="zh-CN" altLang="en-US" sz="1800" b="0" i="0" kern="1200" dirty="0"/>
            <a:t>：直接读取“唯一位置值”（现在在哪儿）。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800" b="1" i="0" kern="1200" dirty="0"/>
            <a:t>特点</a:t>
          </a:r>
          <a:r>
            <a:rPr lang="zh-CN" altLang="en-US" sz="1800" b="0" i="0" kern="1200" dirty="0"/>
            <a:t>：断电后位置保持，上电即知当前位置。输出特定编码（如二进制、格雷码）。</a:t>
          </a:r>
        </a:p>
      </dsp:txBody>
      <dsp:txXfrm>
        <a:off x="0" y="2076562"/>
        <a:ext cx="5625737" cy="1417500"/>
      </dsp:txXfrm>
    </dsp:sp>
    <dsp:sp modelId="{06C4531D-6CB2-4A12-89BF-BC6DB02318B6}">
      <dsp:nvSpPr>
        <dsp:cNvPr id="0" name=""/>
        <dsp:cNvSpPr/>
      </dsp:nvSpPr>
      <dsp:spPr>
        <a:xfrm>
          <a:off x="281286" y="1810882"/>
          <a:ext cx="393801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848" tIns="0" rIns="14884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i="0" kern="1200" dirty="0"/>
            <a:t>2. </a:t>
          </a:r>
          <a:r>
            <a:rPr lang="zh-CN" altLang="en-US" sz="1800" b="1" i="0" kern="1200" dirty="0"/>
            <a:t>绝对式编码器 </a:t>
          </a:r>
          <a:r>
            <a:rPr lang="en-US" altLang="zh-CN" sz="1800" b="1" i="0" kern="1200" dirty="0"/>
            <a:t>- “</a:t>
          </a:r>
          <a:r>
            <a:rPr lang="zh-CN" altLang="en-US" sz="1800" b="1" i="0" kern="1200" dirty="0"/>
            <a:t>坐标尺”</a:t>
          </a:r>
          <a:endParaRPr lang="zh-CN" altLang="en-US" sz="1800" b="0" i="0" kern="1200" dirty="0"/>
        </a:p>
      </dsp:txBody>
      <dsp:txXfrm>
        <a:off x="307225" y="1836821"/>
        <a:ext cx="3886137" cy="479482"/>
      </dsp:txXfrm>
    </dsp:sp>
    <dsp:sp modelId="{986F407D-F0DB-4526-893C-820D2747D915}">
      <dsp:nvSpPr>
        <dsp:cNvPr id="0" name=""/>
        <dsp:cNvSpPr/>
      </dsp:nvSpPr>
      <dsp:spPr>
        <a:xfrm>
          <a:off x="0" y="3856943"/>
          <a:ext cx="5625737" cy="1672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6620" tIns="374904" rIns="4366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800" b="1" i="0" kern="1200" dirty="0"/>
            <a:t>核心</a:t>
          </a:r>
          <a:r>
            <a:rPr lang="zh-CN" altLang="en-US" sz="1800" b="0" i="0" kern="1200" dirty="0"/>
            <a:t>：内部是“绝对式”结构，同时输出“绝对位置”和“增量脉冲”两套信号。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1800" b="1" i="0" kern="1200" dirty="0"/>
            <a:t>特点</a:t>
          </a:r>
          <a:r>
            <a:rPr lang="zh-CN" altLang="en-US" sz="1800" b="0" i="0" kern="1200" dirty="0"/>
            <a:t>：兼具二者的优点，既方便高精度控制，又能与依赖增量信号的系统</a:t>
          </a:r>
          <a:r>
            <a:rPr lang="zh-CN" altLang="en-US" sz="1800" b="0" i="0" kern="1200"/>
            <a:t>兼容。</a:t>
          </a:r>
          <a:endParaRPr lang="zh-CN" altLang="en-US" sz="1800" b="0" i="0" kern="1200" dirty="0"/>
        </a:p>
      </dsp:txBody>
      <dsp:txXfrm>
        <a:off x="0" y="3856943"/>
        <a:ext cx="5625737" cy="1672650"/>
      </dsp:txXfrm>
    </dsp:sp>
    <dsp:sp modelId="{51EFC38B-9385-4948-BC7F-57005692F1C2}">
      <dsp:nvSpPr>
        <dsp:cNvPr id="0" name=""/>
        <dsp:cNvSpPr/>
      </dsp:nvSpPr>
      <dsp:spPr>
        <a:xfrm>
          <a:off x="281286" y="3591263"/>
          <a:ext cx="393801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848" tIns="0" rIns="14884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i="0" kern="1200" dirty="0"/>
            <a:t>3. </a:t>
          </a:r>
          <a:r>
            <a:rPr lang="zh-CN" altLang="en-US" sz="1800" b="1" i="0" kern="1200" dirty="0"/>
            <a:t>混合式编码器 </a:t>
          </a:r>
          <a:r>
            <a:rPr lang="en-US" altLang="zh-CN" sz="1800" b="1" i="0" kern="1200" dirty="0"/>
            <a:t>- “</a:t>
          </a:r>
          <a:r>
            <a:rPr lang="zh-CN" altLang="en-US" sz="1800" b="1" i="0" kern="1200" dirty="0"/>
            <a:t>二合一”</a:t>
          </a:r>
          <a:endParaRPr lang="zh-CN" altLang="en-US" sz="1800" b="0" i="0" kern="1200" dirty="0"/>
        </a:p>
      </dsp:txBody>
      <dsp:txXfrm>
        <a:off x="307225" y="3617202"/>
        <a:ext cx="3886137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4075A-C238-480E-843D-32D5CA04719E}">
      <dsp:nvSpPr>
        <dsp:cNvPr id="0" name=""/>
        <dsp:cNvSpPr/>
      </dsp:nvSpPr>
      <dsp:spPr>
        <a:xfrm rot="5400000">
          <a:off x="-240418" y="247555"/>
          <a:ext cx="1602791" cy="11219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kern="1200"/>
            <a:t>分辨率</a:t>
          </a:r>
        </a:p>
      </dsp:txBody>
      <dsp:txXfrm rot="-5400000">
        <a:off x="1" y="568113"/>
        <a:ext cx="1121954" cy="480837"/>
      </dsp:txXfrm>
    </dsp:sp>
    <dsp:sp modelId="{CCC1B0E4-755E-418D-927D-086C1EC2C9E3}">
      <dsp:nvSpPr>
        <dsp:cNvPr id="0" name=""/>
        <dsp:cNvSpPr/>
      </dsp:nvSpPr>
      <dsp:spPr>
        <a:xfrm rot="5400000">
          <a:off x="5835624" y="-4706533"/>
          <a:ext cx="1041814" cy="104691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指编码器能够分辨的最小单位。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对于增量式编码器，其分辨率表示为编码器转轴旋转一圈所产生的脉冲数，即脉冲数</a:t>
          </a:r>
          <a:r>
            <a:rPr lang="en-US" sz="1300" kern="1200" dirty="0"/>
            <a:t>/</a:t>
          </a:r>
          <a:r>
            <a:rPr lang="zh-CN" sz="1300" kern="1200" dirty="0"/>
            <a:t>转 </a:t>
          </a:r>
          <a:r>
            <a:rPr lang="en-US" sz="1300" kern="1200" dirty="0"/>
            <a:t>(</a:t>
          </a:r>
          <a:r>
            <a:rPr lang="en-US" sz="1800" kern="1200" dirty="0">
              <a:solidFill>
                <a:srgbClr val="FF0000"/>
              </a:solidFill>
            </a:rPr>
            <a:t>Pulse Per Revolution </a:t>
          </a:r>
          <a:r>
            <a:rPr lang="zh-CN" sz="1800" kern="1200" dirty="0">
              <a:solidFill>
                <a:srgbClr val="FF0000"/>
              </a:solidFill>
            </a:rPr>
            <a:t>或 </a:t>
          </a:r>
          <a:r>
            <a:rPr lang="en-US" sz="1800" kern="1200" dirty="0">
              <a:solidFill>
                <a:srgbClr val="FF0000"/>
              </a:solidFill>
            </a:rPr>
            <a:t>PPR</a:t>
          </a:r>
          <a:r>
            <a:rPr lang="en-US" sz="1300" kern="1200" dirty="0"/>
            <a:t>)</a:t>
          </a:r>
          <a:r>
            <a:rPr lang="zh-CN" sz="1300" kern="1200" dirty="0"/>
            <a:t>。码盘上透光线槽的数目其实就等于分辨率，也叫多少线，较为常见的有 </a:t>
          </a:r>
          <a:r>
            <a:rPr lang="en-US" sz="1300" kern="1200" dirty="0"/>
            <a:t>5-6000 </a:t>
          </a:r>
          <a:r>
            <a:rPr lang="zh-CN" sz="1300" kern="1200" dirty="0"/>
            <a:t>线。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对于绝对式编码器，内部码盘所用的位数就是它的分辨率，单位是位 </a:t>
          </a:r>
          <a:r>
            <a:rPr lang="en-US" sz="1300" kern="1200" dirty="0"/>
            <a:t>(bit)</a:t>
          </a:r>
          <a:r>
            <a:rPr lang="zh-CN" sz="1300" kern="1200" dirty="0"/>
            <a:t>，具体还分单圈分辨率和多圈分辨率。 </a:t>
          </a:r>
        </a:p>
      </dsp:txBody>
      <dsp:txXfrm rot="-5400000">
        <a:off x="1121955" y="57993"/>
        <a:ext cx="10418297" cy="940100"/>
      </dsp:txXfrm>
    </dsp:sp>
    <dsp:sp modelId="{F63F4E3C-A8B0-4F9F-A666-A36E2E7B322D}">
      <dsp:nvSpPr>
        <dsp:cNvPr id="0" name=""/>
        <dsp:cNvSpPr/>
      </dsp:nvSpPr>
      <dsp:spPr>
        <a:xfrm rot="5400000">
          <a:off x="-240418" y="1707150"/>
          <a:ext cx="1602791" cy="11219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kern="1200"/>
            <a:t>精度</a:t>
          </a:r>
        </a:p>
      </dsp:txBody>
      <dsp:txXfrm rot="-5400000">
        <a:off x="1" y="2027708"/>
        <a:ext cx="1121954" cy="480837"/>
      </dsp:txXfrm>
    </dsp:sp>
    <dsp:sp modelId="{1AA1E0CC-1C13-4858-ADBF-6265E50CA00F}">
      <dsp:nvSpPr>
        <dsp:cNvPr id="0" name=""/>
        <dsp:cNvSpPr/>
      </dsp:nvSpPr>
      <dsp:spPr>
        <a:xfrm rot="5400000">
          <a:off x="5835624" y="-3246938"/>
          <a:ext cx="1041814" cy="104691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精度与分辨率是两个不同的概念。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精度是指编码器每个读数与转轴实际位置间的最大误差，通常用角度、角分或角秒来表示。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例如</a:t>
          </a:r>
          <a:r>
            <a:rPr lang="zh-CN" altLang="en-US" sz="1300" kern="1200" dirty="0"/>
            <a:t>：</a:t>
          </a:r>
          <a:r>
            <a:rPr lang="zh-CN" sz="1300" kern="1200" dirty="0"/>
            <a:t> </a:t>
          </a:r>
          <a:r>
            <a:rPr lang="en-US" sz="1300" kern="1200" dirty="0"/>
            <a:t>±20′′</a:t>
          </a:r>
          <a:r>
            <a:rPr lang="zh-CN" sz="1300" kern="1200" dirty="0"/>
            <a:t>，表示编码器输出的读数与转轴实际位置之间存在正负 </a:t>
          </a:r>
          <a:r>
            <a:rPr lang="en-US" sz="1300" kern="1200" dirty="0"/>
            <a:t>20 </a:t>
          </a:r>
          <a:r>
            <a:rPr lang="zh-CN" sz="1300" kern="1200" dirty="0"/>
            <a:t>角秒的误差，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精度由码盘刻线加工精度、转轴同心度、材料的温度特性、电路的响应时间等各方面因素共同决定。 </a:t>
          </a:r>
        </a:p>
      </dsp:txBody>
      <dsp:txXfrm rot="-5400000">
        <a:off x="1121955" y="1517588"/>
        <a:ext cx="10418297" cy="940100"/>
      </dsp:txXfrm>
    </dsp:sp>
    <dsp:sp modelId="{2A1B53F1-4610-4DC7-A9A5-6C3E0EB169A0}">
      <dsp:nvSpPr>
        <dsp:cNvPr id="0" name=""/>
        <dsp:cNvSpPr/>
      </dsp:nvSpPr>
      <dsp:spPr>
        <a:xfrm rot="5400000">
          <a:off x="-240418" y="3166745"/>
          <a:ext cx="1602791" cy="11219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kern="1200"/>
            <a:t>最大响应频率</a:t>
          </a:r>
        </a:p>
      </dsp:txBody>
      <dsp:txXfrm rot="-5400000">
        <a:off x="1" y="3487303"/>
        <a:ext cx="1121954" cy="480837"/>
      </dsp:txXfrm>
    </dsp:sp>
    <dsp:sp modelId="{BF8272B1-A649-4520-A775-81F7775CD6DC}">
      <dsp:nvSpPr>
        <dsp:cNvPr id="0" name=""/>
        <dsp:cNvSpPr/>
      </dsp:nvSpPr>
      <dsp:spPr>
        <a:xfrm rot="5400000">
          <a:off x="5835624" y="-1787343"/>
          <a:ext cx="1041814" cy="104691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指编码器每秒输出的脉冲数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单位是 </a:t>
          </a:r>
          <a:r>
            <a:rPr lang="en-US" sz="1300" kern="1200" dirty="0"/>
            <a:t>Hz</a:t>
          </a:r>
          <a:r>
            <a:rPr lang="zh-CN" sz="1300" kern="1200" dirty="0"/>
            <a:t>。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计算公式：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最大响应频率 </a:t>
          </a:r>
          <a:r>
            <a:rPr lang="en-US" sz="1300" kern="1200" dirty="0"/>
            <a:t>= </a:t>
          </a:r>
          <a:r>
            <a:rPr lang="zh-CN" sz="1300" kern="1200" dirty="0"/>
            <a:t>分辨率 * 轴转速</a:t>
          </a:r>
          <a:r>
            <a:rPr lang="en-US" sz="1300" kern="1200" dirty="0"/>
            <a:t>/60</a:t>
          </a:r>
          <a:r>
            <a:rPr lang="zh-CN" sz="1300" kern="1200" dirty="0"/>
            <a:t>。 </a:t>
          </a:r>
        </a:p>
      </dsp:txBody>
      <dsp:txXfrm rot="-5400000">
        <a:off x="1121955" y="2977183"/>
        <a:ext cx="10418297" cy="940100"/>
      </dsp:txXfrm>
    </dsp:sp>
    <dsp:sp modelId="{401C2D97-F9BA-405C-BA71-19159F23382F}">
      <dsp:nvSpPr>
        <dsp:cNvPr id="0" name=""/>
        <dsp:cNvSpPr/>
      </dsp:nvSpPr>
      <dsp:spPr>
        <a:xfrm rot="5400000">
          <a:off x="-240418" y="4626340"/>
          <a:ext cx="1602791" cy="11219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kern="1200"/>
            <a:t>信号输出形式</a:t>
          </a:r>
        </a:p>
      </dsp:txBody>
      <dsp:txXfrm rot="-5400000">
        <a:off x="1" y="4946898"/>
        <a:ext cx="1121954" cy="480837"/>
      </dsp:txXfrm>
    </dsp:sp>
    <dsp:sp modelId="{6DABD71D-C1FD-4616-9259-BC7117D5801E}">
      <dsp:nvSpPr>
        <dsp:cNvPr id="0" name=""/>
        <dsp:cNvSpPr/>
      </dsp:nvSpPr>
      <dsp:spPr>
        <a:xfrm rot="5400000">
          <a:off x="5835624" y="-327748"/>
          <a:ext cx="1041814" cy="104691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增量式编码器，每个通道的信号独立输出，输出电路形式通常有集电极开路输出、推挽输出、差分输出等。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绝对式编码器，由于是直接输出几十位的二进制数，为了确保传输速率和信号质量，一般采用串行输出或总线型输出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如</a:t>
          </a:r>
          <a:r>
            <a:rPr lang="zh-CN" sz="1300" kern="1200" dirty="0"/>
            <a:t>同步串行接口 </a:t>
          </a:r>
          <a:r>
            <a:rPr lang="en-US" sz="1300" kern="1200" dirty="0"/>
            <a:t>(SSI)</a:t>
          </a:r>
          <a:r>
            <a:rPr lang="zh-CN" sz="1300" kern="1200" dirty="0"/>
            <a:t>、</a:t>
          </a:r>
          <a:r>
            <a:rPr lang="en-US" sz="1300" kern="1200" dirty="0"/>
            <a:t>RS485</a:t>
          </a:r>
          <a:r>
            <a:rPr lang="zh-CN" sz="1300" kern="1200" dirty="0"/>
            <a:t>、</a:t>
          </a:r>
          <a:r>
            <a:rPr lang="en-US" sz="1300" kern="1200" dirty="0" err="1"/>
            <a:t>CANopen</a:t>
          </a:r>
          <a:r>
            <a:rPr lang="en-US" sz="1300" kern="1200" dirty="0"/>
            <a:t> </a:t>
          </a:r>
          <a:r>
            <a:rPr lang="zh-CN" sz="1300" kern="1200" dirty="0"/>
            <a:t>或 </a:t>
          </a:r>
          <a:r>
            <a:rPr lang="en-US" sz="1300" kern="1200" dirty="0" err="1"/>
            <a:t>EtherCAT</a:t>
          </a:r>
          <a:r>
            <a:rPr lang="en-US" sz="1300" kern="1200" dirty="0"/>
            <a:t> </a:t>
          </a:r>
          <a:r>
            <a:rPr lang="zh-CN" sz="1300" kern="1200" dirty="0"/>
            <a:t>等，也有一部分是并行输出，输出电路形式与增量式编码器相同。</a:t>
          </a:r>
        </a:p>
      </dsp:txBody>
      <dsp:txXfrm rot="-5400000">
        <a:off x="1121955" y="4436778"/>
        <a:ext cx="10418297" cy="9401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278FC-B4EC-4C5B-9C9F-A84DDFF2FB2F}">
      <dsp:nvSpPr>
        <dsp:cNvPr id="0" name=""/>
        <dsp:cNvSpPr/>
      </dsp:nvSpPr>
      <dsp:spPr>
        <a:xfrm>
          <a:off x="1415767" y="1080905"/>
          <a:ext cx="1873359" cy="936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常见问题：</a:t>
          </a:r>
        </a:p>
      </dsp:txBody>
      <dsp:txXfrm>
        <a:off x="1443201" y="1108339"/>
        <a:ext cx="1818491" cy="881811"/>
      </dsp:txXfrm>
    </dsp:sp>
    <dsp:sp modelId="{CF7D3436-4E6D-4AFE-A4D2-0CAD495E9215}">
      <dsp:nvSpPr>
        <dsp:cNvPr id="0" name=""/>
        <dsp:cNvSpPr/>
      </dsp:nvSpPr>
      <dsp:spPr>
        <a:xfrm rot="18289469">
          <a:off x="3007704" y="996020"/>
          <a:ext cx="1312187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1312187" y="146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30993" y="977849"/>
        <a:ext cx="65609" cy="65609"/>
      </dsp:txXfrm>
    </dsp:sp>
    <dsp:sp modelId="{8C54E386-BB26-4EFA-8E16-FCB4B4AF2BA0}">
      <dsp:nvSpPr>
        <dsp:cNvPr id="0" name=""/>
        <dsp:cNvSpPr/>
      </dsp:nvSpPr>
      <dsp:spPr>
        <a:xfrm>
          <a:off x="4038470" y="3723"/>
          <a:ext cx="1873359" cy="936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 dirty="0"/>
            <a:t>信号抖动</a:t>
          </a:r>
        </a:p>
      </dsp:txBody>
      <dsp:txXfrm>
        <a:off x="4065904" y="31157"/>
        <a:ext cx="1818491" cy="881811"/>
      </dsp:txXfrm>
    </dsp:sp>
    <dsp:sp modelId="{9F0BF80E-389E-49F3-A9D6-D5979E40CB87}">
      <dsp:nvSpPr>
        <dsp:cNvPr id="0" name=""/>
        <dsp:cNvSpPr/>
      </dsp:nvSpPr>
      <dsp:spPr>
        <a:xfrm rot="153994">
          <a:off x="5911453" y="474224"/>
          <a:ext cx="750096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750096" y="146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267749" y="470105"/>
        <a:ext cx="37504" cy="37504"/>
      </dsp:txXfrm>
    </dsp:sp>
    <dsp:sp modelId="{F1A6DDDB-9C29-4B7D-9072-828EFE5EF724}">
      <dsp:nvSpPr>
        <dsp:cNvPr id="0" name=""/>
        <dsp:cNvSpPr/>
      </dsp:nvSpPr>
      <dsp:spPr>
        <a:xfrm>
          <a:off x="6661173" y="243124"/>
          <a:ext cx="4115058" cy="5250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 dirty="0"/>
            <a:t> 读数跳变</a:t>
          </a:r>
        </a:p>
      </dsp:txBody>
      <dsp:txXfrm>
        <a:off x="6676551" y="258502"/>
        <a:ext cx="4084302" cy="494299"/>
      </dsp:txXfrm>
    </dsp:sp>
    <dsp:sp modelId="{D27ABA20-8F30-4EC9-8EF3-7850B883780A}">
      <dsp:nvSpPr>
        <dsp:cNvPr id="0" name=""/>
        <dsp:cNvSpPr/>
      </dsp:nvSpPr>
      <dsp:spPr>
        <a:xfrm>
          <a:off x="3289126" y="1534611"/>
          <a:ext cx="749343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749343" y="146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45065" y="1530511"/>
        <a:ext cx="37467" cy="37467"/>
      </dsp:txXfrm>
    </dsp:sp>
    <dsp:sp modelId="{2B449334-3E00-46CE-8D5F-A323E5C92163}">
      <dsp:nvSpPr>
        <dsp:cNvPr id="0" name=""/>
        <dsp:cNvSpPr/>
      </dsp:nvSpPr>
      <dsp:spPr>
        <a:xfrm>
          <a:off x="4038470" y="1080905"/>
          <a:ext cx="1873359" cy="936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脉冲丢失</a:t>
          </a:r>
        </a:p>
      </dsp:txBody>
      <dsp:txXfrm>
        <a:off x="4065904" y="1108339"/>
        <a:ext cx="1818491" cy="881811"/>
      </dsp:txXfrm>
    </dsp:sp>
    <dsp:sp modelId="{0EFDF736-5C51-4E28-9736-8638F7675C7F}">
      <dsp:nvSpPr>
        <dsp:cNvPr id="0" name=""/>
        <dsp:cNvSpPr/>
      </dsp:nvSpPr>
      <dsp:spPr>
        <a:xfrm rot="153994">
          <a:off x="5911453" y="1551405"/>
          <a:ext cx="750096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750096" y="146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267749" y="1547287"/>
        <a:ext cx="37504" cy="37504"/>
      </dsp:txXfrm>
    </dsp:sp>
    <dsp:sp modelId="{A7CAC53F-3135-4F9B-B635-6E5C6DE32A71}">
      <dsp:nvSpPr>
        <dsp:cNvPr id="0" name=""/>
        <dsp:cNvSpPr/>
      </dsp:nvSpPr>
      <dsp:spPr>
        <a:xfrm>
          <a:off x="6661173" y="1320306"/>
          <a:ext cx="4115058" cy="5250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/>
            <a:t>位置累积误差</a:t>
          </a:r>
          <a:endParaRPr lang="zh-CN" sz="2600" kern="1200" dirty="0"/>
        </a:p>
      </dsp:txBody>
      <dsp:txXfrm>
        <a:off x="6676551" y="1335684"/>
        <a:ext cx="4084302" cy="494299"/>
      </dsp:txXfrm>
    </dsp:sp>
    <dsp:sp modelId="{0AFE4935-33DF-4F7A-BF3E-19B02F00BD2F}">
      <dsp:nvSpPr>
        <dsp:cNvPr id="0" name=""/>
        <dsp:cNvSpPr/>
      </dsp:nvSpPr>
      <dsp:spPr>
        <a:xfrm rot="3310531">
          <a:off x="3007704" y="2073201"/>
          <a:ext cx="1312187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1312187" y="146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30993" y="2055031"/>
        <a:ext cx="65609" cy="65609"/>
      </dsp:txXfrm>
    </dsp:sp>
    <dsp:sp modelId="{CD9C260D-EE85-4E46-B04C-5A216186CD2E}">
      <dsp:nvSpPr>
        <dsp:cNvPr id="0" name=""/>
        <dsp:cNvSpPr/>
      </dsp:nvSpPr>
      <dsp:spPr>
        <a:xfrm>
          <a:off x="4038470" y="2158086"/>
          <a:ext cx="1873359" cy="936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方向误判</a:t>
          </a:r>
        </a:p>
      </dsp:txBody>
      <dsp:txXfrm>
        <a:off x="4065904" y="2185520"/>
        <a:ext cx="1818491" cy="881811"/>
      </dsp:txXfrm>
    </dsp:sp>
    <dsp:sp modelId="{40946F63-17A5-4500-8A9E-6F700E7A96D1}">
      <dsp:nvSpPr>
        <dsp:cNvPr id="0" name=""/>
        <dsp:cNvSpPr/>
      </dsp:nvSpPr>
      <dsp:spPr>
        <a:xfrm rot="153994">
          <a:off x="5911453" y="2628587"/>
          <a:ext cx="750096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750096" y="146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267749" y="2624468"/>
        <a:ext cx="37504" cy="37504"/>
      </dsp:txXfrm>
    </dsp:sp>
    <dsp:sp modelId="{CF8B5A2A-A2BC-4C56-91F6-AF71A77BB4AF}">
      <dsp:nvSpPr>
        <dsp:cNvPr id="0" name=""/>
        <dsp:cNvSpPr/>
      </dsp:nvSpPr>
      <dsp:spPr>
        <a:xfrm>
          <a:off x="6661173" y="2397488"/>
          <a:ext cx="4115058" cy="5250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/>
            <a:t>系统控制混乱</a:t>
          </a:r>
          <a:endParaRPr lang="zh-CN" sz="2600" kern="1200" dirty="0"/>
        </a:p>
      </dsp:txBody>
      <dsp:txXfrm>
        <a:off x="6676551" y="2412866"/>
        <a:ext cx="4084302" cy="494299"/>
      </dsp:txXfrm>
    </dsp:sp>
    <dsp:sp modelId="{38AD409A-E7A4-4BF1-9D28-87A7AC63A9C9}">
      <dsp:nvSpPr>
        <dsp:cNvPr id="0" name=""/>
        <dsp:cNvSpPr/>
      </dsp:nvSpPr>
      <dsp:spPr>
        <a:xfrm>
          <a:off x="1415767" y="4027793"/>
          <a:ext cx="1873359" cy="936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解决方案：</a:t>
          </a:r>
        </a:p>
      </dsp:txBody>
      <dsp:txXfrm>
        <a:off x="1443201" y="4055227"/>
        <a:ext cx="1818491" cy="881811"/>
      </dsp:txXfrm>
    </dsp:sp>
    <dsp:sp modelId="{6A1A3B4D-FFC3-436C-8E46-1D3A0CFD0AC8}">
      <dsp:nvSpPr>
        <dsp:cNvPr id="0" name=""/>
        <dsp:cNvSpPr/>
      </dsp:nvSpPr>
      <dsp:spPr>
        <a:xfrm rot="19103335">
          <a:off x="3162679" y="4148720"/>
          <a:ext cx="1002239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1002239" y="146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38742" y="4138298"/>
        <a:ext cx="50111" cy="50111"/>
      </dsp:txXfrm>
    </dsp:sp>
    <dsp:sp modelId="{33588D7C-4E39-47BB-86DC-0122A45D79C7}">
      <dsp:nvSpPr>
        <dsp:cNvPr id="0" name=""/>
        <dsp:cNvSpPr/>
      </dsp:nvSpPr>
      <dsp:spPr>
        <a:xfrm>
          <a:off x="4038470" y="3362235"/>
          <a:ext cx="1873359" cy="936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硬件层面</a:t>
          </a:r>
        </a:p>
      </dsp:txBody>
      <dsp:txXfrm>
        <a:off x="4065904" y="3389669"/>
        <a:ext cx="1818491" cy="881811"/>
      </dsp:txXfrm>
    </dsp:sp>
    <dsp:sp modelId="{6029D589-1EFB-423F-97AD-CDD485784E06}">
      <dsp:nvSpPr>
        <dsp:cNvPr id="0" name=""/>
        <dsp:cNvSpPr/>
      </dsp:nvSpPr>
      <dsp:spPr>
        <a:xfrm rot="20294083">
          <a:off x="5883069" y="3666346"/>
          <a:ext cx="806864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806864" y="146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266330" y="3660808"/>
        <a:ext cx="40343" cy="40343"/>
      </dsp:txXfrm>
    </dsp:sp>
    <dsp:sp modelId="{366ED5D3-CCC2-4AD8-A94E-30149CCAE20B}">
      <dsp:nvSpPr>
        <dsp:cNvPr id="0" name=""/>
        <dsp:cNvSpPr/>
      </dsp:nvSpPr>
      <dsp:spPr>
        <a:xfrm>
          <a:off x="6661173" y="3268857"/>
          <a:ext cx="4115058" cy="5250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增加</a:t>
          </a:r>
          <a:r>
            <a:rPr lang="en-US" sz="2600" kern="1200" dirty="0"/>
            <a:t>RC</a:t>
          </a:r>
          <a:r>
            <a:rPr lang="zh-CN" sz="2600" kern="1200" dirty="0"/>
            <a:t>低通滤波</a:t>
          </a:r>
        </a:p>
      </dsp:txBody>
      <dsp:txXfrm>
        <a:off x="6676551" y="3284235"/>
        <a:ext cx="4084302" cy="494299"/>
      </dsp:txXfrm>
    </dsp:sp>
    <dsp:sp modelId="{68687DE2-9199-48C9-A1E2-32FB6E40D53A}">
      <dsp:nvSpPr>
        <dsp:cNvPr id="0" name=""/>
        <dsp:cNvSpPr/>
      </dsp:nvSpPr>
      <dsp:spPr>
        <a:xfrm rot="1563293">
          <a:off x="5869446" y="3999125"/>
          <a:ext cx="834111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834111" y="146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265649" y="3992906"/>
        <a:ext cx="41705" cy="41705"/>
      </dsp:txXfrm>
    </dsp:sp>
    <dsp:sp modelId="{E0BD8982-33B2-48AD-A2DA-1DE45368D3AA}">
      <dsp:nvSpPr>
        <dsp:cNvPr id="0" name=""/>
        <dsp:cNvSpPr/>
      </dsp:nvSpPr>
      <dsp:spPr>
        <a:xfrm>
          <a:off x="6661173" y="3934415"/>
          <a:ext cx="4115058" cy="5250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优化</a:t>
          </a:r>
          <a:r>
            <a:rPr lang="en-US" sz="2600" kern="1200" dirty="0"/>
            <a:t>PCB</a:t>
          </a:r>
          <a:r>
            <a:rPr lang="zh-CN" sz="2600" kern="1200" dirty="0"/>
            <a:t>布局</a:t>
          </a:r>
        </a:p>
      </dsp:txBody>
      <dsp:txXfrm>
        <a:off x="6676551" y="3949793"/>
        <a:ext cx="4084302" cy="494299"/>
      </dsp:txXfrm>
    </dsp:sp>
    <dsp:sp modelId="{5C62994C-4DA0-4F84-83A6-20F6EE6A1B5C}">
      <dsp:nvSpPr>
        <dsp:cNvPr id="0" name=""/>
        <dsp:cNvSpPr/>
      </dsp:nvSpPr>
      <dsp:spPr>
        <a:xfrm rot="2496665">
          <a:off x="3162679" y="4814278"/>
          <a:ext cx="1002239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1002239" y="146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38742" y="4803855"/>
        <a:ext cx="50111" cy="50111"/>
      </dsp:txXfrm>
    </dsp:sp>
    <dsp:sp modelId="{9FA39A3A-6289-4347-980E-C37A1C4905C4}">
      <dsp:nvSpPr>
        <dsp:cNvPr id="0" name=""/>
        <dsp:cNvSpPr/>
      </dsp:nvSpPr>
      <dsp:spPr>
        <a:xfrm>
          <a:off x="4038470" y="4693350"/>
          <a:ext cx="1873359" cy="936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软件层面</a:t>
          </a:r>
        </a:p>
      </dsp:txBody>
      <dsp:txXfrm>
        <a:off x="4065904" y="4720784"/>
        <a:ext cx="1818491" cy="881811"/>
      </dsp:txXfrm>
    </dsp:sp>
    <dsp:sp modelId="{489DDCE2-6503-4CEE-994B-4CF9AD1E7280}">
      <dsp:nvSpPr>
        <dsp:cNvPr id="0" name=""/>
        <dsp:cNvSpPr/>
      </dsp:nvSpPr>
      <dsp:spPr>
        <a:xfrm rot="20163258">
          <a:off x="5876545" y="4980667"/>
          <a:ext cx="819913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819913" y="146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266004" y="4974803"/>
        <a:ext cx="40995" cy="40995"/>
      </dsp:txXfrm>
    </dsp:sp>
    <dsp:sp modelId="{A62F4DBC-C00F-492E-AF14-877579086ACF}">
      <dsp:nvSpPr>
        <dsp:cNvPr id="0" name=""/>
        <dsp:cNvSpPr/>
      </dsp:nvSpPr>
      <dsp:spPr>
        <a:xfrm>
          <a:off x="6661173" y="4566384"/>
          <a:ext cx="4115058" cy="5250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数字滤波算法</a:t>
          </a:r>
        </a:p>
      </dsp:txBody>
      <dsp:txXfrm>
        <a:off x="6676551" y="4581762"/>
        <a:ext cx="4084302" cy="494299"/>
      </dsp:txXfrm>
    </dsp:sp>
    <dsp:sp modelId="{EAEFA1D8-D515-4048-B9BE-22A202F995B8}">
      <dsp:nvSpPr>
        <dsp:cNvPr id="0" name=""/>
        <dsp:cNvSpPr/>
      </dsp:nvSpPr>
      <dsp:spPr>
        <a:xfrm rot="1436742">
          <a:off x="5876545" y="5313446"/>
          <a:ext cx="819913" cy="29267"/>
        </a:xfrm>
        <a:custGeom>
          <a:avLst/>
          <a:gdLst/>
          <a:ahLst/>
          <a:cxnLst/>
          <a:rect l="0" t="0" r="0" b="0"/>
          <a:pathLst>
            <a:path>
              <a:moveTo>
                <a:pt x="0" y="14633"/>
              </a:moveTo>
              <a:lnTo>
                <a:pt x="819913" y="146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266004" y="5307582"/>
        <a:ext cx="40995" cy="40995"/>
      </dsp:txXfrm>
    </dsp:sp>
    <dsp:sp modelId="{A372546E-776C-4F57-99FC-48D704EF0094}">
      <dsp:nvSpPr>
        <dsp:cNvPr id="0" name=""/>
        <dsp:cNvSpPr/>
      </dsp:nvSpPr>
      <dsp:spPr>
        <a:xfrm>
          <a:off x="6661173" y="5231941"/>
          <a:ext cx="4115058" cy="5250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信号有效性校验</a:t>
          </a:r>
        </a:p>
      </dsp:txBody>
      <dsp:txXfrm>
        <a:off x="6676551" y="5247319"/>
        <a:ext cx="4084302" cy="494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3C4C8-D196-499C-A577-04C84D6E3B95}">
      <dsp:nvSpPr>
        <dsp:cNvPr id="0" name=""/>
        <dsp:cNvSpPr/>
      </dsp:nvSpPr>
      <dsp:spPr>
        <a:xfrm>
          <a:off x="0" y="120448"/>
          <a:ext cx="11207931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sz="18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如何将霍尔编码器系统分辨率提高一倍？（途径）</a:t>
          </a:r>
          <a:endParaRPr lang="zh-CN" sz="18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147692"/>
        <a:ext cx="11153443" cy="503601"/>
      </dsp:txXfrm>
    </dsp:sp>
    <dsp:sp modelId="{78B535DA-48DA-4C1E-AF38-92922AB1A296}">
      <dsp:nvSpPr>
        <dsp:cNvPr id="0" name=""/>
        <dsp:cNvSpPr/>
      </dsp:nvSpPr>
      <dsp:spPr>
        <a:xfrm>
          <a:off x="0" y="678538"/>
          <a:ext cx="11207931" cy="1006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85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使用插值技术（如倍频、边沿检测）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，对</a:t>
          </a: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A/B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通道的上升沿 </a:t>
          </a: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+ 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下降沿都计数，实现</a:t>
          </a: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×2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×4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倍分辨率。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更换更高分辨率的霍尔编码器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（更多极对数或更密集磁栅）。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提高采样频率与信号处理能力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，减少丢脉冲，允许高频计数。</a:t>
          </a:r>
        </a:p>
      </dsp:txBody>
      <dsp:txXfrm>
        <a:off x="0" y="678538"/>
        <a:ext cx="11207931" cy="1006020"/>
      </dsp:txXfrm>
    </dsp:sp>
    <dsp:sp modelId="{CFBC1F33-ECE6-4481-844B-AA3FB930615B}">
      <dsp:nvSpPr>
        <dsp:cNvPr id="0" name=""/>
        <dsp:cNvSpPr/>
      </dsp:nvSpPr>
      <dsp:spPr>
        <a:xfrm>
          <a:off x="0" y="1684558"/>
          <a:ext cx="11207931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强电磁干扰环境中，如何提高编码器信号可靠性？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1711802"/>
        <a:ext cx="11153443" cy="503601"/>
      </dsp:txXfrm>
    </dsp:sp>
    <dsp:sp modelId="{3090D75C-ECD8-42D7-9D62-BB9715F85827}">
      <dsp:nvSpPr>
        <dsp:cNvPr id="0" name=""/>
        <dsp:cNvSpPr/>
      </dsp:nvSpPr>
      <dsp:spPr>
        <a:xfrm>
          <a:off x="0" y="2242648"/>
          <a:ext cx="11207931" cy="134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85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采用差分信号传输（如</a:t>
          </a:r>
          <a:r>
            <a:rPr 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RS422/Line Driver</a:t>
          </a: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，增强抗干扰能力。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加装硬件滤波（</a:t>
          </a:r>
          <a:r>
            <a:rPr 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RC</a:t>
          </a: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LC</a:t>
          </a: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）与软件去抖</a:t>
          </a:r>
          <a:r>
            <a:rPr 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滤波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使用屏蔽电缆、良好接地与隔离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，远离功率线或高</a:t>
          </a: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dv/dt 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节点。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必要时加光电隔离或采用工业级隔离模块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sp:txBody>
      <dsp:txXfrm>
        <a:off x="0" y="2242648"/>
        <a:ext cx="11207931" cy="1341360"/>
      </dsp:txXfrm>
    </dsp:sp>
    <dsp:sp modelId="{17637B39-5D35-488D-937A-CB73B46264F2}">
      <dsp:nvSpPr>
        <dsp:cNvPr id="0" name=""/>
        <dsp:cNvSpPr/>
      </dsp:nvSpPr>
      <dsp:spPr>
        <a:xfrm>
          <a:off x="0" y="3584008"/>
          <a:ext cx="11207931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编码器安装偏差对控制系统有什么影响？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3611252"/>
        <a:ext cx="11153443" cy="503601"/>
      </dsp:txXfrm>
    </dsp:sp>
    <dsp:sp modelId="{13F2C84A-29B3-4FDB-A329-EECC5D9A7259}">
      <dsp:nvSpPr>
        <dsp:cNvPr id="0" name=""/>
        <dsp:cNvSpPr/>
      </dsp:nvSpPr>
      <dsp:spPr>
        <a:xfrm>
          <a:off x="0" y="4142098"/>
          <a:ext cx="11207931" cy="1006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85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零位偏差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→ 位置闭环出现固定误差，影响对齐控制（尤其是</a:t>
          </a: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FOC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初角）。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径向</a:t>
          </a:r>
          <a:r>
            <a:rPr 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轴向偏移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→ 信号幅值变化、抖动增加，导致估算速度不稳。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机械偏心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→ 产生周期性误差（齿槽效应），使速度环振荡，低速控制变差。</a:t>
          </a:r>
        </a:p>
      </dsp:txBody>
      <dsp:txXfrm>
        <a:off x="0" y="4142098"/>
        <a:ext cx="11207931" cy="1006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39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75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497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959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754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6530242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霍尔编码器原理与接口技术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06035953"/>
              </p:ext>
            </p:extLst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D90EAA3-E510-7FEC-E7E4-814E0F880AC1}"/>
              </a:ext>
            </a:extLst>
          </p:cNvPr>
          <p:cNvSpPr/>
          <p:nvPr/>
        </p:nvSpPr>
        <p:spPr>
          <a:xfrm>
            <a:off x="156754" y="923109"/>
            <a:ext cx="5556069" cy="188976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什么是编码器</a:t>
            </a:r>
          </a:p>
        </p:txBody>
      </p:sp>
      <p:graphicFrame>
        <p:nvGraphicFramePr>
          <p:cNvPr id="22" name="内容占位符 21">
            <a:extLst>
              <a:ext uri="{FF2B5EF4-FFF2-40B4-BE49-F238E27FC236}">
                <a16:creationId xmlns:a16="http://schemas.microsoft.com/office/drawing/2014/main" id="{E4D97F1C-67D2-95D9-D0CB-49169A13B7B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07051482"/>
              </p:ext>
            </p:extLst>
          </p:nvPr>
        </p:nvGraphicFramePr>
        <p:xfrm>
          <a:off x="6224677" y="827315"/>
          <a:ext cx="5625737" cy="5560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3A7928F-57F9-43A1-AB1B-2504A4E95F3C}"/>
              </a:ext>
            </a:extLst>
          </p:cNvPr>
          <p:cNvSpPr txBox="1"/>
          <p:nvPr/>
        </p:nvSpPr>
        <p:spPr>
          <a:xfrm>
            <a:off x="2046514" y="2256155"/>
            <a:ext cx="16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编制、转换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7A07A51-B5AC-45C3-8103-DF248BC15D8A}"/>
              </a:ext>
            </a:extLst>
          </p:cNvPr>
          <p:cNvSpPr/>
          <p:nvPr/>
        </p:nvSpPr>
        <p:spPr>
          <a:xfrm>
            <a:off x="2046514" y="1579507"/>
            <a:ext cx="1480457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447227B-ABA4-C9C3-1F4D-B5EBB0C04C6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358537" y="1902673"/>
            <a:ext cx="687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6125EDA-118A-FB33-A1AD-E24447B1DB6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526971" y="1902673"/>
            <a:ext cx="687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527E843-F85D-68FD-2AEE-A8B3927F6A2A}"/>
              </a:ext>
            </a:extLst>
          </p:cNvPr>
          <p:cNvSpPr txBox="1"/>
          <p:nvPr/>
        </p:nvSpPr>
        <p:spPr>
          <a:xfrm>
            <a:off x="291736" y="1256341"/>
            <a:ext cx="1663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不利于传输的信号或数据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921617-B1A2-92A5-FFF4-1044AC70C227}"/>
              </a:ext>
            </a:extLst>
          </p:cNvPr>
          <p:cNvSpPr txBox="1"/>
          <p:nvPr/>
        </p:nvSpPr>
        <p:spPr>
          <a:xfrm>
            <a:off x="3618411" y="1256341"/>
            <a:ext cx="1998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利于传输和存储的信号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923B8B0-5492-BD2B-9328-25A787360CCE}"/>
              </a:ext>
            </a:extLst>
          </p:cNvPr>
          <p:cNvSpPr/>
          <p:nvPr/>
        </p:nvSpPr>
        <p:spPr>
          <a:xfrm>
            <a:off x="156754" y="3711638"/>
            <a:ext cx="5556069" cy="188976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ADAE324-F637-E77E-C05D-5CD8909B93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0685" y="3787748"/>
            <a:ext cx="2525486" cy="17630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C697E24-12BD-F32F-851A-35F7FE69B37E}"/>
              </a:ext>
            </a:extLst>
          </p:cNvPr>
          <p:cNvSpPr txBox="1"/>
          <p:nvPr/>
        </p:nvSpPr>
        <p:spPr>
          <a:xfrm>
            <a:off x="156754" y="3711637"/>
            <a:ext cx="2063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相霍尔编码器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E288D5-7766-CB69-0832-11BF6A1C5BD8}"/>
              </a:ext>
            </a:extLst>
          </p:cNvPr>
          <p:cNvSpPr txBox="1"/>
          <p:nvPr/>
        </p:nvSpPr>
        <p:spPr>
          <a:xfrm>
            <a:off x="4746171" y="5232065"/>
            <a:ext cx="966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几块钱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ED6D0C0-0006-2831-56F2-23A463AAFB5E}"/>
              </a:ext>
            </a:extLst>
          </p:cNvPr>
          <p:cNvSpPr/>
          <p:nvPr/>
        </p:nvSpPr>
        <p:spPr>
          <a:xfrm>
            <a:off x="156754" y="1121159"/>
            <a:ext cx="6871063" cy="544510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旋转编码器原理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4394A8DF-3180-4B0D-737B-BD6C3569F3C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06720" y="1202159"/>
            <a:ext cx="5254148" cy="25993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D9D6BA9-BC71-8B45-707A-0899215E2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20" y="3882526"/>
            <a:ext cx="6133713" cy="2507251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1A9AEB3-5BAA-135B-C939-1C01D9761153}"/>
              </a:ext>
            </a:extLst>
          </p:cNvPr>
          <p:cNvCxnSpPr>
            <a:stCxn id="12" idx="1"/>
            <a:endCxn id="12" idx="3"/>
          </p:cNvCxnSpPr>
          <p:nvPr/>
        </p:nvCxnSpPr>
        <p:spPr>
          <a:xfrm>
            <a:off x="156754" y="3843711"/>
            <a:ext cx="6871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BBDDF69-128A-983D-E283-FC5DCC7A161C}"/>
              </a:ext>
            </a:extLst>
          </p:cNvPr>
          <p:cNvSpPr txBox="1"/>
          <p:nvPr/>
        </p:nvSpPr>
        <p:spPr>
          <a:xfrm>
            <a:off x="5294811" y="3591787"/>
            <a:ext cx="173300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光电增量式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FF4ED99-2DF6-43AC-8535-996EEDD11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2199" y="1707257"/>
            <a:ext cx="4893047" cy="247768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58114A6-D0BB-2D02-C2DD-F4AD53E3A78F}"/>
              </a:ext>
            </a:extLst>
          </p:cNvPr>
          <p:cNvSpPr txBox="1"/>
          <p:nvPr/>
        </p:nvSpPr>
        <p:spPr>
          <a:xfrm>
            <a:off x="7142199" y="1006800"/>
            <a:ext cx="120932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绝对式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DC607C-5C82-0DCD-66BA-4EDF28D5F8B7}"/>
              </a:ext>
            </a:extLst>
          </p:cNvPr>
          <p:cNvSpPr txBox="1"/>
          <p:nvPr/>
        </p:nvSpPr>
        <p:spPr>
          <a:xfrm>
            <a:off x="7297783" y="5041083"/>
            <a:ext cx="45632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编码盘有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个码道（例）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形成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个二进制数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将圆盘划分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个扇区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每个扇区对应一个 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位二进制数，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0001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1111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73A092-BBA6-C81F-84E0-360AA481C834}"/>
              </a:ext>
            </a:extLst>
          </p:cNvPr>
          <p:cNvSpPr txBox="1"/>
          <p:nvPr/>
        </p:nvSpPr>
        <p:spPr>
          <a:xfrm>
            <a:off x="7027818" y="4321296"/>
            <a:ext cx="516418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空白部分是透光的，用“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”来表示；涂黑的部分是不透光的，用“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”来表示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DE2D13-2987-44E4-557D-58BBF425DD4C}"/>
              </a:ext>
            </a:extLst>
          </p:cNvPr>
          <p:cNvSpPr txBox="1"/>
          <p:nvPr/>
        </p:nvSpPr>
        <p:spPr>
          <a:xfrm>
            <a:off x="8535103" y="1052966"/>
            <a:ext cx="3656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任意相邻的二进制格雷码数都只有一位不同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B4F5C-ED5F-FED8-0E6B-A81E5C9C4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编码器基本参数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EBAF6F6-BD06-CC0A-4EA0-F2EE7FC9CAA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287209813"/>
              </p:ext>
            </p:extLst>
          </p:nvPr>
        </p:nvGraphicFramePr>
        <p:xfrm>
          <a:off x="400594" y="862150"/>
          <a:ext cx="11591109" cy="59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952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418503E-9A7B-D9D6-3399-DE66A2ABA319}"/>
              </a:ext>
            </a:extLst>
          </p:cNvPr>
          <p:cNvSpPr/>
          <p:nvPr/>
        </p:nvSpPr>
        <p:spPr>
          <a:xfrm>
            <a:off x="4147576" y="2614581"/>
            <a:ext cx="7315200" cy="1200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 关键参数</a:t>
            </a:r>
            <a:r>
              <a:rPr lang="en-US" altLang="zh-CN" dirty="0"/>
              <a:t>PPR</a:t>
            </a:r>
            <a:r>
              <a:rPr lang="zh-CN" altLang="en-US" dirty="0"/>
              <a:t>解析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D0D0B8-598C-8210-FDE1-3F18BABE4A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6614" y="957610"/>
            <a:ext cx="9596952" cy="528223"/>
          </a:xfrm>
        </p:spPr>
        <p:txBody>
          <a:bodyPr>
            <a:normAutofit/>
          </a:bodyPr>
          <a:lstStyle/>
          <a:p>
            <a:pPr latinLnBrk="1"/>
            <a:r>
              <a:rPr lang="zh-CN" altLang="en-US" sz="2400" dirty="0"/>
              <a:t>以我们教学使用的“</a:t>
            </a:r>
            <a:r>
              <a:rPr lang="en-US" altLang="zh-CN" sz="2400" dirty="0"/>
              <a:t>13</a:t>
            </a:r>
            <a:r>
              <a:rPr lang="zh-CN" altLang="en-US" sz="2400" dirty="0"/>
              <a:t>线”（</a:t>
            </a:r>
            <a:r>
              <a:rPr lang="en-US" altLang="zh-CN" sz="2400" dirty="0"/>
              <a:t>PPR=13</a:t>
            </a:r>
            <a:r>
              <a:rPr lang="zh-CN" altLang="en-US" sz="2400" dirty="0"/>
              <a:t>）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相霍尔编码器为例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62238B-45EA-8159-4D7B-AA3D0A92EEB4}"/>
              </a:ext>
            </a:extLst>
          </p:cNvPr>
          <p:cNvSpPr/>
          <p:nvPr/>
        </p:nvSpPr>
        <p:spPr>
          <a:xfrm>
            <a:off x="5767369" y="2791824"/>
            <a:ext cx="2882537" cy="801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电机本体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495BEA-2701-2E1C-D4C9-D6769C050483}"/>
              </a:ext>
            </a:extLst>
          </p:cNvPr>
          <p:cNvSpPr/>
          <p:nvPr/>
        </p:nvSpPr>
        <p:spPr>
          <a:xfrm>
            <a:off x="4208538" y="2791824"/>
            <a:ext cx="1402077" cy="801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A6A5A3-6F19-7207-9D11-96B305F92EDB}"/>
              </a:ext>
            </a:extLst>
          </p:cNvPr>
          <p:cNvSpPr/>
          <p:nvPr/>
        </p:nvSpPr>
        <p:spPr>
          <a:xfrm>
            <a:off x="8824828" y="2791824"/>
            <a:ext cx="1369649" cy="801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减速装置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4E5BEB-B5C9-CCA8-67E0-A6C4664FEF8F}"/>
              </a:ext>
            </a:extLst>
          </p:cNvPr>
          <p:cNvSpPr/>
          <p:nvPr/>
        </p:nvSpPr>
        <p:spPr>
          <a:xfrm>
            <a:off x="10369399" y="3032037"/>
            <a:ext cx="1369649" cy="320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转轴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73FA890-29A5-A198-85B0-87AE3B0DB33F}"/>
              </a:ext>
            </a:extLst>
          </p:cNvPr>
          <p:cNvCxnSpPr>
            <a:cxnSpLocks/>
          </p:cNvCxnSpPr>
          <p:nvPr/>
        </p:nvCxnSpPr>
        <p:spPr>
          <a:xfrm flipH="1">
            <a:off x="2213028" y="3032037"/>
            <a:ext cx="19345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9C38D49-ED94-FD9B-287A-A94812178E48}"/>
              </a:ext>
            </a:extLst>
          </p:cNvPr>
          <p:cNvCxnSpPr>
            <a:cxnSpLocks/>
          </p:cNvCxnSpPr>
          <p:nvPr/>
        </p:nvCxnSpPr>
        <p:spPr>
          <a:xfrm flipH="1">
            <a:off x="2213028" y="3467466"/>
            <a:ext cx="19345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B8600FE-E74B-8B74-A9FF-B48A6FD91EBB}"/>
              </a:ext>
            </a:extLst>
          </p:cNvPr>
          <p:cNvSpPr txBox="1"/>
          <p:nvPr/>
        </p:nvSpPr>
        <p:spPr>
          <a:xfrm>
            <a:off x="3157201" y="261458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42EF233-650C-92A8-E4DD-CA2806384515}"/>
              </a:ext>
            </a:extLst>
          </p:cNvPr>
          <p:cNvSpPr txBox="1"/>
          <p:nvPr/>
        </p:nvSpPr>
        <p:spPr>
          <a:xfrm>
            <a:off x="3114338" y="3563715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D2113A-6F9A-64C1-D8D3-6A8F83260594}"/>
              </a:ext>
            </a:extLst>
          </p:cNvPr>
          <p:cNvSpPr txBox="1"/>
          <p:nvPr/>
        </p:nvSpPr>
        <p:spPr>
          <a:xfrm>
            <a:off x="10569696" y="3999144"/>
            <a:ext cx="1622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电机轴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C778BC-5BF8-765B-087C-01F83268FD5F}"/>
              </a:ext>
            </a:extLst>
          </p:cNvPr>
          <p:cNvSpPr txBox="1"/>
          <p:nvPr/>
        </p:nvSpPr>
        <p:spPr>
          <a:xfrm>
            <a:off x="6389582" y="3973364"/>
            <a:ext cx="1056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2B364B-D404-6C9A-9361-1C6A0D404502}"/>
              </a:ext>
            </a:extLst>
          </p:cNvPr>
          <p:cNvSpPr txBox="1"/>
          <p:nvPr/>
        </p:nvSpPr>
        <p:spPr>
          <a:xfrm>
            <a:off x="4049486" y="3964334"/>
            <a:ext cx="18914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zh-CN" altLang="en-US" sz="1400" dirty="0"/>
              <a:t>编码器每相 </a:t>
            </a:r>
            <a:r>
              <a:rPr lang="en-US" altLang="zh-CN" sz="1400" dirty="0"/>
              <a:t>A/B </a:t>
            </a:r>
            <a:r>
              <a:rPr lang="zh-CN" altLang="en-US" sz="1400" dirty="0"/>
              <a:t>每转输出 </a:t>
            </a:r>
            <a:r>
              <a:rPr lang="en-US" altLang="zh-CN" sz="1400" dirty="0"/>
              <a:t>13 </a:t>
            </a:r>
            <a:r>
              <a:rPr lang="zh-CN" altLang="en-US" sz="1400" dirty="0"/>
              <a:t>个周期（</a:t>
            </a:r>
            <a:r>
              <a:rPr lang="en-US" altLang="zh-CN" sz="1400" dirty="0"/>
              <a:t>PPR = 13</a:t>
            </a:r>
            <a:r>
              <a:rPr lang="zh-CN" altLang="en-US" sz="1400" dirty="0"/>
              <a:t>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2D9CB8-750F-1C68-6999-B77AE900C83A}"/>
              </a:ext>
            </a:extLst>
          </p:cNvPr>
          <p:cNvSpPr/>
          <p:nvPr/>
        </p:nvSpPr>
        <p:spPr>
          <a:xfrm>
            <a:off x="0" y="1846218"/>
            <a:ext cx="2229394" cy="28912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7B0762-8DE8-5798-E48E-85FDF7CDDC93}"/>
              </a:ext>
            </a:extLst>
          </p:cNvPr>
          <p:cNvSpPr txBox="1"/>
          <p:nvPr/>
        </p:nvSpPr>
        <p:spPr>
          <a:xfrm>
            <a:off x="66338" y="1864988"/>
            <a:ext cx="214669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主控芯片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Stm32F407IGT6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A6D1F4-21D0-0EEA-8580-165B82D2F8E0}"/>
              </a:ext>
            </a:extLst>
          </p:cNvPr>
          <p:cNvSpPr txBox="1"/>
          <p:nvPr/>
        </p:nvSpPr>
        <p:spPr>
          <a:xfrm>
            <a:off x="502925" y="2846933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channel 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434A459-03D2-D677-F633-19FF360F744B}"/>
              </a:ext>
            </a:extLst>
          </p:cNvPr>
          <p:cNvSpPr txBox="1"/>
          <p:nvPr/>
        </p:nvSpPr>
        <p:spPr>
          <a:xfrm>
            <a:off x="502925" y="3324641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channel 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B3FA34-CFC0-623E-2712-389FDF23B276}"/>
              </a:ext>
            </a:extLst>
          </p:cNvPr>
          <p:cNvSpPr txBox="1"/>
          <p:nvPr/>
        </p:nvSpPr>
        <p:spPr>
          <a:xfrm>
            <a:off x="2213028" y="4000784"/>
            <a:ext cx="1934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每个周期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个边沿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上升沿、下降沿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AF3599-33F1-37C8-9523-FEFBD243D1A6}"/>
              </a:ext>
            </a:extLst>
          </p:cNvPr>
          <p:cNvSpPr txBox="1"/>
          <p:nvPr/>
        </p:nvSpPr>
        <p:spPr>
          <a:xfrm>
            <a:off x="66338" y="5075052"/>
            <a:ext cx="11574727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所以，输出轴转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圈 定时器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模式数到的边沿数量共：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latinLnBrk="1"/>
            <a:endParaRPr lang="en-US" altLang="zh-CN" dirty="0"/>
          </a:p>
          <a:p>
            <a:pPr algn="ctr" latinLnBrk="1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1(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输出轴转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× 30(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减速比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× 13(PPR) × 2(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边沿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× 2(A/B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= 1560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298655-B3FD-EF3F-9550-8EB312804169}"/>
              </a:ext>
            </a:extLst>
          </p:cNvPr>
          <p:cNvSpPr txBox="1"/>
          <p:nvPr/>
        </p:nvSpPr>
        <p:spPr>
          <a:xfrm>
            <a:off x="8824828" y="3961379"/>
            <a:ext cx="1369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转输出轴才转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圈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25E560-ADDE-0F3B-B573-C64BC45EC712}"/>
              </a:ext>
            </a:extLst>
          </p:cNvPr>
          <p:cNvSpPr txBox="1"/>
          <p:nvPr/>
        </p:nvSpPr>
        <p:spPr>
          <a:xfrm>
            <a:off x="4289894" y="1565788"/>
            <a:ext cx="7536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有些编码器是有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ABZ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三相，其中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AB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相是用来计数，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z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相输出零点信号。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843CA-7F1F-D5EF-2E42-AB38CF44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霍尔编码器的原理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6D3CCCF-9A1D-1001-2512-6BFA70CC267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916050" y="988147"/>
            <a:ext cx="1210074" cy="169324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2EF123C-2C3C-E1EA-54CA-FB384BA27E6D}"/>
              </a:ext>
            </a:extLst>
          </p:cNvPr>
          <p:cNvSpPr txBox="1"/>
          <p:nvPr/>
        </p:nvSpPr>
        <p:spPr>
          <a:xfrm>
            <a:off x="2836431" y="1371324"/>
            <a:ext cx="88043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霍尔传感器三根引脚：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VCC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（一般接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5V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供电），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GND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（电源地），信号线，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默认情况下该信号线是低电平的，</a:t>
            </a:r>
            <a:endParaRPr lang="en-US" altLang="zh-CN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当有磁场接近时（实际就是要求磁场强度达到一定值后）霍尔传感器的信号线就变为高电平；</a:t>
            </a:r>
            <a:endParaRPr lang="en-US" altLang="zh-CN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如果此时把磁场移开，信号线又变为低电平。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7DCE66-BF79-2EDE-8029-EBBF4E22D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78" y="2791847"/>
            <a:ext cx="1753757" cy="17570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5715159-CD44-1859-A737-CCDAA98C082D}"/>
              </a:ext>
            </a:extLst>
          </p:cNvPr>
          <p:cNvSpPr txBox="1"/>
          <p:nvPr/>
        </p:nvSpPr>
        <p:spPr>
          <a:xfrm>
            <a:off x="1197921" y="41795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霍尔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D458251-ADAE-7FD3-BF34-7497F596B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530" y="4417803"/>
            <a:ext cx="3972470" cy="220692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0724A00-0B91-57D6-8BCC-C70DEA163BED}"/>
              </a:ext>
            </a:extLst>
          </p:cNvPr>
          <p:cNvSpPr txBox="1"/>
          <p:nvPr/>
        </p:nvSpPr>
        <p:spPr>
          <a:xfrm>
            <a:off x="2836431" y="3295995"/>
            <a:ext cx="8804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磁环固定在直流电机转轴上的，与减速电机的输出轴是不一样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5E0DC2-569B-FE2C-2DD6-BD876ED7E817}"/>
              </a:ext>
            </a:extLst>
          </p:cNvPr>
          <p:cNvSpPr txBox="1"/>
          <p:nvPr/>
        </p:nvSpPr>
        <p:spPr>
          <a:xfrm>
            <a:off x="2836431" y="3956138"/>
            <a:ext cx="8327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编码器使用了铁氧体磁环、两个霍尔传感器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两个霍尔传感器位置与转轴的连线是相差 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 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度的</a:t>
            </a:r>
            <a:endParaRPr lang="en-US" altLang="zh-CN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直流电机轴旋转一圈在霍尔传感器引脚有 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13 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个周期的脉冲信号输出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DD1A9D-93C5-6973-8044-A8AB8A8057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40" b="6816"/>
          <a:stretch>
            <a:fillRect/>
          </a:stretch>
        </p:blipFill>
        <p:spPr>
          <a:xfrm>
            <a:off x="581509" y="5024845"/>
            <a:ext cx="2525486" cy="159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3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BCA090A-76B7-F99D-EC79-0A8E2C377B9E}"/>
              </a:ext>
            </a:extLst>
          </p:cNvPr>
          <p:cNvSpPr/>
          <p:nvPr/>
        </p:nvSpPr>
        <p:spPr>
          <a:xfrm>
            <a:off x="156754" y="4342874"/>
            <a:ext cx="11621980" cy="237399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7CB6E5-1C56-EB0D-5086-E28A249E0736}"/>
              </a:ext>
            </a:extLst>
          </p:cNvPr>
          <p:cNvSpPr/>
          <p:nvPr/>
        </p:nvSpPr>
        <p:spPr>
          <a:xfrm>
            <a:off x="156754" y="1053858"/>
            <a:ext cx="5682735" cy="321334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 硬件连接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684792D-172B-2035-1974-62CC666FE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93" y="4520112"/>
            <a:ext cx="3750448" cy="207738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125508B-20D5-2595-0D4A-DB72FBD4A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" y="1129533"/>
            <a:ext cx="4694874" cy="20963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3A440AD-B140-17F3-B208-7675E4370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47" y="4452121"/>
            <a:ext cx="4114800" cy="22383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89EC26-1D2F-DDFC-4DC3-BB5950F51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81" y="3171457"/>
            <a:ext cx="1733550" cy="9906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8772CBB-3763-EEEF-D1C1-7F691244894F}"/>
              </a:ext>
            </a:extLst>
          </p:cNvPr>
          <p:cNvSpPr txBox="1"/>
          <p:nvPr/>
        </p:nvSpPr>
        <p:spPr>
          <a:xfrm>
            <a:off x="3466147" y="3823313"/>
            <a:ext cx="237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Motor-1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电机开发板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8D4303-4626-B71A-3F8A-E8AB11874F39}"/>
              </a:ext>
            </a:extLst>
          </p:cNvPr>
          <p:cNvSpPr txBox="1"/>
          <p:nvPr/>
        </p:nvSpPr>
        <p:spPr>
          <a:xfrm>
            <a:off x="9455841" y="6234001"/>
            <a:ext cx="2322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直流有刷电机驱动板</a:t>
            </a:r>
          </a:p>
        </p:txBody>
      </p:sp>
      <p:sp>
        <p:nvSpPr>
          <p:cNvPr id="15" name="箭头: 上下 14">
            <a:extLst>
              <a:ext uri="{FF2B5EF4-FFF2-40B4-BE49-F238E27FC236}">
                <a16:creationId xmlns:a16="http://schemas.microsoft.com/office/drawing/2014/main" id="{F0C4338F-BD42-7F27-BC15-7B207D27F8A5}"/>
              </a:ext>
            </a:extLst>
          </p:cNvPr>
          <p:cNvSpPr/>
          <p:nvPr/>
        </p:nvSpPr>
        <p:spPr>
          <a:xfrm>
            <a:off x="2114865" y="4046335"/>
            <a:ext cx="269421" cy="47961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上下 15">
            <a:extLst>
              <a:ext uri="{FF2B5EF4-FFF2-40B4-BE49-F238E27FC236}">
                <a16:creationId xmlns:a16="http://schemas.microsoft.com/office/drawing/2014/main" id="{3C81D4F8-00F2-03F0-C3AA-98D9E28DDE87}"/>
              </a:ext>
            </a:extLst>
          </p:cNvPr>
          <p:cNvSpPr/>
          <p:nvPr/>
        </p:nvSpPr>
        <p:spPr>
          <a:xfrm>
            <a:off x="6896652" y="3076264"/>
            <a:ext cx="269421" cy="138161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E9DD524-E369-AA0A-359B-47BA3A1CA8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4806" y="3051269"/>
            <a:ext cx="3367194" cy="24318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243A1C-3274-0F68-0793-F9C1E5B408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053857"/>
            <a:ext cx="5682734" cy="202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STM32</a:t>
            </a:r>
            <a:r>
              <a:rPr lang="zh-CN" altLang="en-US" dirty="0"/>
              <a:t>编码器接口模式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C12C366-3064-FEAB-26BE-FD04AC01488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" y="1053857"/>
            <a:ext cx="6261462" cy="3078075"/>
          </a:xfrm>
        </p:spPr>
        <p:txBody>
          <a:bodyPr>
            <a:normAutofit lnSpcReduction="10000"/>
          </a:bodyPr>
          <a:lstStyle/>
          <a:p>
            <a:pPr latinLnBrk="1"/>
            <a:r>
              <a:rPr lang="en-US" altLang="zh-CN" sz="1400" dirty="0"/>
              <a:t>STM32</a:t>
            </a:r>
            <a:r>
              <a:rPr lang="zh-CN" altLang="en-US" sz="1400" dirty="0"/>
              <a:t>编码器接口模式，专用硬件解决方案：</a:t>
            </a:r>
          </a:p>
          <a:p>
            <a:pPr latinLnBrk="1"/>
            <a:r>
              <a:rPr lang="zh-CN" altLang="en-US" sz="1400" b="1" dirty="0"/>
              <a:t>配置步骤：</a:t>
            </a:r>
          </a:p>
          <a:p>
            <a:pPr latinLnBrk="1"/>
            <a:r>
              <a:rPr lang="en-US" altLang="zh-CN" sz="1400" dirty="0"/>
              <a:t>1. </a:t>
            </a:r>
            <a:r>
              <a:rPr lang="zh-CN" altLang="en-US" sz="1400" dirty="0"/>
              <a:t>选择支持编码器模式的定时器（</a:t>
            </a:r>
            <a:r>
              <a:rPr lang="en-US" altLang="zh-CN" sz="1400" dirty="0"/>
              <a:t>TIM2-5</a:t>
            </a:r>
            <a:r>
              <a:rPr lang="zh-CN" altLang="en-US" sz="1400" dirty="0"/>
              <a:t>，</a:t>
            </a:r>
            <a:r>
              <a:rPr lang="en-US" altLang="zh-CN" sz="1400" dirty="0"/>
              <a:t>9-14</a:t>
            </a:r>
            <a:r>
              <a:rPr lang="zh-CN" altLang="en-US" sz="1400" dirty="0"/>
              <a:t>，即通用定时器、高级定时器）</a:t>
            </a:r>
          </a:p>
          <a:p>
            <a:pPr latinLnBrk="1"/>
            <a:r>
              <a:rPr lang="en-US" altLang="zh-CN" sz="1400" dirty="0"/>
              <a:t>2. </a:t>
            </a:r>
            <a:r>
              <a:rPr lang="zh-CN" altLang="en-US" sz="1400" dirty="0"/>
              <a:t>配置通道为编码器模式</a:t>
            </a:r>
          </a:p>
          <a:p>
            <a:pPr latinLnBrk="1"/>
            <a:r>
              <a:rPr lang="en-US" altLang="zh-CN" sz="1400" dirty="0"/>
              <a:t>3. </a:t>
            </a:r>
            <a:r>
              <a:rPr lang="zh-CN" altLang="en-US" sz="1400" dirty="0"/>
              <a:t>设置滤波参数和极性</a:t>
            </a:r>
          </a:p>
          <a:p>
            <a:pPr latinLnBrk="1"/>
            <a:r>
              <a:rPr lang="en-US" altLang="zh-CN" sz="1400" dirty="0"/>
              <a:t>4. </a:t>
            </a:r>
            <a:r>
              <a:rPr lang="zh-CN" altLang="en-US" sz="1400" dirty="0"/>
              <a:t>使能定时器和中断</a:t>
            </a:r>
          </a:p>
          <a:p>
            <a:pPr latinLnBrk="1"/>
            <a:r>
              <a:rPr lang="zh-CN" altLang="en-US" sz="1400" b="1" dirty="0"/>
              <a:t>优势：</a:t>
            </a:r>
          </a:p>
          <a:p>
            <a:pPr latinLnBrk="1"/>
            <a:r>
              <a:rPr lang="en-US" altLang="zh-CN" sz="1400" dirty="0"/>
              <a:t>- </a:t>
            </a:r>
            <a:r>
              <a:rPr lang="zh-CN" altLang="en-US" sz="1400" dirty="0"/>
              <a:t>硬件自动计数，不占用</a:t>
            </a:r>
            <a:r>
              <a:rPr lang="en-US" altLang="zh-CN" sz="1400" dirty="0"/>
              <a:t>CPU</a:t>
            </a:r>
          </a:p>
          <a:p>
            <a:pPr latinLnBrk="1"/>
            <a:r>
              <a:rPr lang="en-US" altLang="zh-CN" sz="1400" dirty="0"/>
              <a:t>- </a:t>
            </a:r>
            <a:r>
              <a:rPr lang="zh-CN" altLang="en-US" sz="1400" dirty="0"/>
              <a:t>自动方向识别</a:t>
            </a:r>
          </a:p>
          <a:p>
            <a:pPr latinLnBrk="1"/>
            <a:r>
              <a:rPr lang="en-US" altLang="zh-CN" sz="1400" dirty="0"/>
              <a:t>- </a:t>
            </a:r>
            <a:r>
              <a:rPr lang="zh-CN" altLang="en-US" sz="1400" dirty="0"/>
              <a:t>支持</a:t>
            </a:r>
            <a:r>
              <a:rPr lang="en-US" altLang="zh-CN" sz="1400" dirty="0"/>
              <a:t>4</a:t>
            </a:r>
            <a:r>
              <a:rPr lang="zh-CN" altLang="en-US" sz="1400" dirty="0"/>
              <a:t>倍频提高分辨率</a:t>
            </a:r>
          </a:p>
          <a:p>
            <a:endParaRPr lang="zh-CN" alt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C9B961-2FD4-D5D7-D442-571121CFE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14" y="984187"/>
            <a:ext cx="5762685" cy="58041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B5375D-8A56-9063-FB37-2ACE3F214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5" y="4249783"/>
            <a:ext cx="6365425" cy="253854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3B574B-7CFC-4DF1-6090-2B27064756BE}"/>
              </a:ext>
            </a:extLst>
          </p:cNvPr>
          <p:cNvSpPr/>
          <p:nvPr/>
        </p:nvSpPr>
        <p:spPr>
          <a:xfrm>
            <a:off x="9222377" y="2473234"/>
            <a:ext cx="1776549" cy="3396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BA4D706-3D51-CE30-A794-C9F2C0694361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8316686" y="2812869"/>
            <a:ext cx="1793966" cy="7837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7E282-4BE2-F17C-4C38-277FC8AF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信号质量与抗干扰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DB789FBF-3E58-0BC8-ADA3-D3AC26F0BB4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51470347"/>
              </p:ext>
            </p:extLst>
          </p:nvPr>
        </p:nvGraphicFramePr>
        <p:xfrm>
          <a:off x="0" y="1097279"/>
          <a:ext cx="12192000" cy="5760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5743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FAFC7-F040-E056-B080-49DC913F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实际使用考量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DC735A-56E7-30AE-5C54-CFF0F4B822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2571" y="1062566"/>
            <a:ext cx="7855131" cy="5345255"/>
          </a:xfrm>
        </p:spPr>
        <p:txBody>
          <a:bodyPr>
            <a:normAutofit fontScale="92500" lnSpcReduction="10000"/>
          </a:bodyPr>
          <a:lstStyle/>
          <a:p>
            <a:pPr latinLnBrk="1"/>
            <a:r>
              <a:rPr lang="zh-CN" altLang="en-US" dirty="0"/>
              <a:t>安装精度影响：</a:t>
            </a:r>
          </a:p>
          <a:p>
            <a:pPr latinLnBrk="1"/>
            <a:r>
              <a:rPr lang="en-US" altLang="zh-CN" dirty="0"/>
              <a:t>- </a:t>
            </a:r>
            <a:r>
              <a:rPr lang="zh-CN" altLang="en-US" dirty="0"/>
              <a:t>霍尔元件安装偏差导致脉冲不均匀</a:t>
            </a:r>
          </a:p>
          <a:p>
            <a:pPr latinLnBrk="1"/>
            <a:r>
              <a:rPr lang="en-US" altLang="zh-CN" dirty="0"/>
              <a:t>- </a:t>
            </a:r>
            <a:r>
              <a:rPr lang="zh-CN" altLang="en-US" dirty="0"/>
              <a:t>磁环偏心引起信号幅度变化</a:t>
            </a:r>
          </a:p>
          <a:p>
            <a:pPr latinLnBrk="1"/>
            <a:endParaRPr lang="zh-CN" altLang="en-US" dirty="0"/>
          </a:p>
          <a:p>
            <a:pPr latinLnBrk="1"/>
            <a:r>
              <a:rPr lang="zh-CN" altLang="en-US" dirty="0"/>
              <a:t>环境适应性：</a:t>
            </a:r>
          </a:p>
          <a:p>
            <a:pPr latinLnBrk="1"/>
            <a:r>
              <a:rPr lang="en-US" altLang="zh-CN" dirty="0"/>
              <a:t>- </a:t>
            </a:r>
            <a:r>
              <a:rPr lang="zh-CN" altLang="en-US" dirty="0"/>
              <a:t>温度对霍尔灵敏度的影响</a:t>
            </a:r>
          </a:p>
          <a:p>
            <a:pPr latinLnBrk="1"/>
            <a:r>
              <a:rPr lang="en-US" altLang="zh-CN" dirty="0"/>
              <a:t>- </a:t>
            </a:r>
            <a:r>
              <a:rPr lang="zh-CN" altLang="en-US" dirty="0"/>
              <a:t>电磁兼容性设计要点</a:t>
            </a:r>
          </a:p>
          <a:p>
            <a:pPr latinLnBrk="1"/>
            <a:endParaRPr lang="zh-CN" altLang="en-US" dirty="0"/>
          </a:p>
          <a:p>
            <a:pPr latinLnBrk="1"/>
            <a:r>
              <a:rPr lang="zh-CN" altLang="en-US" dirty="0"/>
              <a:t>校准方法：</a:t>
            </a:r>
          </a:p>
          <a:p>
            <a:pPr latinLnBrk="1"/>
            <a:r>
              <a:rPr lang="en-US" altLang="zh-CN" dirty="0"/>
              <a:t>- </a:t>
            </a:r>
            <a:r>
              <a:rPr lang="zh-CN" altLang="en-US" dirty="0"/>
              <a:t>旋转多圈统计平均</a:t>
            </a:r>
            <a:r>
              <a:rPr lang="en-US" altLang="zh-CN" dirty="0"/>
              <a:t>PPR</a:t>
            </a:r>
          </a:p>
          <a:p>
            <a:pPr latinLnBrk="1"/>
            <a:r>
              <a:rPr lang="en-US" altLang="zh-CN" dirty="0"/>
              <a:t>- </a:t>
            </a:r>
            <a:r>
              <a:rPr lang="zh-CN" altLang="en-US" dirty="0"/>
              <a:t>动态补偿安装误差</a:t>
            </a:r>
          </a:p>
        </p:txBody>
      </p:sp>
    </p:spTree>
    <p:extLst>
      <p:ext uri="{BB962C8B-B14F-4D97-AF65-F5344CB8AC3E}">
        <p14:creationId xmlns:p14="http://schemas.microsoft.com/office/powerpoint/2010/main" val="262276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F6A64-E816-4BA7-29BA-3372E4FA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C6273547-4C33-EE92-6ED4-586AE28055B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647803697"/>
              </p:ext>
            </p:extLst>
          </p:nvPr>
        </p:nvGraphicFramePr>
        <p:xfrm>
          <a:off x="557349" y="1053858"/>
          <a:ext cx="11207931" cy="5268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842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6378</TotalTime>
  <Words>1370</Words>
  <Application>Microsoft Office PowerPoint</Application>
  <PresentationFormat>宽屏</PresentationFormat>
  <Paragraphs>161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-apple-system</vt:lpstr>
      <vt:lpstr>Source Han Sans</vt:lpstr>
      <vt:lpstr>Source Han Sans CN Regular</vt:lpstr>
      <vt:lpstr>var(--ds-font-family-code)</vt:lpstr>
      <vt:lpstr>等线</vt:lpstr>
      <vt:lpstr>微软雅黑</vt:lpstr>
      <vt:lpstr>Arial</vt:lpstr>
      <vt:lpstr>Office 主题​​</vt:lpstr>
      <vt:lpstr>PowerPoint 演示文稿</vt:lpstr>
      <vt:lpstr>学习目标</vt:lpstr>
      <vt:lpstr>1. 什么是编码器</vt:lpstr>
      <vt:lpstr>2. 旋转编码器原理</vt:lpstr>
      <vt:lpstr>3. 编码器基本参数</vt:lpstr>
      <vt:lpstr>4.  关键参数PPR解析</vt:lpstr>
      <vt:lpstr>5. 霍尔编码器的原理</vt:lpstr>
      <vt:lpstr>6. 硬件连接</vt:lpstr>
      <vt:lpstr>7. STM32编码器接口模式</vt:lpstr>
      <vt:lpstr>6. 信号质量与抗干扰</vt:lpstr>
      <vt:lpstr>7. 实际使用考量</vt:lpstr>
      <vt:lpstr>思考题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173</cp:revision>
  <dcterms:created xsi:type="dcterms:W3CDTF">2025-05-21T06:55:53Z</dcterms:created>
  <dcterms:modified xsi:type="dcterms:W3CDTF">2025-11-15T06:49:46Z</dcterms:modified>
</cp:coreProperties>
</file>