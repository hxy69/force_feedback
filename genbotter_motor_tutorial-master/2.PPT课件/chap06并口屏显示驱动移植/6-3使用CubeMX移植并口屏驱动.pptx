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9" r:id="rId2"/>
    <p:sldId id="802" r:id="rId3"/>
    <p:sldId id="800" r:id="rId4"/>
    <p:sldId id="803" r:id="rId5"/>
    <p:sldId id="805" r:id="rId6"/>
    <p:sldId id="804" r:id="rId7"/>
    <p:sldId id="806" r:id="rId8"/>
    <p:sldId id="28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93D8"/>
    <a:srgbClr val="F94502"/>
    <a:srgbClr val="FFFFFF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b="0" i="0" baseline="0" dirty="0"/>
            <a:t>1. </a:t>
          </a:r>
          <a:r>
            <a:rPr lang="zh-CN" altLang="en-US" b="0" i="0" baseline="0" dirty="0"/>
            <a:t>案例目标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D118A83C-5222-4221-A506-F83C2AA7FC34}">
      <dgm:prSet/>
      <dgm:spPr/>
      <dgm:t>
        <a:bodyPr/>
        <a:lstStyle/>
        <a:p>
          <a:r>
            <a:rPr lang="en-US" altLang="zh-CN" b="0" i="0" baseline="0" dirty="0"/>
            <a:t>2. </a:t>
          </a:r>
          <a:r>
            <a:rPr lang="zh-CN" altLang="en-US" b="0" i="0" baseline="0" dirty="0"/>
            <a:t>外设接口</a:t>
          </a:r>
          <a:endParaRPr lang="zh-CN" dirty="0"/>
        </a:p>
      </dgm:t>
    </dgm:pt>
    <dgm:pt modelId="{D48F979D-CEE7-4607-A4C7-859C651DBD36}" type="parTrans" cxnId="{3A69001C-F338-4EBD-8B42-35A6ECB5A607}">
      <dgm:prSet/>
      <dgm:spPr/>
      <dgm:t>
        <a:bodyPr/>
        <a:lstStyle/>
        <a:p>
          <a:endParaRPr lang="zh-CN" altLang="en-US"/>
        </a:p>
      </dgm:t>
    </dgm:pt>
    <dgm:pt modelId="{2BFAFC48-F919-4681-86DE-0DA1D0706F30}" type="sibTrans" cxnId="{3A69001C-F338-4EBD-8B42-35A6ECB5A607}">
      <dgm:prSet/>
      <dgm:spPr/>
      <dgm:t>
        <a:bodyPr/>
        <a:lstStyle/>
        <a:p>
          <a:endParaRPr lang="zh-CN" altLang="en-US"/>
        </a:p>
      </dgm:t>
    </dgm:pt>
    <dgm:pt modelId="{4ED9C52C-BB00-4A4E-A056-6D3431BE6546}">
      <dgm:prSet/>
      <dgm:spPr/>
      <dgm:t>
        <a:bodyPr/>
        <a:lstStyle/>
        <a:p>
          <a:r>
            <a:rPr lang="en-US" altLang="zh-CN" b="0" i="0" baseline="0" dirty="0"/>
            <a:t>3. </a:t>
          </a:r>
          <a:r>
            <a:rPr lang="zh-CN" altLang="en-US" dirty="0"/>
            <a:t>工程编码演示</a:t>
          </a:r>
          <a:endParaRPr lang="zh-CN" dirty="0"/>
        </a:p>
      </dgm:t>
    </dgm:pt>
    <dgm:pt modelId="{2A55890C-BCED-4C0F-B7C8-B61AB761DB99}" type="parTrans" cxnId="{E7799A96-6B0A-45EF-95AE-AD47B39B047A}">
      <dgm:prSet/>
      <dgm:spPr/>
      <dgm:t>
        <a:bodyPr/>
        <a:lstStyle/>
        <a:p>
          <a:endParaRPr lang="zh-CN" altLang="en-US"/>
        </a:p>
      </dgm:t>
    </dgm:pt>
    <dgm:pt modelId="{B6A78FE3-AB56-465F-B4B0-EC8772DCEF17}" type="sibTrans" cxnId="{E7799A96-6B0A-45EF-95AE-AD47B39B047A}">
      <dgm:prSet/>
      <dgm:spPr/>
      <dgm:t>
        <a:bodyPr/>
        <a:lstStyle/>
        <a:p>
          <a:endParaRPr lang="zh-CN" altLang="en-US"/>
        </a:p>
      </dgm:t>
    </dgm:pt>
    <dgm:pt modelId="{738BEC7C-3245-4286-9DF7-13B01FFA45FB}" type="pres">
      <dgm:prSet presAssocID="{8CD2E5DB-863B-4C72-909B-8B419B7117A4}" presName="Name0" presStyleCnt="0">
        <dgm:presLayoutVars>
          <dgm:chMax/>
          <dgm:chPref/>
          <dgm:dir/>
        </dgm:presLayoutVars>
      </dgm:prSet>
      <dgm:spPr/>
    </dgm:pt>
    <dgm:pt modelId="{055E1E82-F836-47A6-BC32-2DE6ACF44229}" type="pres">
      <dgm:prSet presAssocID="{E64E6344-03F3-41EA-B2B3-D9F732B8BD60}" presName="parenttextcomposite" presStyleCnt="0"/>
      <dgm:spPr/>
    </dgm:pt>
    <dgm:pt modelId="{1C4478CB-78FA-4414-9C89-53ACFBCE411B}" type="pres">
      <dgm:prSet presAssocID="{E64E6344-03F3-41EA-B2B3-D9F732B8BD60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B0277B7C-836D-47A8-B3BC-AC5757B50D54}" type="pres">
      <dgm:prSet presAssocID="{E64E6344-03F3-41EA-B2B3-D9F732B8BD60}" presName="parallelogramComposite" presStyleCnt="0"/>
      <dgm:spPr/>
    </dgm:pt>
    <dgm:pt modelId="{A614731B-BCE0-4731-84AA-055B66388F5D}" type="pres">
      <dgm:prSet presAssocID="{E64E6344-03F3-41EA-B2B3-D9F732B8BD60}" presName="parallelogram1" presStyleLbl="alignNode1" presStyleIdx="0" presStyleCnt="21"/>
      <dgm:spPr/>
    </dgm:pt>
    <dgm:pt modelId="{25AE42F5-658F-48EB-9FCF-DCC1A6CF8AE4}" type="pres">
      <dgm:prSet presAssocID="{E64E6344-03F3-41EA-B2B3-D9F732B8BD60}" presName="parallelogram2" presStyleLbl="alignNode1" presStyleIdx="1" presStyleCnt="21"/>
      <dgm:spPr/>
    </dgm:pt>
    <dgm:pt modelId="{FEE00E69-F14F-43AF-8A1E-E4E7EA79D594}" type="pres">
      <dgm:prSet presAssocID="{E64E6344-03F3-41EA-B2B3-D9F732B8BD60}" presName="parallelogram3" presStyleLbl="alignNode1" presStyleIdx="2" presStyleCnt="21"/>
      <dgm:spPr/>
    </dgm:pt>
    <dgm:pt modelId="{C945F776-9E00-4635-AB7D-CB30AD2AFD9F}" type="pres">
      <dgm:prSet presAssocID="{E64E6344-03F3-41EA-B2B3-D9F732B8BD60}" presName="parallelogram4" presStyleLbl="alignNode1" presStyleIdx="3" presStyleCnt="21"/>
      <dgm:spPr/>
    </dgm:pt>
    <dgm:pt modelId="{2189FF60-D3C8-4931-B00D-B45E380C9F68}" type="pres">
      <dgm:prSet presAssocID="{E64E6344-03F3-41EA-B2B3-D9F732B8BD60}" presName="parallelogram5" presStyleLbl="alignNode1" presStyleIdx="4" presStyleCnt="21"/>
      <dgm:spPr/>
    </dgm:pt>
    <dgm:pt modelId="{90D9821C-89AA-4408-A115-111B28E9EEF7}" type="pres">
      <dgm:prSet presAssocID="{E64E6344-03F3-41EA-B2B3-D9F732B8BD60}" presName="parallelogram6" presStyleLbl="alignNode1" presStyleIdx="5" presStyleCnt="21"/>
      <dgm:spPr/>
    </dgm:pt>
    <dgm:pt modelId="{FE5A3424-D893-4DB0-AED5-4AA5EEE9E952}" type="pres">
      <dgm:prSet presAssocID="{E64E6344-03F3-41EA-B2B3-D9F732B8BD60}" presName="parallelogram7" presStyleLbl="alignNode1" presStyleIdx="6" presStyleCnt="21"/>
      <dgm:spPr/>
    </dgm:pt>
    <dgm:pt modelId="{DB53369C-F37E-439A-B454-2A3E26B5C592}" type="pres">
      <dgm:prSet presAssocID="{0DC89421-7892-4BB5-8A47-F6705D342A56}" presName="sibTrans" presStyleCnt="0"/>
      <dgm:spPr/>
    </dgm:pt>
    <dgm:pt modelId="{972A3C29-5A13-436B-B57C-C9F86793AEB6}" type="pres">
      <dgm:prSet presAssocID="{D118A83C-5222-4221-A506-F83C2AA7FC34}" presName="parenttextcomposite" presStyleCnt="0"/>
      <dgm:spPr/>
    </dgm:pt>
    <dgm:pt modelId="{E3B57A0B-D321-4B2B-AF35-06912DD4DB42}" type="pres">
      <dgm:prSet presAssocID="{D118A83C-5222-4221-A506-F83C2AA7FC34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B6D4990B-EFB7-4577-B1DD-2745398976C9}" type="pres">
      <dgm:prSet presAssocID="{D118A83C-5222-4221-A506-F83C2AA7FC34}" presName="parallelogramComposite" presStyleCnt="0"/>
      <dgm:spPr/>
    </dgm:pt>
    <dgm:pt modelId="{EF36861A-3A1C-4428-A4B8-9A815B01A6F1}" type="pres">
      <dgm:prSet presAssocID="{D118A83C-5222-4221-A506-F83C2AA7FC34}" presName="parallelogram1" presStyleLbl="alignNode1" presStyleIdx="7" presStyleCnt="21"/>
      <dgm:spPr/>
    </dgm:pt>
    <dgm:pt modelId="{5928AD55-6F0E-485C-828B-D9F30DC1009A}" type="pres">
      <dgm:prSet presAssocID="{D118A83C-5222-4221-A506-F83C2AA7FC34}" presName="parallelogram2" presStyleLbl="alignNode1" presStyleIdx="8" presStyleCnt="21"/>
      <dgm:spPr/>
    </dgm:pt>
    <dgm:pt modelId="{49F4CDC7-51CB-4ED6-A750-F71B734FD8A2}" type="pres">
      <dgm:prSet presAssocID="{D118A83C-5222-4221-A506-F83C2AA7FC34}" presName="parallelogram3" presStyleLbl="alignNode1" presStyleIdx="9" presStyleCnt="21"/>
      <dgm:spPr/>
    </dgm:pt>
    <dgm:pt modelId="{DB8D2BE4-B05F-4F08-8C1C-214B361034C5}" type="pres">
      <dgm:prSet presAssocID="{D118A83C-5222-4221-A506-F83C2AA7FC34}" presName="parallelogram4" presStyleLbl="alignNode1" presStyleIdx="10" presStyleCnt="21"/>
      <dgm:spPr/>
    </dgm:pt>
    <dgm:pt modelId="{52C53AE6-C717-459D-BEC5-762DDB69AA39}" type="pres">
      <dgm:prSet presAssocID="{D118A83C-5222-4221-A506-F83C2AA7FC34}" presName="parallelogram5" presStyleLbl="alignNode1" presStyleIdx="11" presStyleCnt="21"/>
      <dgm:spPr/>
    </dgm:pt>
    <dgm:pt modelId="{2154D313-A28D-420B-9F14-A24E84C381C1}" type="pres">
      <dgm:prSet presAssocID="{D118A83C-5222-4221-A506-F83C2AA7FC34}" presName="parallelogram6" presStyleLbl="alignNode1" presStyleIdx="12" presStyleCnt="21"/>
      <dgm:spPr/>
    </dgm:pt>
    <dgm:pt modelId="{141B039D-0992-43C7-8135-D1BF3E76AB73}" type="pres">
      <dgm:prSet presAssocID="{D118A83C-5222-4221-A506-F83C2AA7FC34}" presName="parallelogram7" presStyleLbl="alignNode1" presStyleIdx="13" presStyleCnt="21"/>
      <dgm:spPr/>
    </dgm:pt>
    <dgm:pt modelId="{14A14E05-9F3D-4B9A-B86A-D6DD9940788A}" type="pres">
      <dgm:prSet presAssocID="{2BFAFC48-F919-4681-86DE-0DA1D0706F30}" presName="sibTrans" presStyleCnt="0"/>
      <dgm:spPr/>
    </dgm:pt>
    <dgm:pt modelId="{DA34A958-5CB9-43C7-AAC6-6A4559987EF3}" type="pres">
      <dgm:prSet presAssocID="{4ED9C52C-BB00-4A4E-A056-6D3431BE6546}" presName="parenttextcomposite" presStyleCnt="0"/>
      <dgm:spPr/>
    </dgm:pt>
    <dgm:pt modelId="{1BDA6404-8374-4C31-B966-60DE0F300ED6}" type="pres">
      <dgm:prSet presAssocID="{4ED9C52C-BB00-4A4E-A056-6D3431BE6546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6163D5FB-A459-41F2-802E-13C50D80195E}" type="pres">
      <dgm:prSet presAssocID="{4ED9C52C-BB00-4A4E-A056-6D3431BE6546}" presName="parallelogramComposite" presStyleCnt="0"/>
      <dgm:spPr/>
    </dgm:pt>
    <dgm:pt modelId="{25C56942-9F57-4BC8-A904-426B7AE34DA7}" type="pres">
      <dgm:prSet presAssocID="{4ED9C52C-BB00-4A4E-A056-6D3431BE6546}" presName="parallelogram1" presStyleLbl="alignNode1" presStyleIdx="14" presStyleCnt="21"/>
      <dgm:spPr/>
    </dgm:pt>
    <dgm:pt modelId="{023EA3DC-AB8B-453C-B0EC-6518D619DD9F}" type="pres">
      <dgm:prSet presAssocID="{4ED9C52C-BB00-4A4E-A056-6D3431BE6546}" presName="parallelogram2" presStyleLbl="alignNode1" presStyleIdx="15" presStyleCnt="21"/>
      <dgm:spPr/>
    </dgm:pt>
    <dgm:pt modelId="{FD638E45-4D4B-4C2D-92C0-87B74BB11997}" type="pres">
      <dgm:prSet presAssocID="{4ED9C52C-BB00-4A4E-A056-6D3431BE6546}" presName="parallelogram3" presStyleLbl="alignNode1" presStyleIdx="16" presStyleCnt="21"/>
      <dgm:spPr/>
    </dgm:pt>
    <dgm:pt modelId="{5A4ABDE6-B026-4610-B8B0-5D5EDD735026}" type="pres">
      <dgm:prSet presAssocID="{4ED9C52C-BB00-4A4E-A056-6D3431BE6546}" presName="parallelogram4" presStyleLbl="alignNode1" presStyleIdx="17" presStyleCnt="21"/>
      <dgm:spPr/>
    </dgm:pt>
    <dgm:pt modelId="{5E30A2B5-B301-4B60-BE05-452DF7DADAFF}" type="pres">
      <dgm:prSet presAssocID="{4ED9C52C-BB00-4A4E-A056-6D3431BE6546}" presName="parallelogram5" presStyleLbl="alignNode1" presStyleIdx="18" presStyleCnt="21"/>
      <dgm:spPr/>
    </dgm:pt>
    <dgm:pt modelId="{0769D221-A488-4174-96DD-6F14B6E4F0D9}" type="pres">
      <dgm:prSet presAssocID="{4ED9C52C-BB00-4A4E-A056-6D3431BE6546}" presName="parallelogram6" presStyleLbl="alignNode1" presStyleIdx="19" presStyleCnt="21"/>
      <dgm:spPr/>
    </dgm:pt>
    <dgm:pt modelId="{64495B30-E362-48B3-B9B4-FE00B080B2F5}" type="pres">
      <dgm:prSet presAssocID="{4ED9C52C-BB00-4A4E-A056-6D3431BE6546}" presName="parallelogram7" presStyleLbl="alignNode1" presStyleIdx="20" presStyleCnt="21"/>
      <dgm:spPr/>
    </dgm:pt>
  </dgm:ptLst>
  <dgm:cxnLst>
    <dgm:cxn modelId="{3A69001C-F338-4EBD-8B42-35A6ECB5A607}" srcId="{8CD2E5DB-863B-4C72-909B-8B419B7117A4}" destId="{D118A83C-5222-4221-A506-F83C2AA7FC34}" srcOrd="1" destOrd="0" parTransId="{D48F979D-CEE7-4607-A4C7-859C651DBD36}" sibTransId="{2BFAFC48-F919-4681-86DE-0DA1D0706F30}"/>
    <dgm:cxn modelId="{FC568423-CAA5-43B0-B4E2-394049A3E8D6}" type="presOf" srcId="{4ED9C52C-BB00-4A4E-A056-6D3431BE6546}" destId="{1BDA6404-8374-4C31-B966-60DE0F300ED6}" srcOrd="0" destOrd="0" presId="urn:microsoft.com/office/officeart/2008/layout/VerticalAccentList"/>
    <dgm:cxn modelId="{07506450-267C-4851-A719-13C26EA5B303}" type="presOf" srcId="{8CD2E5DB-863B-4C72-909B-8B419B7117A4}" destId="{738BEC7C-3245-4286-9DF7-13B01FFA45FB}" srcOrd="0" destOrd="0" presId="urn:microsoft.com/office/officeart/2008/layout/VerticalAccentList"/>
    <dgm:cxn modelId="{E7799A96-6B0A-45EF-95AE-AD47B39B047A}" srcId="{8CD2E5DB-863B-4C72-909B-8B419B7117A4}" destId="{4ED9C52C-BB00-4A4E-A056-6D3431BE6546}" srcOrd="2" destOrd="0" parTransId="{2A55890C-BCED-4C0F-B7C8-B61AB761DB99}" sibTransId="{B6A78FE3-AB56-465F-B4B0-EC8772DCEF17}"/>
    <dgm:cxn modelId="{21F8D8DF-2A5A-472B-BC05-93B7FDE0AF80}" type="presOf" srcId="{E64E6344-03F3-41EA-B2B3-D9F732B8BD60}" destId="{1C4478CB-78FA-4414-9C89-53ACFBCE411B}" srcOrd="0" destOrd="0" presId="urn:microsoft.com/office/officeart/2008/layout/VerticalAccentList"/>
    <dgm:cxn modelId="{F40096E3-8D73-43A0-A268-893A4FDEB9BF}" type="presOf" srcId="{D118A83C-5222-4221-A506-F83C2AA7FC34}" destId="{E3B57A0B-D321-4B2B-AF35-06912DD4DB42}" srcOrd="0" destOrd="0" presId="urn:microsoft.com/office/officeart/2008/layout/VerticalAccentList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95D26AB8-9FB1-465C-AD4C-4FC08BE70BBD}" type="presParOf" srcId="{738BEC7C-3245-4286-9DF7-13B01FFA45FB}" destId="{055E1E82-F836-47A6-BC32-2DE6ACF44229}" srcOrd="0" destOrd="0" presId="urn:microsoft.com/office/officeart/2008/layout/VerticalAccentList"/>
    <dgm:cxn modelId="{2251750B-E472-492E-A06B-6FE7C7C1711B}" type="presParOf" srcId="{055E1E82-F836-47A6-BC32-2DE6ACF44229}" destId="{1C4478CB-78FA-4414-9C89-53ACFBCE411B}" srcOrd="0" destOrd="0" presId="urn:microsoft.com/office/officeart/2008/layout/VerticalAccentList"/>
    <dgm:cxn modelId="{AB91266B-DBDF-4BA0-8532-A5440B3355BA}" type="presParOf" srcId="{738BEC7C-3245-4286-9DF7-13B01FFA45FB}" destId="{B0277B7C-836D-47A8-B3BC-AC5757B50D54}" srcOrd="1" destOrd="0" presId="urn:microsoft.com/office/officeart/2008/layout/VerticalAccentList"/>
    <dgm:cxn modelId="{463E3654-4DAB-46CB-8B98-1988B01F5A61}" type="presParOf" srcId="{B0277B7C-836D-47A8-B3BC-AC5757B50D54}" destId="{A614731B-BCE0-4731-84AA-055B66388F5D}" srcOrd="0" destOrd="0" presId="urn:microsoft.com/office/officeart/2008/layout/VerticalAccentList"/>
    <dgm:cxn modelId="{883BF118-5749-41A7-B1DE-2BBAEF810FCF}" type="presParOf" srcId="{B0277B7C-836D-47A8-B3BC-AC5757B50D54}" destId="{25AE42F5-658F-48EB-9FCF-DCC1A6CF8AE4}" srcOrd="1" destOrd="0" presId="urn:microsoft.com/office/officeart/2008/layout/VerticalAccentList"/>
    <dgm:cxn modelId="{E1B581B1-2609-4D35-9FCD-47F24EC492EA}" type="presParOf" srcId="{B0277B7C-836D-47A8-B3BC-AC5757B50D54}" destId="{FEE00E69-F14F-43AF-8A1E-E4E7EA79D594}" srcOrd="2" destOrd="0" presId="urn:microsoft.com/office/officeart/2008/layout/VerticalAccentList"/>
    <dgm:cxn modelId="{B76CA70A-4D52-47E5-8DE2-BB1553174312}" type="presParOf" srcId="{B0277B7C-836D-47A8-B3BC-AC5757B50D54}" destId="{C945F776-9E00-4635-AB7D-CB30AD2AFD9F}" srcOrd="3" destOrd="0" presId="urn:microsoft.com/office/officeart/2008/layout/VerticalAccentList"/>
    <dgm:cxn modelId="{2D0AA1FA-31C4-42EC-A290-21CE3753EEB8}" type="presParOf" srcId="{B0277B7C-836D-47A8-B3BC-AC5757B50D54}" destId="{2189FF60-D3C8-4931-B00D-B45E380C9F68}" srcOrd="4" destOrd="0" presId="urn:microsoft.com/office/officeart/2008/layout/VerticalAccentList"/>
    <dgm:cxn modelId="{BACB5F4A-3E73-4AD4-9CB2-A404BCD9411C}" type="presParOf" srcId="{B0277B7C-836D-47A8-B3BC-AC5757B50D54}" destId="{90D9821C-89AA-4408-A115-111B28E9EEF7}" srcOrd="5" destOrd="0" presId="urn:microsoft.com/office/officeart/2008/layout/VerticalAccentList"/>
    <dgm:cxn modelId="{E6763FC2-54E6-4E26-BE31-B7E94F1A29FE}" type="presParOf" srcId="{B0277B7C-836D-47A8-B3BC-AC5757B50D54}" destId="{FE5A3424-D893-4DB0-AED5-4AA5EEE9E952}" srcOrd="6" destOrd="0" presId="urn:microsoft.com/office/officeart/2008/layout/VerticalAccentList"/>
    <dgm:cxn modelId="{BFCAEBC7-4347-4A38-896B-E3C998C1B47F}" type="presParOf" srcId="{738BEC7C-3245-4286-9DF7-13B01FFA45FB}" destId="{DB53369C-F37E-439A-B454-2A3E26B5C592}" srcOrd="2" destOrd="0" presId="urn:microsoft.com/office/officeart/2008/layout/VerticalAccentList"/>
    <dgm:cxn modelId="{4DC63B9B-FC28-46B6-8155-F324037CD2C0}" type="presParOf" srcId="{738BEC7C-3245-4286-9DF7-13B01FFA45FB}" destId="{972A3C29-5A13-436B-B57C-C9F86793AEB6}" srcOrd="3" destOrd="0" presId="urn:microsoft.com/office/officeart/2008/layout/VerticalAccentList"/>
    <dgm:cxn modelId="{0E98F989-6974-4A80-AA52-3584B17ACA34}" type="presParOf" srcId="{972A3C29-5A13-436B-B57C-C9F86793AEB6}" destId="{E3B57A0B-D321-4B2B-AF35-06912DD4DB42}" srcOrd="0" destOrd="0" presId="urn:microsoft.com/office/officeart/2008/layout/VerticalAccentList"/>
    <dgm:cxn modelId="{9B1E24AF-5266-43CB-82FB-E5DBED083048}" type="presParOf" srcId="{738BEC7C-3245-4286-9DF7-13B01FFA45FB}" destId="{B6D4990B-EFB7-4577-B1DD-2745398976C9}" srcOrd="4" destOrd="0" presId="urn:microsoft.com/office/officeart/2008/layout/VerticalAccentList"/>
    <dgm:cxn modelId="{97231D24-8765-417F-A078-C3F8AC95C317}" type="presParOf" srcId="{B6D4990B-EFB7-4577-B1DD-2745398976C9}" destId="{EF36861A-3A1C-4428-A4B8-9A815B01A6F1}" srcOrd="0" destOrd="0" presId="urn:microsoft.com/office/officeart/2008/layout/VerticalAccentList"/>
    <dgm:cxn modelId="{EF453A3A-4D33-4DC1-972E-F3FDDDF425DD}" type="presParOf" srcId="{B6D4990B-EFB7-4577-B1DD-2745398976C9}" destId="{5928AD55-6F0E-485C-828B-D9F30DC1009A}" srcOrd="1" destOrd="0" presId="urn:microsoft.com/office/officeart/2008/layout/VerticalAccentList"/>
    <dgm:cxn modelId="{38F44201-7B8C-4B22-B67F-12C0DBCF6BE3}" type="presParOf" srcId="{B6D4990B-EFB7-4577-B1DD-2745398976C9}" destId="{49F4CDC7-51CB-4ED6-A750-F71B734FD8A2}" srcOrd="2" destOrd="0" presId="urn:microsoft.com/office/officeart/2008/layout/VerticalAccentList"/>
    <dgm:cxn modelId="{B4A11A64-CFE5-4133-889C-DD7B24BCE42A}" type="presParOf" srcId="{B6D4990B-EFB7-4577-B1DD-2745398976C9}" destId="{DB8D2BE4-B05F-4F08-8C1C-214B361034C5}" srcOrd="3" destOrd="0" presId="urn:microsoft.com/office/officeart/2008/layout/VerticalAccentList"/>
    <dgm:cxn modelId="{0E0C5FBD-2986-4593-8F80-4582C95773E8}" type="presParOf" srcId="{B6D4990B-EFB7-4577-B1DD-2745398976C9}" destId="{52C53AE6-C717-459D-BEC5-762DDB69AA39}" srcOrd="4" destOrd="0" presId="urn:microsoft.com/office/officeart/2008/layout/VerticalAccentList"/>
    <dgm:cxn modelId="{A0DB6676-6B68-4F20-BDE4-03C2963F7515}" type="presParOf" srcId="{B6D4990B-EFB7-4577-B1DD-2745398976C9}" destId="{2154D313-A28D-420B-9F14-A24E84C381C1}" srcOrd="5" destOrd="0" presId="urn:microsoft.com/office/officeart/2008/layout/VerticalAccentList"/>
    <dgm:cxn modelId="{8F378C2D-0DAD-40F6-8CC0-13BDA1B1F5F3}" type="presParOf" srcId="{B6D4990B-EFB7-4577-B1DD-2745398976C9}" destId="{141B039D-0992-43C7-8135-D1BF3E76AB73}" srcOrd="6" destOrd="0" presId="urn:microsoft.com/office/officeart/2008/layout/VerticalAccentList"/>
    <dgm:cxn modelId="{9AAF8B53-AE35-4CD4-880F-3CB8543C2741}" type="presParOf" srcId="{738BEC7C-3245-4286-9DF7-13B01FFA45FB}" destId="{14A14E05-9F3D-4B9A-B86A-D6DD9940788A}" srcOrd="5" destOrd="0" presId="urn:microsoft.com/office/officeart/2008/layout/VerticalAccentList"/>
    <dgm:cxn modelId="{B3C2A93D-C4C2-4DD2-A871-8A426C24B38E}" type="presParOf" srcId="{738BEC7C-3245-4286-9DF7-13B01FFA45FB}" destId="{DA34A958-5CB9-43C7-AAC6-6A4559987EF3}" srcOrd="6" destOrd="0" presId="urn:microsoft.com/office/officeart/2008/layout/VerticalAccentList"/>
    <dgm:cxn modelId="{F0B36BA1-430F-45C6-A9D4-0CE37D396AD7}" type="presParOf" srcId="{DA34A958-5CB9-43C7-AAC6-6A4559987EF3}" destId="{1BDA6404-8374-4C31-B966-60DE0F300ED6}" srcOrd="0" destOrd="0" presId="urn:microsoft.com/office/officeart/2008/layout/VerticalAccentList"/>
    <dgm:cxn modelId="{B665FD00-563D-482E-AFDD-114363D52B05}" type="presParOf" srcId="{738BEC7C-3245-4286-9DF7-13B01FFA45FB}" destId="{6163D5FB-A459-41F2-802E-13C50D80195E}" srcOrd="7" destOrd="0" presId="urn:microsoft.com/office/officeart/2008/layout/VerticalAccentList"/>
    <dgm:cxn modelId="{53C9E05D-DFC0-4CE0-8BB2-9EAF54C19B34}" type="presParOf" srcId="{6163D5FB-A459-41F2-802E-13C50D80195E}" destId="{25C56942-9F57-4BC8-A904-426B7AE34DA7}" srcOrd="0" destOrd="0" presId="urn:microsoft.com/office/officeart/2008/layout/VerticalAccentList"/>
    <dgm:cxn modelId="{3FB5C0B0-069E-4F5C-9137-D581BE4F7E93}" type="presParOf" srcId="{6163D5FB-A459-41F2-802E-13C50D80195E}" destId="{023EA3DC-AB8B-453C-B0EC-6518D619DD9F}" srcOrd="1" destOrd="0" presId="urn:microsoft.com/office/officeart/2008/layout/VerticalAccentList"/>
    <dgm:cxn modelId="{37182163-7FAF-4E0E-A0B5-D9CCBE61547A}" type="presParOf" srcId="{6163D5FB-A459-41F2-802E-13C50D80195E}" destId="{FD638E45-4D4B-4C2D-92C0-87B74BB11997}" srcOrd="2" destOrd="0" presId="urn:microsoft.com/office/officeart/2008/layout/VerticalAccentList"/>
    <dgm:cxn modelId="{F52A358E-A2D3-41E7-B23D-EEF89DFFE060}" type="presParOf" srcId="{6163D5FB-A459-41F2-802E-13C50D80195E}" destId="{5A4ABDE6-B026-4610-B8B0-5D5EDD735026}" srcOrd="3" destOrd="0" presId="urn:microsoft.com/office/officeart/2008/layout/VerticalAccentList"/>
    <dgm:cxn modelId="{28F84A98-03FC-4465-BA6E-76CCBE1AEF26}" type="presParOf" srcId="{6163D5FB-A459-41F2-802E-13C50D80195E}" destId="{5E30A2B5-B301-4B60-BE05-452DF7DADAFF}" srcOrd="4" destOrd="0" presId="urn:microsoft.com/office/officeart/2008/layout/VerticalAccentList"/>
    <dgm:cxn modelId="{0C9390EB-F3E5-4E3B-AFC5-3BF080F978AC}" type="presParOf" srcId="{6163D5FB-A459-41F2-802E-13C50D80195E}" destId="{0769D221-A488-4174-96DD-6F14B6E4F0D9}" srcOrd="5" destOrd="0" presId="urn:microsoft.com/office/officeart/2008/layout/VerticalAccentList"/>
    <dgm:cxn modelId="{A1FFE0CE-2136-4671-BE84-2886F973F0C3}" type="presParOf" srcId="{6163D5FB-A459-41F2-802E-13C50D80195E}" destId="{64495B30-E362-48B3-B9B4-FE00B080B2F5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B9C18C-055F-4D42-AAE4-4AB4F382504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5F35AE2-D299-48C6-A251-FC403DD95BF6}">
      <dgm:prSet/>
      <dgm:spPr/>
      <dgm:t>
        <a:bodyPr/>
        <a:lstStyle/>
        <a:p>
          <a:r>
            <a:rPr lang="zh-CN"/>
            <a:t>构建一个</a:t>
          </a:r>
          <a:r>
            <a:rPr lang="en-US"/>
            <a:t>GenBotter Motor-1</a:t>
          </a:r>
          <a:r>
            <a:rPr lang="zh-CN"/>
            <a:t>开发板的</a:t>
          </a:r>
          <a:r>
            <a:rPr lang="en-US"/>
            <a:t>CubeMX</a:t>
          </a:r>
          <a:r>
            <a:rPr lang="zh-CN"/>
            <a:t>模板工程</a:t>
          </a:r>
        </a:p>
      </dgm:t>
    </dgm:pt>
    <dgm:pt modelId="{13AD8747-0AA5-4521-B8A5-5280E1845C67}" type="parTrans" cxnId="{88430267-371F-489C-94A0-A5B1A723A92A}">
      <dgm:prSet/>
      <dgm:spPr/>
      <dgm:t>
        <a:bodyPr/>
        <a:lstStyle/>
        <a:p>
          <a:endParaRPr lang="zh-CN" altLang="en-US"/>
        </a:p>
      </dgm:t>
    </dgm:pt>
    <dgm:pt modelId="{50C932FB-3685-45C9-9806-B0FDE60ECD34}" type="sibTrans" cxnId="{88430267-371F-489C-94A0-A5B1A723A92A}">
      <dgm:prSet/>
      <dgm:spPr/>
      <dgm:t>
        <a:bodyPr/>
        <a:lstStyle/>
        <a:p>
          <a:endParaRPr lang="zh-CN" altLang="en-US"/>
        </a:p>
      </dgm:t>
    </dgm:pt>
    <dgm:pt modelId="{E25474F5-F3BD-4DEF-BE05-2D1EEE54E48B}">
      <dgm:prSet/>
      <dgm:spPr/>
      <dgm:t>
        <a:bodyPr/>
        <a:lstStyle/>
        <a:p>
          <a:r>
            <a:rPr lang="zh-CN" dirty="0"/>
            <a:t>含</a:t>
          </a:r>
          <a:r>
            <a:rPr lang="en-US" dirty="0"/>
            <a:t>FSMC</a:t>
          </a:r>
          <a:r>
            <a:rPr lang="zh-CN" dirty="0"/>
            <a:t>并口屏幕</a:t>
          </a:r>
        </a:p>
      </dgm:t>
    </dgm:pt>
    <dgm:pt modelId="{A093C2D3-3EFA-4501-ABD1-B1DC05032A34}" type="parTrans" cxnId="{3F340806-0DB9-4F64-8933-0195F03485FA}">
      <dgm:prSet/>
      <dgm:spPr/>
      <dgm:t>
        <a:bodyPr/>
        <a:lstStyle/>
        <a:p>
          <a:endParaRPr lang="zh-CN" altLang="en-US"/>
        </a:p>
      </dgm:t>
    </dgm:pt>
    <dgm:pt modelId="{F6BCF0A8-2744-46B8-9352-6322F9146D51}" type="sibTrans" cxnId="{3F340806-0DB9-4F64-8933-0195F03485FA}">
      <dgm:prSet/>
      <dgm:spPr/>
      <dgm:t>
        <a:bodyPr/>
        <a:lstStyle/>
        <a:p>
          <a:endParaRPr lang="zh-CN" altLang="en-US"/>
        </a:p>
      </dgm:t>
    </dgm:pt>
    <dgm:pt modelId="{6EE8DFCC-AEF9-4347-B24A-98F7234DB975}">
      <dgm:prSet/>
      <dgm:spPr/>
      <dgm:t>
        <a:bodyPr/>
        <a:lstStyle/>
        <a:p>
          <a:r>
            <a:rPr lang="en-US" dirty="0"/>
            <a:t>2</a:t>
          </a:r>
          <a:r>
            <a:rPr lang="zh-CN" dirty="0"/>
            <a:t>个</a:t>
          </a:r>
          <a:r>
            <a:rPr lang="en-US" altLang="zh-CN" dirty="0"/>
            <a:t>LED</a:t>
          </a:r>
          <a:r>
            <a:rPr lang="zh-CN" altLang="en-US" dirty="0"/>
            <a:t>灯</a:t>
          </a:r>
          <a:endParaRPr lang="zh-CN" dirty="0"/>
        </a:p>
      </dgm:t>
    </dgm:pt>
    <dgm:pt modelId="{8BE6691A-3196-4FDB-BBF4-41FEA09CA85F}" type="parTrans" cxnId="{4DD521B8-5C69-4A52-96ED-7050561FB0AF}">
      <dgm:prSet/>
      <dgm:spPr/>
      <dgm:t>
        <a:bodyPr/>
        <a:lstStyle/>
        <a:p>
          <a:endParaRPr lang="zh-CN" altLang="en-US"/>
        </a:p>
      </dgm:t>
    </dgm:pt>
    <dgm:pt modelId="{5018DF7C-7822-4629-A5D1-04F0C1ADD195}" type="sibTrans" cxnId="{4DD521B8-5C69-4A52-96ED-7050561FB0AF}">
      <dgm:prSet/>
      <dgm:spPr/>
      <dgm:t>
        <a:bodyPr/>
        <a:lstStyle/>
        <a:p>
          <a:endParaRPr lang="zh-CN" altLang="en-US"/>
        </a:p>
      </dgm:t>
    </dgm:pt>
    <dgm:pt modelId="{2BF734F5-5163-4F09-A0EA-35A3C132E22C}">
      <dgm:prSet/>
      <dgm:spPr/>
      <dgm:t>
        <a:bodyPr/>
        <a:lstStyle/>
        <a:p>
          <a:r>
            <a:rPr lang="en-US" altLang="zh-CN" dirty="0"/>
            <a:t>3</a:t>
          </a:r>
          <a:r>
            <a:rPr lang="zh-CN" altLang="en-US" dirty="0"/>
            <a:t>个</a:t>
          </a:r>
          <a:r>
            <a:rPr lang="en-US" altLang="zh-CN" dirty="0"/>
            <a:t>Key</a:t>
          </a:r>
          <a:r>
            <a:rPr lang="zh-CN" altLang="en-US" dirty="0"/>
            <a:t>按键</a:t>
          </a:r>
          <a:endParaRPr lang="zh-CN" dirty="0"/>
        </a:p>
      </dgm:t>
    </dgm:pt>
    <dgm:pt modelId="{CE3447C8-493F-44F8-94DA-F73522DC1173}" type="parTrans" cxnId="{C7661DE0-19B0-4772-A324-5DFC95D575E8}">
      <dgm:prSet/>
      <dgm:spPr/>
      <dgm:t>
        <a:bodyPr/>
        <a:lstStyle/>
        <a:p>
          <a:endParaRPr lang="zh-CN" altLang="en-US"/>
        </a:p>
      </dgm:t>
    </dgm:pt>
    <dgm:pt modelId="{943EE595-878C-4631-87F3-275275BB5E05}" type="sibTrans" cxnId="{C7661DE0-19B0-4772-A324-5DFC95D575E8}">
      <dgm:prSet/>
      <dgm:spPr/>
      <dgm:t>
        <a:bodyPr/>
        <a:lstStyle/>
        <a:p>
          <a:endParaRPr lang="zh-CN" altLang="en-US"/>
        </a:p>
      </dgm:t>
    </dgm:pt>
    <dgm:pt modelId="{CEE0A320-45DE-488F-A2CA-46F8E3B87597}">
      <dgm:prSet/>
      <dgm:spPr/>
      <dgm:t>
        <a:bodyPr/>
        <a:lstStyle/>
        <a:p>
          <a:r>
            <a:rPr lang="zh-CN" altLang="en-US" dirty="0"/>
            <a:t>使用</a:t>
          </a:r>
          <a:r>
            <a:rPr lang="en-US" altLang="zh-CN" dirty="0" err="1"/>
            <a:t>CubeMX</a:t>
          </a:r>
          <a:r>
            <a:rPr lang="zh-CN" altLang="en-US" dirty="0"/>
            <a:t>模板工程创建屏幕显示案例</a:t>
          </a:r>
          <a:endParaRPr lang="zh-CN" dirty="0"/>
        </a:p>
      </dgm:t>
    </dgm:pt>
    <dgm:pt modelId="{0759757F-6A5A-4E84-938B-B60DA28B2AC3}" type="parTrans" cxnId="{1FCB394E-52C1-4C50-9D3F-73119CF73C58}">
      <dgm:prSet/>
      <dgm:spPr/>
      <dgm:t>
        <a:bodyPr/>
        <a:lstStyle/>
        <a:p>
          <a:endParaRPr lang="zh-CN" altLang="en-US"/>
        </a:p>
      </dgm:t>
    </dgm:pt>
    <dgm:pt modelId="{578BC1E1-4B3C-469A-A261-595CA732D7EE}" type="sibTrans" cxnId="{1FCB394E-52C1-4C50-9D3F-73119CF73C58}">
      <dgm:prSet/>
      <dgm:spPr/>
      <dgm:t>
        <a:bodyPr/>
        <a:lstStyle/>
        <a:p>
          <a:endParaRPr lang="zh-CN" altLang="en-US"/>
        </a:p>
      </dgm:t>
    </dgm:pt>
    <dgm:pt modelId="{1167FAE6-2B7F-4CE1-84E5-A486DFE62CC9}">
      <dgm:prSet/>
      <dgm:spPr/>
      <dgm:t>
        <a:bodyPr/>
        <a:lstStyle/>
        <a:p>
          <a:r>
            <a:rPr lang="zh-CN" altLang="en-US" dirty="0"/>
            <a:t>为后续闭环电机控制案例做基础</a:t>
          </a:r>
          <a:endParaRPr lang="zh-CN" dirty="0"/>
        </a:p>
      </dgm:t>
    </dgm:pt>
    <dgm:pt modelId="{E3671597-7772-4D07-AA4C-54585F259FD9}" type="parTrans" cxnId="{6BC01B18-6DF7-4A5F-A752-18E141CAD787}">
      <dgm:prSet/>
      <dgm:spPr/>
      <dgm:t>
        <a:bodyPr/>
        <a:lstStyle/>
        <a:p>
          <a:endParaRPr lang="zh-CN" altLang="en-US"/>
        </a:p>
      </dgm:t>
    </dgm:pt>
    <dgm:pt modelId="{928B69BF-06D0-4045-A8E4-A5A453858DEB}" type="sibTrans" cxnId="{6BC01B18-6DF7-4A5F-A752-18E141CAD787}">
      <dgm:prSet/>
      <dgm:spPr/>
      <dgm:t>
        <a:bodyPr/>
        <a:lstStyle/>
        <a:p>
          <a:endParaRPr lang="zh-CN" altLang="en-US"/>
        </a:p>
      </dgm:t>
    </dgm:pt>
    <dgm:pt modelId="{F6E12423-301E-4F92-BBEA-9E48DA6D7D13}">
      <dgm:prSet/>
      <dgm:spPr/>
      <dgm:t>
        <a:bodyPr/>
        <a:lstStyle/>
        <a:p>
          <a:r>
            <a:rPr lang="zh-CN" altLang="en-US" dirty="0"/>
            <a:t>显示闭环信息</a:t>
          </a:r>
          <a:endParaRPr lang="zh-CN" dirty="0"/>
        </a:p>
      </dgm:t>
    </dgm:pt>
    <dgm:pt modelId="{05A7CA6E-BAC6-4166-A8F1-78B6E2C16F2C}" type="parTrans" cxnId="{209F8BC1-D9C3-4380-BB66-91BA4F5B6F6E}">
      <dgm:prSet/>
      <dgm:spPr/>
      <dgm:t>
        <a:bodyPr/>
        <a:lstStyle/>
        <a:p>
          <a:endParaRPr lang="zh-CN" altLang="en-US"/>
        </a:p>
      </dgm:t>
    </dgm:pt>
    <dgm:pt modelId="{697C7016-9AB2-4245-B9AF-70E50AC359DF}" type="sibTrans" cxnId="{209F8BC1-D9C3-4380-BB66-91BA4F5B6F6E}">
      <dgm:prSet/>
      <dgm:spPr/>
      <dgm:t>
        <a:bodyPr/>
        <a:lstStyle/>
        <a:p>
          <a:endParaRPr lang="zh-CN" altLang="en-US"/>
        </a:p>
      </dgm:t>
    </dgm:pt>
    <dgm:pt modelId="{7604354E-92EC-4D0A-BDB6-21CE5E9DA337}" type="pres">
      <dgm:prSet presAssocID="{A2B9C18C-055F-4D42-AAE4-4AB4F382504A}" presName="linear" presStyleCnt="0">
        <dgm:presLayoutVars>
          <dgm:dir/>
          <dgm:animLvl val="lvl"/>
          <dgm:resizeHandles val="exact"/>
        </dgm:presLayoutVars>
      </dgm:prSet>
      <dgm:spPr/>
    </dgm:pt>
    <dgm:pt modelId="{1E3361E8-CCCA-4F29-A4D5-4770F6B45085}" type="pres">
      <dgm:prSet presAssocID="{15F35AE2-D299-48C6-A251-FC403DD95BF6}" presName="parentLin" presStyleCnt="0"/>
      <dgm:spPr/>
    </dgm:pt>
    <dgm:pt modelId="{654104C8-DA65-4F7B-9E0F-08DAC4A6D357}" type="pres">
      <dgm:prSet presAssocID="{15F35AE2-D299-48C6-A251-FC403DD95BF6}" presName="parentLeftMargin" presStyleLbl="node1" presStyleIdx="0" presStyleCnt="2"/>
      <dgm:spPr/>
    </dgm:pt>
    <dgm:pt modelId="{1FC0779F-35BA-48E3-ABD3-9A84B3AE08B2}" type="pres">
      <dgm:prSet presAssocID="{15F35AE2-D299-48C6-A251-FC403DD95BF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B05C6CD-1393-443F-A245-A3A9F54DD2C8}" type="pres">
      <dgm:prSet presAssocID="{15F35AE2-D299-48C6-A251-FC403DD95BF6}" presName="negativeSpace" presStyleCnt="0"/>
      <dgm:spPr/>
    </dgm:pt>
    <dgm:pt modelId="{8C846A1A-0205-4B0C-9106-CE1792493689}" type="pres">
      <dgm:prSet presAssocID="{15F35AE2-D299-48C6-A251-FC403DD95BF6}" presName="childText" presStyleLbl="conFgAcc1" presStyleIdx="0" presStyleCnt="2">
        <dgm:presLayoutVars>
          <dgm:bulletEnabled val="1"/>
        </dgm:presLayoutVars>
      </dgm:prSet>
      <dgm:spPr/>
    </dgm:pt>
    <dgm:pt modelId="{8BB0795D-3BCA-4A2E-BC37-191B1C760C15}" type="pres">
      <dgm:prSet presAssocID="{50C932FB-3685-45C9-9806-B0FDE60ECD34}" presName="spaceBetweenRectangles" presStyleCnt="0"/>
      <dgm:spPr/>
    </dgm:pt>
    <dgm:pt modelId="{18856727-29C8-4143-AB23-C2A7AC3B6A91}" type="pres">
      <dgm:prSet presAssocID="{CEE0A320-45DE-488F-A2CA-46F8E3B87597}" presName="parentLin" presStyleCnt="0"/>
      <dgm:spPr/>
    </dgm:pt>
    <dgm:pt modelId="{0DF94D60-482A-4F4B-9D2B-7CDEAF3CCBAC}" type="pres">
      <dgm:prSet presAssocID="{CEE0A320-45DE-488F-A2CA-46F8E3B87597}" presName="parentLeftMargin" presStyleLbl="node1" presStyleIdx="0" presStyleCnt="2"/>
      <dgm:spPr/>
    </dgm:pt>
    <dgm:pt modelId="{85858C21-AF1B-4C6C-AD03-2B3EA84CE3BA}" type="pres">
      <dgm:prSet presAssocID="{CEE0A320-45DE-488F-A2CA-46F8E3B8759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C960236-861B-42EF-9B65-BFB0D32DC797}" type="pres">
      <dgm:prSet presAssocID="{CEE0A320-45DE-488F-A2CA-46F8E3B87597}" presName="negativeSpace" presStyleCnt="0"/>
      <dgm:spPr/>
    </dgm:pt>
    <dgm:pt modelId="{96455E30-4208-4ADA-BE50-B44D2E71E27C}" type="pres">
      <dgm:prSet presAssocID="{CEE0A320-45DE-488F-A2CA-46F8E3B8759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F340806-0DB9-4F64-8933-0195F03485FA}" srcId="{15F35AE2-D299-48C6-A251-FC403DD95BF6}" destId="{E25474F5-F3BD-4DEF-BE05-2D1EEE54E48B}" srcOrd="0" destOrd="0" parTransId="{A093C2D3-3EFA-4501-ABD1-B1DC05032A34}" sibTransId="{F6BCF0A8-2744-46B8-9352-6322F9146D51}"/>
    <dgm:cxn modelId="{CA9F0909-19D0-4590-B192-9101CAD7D6FB}" type="presOf" srcId="{15F35AE2-D299-48C6-A251-FC403DD95BF6}" destId="{1FC0779F-35BA-48E3-ABD3-9A84B3AE08B2}" srcOrd="1" destOrd="0" presId="urn:microsoft.com/office/officeart/2005/8/layout/list1"/>
    <dgm:cxn modelId="{6BC01B18-6DF7-4A5F-A752-18E141CAD787}" srcId="{CEE0A320-45DE-488F-A2CA-46F8E3B87597}" destId="{1167FAE6-2B7F-4CE1-84E5-A486DFE62CC9}" srcOrd="0" destOrd="0" parTransId="{E3671597-7772-4D07-AA4C-54585F259FD9}" sibTransId="{928B69BF-06D0-4045-A8E4-A5A453858DEB}"/>
    <dgm:cxn modelId="{25FEFD5F-8322-41C2-B985-CBFA95ADDB8F}" type="presOf" srcId="{2BF734F5-5163-4F09-A0EA-35A3C132E22C}" destId="{8C846A1A-0205-4B0C-9106-CE1792493689}" srcOrd="0" destOrd="2" presId="urn:microsoft.com/office/officeart/2005/8/layout/list1"/>
    <dgm:cxn modelId="{E9BBFE60-BA71-4DE9-9540-B492B5BBA357}" type="presOf" srcId="{F6E12423-301E-4F92-BBEA-9E48DA6D7D13}" destId="{96455E30-4208-4ADA-BE50-B44D2E71E27C}" srcOrd="0" destOrd="1" presId="urn:microsoft.com/office/officeart/2005/8/layout/list1"/>
    <dgm:cxn modelId="{CA873744-29DF-425A-9E3F-AE2174976E60}" type="presOf" srcId="{15F35AE2-D299-48C6-A251-FC403DD95BF6}" destId="{654104C8-DA65-4F7B-9E0F-08DAC4A6D357}" srcOrd="0" destOrd="0" presId="urn:microsoft.com/office/officeart/2005/8/layout/list1"/>
    <dgm:cxn modelId="{88430267-371F-489C-94A0-A5B1A723A92A}" srcId="{A2B9C18C-055F-4D42-AAE4-4AB4F382504A}" destId="{15F35AE2-D299-48C6-A251-FC403DD95BF6}" srcOrd="0" destOrd="0" parTransId="{13AD8747-0AA5-4521-B8A5-5280E1845C67}" sibTransId="{50C932FB-3685-45C9-9806-B0FDE60ECD34}"/>
    <dgm:cxn modelId="{8937176E-42DA-4D32-A3B2-ACE484F97BFE}" type="presOf" srcId="{E25474F5-F3BD-4DEF-BE05-2D1EEE54E48B}" destId="{8C846A1A-0205-4B0C-9106-CE1792493689}" srcOrd="0" destOrd="0" presId="urn:microsoft.com/office/officeart/2005/8/layout/list1"/>
    <dgm:cxn modelId="{1FCB394E-52C1-4C50-9D3F-73119CF73C58}" srcId="{A2B9C18C-055F-4D42-AAE4-4AB4F382504A}" destId="{CEE0A320-45DE-488F-A2CA-46F8E3B87597}" srcOrd="1" destOrd="0" parTransId="{0759757F-6A5A-4E84-938B-B60DA28B2AC3}" sibTransId="{578BC1E1-4B3C-469A-A261-595CA732D7EE}"/>
    <dgm:cxn modelId="{51033184-C33F-44D4-945B-BEBABE70EB1B}" type="presOf" srcId="{1167FAE6-2B7F-4CE1-84E5-A486DFE62CC9}" destId="{96455E30-4208-4ADA-BE50-B44D2E71E27C}" srcOrd="0" destOrd="0" presId="urn:microsoft.com/office/officeart/2005/8/layout/list1"/>
    <dgm:cxn modelId="{55490294-1644-4CF9-9994-922917F44067}" type="presOf" srcId="{A2B9C18C-055F-4D42-AAE4-4AB4F382504A}" destId="{7604354E-92EC-4D0A-BDB6-21CE5E9DA337}" srcOrd="0" destOrd="0" presId="urn:microsoft.com/office/officeart/2005/8/layout/list1"/>
    <dgm:cxn modelId="{15BC7FA4-6833-486D-B8E0-CB30A743E8C1}" type="presOf" srcId="{CEE0A320-45DE-488F-A2CA-46F8E3B87597}" destId="{0DF94D60-482A-4F4B-9D2B-7CDEAF3CCBAC}" srcOrd="0" destOrd="0" presId="urn:microsoft.com/office/officeart/2005/8/layout/list1"/>
    <dgm:cxn modelId="{4DD521B8-5C69-4A52-96ED-7050561FB0AF}" srcId="{15F35AE2-D299-48C6-A251-FC403DD95BF6}" destId="{6EE8DFCC-AEF9-4347-B24A-98F7234DB975}" srcOrd="1" destOrd="0" parTransId="{8BE6691A-3196-4FDB-BBF4-41FEA09CA85F}" sibTransId="{5018DF7C-7822-4629-A5D1-04F0C1ADD195}"/>
    <dgm:cxn modelId="{254077BB-25A6-4A17-80A2-EB802CFFEE8E}" type="presOf" srcId="{6EE8DFCC-AEF9-4347-B24A-98F7234DB975}" destId="{8C846A1A-0205-4B0C-9106-CE1792493689}" srcOrd="0" destOrd="1" presId="urn:microsoft.com/office/officeart/2005/8/layout/list1"/>
    <dgm:cxn modelId="{209F8BC1-D9C3-4380-BB66-91BA4F5B6F6E}" srcId="{CEE0A320-45DE-488F-A2CA-46F8E3B87597}" destId="{F6E12423-301E-4F92-BBEA-9E48DA6D7D13}" srcOrd="1" destOrd="0" parTransId="{05A7CA6E-BAC6-4166-A8F1-78B6E2C16F2C}" sibTransId="{697C7016-9AB2-4245-B9AF-70E50AC359DF}"/>
    <dgm:cxn modelId="{C7661DE0-19B0-4772-A324-5DFC95D575E8}" srcId="{15F35AE2-D299-48C6-A251-FC403DD95BF6}" destId="{2BF734F5-5163-4F09-A0EA-35A3C132E22C}" srcOrd="2" destOrd="0" parTransId="{CE3447C8-493F-44F8-94DA-F73522DC1173}" sibTransId="{943EE595-878C-4631-87F3-275275BB5E05}"/>
    <dgm:cxn modelId="{61C5A5F2-A727-4771-8B7C-26E09679A394}" type="presOf" srcId="{CEE0A320-45DE-488F-A2CA-46F8E3B87597}" destId="{85858C21-AF1B-4C6C-AD03-2B3EA84CE3BA}" srcOrd="1" destOrd="0" presId="urn:microsoft.com/office/officeart/2005/8/layout/list1"/>
    <dgm:cxn modelId="{C0D70DFD-0A4D-45BC-9F0C-9755BFAD7C7F}" type="presParOf" srcId="{7604354E-92EC-4D0A-BDB6-21CE5E9DA337}" destId="{1E3361E8-CCCA-4F29-A4D5-4770F6B45085}" srcOrd="0" destOrd="0" presId="urn:microsoft.com/office/officeart/2005/8/layout/list1"/>
    <dgm:cxn modelId="{D4BABE03-69A4-4F27-9490-0BDDF8E9D89D}" type="presParOf" srcId="{1E3361E8-CCCA-4F29-A4D5-4770F6B45085}" destId="{654104C8-DA65-4F7B-9E0F-08DAC4A6D357}" srcOrd="0" destOrd="0" presId="urn:microsoft.com/office/officeart/2005/8/layout/list1"/>
    <dgm:cxn modelId="{24623E5B-E7EF-4CA5-83E1-B512C5979F61}" type="presParOf" srcId="{1E3361E8-CCCA-4F29-A4D5-4770F6B45085}" destId="{1FC0779F-35BA-48E3-ABD3-9A84B3AE08B2}" srcOrd="1" destOrd="0" presId="urn:microsoft.com/office/officeart/2005/8/layout/list1"/>
    <dgm:cxn modelId="{87A0D0B1-BCB3-4681-AAC0-27355E427A6E}" type="presParOf" srcId="{7604354E-92EC-4D0A-BDB6-21CE5E9DA337}" destId="{0B05C6CD-1393-443F-A245-A3A9F54DD2C8}" srcOrd="1" destOrd="0" presId="urn:microsoft.com/office/officeart/2005/8/layout/list1"/>
    <dgm:cxn modelId="{D8494C1A-C247-4385-9962-C4BC2970527F}" type="presParOf" srcId="{7604354E-92EC-4D0A-BDB6-21CE5E9DA337}" destId="{8C846A1A-0205-4B0C-9106-CE1792493689}" srcOrd="2" destOrd="0" presId="urn:microsoft.com/office/officeart/2005/8/layout/list1"/>
    <dgm:cxn modelId="{B566CCF0-941F-4D4A-8B33-46DB1BED68F8}" type="presParOf" srcId="{7604354E-92EC-4D0A-BDB6-21CE5E9DA337}" destId="{8BB0795D-3BCA-4A2E-BC37-191B1C760C15}" srcOrd="3" destOrd="0" presId="urn:microsoft.com/office/officeart/2005/8/layout/list1"/>
    <dgm:cxn modelId="{2520AE69-3D7F-4546-8BFB-83C681387AC8}" type="presParOf" srcId="{7604354E-92EC-4D0A-BDB6-21CE5E9DA337}" destId="{18856727-29C8-4143-AB23-C2A7AC3B6A91}" srcOrd="4" destOrd="0" presId="urn:microsoft.com/office/officeart/2005/8/layout/list1"/>
    <dgm:cxn modelId="{4AA7DB1E-1973-42AB-AEA9-232BFEB677CE}" type="presParOf" srcId="{18856727-29C8-4143-AB23-C2A7AC3B6A91}" destId="{0DF94D60-482A-4F4B-9D2B-7CDEAF3CCBAC}" srcOrd="0" destOrd="0" presId="urn:microsoft.com/office/officeart/2005/8/layout/list1"/>
    <dgm:cxn modelId="{3590A508-17D1-4D57-852E-276A3ADB5C30}" type="presParOf" srcId="{18856727-29C8-4143-AB23-C2A7AC3B6A91}" destId="{85858C21-AF1B-4C6C-AD03-2B3EA84CE3BA}" srcOrd="1" destOrd="0" presId="urn:microsoft.com/office/officeart/2005/8/layout/list1"/>
    <dgm:cxn modelId="{DD44AF78-0DEB-4FA6-AA5F-EDF3C24D3BC6}" type="presParOf" srcId="{7604354E-92EC-4D0A-BDB6-21CE5E9DA337}" destId="{6C960236-861B-42EF-9B65-BFB0D32DC797}" srcOrd="5" destOrd="0" presId="urn:microsoft.com/office/officeart/2005/8/layout/list1"/>
    <dgm:cxn modelId="{BC1CBD8E-14B7-48E3-9859-7303F504507A}" type="presParOf" srcId="{7604354E-92EC-4D0A-BDB6-21CE5E9DA337}" destId="{96455E30-4208-4ADA-BE50-B44D2E71E27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ADD44D-D66E-4949-A1D7-374A6E9596A3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130ACA2-2CD8-4CFC-BB3D-5B58AEAC273B}">
      <dgm:prSet/>
      <dgm:spPr/>
      <dgm:t>
        <a:bodyPr/>
        <a:lstStyle/>
        <a:p>
          <a:pPr algn="l"/>
          <a:r>
            <a:rPr lang="en-US" altLang="zh-CN" dirty="0"/>
            <a:t>1. </a:t>
          </a:r>
          <a:r>
            <a:rPr lang="zh-CN" dirty="0"/>
            <a:t>使用</a:t>
          </a:r>
          <a:r>
            <a:rPr lang="en-US" dirty="0" err="1"/>
            <a:t>CubeMX</a:t>
          </a:r>
          <a:r>
            <a:rPr lang="zh-CN" dirty="0"/>
            <a:t>创建空</a:t>
          </a:r>
          <a:r>
            <a:rPr lang="zh-CN" altLang="en-US" dirty="0"/>
            <a:t>的</a:t>
          </a:r>
          <a:r>
            <a:rPr lang="en-US" dirty="0"/>
            <a:t>STM32F407IGT6</a:t>
          </a:r>
          <a:r>
            <a:rPr lang="zh-CN" dirty="0"/>
            <a:t>工程</a:t>
          </a:r>
        </a:p>
      </dgm:t>
    </dgm:pt>
    <dgm:pt modelId="{3E1137B7-D3BB-4613-A07B-95C7EBB0E977}" type="parTrans" cxnId="{D7DFF59E-E1F9-42BF-A39E-793FC88772C9}">
      <dgm:prSet/>
      <dgm:spPr/>
      <dgm:t>
        <a:bodyPr/>
        <a:lstStyle/>
        <a:p>
          <a:pPr algn="l"/>
          <a:endParaRPr lang="zh-CN" altLang="en-US"/>
        </a:p>
      </dgm:t>
    </dgm:pt>
    <dgm:pt modelId="{A8B4FFBB-EFEB-4370-950F-41D9E50F720D}" type="sibTrans" cxnId="{D7DFF59E-E1F9-42BF-A39E-793FC88772C9}">
      <dgm:prSet/>
      <dgm:spPr/>
      <dgm:t>
        <a:bodyPr/>
        <a:lstStyle/>
        <a:p>
          <a:pPr algn="l"/>
          <a:endParaRPr lang="zh-CN" altLang="en-US"/>
        </a:p>
      </dgm:t>
    </dgm:pt>
    <dgm:pt modelId="{80B2CE95-ED32-492C-B393-2CD3C990CEBE}">
      <dgm:prSet/>
      <dgm:spPr/>
      <dgm:t>
        <a:bodyPr/>
        <a:lstStyle/>
        <a:p>
          <a:pPr algn="l"/>
          <a:r>
            <a:rPr lang="en-US" altLang="zh-CN" dirty="0"/>
            <a:t>2. </a:t>
          </a:r>
          <a:r>
            <a:rPr lang="zh-CN" dirty="0"/>
            <a:t>通过</a:t>
          </a:r>
          <a:r>
            <a:rPr lang="en-US" dirty="0"/>
            <a:t>File</a:t>
          </a:r>
          <a:r>
            <a:rPr lang="zh-CN" dirty="0"/>
            <a:t>菜单下的</a:t>
          </a:r>
          <a:r>
            <a:rPr lang="en-US" dirty="0"/>
            <a:t>Import Project</a:t>
          </a:r>
          <a:r>
            <a:rPr lang="zh-CN" dirty="0"/>
            <a:t>子菜单导入</a:t>
          </a:r>
          <a:r>
            <a:rPr lang="en-US" dirty="0" err="1"/>
            <a:t>CubeMX</a:t>
          </a:r>
          <a:r>
            <a:rPr lang="zh-CN" dirty="0"/>
            <a:t>模板工程</a:t>
          </a:r>
        </a:p>
      </dgm:t>
    </dgm:pt>
    <dgm:pt modelId="{8B338D6C-DDE3-4519-B789-D89BD8DD9F77}" type="parTrans" cxnId="{ECEB9561-E7C8-4066-840A-417506E6AE88}">
      <dgm:prSet/>
      <dgm:spPr/>
      <dgm:t>
        <a:bodyPr/>
        <a:lstStyle/>
        <a:p>
          <a:pPr algn="l"/>
          <a:endParaRPr lang="zh-CN" altLang="en-US"/>
        </a:p>
      </dgm:t>
    </dgm:pt>
    <dgm:pt modelId="{BD466F0A-D108-47E4-978B-659CDD20B2DF}" type="sibTrans" cxnId="{ECEB9561-E7C8-4066-840A-417506E6AE88}">
      <dgm:prSet/>
      <dgm:spPr/>
      <dgm:t>
        <a:bodyPr/>
        <a:lstStyle/>
        <a:p>
          <a:pPr algn="l"/>
          <a:endParaRPr lang="zh-CN" altLang="en-US"/>
        </a:p>
      </dgm:t>
    </dgm:pt>
    <dgm:pt modelId="{F60A44A5-5F51-4772-BFDF-6C35451CFD80}">
      <dgm:prSet/>
      <dgm:spPr/>
      <dgm:t>
        <a:bodyPr/>
        <a:lstStyle/>
        <a:p>
          <a:pPr algn="l"/>
          <a:r>
            <a:rPr lang="en-US" altLang="zh-CN" dirty="0"/>
            <a:t>3. </a:t>
          </a:r>
          <a:r>
            <a:rPr lang="zh-CN" dirty="0"/>
            <a:t>对</a:t>
          </a:r>
          <a:r>
            <a:rPr lang="en-US" dirty="0"/>
            <a:t>RCC</a:t>
          </a:r>
          <a:r>
            <a:rPr lang="zh-CN" dirty="0"/>
            <a:t>等外设进行检查、配置</a:t>
          </a:r>
        </a:p>
      </dgm:t>
    </dgm:pt>
    <dgm:pt modelId="{80465E44-47CB-43D5-A9F3-A49316EDF067}" type="parTrans" cxnId="{9A875076-CC1B-457D-A4B6-EB5883CFDE46}">
      <dgm:prSet/>
      <dgm:spPr/>
      <dgm:t>
        <a:bodyPr/>
        <a:lstStyle/>
        <a:p>
          <a:pPr algn="l"/>
          <a:endParaRPr lang="zh-CN" altLang="en-US"/>
        </a:p>
      </dgm:t>
    </dgm:pt>
    <dgm:pt modelId="{DBF09F71-44D6-4AD0-BA14-A86100ACA50E}" type="sibTrans" cxnId="{9A875076-CC1B-457D-A4B6-EB5883CFDE46}">
      <dgm:prSet/>
      <dgm:spPr/>
      <dgm:t>
        <a:bodyPr/>
        <a:lstStyle/>
        <a:p>
          <a:pPr algn="l"/>
          <a:endParaRPr lang="zh-CN" altLang="en-US"/>
        </a:p>
      </dgm:t>
    </dgm:pt>
    <dgm:pt modelId="{80919AB5-7A0D-4E3D-89CF-5DAD1CCF60DD}">
      <dgm:prSet/>
      <dgm:spPr/>
      <dgm:t>
        <a:bodyPr/>
        <a:lstStyle/>
        <a:p>
          <a:pPr algn="l"/>
          <a:r>
            <a:rPr lang="en-US" altLang="zh-CN" dirty="0"/>
            <a:t>4. </a:t>
          </a:r>
          <a:r>
            <a:rPr lang="zh-CN" dirty="0"/>
            <a:t>使用</a:t>
          </a:r>
          <a:r>
            <a:rPr lang="en-US" dirty="0" err="1"/>
            <a:t>CubeMX</a:t>
          </a:r>
          <a:r>
            <a:rPr lang="zh-CN" dirty="0"/>
            <a:t>生成</a:t>
          </a:r>
          <a:r>
            <a:rPr lang="en-US" dirty="0"/>
            <a:t>Keil MDK</a:t>
          </a:r>
          <a:r>
            <a:rPr lang="zh-CN" dirty="0"/>
            <a:t>工程代码</a:t>
          </a:r>
        </a:p>
      </dgm:t>
    </dgm:pt>
    <dgm:pt modelId="{AF16117F-F0E0-44AC-B8AB-4C8BD7069039}" type="parTrans" cxnId="{EBBD13A3-88D2-4ADC-A4D9-25A0BBE8FE76}">
      <dgm:prSet/>
      <dgm:spPr/>
      <dgm:t>
        <a:bodyPr/>
        <a:lstStyle/>
        <a:p>
          <a:pPr algn="l"/>
          <a:endParaRPr lang="zh-CN" altLang="en-US"/>
        </a:p>
      </dgm:t>
    </dgm:pt>
    <dgm:pt modelId="{5984D699-C1EC-4D8F-BC4E-43838C20CEEB}" type="sibTrans" cxnId="{EBBD13A3-88D2-4ADC-A4D9-25A0BBE8FE76}">
      <dgm:prSet/>
      <dgm:spPr/>
      <dgm:t>
        <a:bodyPr/>
        <a:lstStyle/>
        <a:p>
          <a:pPr algn="l"/>
          <a:endParaRPr lang="zh-CN" altLang="en-US"/>
        </a:p>
      </dgm:t>
    </dgm:pt>
    <dgm:pt modelId="{3A1A1DE5-0927-438F-824A-50D9BABC9FF6}">
      <dgm:prSet/>
      <dgm:spPr/>
      <dgm:t>
        <a:bodyPr/>
        <a:lstStyle/>
        <a:p>
          <a:pPr algn="l"/>
          <a:r>
            <a:rPr lang="en-US" altLang="zh-CN" dirty="0"/>
            <a:t>5. </a:t>
          </a:r>
          <a:r>
            <a:rPr lang="zh-CN" dirty="0"/>
            <a:t>移植屏幕显示、按键和</a:t>
          </a:r>
          <a:r>
            <a:rPr lang="en-US" dirty="0"/>
            <a:t>LED</a:t>
          </a:r>
          <a:r>
            <a:rPr lang="zh-CN" dirty="0"/>
            <a:t>灯的驱动代码</a:t>
          </a:r>
        </a:p>
      </dgm:t>
    </dgm:pt>
    <dgm:pt modelId="{B757515D-0F4C-40ED-B8BD-2F485745EE47}" type="parTrans" cxnId="{955A4DE0-096A-48E6-AAD7-32ADA2B84C7B}">
      <dgm:prSet/>
      <dgm:spPr/>
      <dgm:t>
        <a:bodyPr/>
        <a:lstStyle/>
        <a:p>
          <a:pPr algn="l"/>
          <a:endParaRPr lang="zh-CN" altLang="en-US"/>
        </a:p>
      </dgm:t>
    </dgm:pt>
    <dgm:pt modelId="{D5E04F98-3227-4341-997F-3BB9CD181679}" type="sibTrans" cxnId="{955A4DE0-096A-48E6-AAD7-32ADA2B84C7B}">
      <dgm:prSet/>
      <dgm:spPr/>
      <dgm:t>
        <a:bodyPr/>
        <a:lstStyle/>
        <a:p>
          <a:pPr algn="l"/>
          <a:endParaRPr lang="zh-CN" altLang="en-US"/>
        </a:p>
      </dgm:t>
    </dgm:pt>
    <dgm:pt modelId="{B3A9E9EA-297A-4304-8069-49DFC56236B4}">
      <dgm:prSet/>
      <dgm:spPr/>
      <dgm:t>
        <a:bodyPr/>
        <a:lstStyle/>
        <a:p>
          <a:pPr algn="l"/>
          <a:r>
            <a:rPr lang="en-US" altLang="zh-CN" dirty="0"/>
            <a:t>6. </a:t>
          </a:r>
          <a:r>
            <a:rPr lang="zh-CN" dirty="0"/>
            <a:t>测试模板工程</a:t>
          </a:r>
        </a:p>
      </dgm:t>
    </dgm:pt>
    <dgm:pt modelId="{393656EF-5F0E-491F-83B5-BB9D3962B461}" type="parTrans" cxnId="{988D9471-D17B-484B-B46F-050A42C69398}">
      <dgm:prSet/>
      <dgm:spPr/>
      <dgm:t>
        <a:bodyPr/>
        <a:lstStyle/>
        <a:p>
          <a:pPr algn="l"/>
          <a:endParaRPr lang="zh-CN" altLang="en-US"/>
        </a:p>
      </dgm:t>
    </dgm:pt>
    <dgm:pt modelId="{3F0405E1-AC52-4C1D-A5B2-742BAECADF67}" type="sibTrans" cxnId="{988D9471-D17B-484B-B46F-050A42C69398}">
      <dgm:prSet/>
      <dgm:spPr/>
      <dgm:t>
        <a:bodyPr/>
        <a:lstStyle/>
        <a:p>
          <a:pPr algn="l"/>
          <a:endParaRPr lang="zh-CN" altLang="en-US"/>
        </a:p>
      </dgm:t>
    </dgm:pt>
    <dgm:pt modelId="{BA08D578-29D6-4217-B74D-7D7118743DB5}" type="pres">
      <dgm:prSet presAssocID="{C9ADD44D-D66E-4949-A1D7-374A6E9596A3}" presName="diagram" presStyleCnt="0">
        <dgm:presLayoutVars>
          <dgm:dir/>
          <dgm:resizeHandles val="exact"/>
        </dgm:presLayoutVars>
      </dgm:prSet>
      <dgm:spPr/>
    </dgm:pt>
    <dgm:pt modelId="{E6F447A9-C4B1-4D2E-822A-FE49BDF610EC}" type="pres">
      <dgm:prSet presAssocID="{1130ACA2-2CD8-4CFC-BB3D-5B58AEAC273B}" presName="node" presStyleLbl="node1" presStyleIdx="0" presStyleCnt="6">
        <dgm:presLayoutVars>
          <dgm:bulletEnabled val="1"/>
        </dgm:presLayoutVars>
      </dgm:prSet>
      <dgm:spPr/>
    </dgm:pt>
    <dgm:pt modelId="{6735DBFB-314B-4DD9-A5D0-71BED955FF9C}" type="pres">
      <dgm:prSet presAssocID="{A8B4FFBB-EFEB-4370-950F-41D9E50F720D}" presName="sibTrans" presStyleLbl="sibTrans2D1" presStyleIdx="0" presStyleCnt="5"/>
      <dgm:spPr/>
    </dgm:pt>
    <dgm:pt modelId="{9852BB37-6F9C-4DA4-949E-19009237A865}" type="pres">
      <dgm:prSet presAssocID="{A8B4FFBB-EFEB-4370-950F-41D9E50F720D}" presName="connectorText" presStyleLbl="sibTrans2D1" presStyleIdx="0" presStyleCnt="5"/>
      <dgm:spPr/>
    </dgm:pt>
    <dgm:pt modelId="{D9BA9D9A-49D4-4D61-8079-549E026556C4}" type="pres">
      <dgm:prSet presAssocID="{80B2CE95-ED32-492C-B393-2CD3C990CEBE}" presName="node" presStyleLbl="node1" presStyleIdx="1" presStyleCnt="6">
        <dgm:presLayoutVars>
          <dgm:bulletEnabled val="1"/>
        </dgm:presLayoutVars>
      </dgm:prSet>
      <dgm:spPr/>
    </dgm:pt>
    <dgm:pt modelId="{6DF9A192-1269-46BE-9CB3-89F9A319398A}" type="pres">
      <dgm:prSet presAssocID="{BD466F0A-D108-47E4-978B-659CDD20B2DF}" presName="sibTrans" presStyleLbl="sibTrans2D1" presStyleIdx="1" presStyleCnt="5"/>
      <dgm:spPr/>
    </dgm:pt>
    <dgm:pt modelId="{4B065543-5C7D-487C-A481-B6AA5999A2AF}" type="pres">
      <dgm:prSet presAssocID="{BD466F0A-D108-47E4-978B-659CDD20B2DF}" presName="connectorText" presStyleLbl="sibTrans2D1" presStyleIdx="1" presStyleCnt="5"/>
      <dgm:spPr/>
    </dgm:pt>
    <dgm:pt modelId="{C30A9722-C254-4774-8833-4F8E20CB5CC6}" type="pres">
      <dgm:prSet presAssocID="{F60A44A5-5F51-4772-BFDF-6C35451CFD80}" presName="node" presStyleLbl="node1" presStyleIdx="2" presStyleCnt="6">
        <dgm:presLayoutVars>
          <dgm:bulletEnabled val="1"/>
        </dgm:presLayoutVars>
      </dgm:prSet>
      <dgm:spPr/>
    </dgm:pt>
    <dgm:pt modelId="{B7F9A889-EDFF-426D-A5DA-75705FB4A0C1}" type="pres">
      <dgm:prSet presAssocID="{DBF09F71-44D6-4AD0-BA14-A86100ACA50E}" presName="sibTrans" presStyleLbl="sibTrans2D1" presStyleIdx="2" presStyleCnt="5"/>
      <dgm:spPr/>
    </dgm:pt>
    <dgm:pt modelId="{1B717F18-D1A5-4C59-848A-5A38E36A57F1}" type="pres">
      <dgm:prSet presAssocID="{DBF09F71-44D6-4AD0-BA14-A86100ACA50E}" presName="connectorText" presStyleLbl="sibTrans2D1" presStyleIdx="2" presStyleCnt="5"/>
      <dgm:spPr/>
    </dgm:pt>
    <dgm:pt modelId="{3073608C-B2F6-4D2B-B5C2-7D2963F35738}" type="pres">
      <dgm:prSet presAssocID="{80919AB5-7A0D-4E3D-89CF-5DAD1CCF60DD}" presName="node" presStyleLbl="node1" presStyleIdx="3" presStyleCnt="6">
        <dgm:presLayoutVars>
          <dgm:bulletEnabled val="1"/>
        </dgm:presLayoutVars>
      </dgm:prSet>
      <dgm:spPr/>
    </dgm:pt>
    <dgm:pt modelId="{DAD32C32-5425-4F86-8408-55E629476DF9}" type="pres">
      <dgm:prSet presAssocID="{5984D699-C1EC-4D8F-BC4E-43838C20CEEB}" presName="sibTrans" presStyleLbl="sibTrans2D1" presStyleIdx="3" presStyleCnt="5"/>
      <dgm:spPr/>
    </dgm:pt>
    <dgm:pt modelId="{AEFEB2F4-A10A-48FE-AA9B-A02C8062DD02}" type="pres">
      <dgm:prSet presAssocID="{5984D699-C1EC-4D8F-BC4E-43838C20CEEB}" presName="connectorText" presStyleLbl="sibTrans2D1" presStyleIdx="3" presStyleCnt="5"/>
      <dgm:spPr/>
    </dgm:pt>
    <dgm:pt modelId="{54E2E593-0BE4-4DA7-B0B9-16E925731D76}" type="pres">
      <dgm:prSet presAssocID="{3A1A1DE5-0927-438F-824A-50D9BABC9FF6}" presName="node" presStyleLbl="node1" presStyleIdx="4" presStyleCnt="6">
        <dgm:presLayoutVars>
          <dgm:bulletEnabled val="1"/>
        </dgm:presLayoutVars>
      </dgm:prSet>
      <dgm:spPr/>
    </dgm:pt>
    <dgm:pt modelId="{2CAF34F8-4064-4747-8EFF-B4982788BB8C}" type="pres">
      <dgm:prSet presAssocID="{D5E04F98-3227-4341-997F-3BB9CD181679}" presName="sibTrans" presStyleLbl="sibTrans2D1" presStyleIdx="4" presStyleCnt="5"/>
      <dgm:spPr/>
    </dgm:pt>
    <dgm:pt modelId="{46FF4F02-7117-4ECC-8E02-20891E1FA5FA}" type="pres">
      <dgm:prSet presAssocID="{D5E04F98-3227-4341-997F-3BB9CD181679}" presName="connectorText" presStyleLbl="sibTrans2D1" presStyleIdx="4" presStyleCnt="5"/>
      <dgm:spPr/>
    </dgm:pt>
    <dgm:pt modelId="{F0BA304E-0C28-423D-9A0E-C7E5A335E3F4}" type="pres">
      <dgm:prSet presAssocID="{B3A9E9EA-297A-4304-8069-49DFC56236B4}" presName="node" presStyleLbl="node1" presStyleIdx="5" presStyleCnt="6">
        <dgm:presLayoutVars>
          <dgm:bulletEnabled val="1"/>
        </dgm:presLayoutVars>
      </dgm:prSet>
      <dgm:spPr/>
    </dgm:pt>
  </dgm:ptLst>
  <dgm:cxnLst>
    <dgm:cxn modelId="{993E5426-1F8C-44FE-B04C-3C281015B394}" type="presOf" srcId="{A8B4FFBB-EFEB-4370-950F-41D9E50F720D}" destId="{9852BB37-6F9C-4DA4-949E-19009237A865}" srcOrd="1" destOrd="0" presId="urn:microsoft.com/office/officeart/2005/8/layout/process5"/>
    <dgm:cxn modelId="{E7EDEF35-0682-44F7-8DA7-C7F61D6C2E17}" type="presOf" srcId="{5984D699-C1EC-4D8F-BC4E-43838C20CEEB}" destId="{DAD32C32-5425-4F86-8408-55E629476DF9}" srcOrd="0" destOrd="0" presId="urn:microsoft.com/office/officeart/2005/8/layout/process5"/>
    <dgm:cxn modelId="{1B2C093F-37CD-48FB-AA83-17CE62BAAFD8}" type="presOf" srcId="{5984D699-C1EC-4D8F-BC4E-43838C20CEEB}" destId="{AEFEB2F4-A10A-48FE-AA9B-A02C8062DD02}" srcOrd="1" destOrd="0" presId="urn:microsoft.com/office/officeart/2005/8/layout/process5"/>
    <dgm:cxn modelId="{ECEB9561-E7C8-4066-840A-417506E6AE88}" srcId="{C9ADD44D-D66E-4949-A1D7-374A6E9596A3}" destId="{80B2CE95-ED32-492C-B393-2CD3C990CEBE}" srcOrd="1" destOrd="0" parTransId="{8B338D6C-DDE3-4519-B789-D89BD8DD9F77}" sibTransId="{BD466F0A-D108-47E4-978B-659CDD20B2DF}"/>
    <dgm:cxn modelId="{D89B0F51-D3D0-4EF8-8DBA-5A58D04088D9}" type="presOf" srcId="{80B2CE95-ED32-492C-B393-2CD3C990CEBE}" destId="{D9BA9D9A-49D4-4D61-8079-549E026556C4}" srcOrd="0" destOrd="0" presId="urn:microsoft.com/office/officeart/2005/8/layout/process5"/>
    <dgm:cxn modelId="{3BE31C51-2459-4ABD-B9FD-F2D313DB66C7}" type="presOf" srcId="{DBF09F71-44D6-4AD0-BA14-A86100ACA50E}" destId="{B7F9A889-EDFF-426D-A5DA-75705FB4A0C1}" srcOrd="0" destOrd="0" presId="urn:microsoft.com/office/officeart/2005/8/layout/process5"/>
    <dgm:cxn modelId="{988D9471-D17B-484B-B46F-050A42C69398}" srcId="{C9ADD44D-D66E-4949-A1D7-374A6E9596A3}" destId="{B3A9E9EA-297A-4304-8069-49DFC56236B4}" srcOrd="5" destOrd="0" parTransId="{393656EF-5F0E-491F-83B5-BB9D3962B461}" sibTransId="{3F0405E1-AC52-4C1D-A5B2-742BAECADF67}"/>
    <dgm:cxn modelId="{008A0773-0CD1-4FC8-984A-872816956BB7}" type="presOf" srcId="{80919AB5-7A0D-4E3D-89CF-5DAD1CCF60DD}" destId="{3073608C-B2F6-4D2B-B5C2-7D2963F35738}" srcOrd="0" destOrd="0" presId="urn:microsoft.com/office/officeart/2005/8/layout/process5"/>
    <dgm:cxn modelId="{9A875076-CC1B-457D-A4B6-EB5883CFDE46}" srcId="{C9ADD44D-D66E-4949-A1D7-374A6E9596A3}" destId="{F60A44A5-5F51-4772-BFDF-6C35451CFD80}" srcOrd="2" destOrd="0" parTransId="{80465E44-47CB-43D5-A9F3-A49316EDF067}" sibTransId="{DBF09F71-44D6-4AD0-BA14-A86100ACA50E}"/>
    <dgm:cxn modelId="{A774ED77-9B34-4DEC-8E24-FD7F92FB0585}" type="presOf" srcId="{1130ACA2-2CD8-4CFC-BB3D-5B58AEAC273B}" destId="{E6F447A9-C4B1-4D2E-822A-FE49BDF610EC}" srcOrd="0" destOrd="0" presId="urn:microsoft.com/office/officeart/2005/8/layout/process5"/>
    <dgm:cxn modelId="{9A12317C-09FF-480D-916E-3D76A91E6F0A}" type="presOf" srcId="{DBF09F71-44D6-4AD0-BA14-A86100ACA50E}" destId="{1B717F18-D1A5-4C59-848A-5A38E36A57F1}" srcOrd="1" destOrd="0" presId="urn:microsoft.com/office/officeart/2005/8/layout/process5"/>
    <dgm:cxn modelId="{DD19F282-F615-4B6E-BFF0-E08F164C00CD}" type="presOf" srcId="{D5E04F98-3227-4341-997F-3BB9CD181679}" destId="{46FF4F02-7117-4ECC-8E02-20891E1FA5FA}" srcOrd="1" destOrd="0" presId="urn:microsoft.com/office/officeart/2005/8/layout/process5"/>
    <dgm:cxn modelId="{2233E296-CE76-470C-BC14-FEDCFBFA9B5A}" type="presOf" srcId="{C9ADD44D-D66E-4949-A1D7-374A6E9596A3}" destId="{BA08D578-29D6-4217-B74D-7D7118743DB5}" srcOrd="0" destOrd="0" presId="urn:microsoft.com/office/officeart/2005/8/layout/process5"/>
    <dgm:cxn modelId="{9C12569E-45ED-4FDE-BBFF-3B3F91F34DF1}" type="presOf" srcId="{3A1A1DE5-0927-438F-824A-50D9BABC9FF6}" destId="{54E2E593-0BE4-4DA7-B0B9-16E925731D76}" srcOrd="0" destOrd="0" presId="urn:microsoft.com/office/officeart/2005/8/layout/process5"/>
    <dgm:cxn modelId="{D7DFF59E-E1F9-42BF-A39E-793FC88772C9}" srcId="{C9ADD44D-D66E-4949-A1D7-374A6E9596A3}" destId="{1130ACA2-2CD8-4CFC-BB3D-5B58AEAC273B}" srcOrd="0" destOrd="0" parTransId="{3E1137B7-D3BB-4613-A07B-95C7EBB0E977}" sibTransId="{A8B4FFBB-EFEB-4370-950F-41D9E50F720D}"/>
    <dgm:cxn modelId="{EBBD13A3-88D2-4ADC-A4D9-25A0BBE8FE76}" srcId="{C9ADD44D-D66E-4949-A1D7-374A6E9596A3}" destId="{80919AB5-7A0D-4E3D-89CF-5DAD1CCF60DD}" srcOrd="3" destOrd="0" parTransId="{AF16117F-F0E0-44AC-B8AB-4C8BD7069039}" sibTransId="{5984D699-C1EC-4D8F-BC4E-43838C20CEEB}"/>
    <dgm:cxn modelId="{38EB47AB-6FBE-4910-B1B0-AE549A952B8D}" type="presOf" srcId="{BD466F0A-D108-47E4-978B-659CDD20B2DF}" destId="{4B065543-5C7D-487C-A481-B6AA5999A2AF}" srcOrd="1" destOrd="0" presId="urn:microsoft.com/office/officeart/2005/8/layout/process5"/>
    <dgm:cxn modelId="{6A8906AD-0A7B-4796-83DF-E865D02E8525}" type="presOf" srcId="{F60A44A5-5F51-4772-BFDF-6C35451CFD80}" destId="{C30A9722-C254-4774-8833-4F8E20CB5CC6}" srcOrd="0" destOrd="0" presId="urn:microsoft.com/office/officeart/2005/8/layout/process5"/>
    <dgm:cxn modelId="{E41DADB6-CE45-4BB9-AB72-43EB38FCC693}" type="presOf" srcId="{A8B4FFBB-EFEB-4370-950F-41D9E50F720D}" destId="{6735DBFB-314B-4DD9-A5D0-71BED955FF9C}" srcOrd="0" destOrd="0" presId="urn:microsoft.com/office/officeart/2005/8/layout/process5"/>
    <dgm:cxn modelId="{232DD0BA-3A4E-4A2D-87E1-BC414CA6AB44}" type="presOf" srcId="{BD466F0A-D108-47E4-978B-659CDD20B2DF}" destId="{6DF9A192-1269-46BE-9CB3-89F9A319398A}" srcOrd="0" destOrd="0" presId="urn:microsoft.com/office/officeart/2005/8/layout/process5"/>
    <dgm:cxn modelId="{C0B12EC2-F905-4094-86CA-EEC02455FA6B}" type="presOf" srcId="{D5E04F98-3227-4341-997F-3BB9CD181679}" destId="{2CAF34F8-4064-4747-8EFF-B4982788BB8C}" srcOrd="0" destOrd="0" presId="urn:microsoft.com/office/officeart/2005/8/layout/process5"/>
    <dgm:cxn modelId="{518007D4-82E0-4473-82C9-4ABDE30FAE5D}" type="presOf" srcId="{B3A9E9EA-297A-4304-8069-49DFC56236B4}" destId="{F0BA304E-0C28-423D-9A0E-C7E5A335E3F4}" srcOrd="0" destOrd="0" presId="urn:microsoft.com/office/officeart/2005/8/layout/process5"/>
    <dgm:cxn modelId="{955A4DE0-096A-48E6-AAD7-32ADA2B84C7B}" srcId="{C9ADD44D-D66E-4949-A1D7-374A6E9596A3}" destId="{3A1A1DE5-0927-438F-824A-50D9BABC9FF6}" srcOrd="4" destOrd="0" parTransId="{B757515D-0F4C-40ED-B8BD-2F485745EE47}" sibTransId="{D5E04F98-3227-4341-997F-3BB9CD181679}"/>
    <dgm:cxn modelId="{0CAB2A89-B59A-4D8B-A089-C91FCDB90946}" type="presParOf" srcId="{BA08D578-29D6-4217-B74D-7D7118743DB5}" destId="{E6F447A9-C4B1-4D2E-822A-FE49BDF610EC}" srcOrd="0" destOrd="0" presId="urn:microsoft.com/office/officeart/2005/8/layout/process5"/>
    <dgm:cxn modelId="{96CD448E-3C9B-49FF-8EC8-5F8AD536482E}" type="presParOf" srcId="{BA08D578-29D6-4217-B74D-7D7118743DB5}" destId="{6735DBFB-314B-4DD9-A5D0-71BED955FF9C}" srcOrd="1" destOrd="0" presId="urn:microsoft.com/office/officeart/2005/8/layout/process5"/>
    <dgm:cxn modelId="{7EC1A7CC-25DD-4208-904A-A26F5EAF602D}" type="presParOf" srcId="{6735DBFB-314B-4DD9-A5D0-71BED955FF9C}" destId="{9852BB37-6F9C-4DA4-949E-19009237A865}" srcOrd="0" destOrd="0" presId="urn:microsoft.com/office/officeart/2005/8/layout/process5"/>
    <dgm:cxn modelId="{91BB9BA3-45B0-4248-A2E8-EE458B13D0A7}" type="presParOf" srcId="{BA08D578-29D6-4217-B74D-7D7118743DB5}" destId="{D9BA9D9A-49D4-4D61-8079-549E026556C4}" srcOrd="2" destOrd="0" presId="urn:microsoft.com/office/officeart/2005/8/layout/process5"/>
    <dgm:cxn modelId="{3EE75694-9AF8-4824-887D-CC6973497428}" type="presParOf" srcId="{BA08D578-29D6-4217-B74D-7D7118743DB5}" destId="{6DF9A192-1269-46BE-9CB3-89F9A319398A}" srcOrd="3" destOrd="0" presId="urn:microsoft.com/office/officeart/2005/8/layout/process5"/>
    <dgm:cxn modelId="{0ADB1F32-F1A8-47E7-B889-1CDD42978D70}" type="presParOf" srcId="{6DF9A192-1269-46BE-9CB3-89F9A319398A}" destId="{4B065543-5C7D-487C-A481-B6AA5999A2AF}" srcOrd="0" destOrd="0" presId="urn:microsoft.com/office/officeart/2005/8/layout/process5"/>
    <dgm:cxn modelId="{F99D3F44-2E74-4D37-B9EC-D95526907DA0}" type="presParOf" srcId="{BA08D578-29D6-4217-B74D-7D7118743DB5}" destId="{C30A9722-C254-4774-8833-4F8E20CB5CC6}" srcOrd="4" destOrd="0" presId="urn:microsoft.com/office/officeart/2005/8/layout/process5"/>
    <dgm:cxn modelId="{40ACD3CD-EEE5-43B9-BE37-FABC08115EBC}" type="presParOf" srcId="{BA08D578-29D6-4217-B74D-7D7118743DB5}" destId="{B7F9A889-EDFF-426D-A5DA-75705FB4A0C1}" srcOrd="5" destOrd="0" presId="urn:microsoft.com/office/officeart/2005/8/layout/process5"/>
    <dgm:cxn modelId="{C8D16851-7DFC-48A7-854F-C28938C7FEFE}" type="presParOf" srcId="{B7F9A889-EDFF-426D-A5DA-75705FB4A0C1}" destId="{1B717F18-D1A5-4C59-848A-5A38E36A57F1}" srcOrd="0" destOrd="0" presId="urn:microsoft.com/office/officeart/2005/8/layout/process5"/>
    <dgm:cxn modelId="{13D00E7C-9285-4439-90DE-7681D361C089}" type="presParOf" srcId="{BA08D578-29D6-4217-B74D-7D7118743DB5}" destId="{3073608C-B2F6-4D2B-B5C2-7D2963F35738}" srcOrd="6" destOrd="0" presId="urn:microsoft.com/office/officeart/2005/8/layout/process5"/>
    <dgm:cxn modelId="{DCDDC6EE-893E-4A3A-941A-AFE939105D65}" type="presParOf" srcId="{BA08D578-29D6-4217-B74D-7D7118743DB5}" destId="{DAD32C32-5425-4F86-8408-55E629476DF9}" srcOrd="7" destOrd="0" presId="urn:microsoft.com/office/officeart/2005/8/layout/process5"/>
    <dgm:cxn modelId="{D01A8C70-FFE6-49D9-8907-B5470A711819}" type="presParOf" srcId="{DAD32C32-5425-4F86-8408-55E629476DF9}" destId="{AEFEB2F4-A10A-48FE-AA9B-A02C8062DD02}" srcOrd="0" destOrd="0" presId="urn:microsoft.com/office/officeart/2005/8/layout/process5"/>
    <dgm:cxn modelId="{57DC6E3B-3A91-4294-B1EB-EA8E152A9D3B}" type="presParOf" srcId="{BA08D578-29D6-4217-B74D-7D7118743DB5}" destId="{54E2E593-0BE4-4DA7-B0B9-16E925731D76}" srcOrd="8" destOrd="0" presId="urn:microsoft.com/office/officeart/2005/8/layout/process5"/>
    <dgm:cxn modelId="{D9760283-0383-4648-88BD-A0FDB4D12FCD}" type="presParOf" srcId="{BA08D578-29D6-4217-B74D-7D7118743DB5}" destId="{2CAF34F8-4064-4747-8EFF-B4982788BB8C}" srcOrd="9" destOrd="0" presId="urn:microsoft.com/office/officeart/2005/8/layout/process5"/>
    <dgm:cxn modelId="{5F0B1EBC-931C-4472-ADE2-F8CFE5B070D6}" type="presParOf" srcId="{2CAF34F8-4064-4747-8EFF-B4982788BB8C}" destId="{46FF4F02-7117-4ECC-8E02-20891E1FA5FA}" srcOrd="0" destOrd="0" presId="urn:microsoft.com/office/officeart/2005/8/layout/process5"/>
    <dgm:cxn modelId="{771C6119-1D4F-4E76-BDBE-ECECC98BEF1E}" type="presParOf" srcId="{BA08D578-29D6-4217-B74D-7D7118743DB5}" destId="{F0BA304E-0C28-423D-9A0E-C7E5A335E3F4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4478CB-78FA-4414-9C89-53ACFBCE411B}">
      <dsp:nvSpPr>
        <dsp:cNvPr id="0" name=""/>
        <dsp:cNvSpPr/>
      </dsp:nvSpPr>
      <dsp:spPr>
        <a:xfrm>
          <a:off x="472705" y="940557"/>
          <a:ext cx="8508707" cy="773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b="0" i="0" kern="1200" baseline="0" dirty="0"/>
            <a:t>1. </a:t>
          </a:r>
          <a:r>
            <a:rPr lang="zh-CN" altLang="en-US" sz="3200" b="0" i="0" kern="1200" baseline="0" dirty="0"/>
            <a:t>案例目标</a:t>
          </a:r>
          <a:endParaRPr lang="zh-CN" sz="3200" kern="1200" dirty="0"/>
        </a:p>
      </dsp:txBody>
      <dsp:txXfrm>
        <a:off x="472705" y="940557"/>
        <a:ext cx="8508707" cy="773518"/>
      </dsp:txXfrm>
    </dsp:sp>
    <dsp:sp modelId="{A614731B-BCE0-4731-84AA-055B66388F5D}">
      <dsp:nvSpPr>
        <dsp:cNvPr id="0" name=""/>
        <dsp:cNvSpPr/>
      </dsp:nvSpPr>
      <dsp:spPr>
        <a:xfrm>
          <a:off x="472705" y="171407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E42F5-658F-48EB-9FCF-DCC1A6CF8AE4}">
      <dsp:nvSpPr>
        <dsp:cNvPr id="0" name=""/>
        <dsp:cNvSpPr/>
      </dsp:nvSpPr>
      <dsp:spPr>
        <a:xfrm>
          <a:off x="1673379" y="171407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00E69-F14F-43AF-8A1E-E4E7EA79D594}">
      <dsp:nvSpPr>
        <dsp:cNvPr id="0" name=""/>
        <dsp:cNvSpPr/>
      </dsp:nvSpPr>
      <dsp:spPr>
        <a:xfrm>
          <a:off x="2874052" y="171407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5F776-9E00-4635-AB7D-CB30AD2AFD9F}">
      <dsp:nvSpPr>
        <dsp:cNvPr id="0" name=""/>
        <dsp:cNvSpPr/>
      </dsp:nvSpPr>
      <dsp:spPr>
        <a:xfrm>
          <a:off x="4074725" y="171407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9FF60-D3C8-4931-B00D-B45E380C9F68}">
      <dsp:nvSpPr>
        <dsp:cNvPr id="0" name=""/>
        <dsp:cNvSpPr/>
      </dsp:nvSpPr>
      <dsp:spPr>
        <a:xfrm>
          <a:off x="5275398" y="171407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9821C-89AA-4408-A115-111B28E9EEF7}">
      <dsp:nvSpPr>
        <dsp:cNvPr id="0" name=""/>
        <dsp:cNvSpPr/>
      </dsp:nvSpPr>
      <dsp:spPr>
        <a:xfrm>
          <a:off x="6476071" y="171407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A3424-D893-4DB0-AED5-4AA5EEE9E952}">
      <dsp:nvSpPr>
        <dsp:cNvPr id="0" name=""/>
        <dsp:cNvSpPr/>
      </dsp:nvSpPr>
      <dsp:spPr>
        <a:xfrm>
          <a:off x="7676744" y="171407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57A0B-D321-4B2B-AF35-06912DD4DB42}">
      <dsp:nvSpPr>
        <dsp:cNvPr id="0" name=""/>
        <dsp:cNvSpPr/>
      </dsp:nvSpPr>
      <dsp:spPr>
        <a:xfrm>
          <a:off x="472705" y="2002510"/>
          <a:ext cx="8508707" cy="773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b="0" i="0" kern="1200" baseline="0" dirty="0"/>
            <a:t>2. </a:t>
          </a:r>
          <a:r>
            <a:rPr lang="zh-CN" altLang="en-US" sz="3200" b="0" i="0" kern="1200" baseline="0" dirty="0"/>
            <a:t>外设接口</a:t>
          </a:r>
          <a:endParaRPr lang="zh-CN" sz="3200" kern="1200" dirty="0"/>
        </a:p>
      </dsp:txBody>
      <dsp:txXfrm>
        <a:off x="472705" y="2002510"/>
        <a:ext cx="8508707" cy="773518"/>
      </dsp:txXfrm>
    </dsp:sp>
    <dsp:sp modelId="{EF36861A-3A1C-4428-A4B8-9A815B01A6F1}">
      <dsp:nvSpPr>
        <dsp:cNvPr id="0" name=""/>
        <dsp:cNvSpPr/>
      </dsp:nvSpPr>
      <dsp:spPr>
        <a:xfrm>
          <a:off x="472705" y="2776029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8AD55-6F0E-485C-828B-D9F30DC1009A}">
      <dsp:nvSpPr>
        <dsp:cNvPr id="0" name=""/>
        <dsp:cNvSpPr/>
      </dsp:nvSpPr>
      <dsp:spPr>
        <a:xfrm>
          <a:off x="1673379" y="2776029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4CDC7-51CB-4ED6-A750-F71B734FD8A2}">
      <dsp:nvSpPr>
        <dsp:cNvPr id="0" name=""/>
        <dsp:cNvSpPr/>
      </dsp:nvSpPr>
      <dsp:spPr>
        <a:xfrm>
          <a:off x="2874052" y="2776029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D2BE4-B05F-4F08-8C1C-214B361034C5}">
      <dsp:nvSpPr>
        <dsp:cNvPr id="0" name=""/>
        <dsp:cNvSpPr/>
      </dsp:nvSpPr>
      <dsp:spPr>
        <a:xfrm>
          <a:off x="4074725" y="2776029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53AE6-C717-459D-BEC5-762DDB69AA39}">
      <dsp:nvSpPr>
        <dsp:cNvPr id="0" name=""/>
        <dsp:cNvSpPr/>
      </dsp:nvSpPr>
      <dsp:spPr>
        <a:xfrm>
          <a:off x="5275398" y="2776029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4D313-A28D-420B-9F14-A24E84C381C1}">
      <dsp:nvSpPr>
        <dsp:cNvPr id="0" name=""/>
        <dsp:cNvSpPr/>
      </dsp:nvSpPr>
      <dsp:spPr>
        <a:xfrm>
          <a:off x="6476071" y="2776029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B039D-0992-43C7-8135-D1BF3E76AB73}">
      <dsp:nvSpPr>
        <dsp:cNvPr id="0" name=""/>
        <dsp:cNvSpPr/>
      </dsp:nvSpPr>
      <dsp:spPr>
        <a:xfrm>
          <a:off x="7676744" y="2776029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A6404-8374-4C31-B966-60DE0F300ED6}">
      <dsp:nvSpPr>
        <dsp:cNvPr id="0" name=""/>
        <dsp:cNvSpPr/>
      </dsp:nvSpPr>
      <dsp:spPr>
        <a:xfrm>
          <a:off x="472705" y="3064464"/>
          <a:ext cx="8508707" cy="773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b="0" i="0" kern="1200" baseline="0" dirty="0"/>
            <a:t>3. </a:t>
          </a:r>
          <a:r>
            <a:rPr lang="zh-CN" altLang="en-US" sz="3200" kern="1200" dirty="0"/>
            <a:t>工程编码演示</a:t>
          </a:r>
          <a:endParaRPr lang="zh-CN" sz="3200" kern="1200" dirty="0"/>
        </a:p>
      </dsp:txBody>
      <dsp:txXfrm>
        <a:off x="472705" y="3064464"/>
        <a:ext cx="8508707" cy="773518"/>
      </dsp:txXfrm>
    </dsp:sp>
    <dsp:sp modelId="{25C56942-9F57-4BC8-A904-426B7AE34DA7}">
      <dsp:nvSpPr>
        <dsp:cNvPr id="0" name=""/>
        <dsp:cNvSpPr/>
      </dsp:nvSpPr>
      <dsp:spPr>
        <a:xfrm>
          <a:off x="472705" y="3837983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EA3DC-AB8B-453C-B0EC-6518D619DD9F}">
      <dsp:nvSpPr>
        <dsp:cNvPr id="0" name=""/>
        <dsp:cNvSpPr/>
      </dsp:nvSpPr>
      <dsp:spPr>
        <a:xfrm>
          <a:off x="1673379" y="3837983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638E45-4D4B-4C2D-92C0-87B74BB11997}">
      <dsp:nvSpPr>
        <dsp:cNvPr id="0" name=""/>
        <dsp:cNvSpPr/>
      </dsp:nvSpPr>
      <dsp:spPr>
        <a:xfrm>
          <a:off x="2874052" y="3837983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ABDE6-B026-4610-B8B0-5D5EDD735026}">
      <dsp:nvSpPr>
        <dsp:cNvPr id="0" name=""/>
        <dsp:cNvSpPr/>
      </dsp:nvSpPr>
      <dsp:spPr>
        <a:xfrm>
          <a:off x="4074725" y="3837983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0A2B5-B301-4B60-BE05-452DF7DADAFF}">
      <dsp:nvSpPr>
        <dsp:cNvPr id="0" name=""/>
        <dsp:cNvSpPr/>
      </dsp:nvSpPr>
      <dsp:spPr>
        <a:xfrm>
          <a:off x="5275398" y="3837983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69D221-A488-4174-96DD-6F14B6E4F0D9}">
      <dsp:nvSpPr>
        <dsp:cNvPr id="0" name=""/>
        <dsp:cNvSpPr/>
      </dsp:nvSpPr>
      <dsp:spPr>
        <a:xfrm>
          <a:off x="6476071" y="3837983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95B30-E362-48B3-B9B4-FE00B080B2F5}">
      <dsp:nvSpPr>
        <dsp:cNvPr id="0" name=""/>
        <dsp:cNvSpPr/>
      </dsp:nvSpPr>
      <dsp:spPr>
        <a:xfrm>
          <a:off x="7676744" y="3837983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46A1A-0205-4B0C-9106-CE1792493689}">
      <dsp:nvSpPr>
        <dsp:cNvPr id="0" name=""/>
        <dsp:cNvSpPr/>
      </dsp:nvSpPr>
      <dsp:spPr>
        <a:xfrm>
          <a:off x="0" y="1036652"/>
          <a:ext cx="10688441" cy="1767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458216" rIns="82954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200" kern="1200" dirty="0"/>
            <a:t>含</a:t>
          </a:r>
          <a:r>
            <a:rPr lang="en-US" sz="2200" kern="1200" dirty="0"/>
            <a:t>FSMC</a:t>
          </a:r>
          <a:r>
            <a:rPr lang="zh-CN" sz="2200" kern="1200" dirty="0"/>
            <a:t>并口屏幕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2</a:t>
          </a:r>
          <a:r>
            <a:rPr lang="zh-CN" sz="2200" kern="1200" dirty="0"/>
            <a:t>个</a:t>
          </a:r>
          <a:r>
            <a:rPr lang="en-US" altLang="zh-CN" sz="2200" kern="1200" dirty="0"/>
            <a:t>LED</a:t>
          </a:r>
          <a:r>
            <a:rPr lang="zh-CN" altLang="en-US" sz="2200" kern="1200" dirty="0"/>
            <a:t>灯</a:t>
          </a:r>
          <a:endParaRPr lang="zh-C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200" kern="1200" dirty="0"/>
            <a:t>3</a:t>
          </a:r>
          <a:r>
            <a:rPr lang="zh-CN" altLang="en-US" sz="2200" kern="1200" dirty="0"/>
            <a:t>个</a:t>
          </a:r>
          <a:r>
            <a:rPr lang="en-US" altLang="zh-CN" sz="2200" kern="1200" dirty="0"/>
            <a:t>Key</a:t>
          </a:r>
          <a:r>
            <a:rPr lang="zh-CN" altLang="en-US" sz="2200" kern="1200" dirty="0"/>
            <a:t>按键</a:t>
          </a:r>
          <a:endParaRPr lang="zh-CN" sz="2200" kern="1200" dirty="0"/>
        </a:p>
      </dsp:txBody>
      <dsp:txXfrm>
        <a:off x="0" y="1036652"/>
        <a:ext cx="10688441" cy="1767150"/>
      </dsp:txXfrm>
    </dsp:sp>
    <dsp:sp modelId="{1FC0779F-35BA-48E3-ABD3-9A84B3AE08B2}">
      <dsp:nvSpPr>
        <dsp:cNvPr id="0" name=""/>
        <dsp:cNvSpPr/>
      </dsp:nvSpPr>
      <dsp:spPr>
        <a:xfrm>
          <a:off x="534422" y="711932"/>
          <a:ext cx="748190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kern="1200"/>
            <a:t>构建一个</a:t>
          </a:r>
          <a:r>
            <a:rPr lang="en-US" sz="2200" kern="1200"/>
            <a:t>GenBotter Motor-1</a:t>
          </a:r>
          <a:r>
            <a:rPr lang="zh-CN" sz="2200" kern="1200"/>
            <a:t>开发板的</a:t>
          </a:r>
          <a:r>
            <a:rPr lang="en-US" sz="2200" kern="1200"/>
            <a:t>CubeMX</a:t>
          </a:r>
          <a:r>
            <a:rPr lang="zh-CN" sz="2200" kern="1200"/>
            <a:t>模板工程</a:t>
          </a:r>
        </a:p>
      </dsp:txBody>
      <dsp:txXfrm>
        <a:off x="566125" y="743635"/>
        <a:ext cx="7418502" cy="586034"/>
      </dsp:txXfrm>
    </dsp:sp>
    <dsp:sp modelId="{96455E30-4208-4ADA-BE50-B44D2E71E27C}">
      <dsp:nvSpPr>
        <dsp:cNvPr id="0" name=""/>
        <dsp:cNvSpPr/>
      </dsp:nvSpPr>
      <dsp:spPr>
        <a:xfrm>
          <a:off x="0" y="3247322"/>
          <a:ext cx="10688441" cy="138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458216" rIns="82954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200" kern="1200" dirty="0"/>
            <a:t>为后续闭环电机控制案例做基础</a:t>
          </a:r>
          <a:endParaRPr lang="zh-C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200" kern="1200" dirty="0"/>
            <a:t>显示闭环信息</a:t>
          </a:r>
          <a:endParaRPr lang="zh-CN" sz="2200" kern="1200" dirty="0"/>
        </a:p>
      </dsp:txBody>
      <dsp:txXfrm>
        <a:off x="0" y="3247322"/>
        <a:ext cx="10688441" cy="1386000"/>
      </dsp:txXfrm>
    </dsp:sp>
    <dsp:sp modelId="{85858C21-AF1B-4C6C-AD03-2B3EA84CE3BA}">
      <dsp:nvSpPr>
        <dsp:cNvPr id="0" name=""/>
        <dsp:cNvSpPr/>
      </dsp:nvSpPr>
      <dsp:spPr>
        <a:xfrm>
          <a:off x="534422" y="2922602"/>
          <a:ext cx="7481908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使用</a:t>
          </a:r>
          <a:r>
            <a:rPr lang="en-US" altLang="zh-CN" sz="2200" kern="1200" dirty="0" err="1"/>
            <a:t>CubeMX</a:t>
          </a:r>
          <a:r>
            <a:rPr lang="zh-CN" altLang="en-US" sz="2200" kern="1200" dirty="0"/>
            <a:t>模板工程创建屏幕显示案例</a:t>
          </a:r>
          <a:endParaRPr lang="zh-CN" sz="2200" kern="1200" dirty="0"/>
        </a:p>
      </dsp:txBody>
      <dsp:txXfrm>
        <a:off x="566125" y="2954305"/>
        <a:ext cx="7418502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F447A9-C4B1-4D2E-822A-FE49BDF610EC}">
      <dsp:nvSpPr>
        <dsp:cNvPr id="0" name=""/>
        <dsp:cNvSpPr/>
      </dsp:nvSpPr>
      <dsp:spPr>
        <a:xfrm>
          <a:off x="1143000" y="1088"/>
          <a:ext cx="1904999" cy="1143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1. </a:t>
          </a:r>
          <a:r>
            <a:rPr lang="zh-CN" sz="1500" kern="1200" dirty="0"/>
            <a:t>使用</a:t>
          </a:r>
          <a:r>
            <a:rPr lang="en-US" sz="1500" kern="1200" dirty="0" err="1"/>
            <a:t>CubeMX</a:t>
          </a:r>
          <a:r>
            <a:rPr lang="zh-CN" sz="1500" kern="1200" dirty="0"/>
            <a:t>创建空</a:t>
          </a:r>
          <a:r>
            <a:rPr lang="zh-CN" altLang="en-US" sz="1500" kern="1200" dirty="0"/>
            <a:t>的</a:t>
          </a:r>
          <a:r>
            <a:rPr lang="en-US" sz="1500" kern="1200" dirty="0"/>
            <a:t>STM32F407IGT6</a:t>
          </a:r>
          <a:r>
            <a:rPr lang="zh-CN" sz="1500" kern="1200" dirty="0"/>
            <a:t>工程</a:t>
          </a:r>
        </a:p>
      </dsp:txBody>
      <dsp:txXfrm>
        <a:off x="1176477" y="34565"/>
        <a:ext cx="1838045" cy="1076046"/>
      </dsp:txXfrm>
    </dsp:sp>
    <dsp:sp modelId="{6735DBFB-314B-4DD9-A5D0-71BED955FF9C}">
      <dsp:nvSpPr>
        <dsp:cNvPr id="0" name=""/>
        <dsp:cNvSpPr/>
      </dsp:nvSpPr>
      <dsp:spPr>
        <a:xfrm>
          <a:off x="3215640" y="336368"/>
          <a:ext cx="403859" cy="472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3215640" y="430856"/>
        <a:ext cx="282701" cy="283463"/>
      </dsp:txXfrm>
    </dsp:sp>
    <dsp:sp modelId="{D9BA9D9A-49D4-4D61-8079-549E026556C4}">
      <dsp:nvSpPr>
        <dsp:cNvPr id="0" name=""/>
        <dsp:cNvSpPr/>
      </dsp:nvSpPr>
      <dsp:spPr>
        <a:xfrm>
          <a:off x="3810000" y="1088"/>
          <a:ext cx="1904999" cy="1143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2. </a:t>
          </a:r>
          <a:r>
            <a:rPr lang="zh-CN" sz="1500" kern="1200" dirty="0"/>
            <a:t>通过</a:t>
          </a:r>
          <a:r>
            <a:rPr lang="en-US" sz="1500" kern="1200" dirty="0"/>
            <a:t>File</a:t>
          </a:r>
          <a:r>
            <a:rPr lang="zh-CN" sz="1500" kern="1200" dirty="0"/>
            <a:t>菜单下的</a:t>
          </a:r>
          <a:r>
            <a:rPr lang="en-US" sz="1500" kern="1200" dirty="0"/>
            <a:t>Import Project</a:t>
          </a:r>
          <a:r>
            <a:rPr lang="zh-CN" sz="1500" kern="1200" dirty="0"/>
            <a:t>子菜单导入</a:t>
          </a:r>
          <a:r>
            <a:rPr lang="en-US" sz="1500" kern="1200" dirty="0" err="1"/>
            <a:t>CubeMX</a:t>
          </a:r>
          <a:r>
            <a:rPr lang="zh-CN" sz="1500" kern="1200" dirty="0"/>
            <a:t>模板工程</a:t>
          </a:r>
        </a:p>
      </dsp:txBody>
      <dsp:txXfrm>
        <a:off x="3843477" y="34565"/>
        <a:ext cx="1838045" cy="1076046"/>
      </dsp:txXfrm>
    </dsp:sp>
    <dsp:sp modelId="{6DF9A192-1269-46BE-9CB3-89F9A319398A}">
      <dsp:nvSpPr>
        <dsp:cNvPr id="0" name=""/>
        <dsp:cNvSpPr/>
      </dsp:nvSpPr>
      <dsp:spPr>
        <a:xfrm>
          <a:off x="5882639" y="336368"/>
          <a:ext cx="403859" cy="472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5882639" y="430856"/>
        <a:ext cx="282701" cy="283463"/>
      </dsp:txXfrm>
    </dsp:sp>
    <dsp:sp modelId="{C30A9722-C254-4774-8833-4F8E20CB5CC6}">
      <dsp:nvSpPr>
        <dsp:cNvPr id="0" name=""/>
        <dsp:cNvSpPr/>
      </dsp:nvSpPr>
      <dsp:spPr>
        <a:xfrm>
          <a:off x="6477000" y="1088"/>
          <a:ext cx="1904999" cy="1143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3. </a:t>
          </a:r>
          <a:r>
            <a:rPr lang="zh-CN" sz="1500" kern="1200" dirty="0"/>
            <a:t>对</a:t>
          </a:r>
          <a:r>
            <a:rPr lang="en-US" sz="1500" kern="1200" dirty="0"/>
            <a:t>RCC</a:t>
          </a:r>
          <a:r>
            <a:rPr lang="zh-CN" sz="1500" kern="1200" dirty="0"/>
            <a:t>等外设进行检查、配置</a:t>
          </a:r>
        </a:p>
      </dsp:txBody>
      <dsp:txXfrm>
        <a:off x="6510477" y="34565"/>
        <a:ext cx="1838045" cy="1076046"/>
      </dsp:txXfrm>
    </dsp:sp>
    <dsp:sp modelId="{B7F9A889-EDFF-426D-A5DA-75705FB4A0C1}">
      <dsp:nvSpPr>
        <dsp:cNvPr id="0" name=""/>
        <dsp:cNvSpPr/>
      </dsp:nvSpPr>
      <dsp:spPr>
        <a:xfrm>
          <a:off x="8549640" y="336368"/>
          <a:ext cx="403860" cy="472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8549640" y="430856"/>
        <a:ext cx="282702" cy="283463"/>
      </dsp:txXfrm>
    </dsp:sp>
    <dsp:sp modelId="{3073608C-B2F6-4D2B-B5C2-7D2963F35738}">
      <dsp:nvSpPr>
        <dsp:cNvPr id="0" name=""/>
        <dsp:cNvSpPr/>
      </dsp:nvSpPr>
      <dsp:spPr>
        <a:xfrm>
          <a:off x="9144000" y="1088"/>
          <a:ext cx="1904999" cy="1143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4. </a:t>
          </a:r>
          <a:r>
            <a:rPr lang="zh-CN" sz="1500" kern="1200" dirty="0"/>
            <a:t>使用</a:t>
          </a:r>
          <a:r>
            <a:rPr lang="en-US" sz="1500" kern="1200" dirty="0" err="1"/>
            <a:t>CubeMX</a:t>
          </a:r>
          <a:r>
            <a:rPr lang="zh-CN" sz="1500" kern="1200" dirty="0"/>
            <a:t>生成</a:t>
          </a:r>
          <a:r>
            <a:rPr lang="en-US" sz="1500" kern="1200" dirty="0"/>
            <a:t>Keil MDK</a:t>
          </a:r>
          <a:r>
            <a:rPr lang="zh-CN" sz="1500" kern="1200" dirty="0"/>
            <a:t>工程代码</a:t>
          </a:r>
        </a:p>
      </dsp:txBody>
      <dsp:txXfrm>
        <a:off x="9177477" y="34565"/>
        <a:ext cx="1838045" cy="1076046"/>
      </dsp:txXfrm>
    </dsp:sp>
    <dsp:sp modelId="{DAD32C32-5425-4F86-8408-55E629476DF9}">
      <dsp:nvSpPr>
        <dsp:cNvPr id="0" name=""/>
        <dsp:cNvSpPr/>
      </dsp:nvSpPr>
      <dsp:spPr>
        <a:xfrm rot="5400000">
          <a:off x="9894570" y="1277438"/>
          <a:ext cx="403860" cy="472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 rot="-5400000">
        <a:off x="9954769" y="1311727"/>
        <a:ext cx="283463" cy="282702"/>
      </dsp:txXfrm>
    </dsp:sp>
    <dsp:sp modelId="{54E2E593-0BE4-4DA7-B0B9-16E925731D76}">
      <dsp:nvSpPr>
        <dsp:cNvPr id="0" name=""/>
        <dsp:cNvSpPr/>
      </dsp:nvSpPr>
      <dsp:spPr>
        <a:xfrm>
          <a:off x="9144000" y="1906088"/>
          <a:ext cx="1904999" cy="1143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5. </a:t>
          </a:r>
          <a:r>
            <a:rPr lang="zh-CN" sz="1500" kern="1200" dirty="0"/>
            <a:t>移植屏幕显示、按键和</a:t>
          </a:r>
          <a:r>
            <a:rPr lang="en-US" sz="1500" kern="1200" dirty="0"/>
            <a:t>LED</a:t>
          </a:r>
          <a:r>
            <a:rPr lang="zh-CN" sz="1500" kern="1200" dirty="0"/>
            <a:t>灯的驱动代码</a:t>
          </a:r>
        </a:p>
      </dsp:txBody>
      <dsp:txXfrm>
        <a:off x="9177477" y="1939565"/>
        <a:ext cx="1838045" cy="1076046"/>
      </dsp:txXfrm>
    </dsp:sp>
    <dsp:sp modelId="{2CAF34F8-4064-4747-8EFF-B4982788BB8C}">
      <dsp:nvSpPr>
        <dsp:cNvPr id="0" name=""/>
        <dsp:cNvSpPr/>
      </dsp:nvSpPr>
      <dsp:spPr>
        <a:xfrm rot="10800000">
          <a:off x="8572500" y="2241368"/>
          <a:ext cx="403860" cy="472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 rot="10800000">
        <a:off x="8693658" y="2335856"/>
        <a:ext cx="282702" cy="283463"/>
      </dsp:txXfrm>
    </dsp:sp>
    <dsp:sp modelId="{F0BA304E-0C28-423D-9A0E-C7E5A335E3F4}">
      <dsp:nvSpPr>
        <dsp:cNvPr id="0" name=""/>
        <dsp:cNvSpPr/>
      </dsp:nvSpPr>
      <dsp:spPr>
        <a:xfrm>
          <a:off x="6477000" y="1906088"/>
          <a:ext cx="1904999" cy="1143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6. </a:t>
          </a:r>
          <a:r>
            <a:rPr lang="zh-CN" sz="1500" kern="1200" dirty="0"/>
            <a:t>测试模板工程</a:t>
          </a:r>
        </a:p>
      </dsp:txBody>
      <dsp:txXfrm>
        <a:off x="6510477" y="1939565"/>
        <a:ext cx="1838045" cy="10760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先问大家一个问题：你们见过最 “听话” 的转动是什么？是拧瓶盖？还是钟表指针？但步进电机的 “听话”，那可是 “指哪转哪，转多少算多少”。它到底怎么转起来的呢？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咱们可以把步进电机的内部想象成一个 “迷你指挥台”。定子上有几个 “指挥官”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就是标记的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这些绕组，转子就是那个 “听话的士兵”。当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指挥官先 “发号施令”（通电），转子就会乖乖转向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；接着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 “接力下令”，转子又会转向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依次 “指挥”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转子就这么一步一步跟着转起来了。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就像咱们排队走路，第一个人往前走一步，第二个人跟上，第三个人再跟上，整个队伍就整齐地动起来了。步进电机每一步转动的角度，就叫 “步距角”。比如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里第一个例子，假设每一步转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度，那它转一圈就需要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步，跟咱们 “迈四大步走一圈” 似的。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57989" y="4739461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0" y="2818708"/>
            <a:ext cx="5770456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屏幕显示驱动移植演示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【06-03】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1CCDEAE-FD00-1792-B9B1-15EEF3CA5D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40" t="6138" r="7348" b="6775"/>
          <a:stretch>
            <a:fillRect/>
          </a:stretch>
        </p:blipFill>
        <p:spPr>
          <a:xfrm rot="1592214">
            <a:off x="7062989" y="2357260"/>
            <a:ext cx="2773212" cy="2149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目录</a:t>
            </a:r>
            <a:endParaRPr lang="zh-CN" altLang="en-US" sz="3600" dirty="0"/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633512271"/>
              </p:ext>
            </p:extLst>
          </p:nvPr>
        </p:nvGraphicFramePr>
        <p:xfrm>
          <a:off x="1022293" y="1163211"/>
          <a:ext cx="9454119" cy="4967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案例目标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D6FC62DE-AF24-EAA8-3C6C-488A4734192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239610402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5655F-763A-6351-0244-127C19127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外设接口</a:t>
            </a:r>
            <a:r>
              <a:rPr lang="en-US" altLang="zh-CN" dirty="0"/>
              <a:t>——</a:t>
            </a:r>
            <a:r>
              <a:rPr lang="zh-CN" altLang="en-US" dirty="0"/>
              <a:t>屏幕接口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B1FFC3-13EF-B247-68F3-6FAA09FCE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729" y="905775"/>
            <a:ext cx="5384478" cy="34054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2B1F6F-C561-4092-B9FE-5F043672CA69}"/>
              </a:ext>
            </a:extLst>
          </p:cNvPr>
          <p:cNvSpPr txBox="1"/>
          <p:nvPr/>
        </p:nvSpPr>
        <p:spPr>
          <a:xfrm>
            <a:off x="4757172" y="417123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并口屏接口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DD00B5-034E-246F-A948-371E67E9BE04}"/>
              </a:ext>
            </a:extLst>
          </p:cNvPr>
          <p:cNvSpPr txBox="1"/>
          <p:nvPr/>
        </p:nvSpPr>
        <p:spPr>
          <a:xfrm>
            <a:off x="9814559" y="122723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串口屏接口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4CCC5EF-D9D6-2DB3-5F90-BC88F452D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91" y="2615362"/>
            <a:ext cx="1638095" cy="300952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F3B2477-F7EA-E4A3-56CE-157796C07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23" y="1901324"/>
            <a:ext cx="1514286" cy="60952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22434CC-EDEB-3A53-6D64-DC65B0A4D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842" y="1291800"/>
            <a:ext cx="1619048" cy="60952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075EE34-5549-0CCF-FD91-0BC0DFFDD1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223" y="5729400"/>
            <a:ext cx="1676190" cy="88571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1B31F84-B045-5EC7-3DC8-4ACA07998E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1679" y="3529497"/>
            <a:ext cx="1666667" cy="137142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84A8CFB-D80E-B3CB-9D23-53C968E451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0674" y="2838524"/>
            <a:ext cx="1638095" cy="59047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72D5F71D-A3DE-1925-3447-FA9222662B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7342" y="5099980"/>
            <a:ext cx="1628571" cy="55238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46E17650-0B7F-BA0E-53D4-1C42840A2C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1679" y="2328998"/>
            <a:ext cx="1504762" cy="314286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60F6FBB-5D65-A9AB-E2F6-5AB2C2B0F2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3532" y="1233465"/>
            <a:ext cx="1752381" cy="1028571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2B4ECEA-382A-6E52-F430-67DA22B521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6585" y="3779258"/>
            <a:ext cx="2902665" cy="2883079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E2E11723-F77B-9AF2-7B77-AA8174F430BE}"/>
              </a:ext>
            </a:extLst>
          </p:cNvPr>
          <p:cNvSpPr txBox="1"/>
          <p:nvPr/>
        </p:nvSpPr>
        <p:spPr>
          <a:xfrm>
            <a:off x="2417342" y="6012497"/>
            <a:ext cx="3554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触摸功能，需要使用软件模拟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626A95E-61DD-145F-53CA-35BCA5C52793}"/>
              </a:ext>
            </a:extLst>
          </p:cNvPr>
          <p:cNvGrpSpPr/>
          <p:nvPr/>
        </p:nvGrpSpPr>
        <p:grpSpPr>
          <a:xfrm>
            <a:off x="6635931" y="905775"/>
            <a:ext cx="4441372" cy="2085618"/>
            <a:chOff x="6635931" y="905775"/>
            <a:chExt cx="4441372" cy="208561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D91C40D-742C-0D31-2ADA-EAD8DFB0D04D}"/>
                </a:ext>
              </a:extLst>
            </p:cNvPr>
            <p:cNvSpPr/>
            <p:nvPr/>
          </p:nvSpPr>
          <p:spPr>
            <a:xfrm>
              <a:off x="6635931" y="905775"/>
              <a:ext cx="4441372" cy="870774"/>
            </a:xfrm>
            <a:prstGeom prst="rect">
              <a:avLst/>
            </a:prstGeom>
            <a:solidFill>
              <a:schemeClr val="accent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B0AB391-09B6-B2E3-BD3C-AA7C2F94543C}"/>
                </a:ext>
              </a:extLst>
            </p:cNvPr>
            <p:cNvSpPr/>
            <p:nvPr/>
          </p:nvSpPr>
          <p:spPr>
            <a:xfrm>
              <a:off x="8307977" y="1776548"/>
              <a:ext cx="2767180" cy="1214845"/>
            </a:xfrm>
            <a:prstGeom prst="rect">
              <a:avLst/>
            </a:prstGeom>
            <a:solidFill>
              <a:schemeClr val="accent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732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69A63-3EAB-9639-9BE5-EFEB3D43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外设接口</a:t>
            </a:r>
            <a:r>
              <a:rPr lang="en-US" altLang="zh-CN" dirty="0"/>
              <a:t>——</a:t>
            </a:r>
            <a:r>
              <a:rPr lang="zh-CN" altLang="en-US" dirty="0"/>
              <a:t>屏幕接口定义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FF08356-69DE-58A5-5630-75C89566D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275677"/>
              </p:ext>
            </p:extLst>
          </p:nvPr>
        </p:nvGraphicFramePr>
        <p:xfrm>
          <a:off x="458096" y="957498"/>
          <a:ext cx="5569842" cy="5360812"/>
        </p:xfrm>
        <a:graphic>
          <a:graphicData uri="http://schemas.openxmlformats.org/drawingml/2006/table">
            <a:tbl>
              <a:tblPr/>
              <a:tblGrid>
                <a:gridCol w="946431">
                  <a:extLst>
                    <a:ext uri="{9D8B030D-6E8A-4147-A177-3AD203B41FA5}">
                      <a16:colId xmlns:a16="http://schemas.microsoft.com/office/drawing/2014/main" val="137315337"/>
                    </a:ext>
                  </a:extLst>
                </a:gridCol>
                <a:gridCol w="1181538">
                  <a:extLst>
                    <a:ext uri="{9D8B030D-6E8A-4147-A177-3AD203B41FA5}">
                      <a16:colId xmlns:a16="http://schemas.microsoft.com/office/drawing/2014/main" val="1729290824"/>
                    </a:ext>
                  </a:extLst>
                </a:gridCol>
                <a:gridCol w="3441873">
                  <a:extLst>
                    <a:ext uri="{9D8B030D-6E8A-4147-A177-3AD203B41FA5}">
                      <a16:colId xmlns:a16="http://schemas.microsoft.com/office/drawing/2014/main" val="1478404921"/>
                    </a:ext>
                  </a:extLst>
                </a:gridCol>
              </a:tblGrid>
              <a:tr h="235991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zh-CN" altLang="en-US" sz="1600" b="1">
                          <a:effectLst/>
                          <a:latin typeface="var(--hy-font-family)"/>
                        </a:rPr>
                        <a:t>序号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zh-CN" altLang="en-US" sz="1600" b="1">
                          <a:effectLst/>
                          <a:latin typeface="var(--hy-font-family)"/>
                        </a:rPr>
                        <a:t>符号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zh-CN" altLang="en-US" sz="1600" b="1">
                          <a:effectLst/>
                          <a:latin typeface="var(--hy-font-family)"/>
                        </a:rPr>
                        <a:t>功能描述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381123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CS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片选信号，低电平使能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23917"/>
                  </a:ext>
                </a:extLst>
              </a:tr>
              <a:tr h="986894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2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RS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寄存器地址</a:t>
                      </a:r>
                      <a:r>
                        <a:rPr lang="en-US" altLang="zh-CN" sz="1600">
                          <a:effectLst/>
                        </a:rPr>
                        <a:t>/</a:t>
                      </a:r>
                      <a:r>
                        <a:rPr lang="zh-CN" altLang="en-US" sz="1600">
                          <a:effectLst/>
                        </a:rPr>
                        <a:t>数据选择脚</a:t>
                      </a:r>
                      <a:br>
                        <a:rPr lang="zh-CN" altLang="en-US" sz="1600">
                          <a:effectLst/>
                        </a:rPr>
                      </a:br>
                      <a:r>
                        <a:rPr lang="en-US" altLang="zh-CN" sz="1600">
                          <a:effectLst/>
                        </a:rPr>
                        <a:t>RS=1</a:t>
                      </a:r>
                      <a:r>
                        <a:rPr lang="zh-CN" altLang="en-US" sz="1600">
                          <a:effectLst/>
                        </a:rPr>
                        <a:t>：选择显示数据或寄存器参数</a:t>
                      </a:r>
                      <a:br>
                        <a:rPr lang="zh-CN" altLang="en-US" sz="1600">
                          <a:effectLst/>
                        </a:rPr>
                      </a:br>
                      <a:r>
                        <a:rPr lang="en-US" altLang="zh-CN" sz="1600">
                          <a:effectLst/>
                        </a:rPr>
                        <a:t>RS=0</a:t>
                      </a:r>
                      <a:r>
                        <a:rPr lang="zh-CN" altLang="en-US" sz="1600">
                          <a:effectLst/>
                        </a:rPr>
                        <a:t>：选择寄存器地址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25415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3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WR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写信号，低电平使能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406248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4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RD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读信号，低电平使能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697673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5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RST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复位信号，低电平复位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03584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6~21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DB0~</a:t>
                      </a:r>
                      <a:r>
                        <a:rPr lang="en-US" altLang="zh-CN" sz="1600" dirty="0">
                          <a:effectLst/>
                        </a:rPr>
                        <a:t>DB15</a:t>
                      </a:r>
                      <a:endParaRPr lang="en-US" sz="1600" dirty="0">
                        <a:effectLst/>
                      </a:endParaRP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数据总线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697932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22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GND</a:t>
                      </a:r>
                      <a:endParaRPr lang="en-US" sz="1600" dirty="0">
                        <a:effectLst/>
                      </a:endParaRP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电源地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447933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23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BL</a:t>
                      </a:r>
                      <a:endParaRPr lang="en-US" sz="1600" dirty="0">
                        <a:effectLst/>
                      </a:endParaRP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背光控制信号</a:t>
                      </a:r>
                      <a:r>
                        <a:rPr lang="en-US" altLang="zh-CN" sz="1600">
                          <a:effectLst/>
                        </a:rPr>
                        <a:t>,</a:t>
                      </a:r>
                      <a:r>
                        <a:rPr lang="zh-CN" altLang="en-US" sz="1600">
                          <a:effectLst/>
                        </a:rPr>
                        <a:t>高电平点亮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58741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24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VDD</a:t>
                      </a:r>
                      <a:endParaRPr lang="en-US" sz="1600" dirty="0">
                        <a:effectLst/>
                      </a:endParaRP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电源输入（</a:t>
                      </a:r>
                      <a:r>
                        <a:rPr lang="en-US" altLang="zh-CN" sz="1600">
                          <a:effectLst/>
                        </a:rPr>
                        <a:t>+3.3V</a:t>
                      </a:r>
                      <a:r>
                        <a:rPr lang="zh-CN" altLang="en-US" sz="1600">
                          <a:effectLst/>
                        </a:rPr>
                        <a:t>）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673411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25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VDD</a:t>
                      </a:r>
                      <a:endParaRPr lang="en-US" sz="1600" dirty="0">
                        <a:effectLst/>
                      </a:endParaRP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电源输入（</a:t>
                      </a:r>
                      <a:r>
                        <a:rPr lang="en-US" altLang="zh-CN" sz="1600">
                          <a:effectLst/>
                        </a:rPr>
                        <a:t>+3.3V</a:t>
                      </a:r>
                      <a:r>
                        <a:rPr lang="zh-CN" altLang="en-US" sz="1600">
                          <a:effectLst/>
                        </a:rPr>
                        <a:t>）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524797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26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GND</a:t>
                      </a:r>
                      <a:endParaRPr lang="en-US" sz="1600" dirty="0">
                        <a:effectLst/>
                      </a:endParaRP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电源地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10828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27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GND</a:t>
                      </a:r>
                      <a:endParaRPr lang="en-US" sz="1600" dirty="0">
                        <a:effectLst/>
                      </a:endParaRP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>
                          <a:effectLst/>
                        </a:rPr>
                        <a:t>电源地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14759"/>
                  </a:ext>
                </a:extLst>
              </a:tr>
              <a:tr h="338730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>
                          <a:effectLst/>
                        </a:rPr>
                        <a:t>28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NC</a:t>
                      </a:r>
                      <a:endParaRPr lang="en-US" sz="1600" dirty="0">
                        <a:effectLst/>
                      </a:endParaRP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空脚</a:t>
                      </a:r>
                    </a:p>
                  </a:txBody>
                  <a:tcPr marL="31352" marR="65317" marT="32659" marB="32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187833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5A04F8F-92F2-DC0F-04F2-7566E02CA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770904"/>
              </p:ext>
            </p:extLst>
          </p:nvPr>
        </p:nvGraphicFramePr>
        <p:xfrm>
          <a:off x="6451325" y="1721050"/>
          <a:ext cx="5189739" cy="2966361"/>
        </p:xfrm>
        <a:graphic>
          <a:graphicData uri="http://schemas.openxmlformats.org/drawingml/2006/table">
            <a:tbl>
              <a:tblPr/>
              <a:tblGrid>
                <a:gridCol w="857435">
                  <a:extLst>
                    <a:ext uri="{9D8B030D-6E8A-4147-A177-3AD203B41FA5}">
                      <a16:colId xmlns:a16="http://schemas.microsoft.com/office/drawing/2014/main" val="4173439450"/>
                    </a:ext>
                  </a:extLst>
                </a:gridCol>
                <a:gridCol w="1065320">
                  <a:extLst>
                    <a:ext uri="{9D8B030D-6E8A-4147-A177-3AD203B41FA5}">
                      <a16:colId xmlns:a16="http://schemas.microsoft.com/office/drawing/2014/main" val="2113953226"/>
                    </a:ext>
                  </a:extLst>
                </a:gridCol>
                <a:gridCol w="3266984">
                  <a:extLst>
                    <a:ext uri="{9D8B030D-6E8A-4147-A177-3AD203B41FA5}">
                      <a16:colId xmlns:a16="http://schemas.microsoft.com/office/drawing/2014/main" val="1257159705"/>
                    </a:ext>
                  </a:extLst>
                </a:gridCol>
              </a:tblGrid>
              <a:tr h="468231"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zh-CN" altLang="en-US" b="1">
                          <a:effectLst/>
                          <a:latin typeface="var(--hy-font-family)"/>
                        </a:rPr>
                        <a:t>序号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zh-CN" altLang="en-US" b="1" dirty="0">
                          <a:effectLst/>
                          <a:latin typeface="var(--hy-font-family)"/>
                        </a:rPr>
                        <a:t>缩写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buNone/>
                      </a:pPr>
                      <a:r>
                        <a:rPr lang="zh-CN" altLang="en-US" b="1">
                          <a:effectLst/>
                          <a:latin typeface="var(--hy-font-family)"/>
                        </a:rPr>
                        <a:t>说明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422506"/>
                  </a:ext>
                </a:extLst>
              </a:tr>
              <a:tr h="416355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var(--hy-font-family)"/>
                        </a:rPr>
                        <a:t>29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b="0">
                          <a:effectLst/>
                          <a:latin typeface="var(--hy-font-family)"/>
                        </a:rPr>
                        <a:t>TSDO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var(--hy-font-family)"/>
                        </a:rPr>
                        <a:t>电阻触摸屏 </a:t>
                      </a:r>
                      <a:r>
                        <a:rPr lang="en-US" altLang="zh-CN" b="0">
                          <a:effectLst/>
                          <a:latin typeface="var(--hy-font-family)"/>
                        </a:rPr>
                        <a:t>SPI </a:t>
                      </a:r>
                      <a:r>
                        <a:rPr lang="zh-CN" altLang="en-US" b="0">
                          <a:effectLst/>
                          <a:latin typeface="var(--hy-font-family)"/>
                        </a:rPr>
                        <a:t>总线输出信号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41252"/>
                  </a:ext>
                </a:extLst>
              </a:tr>
              <a:tr h="416355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var(--hy-font-family)"/>
                        </a:rPr>
                        <a:t>30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var(--hy-font-family)"/>
                        </a:rPr>
                        <a:t>TSDI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var(--hy-font-family)"/>
                        </a:rPr>
                        <a:t>电阻触摸屏 </a:t>
                      </a:r>
                      <a:r>
                        <a:rPr lang="en-US" altLang="zh-CN" b="0">
                          <a:effectLst/>
                          <a:latin typeface="var(--hy-font-family)"/>
                        </a:rPr>
                        <a:t>SPI </a:t>
                      </a:r>
                      <a:r>
                        <a:rPr lang="zh-CN" altLang="en-US" b="0">
                          <a:effectLst/>
                          <a:latin typeface="var(--hy-font-family)"/>
                        </a:rPr>
                        <a:t>总线输入信号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785134"/>
                  </a:ext>
                </a:extLst>
              </a:tr>
              <a:tr h="416355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var(--hy-font-family)"/>
                        </a:rPr>
                        <a:t>31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b="0">
                          <a:effectLst/>
                          <a:latin typeface="var(--hy-font-family)"/>
                        </a:rPr>
                        <a:t>TPEN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var(--hy-font-family)"/>
                        </a:rPr>
                        <a:t>电阻触摸屏中断信号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001785"/>
                  </a:ext>
                </a:extLst>
              </a:tr>
              <a:tr h="416355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var(--hy-font-family)"/>
                        </a:rPr>
                        <a:t>32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b="0">
                          <a:effectLst/>
                          <a:latin typeface="var(--hy-font-family)"/>
                        </a:rPr>
                        <a:t>NC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var(--hy-font-family)"/>
                        </a:rPr>
                        <a:t>空脚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54606"/>
                  </a:ext>
                </a:extLst>
              </a:tr>
              <a:tr h="416355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var(--hy-font-family)"/>
                        </a:rPr>
                        <a:t>33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b="0">
                          <a:effectLst/>
                          <a:latin typeface="var(--hy-font-family)"/>
                        </a:rPr>
                        <a:t>TCS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var(--hy-font-family)"/>
                        </a:rPr>
                        <a:t>电阻触摸屏片选信号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37671"/>
                  </a:ext>
                </a:extLst>
              </a:tr>
              <a:tr h="416355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var(--hy-font-family)"/>
                        </a:rPr>
                        <a:t>34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b="0">
                          <a:effectLst/>
                          <a:latin typeface="var(--hy-font-family)"/>
                        </a:rPr>
                        <a:t>TCLK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var(--hy-font-family)"/>
                        </a:rPr>
                        <a:t>电阻触摸屏 </a:t>
                      </a:r>
                      <a:r>
                        <a:rPr lang="en-US" altLang="zh-CN" b="0" dirty="0">
                          <a:effectLst/>
                          <a:latin typeface="var(--hy-font-family)"/>
                        </a:rPr>
                        <a:t>SPI </a:t>
                      </a:r>
                      <a:r>
                        <a:rPr lang="zh-CN" altLang="en-US" b="0" dirty="0">
                          <a:effectLst/>
                          <a:latin typeface="var(--hy-font-family)"/>
                        </a:rPr>
                        <a:t>总线时钟信号</a:t>
                      </a:r>
                    </a:p>
                  </a:txBody>
                  <a:tcPr marR="1905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210832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7D414A75-EF26-88F7-2AE6-68DE12CB7300}"/>
              </a:ext>
            </a:extLst>
          </p:cNvPr>
          <p:cNvSpPr txBox="1"/>
          <p:nvPr/>
        </p:nvSpPr>
        <p:spPr>
          <a:xfrm>
            <a:off x="6376626" y="12162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触摸部分</a:t>
            </a:r>
          </a:p>
        </p:txBody>
      </p:sp>
    </p:spTree>
    <p:extLst>
      <p:ext uri="{BB962C8B-B14F-4D97-AF65-F5344CB8AC3E}">
        <p14:creationId xmlns:p14="http://schemas.microsoft.com/office/powerpoint/2010/main" val="1492450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BE9C9-43A7-EFAC-C22C-141E90D5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Motor-1LED</a:t>
            </a:r>
            <a:r>
              <a:rPr lang="zh-CN" altLang="en-US" dirty="0"/>
              <a:t>、按键接口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30734D2-B32D-ED03-129C-892D2C1F1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238" y="1838826"/>
            <a:ext cx="3067162" cy="3697273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ADEEC725-298A-ABBB-2CD2-5B366F44E6B9}"/>
              </a:ext>
            </a:extLst>
          </p:cNvPr>
          <p:cNvGrpSpPr/>
          <p:nvPr/>
        </p:nvGrpSpPr>
        <p:grpSpPr>
          <a:xfrm>
            <a:off x="365199" y="2017098"/>
            <a:ext cx="3709651" cy="3274593"/>
            <a:chOff x="6669198" y="2233998"/>
            <a:chExt cx="2640265" cy="222771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B5AD11D-067F-4EBA-BC2E-45980E653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0434" y="2233998"/>
              <a:ext cx="1749029" cy="222771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78B878E-784C-BBB6-A6F0-904313391E75}"/>
                </a:ext>
              </a:extLst>
            </p:cNvPr>
            <p:cNvSpPr txBox="1"/>
            <p:nvPr/>
          </p:nvSpPr>
          <p:spPr>
            <a:xfrm>
              <a:off x="6676513" y="2761994"/>
              <a:ext cx="1471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（丝印：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LED1</a:t>
              </a: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CEE9B42-8F52-4661-0431-724E8C60A587}"/>
                </a:ext>
              </a:extLst>
            </p:cNvPr>
            <p:cNvSpPr txBox="1"/>
            <p:nvPr/>
          </p:nvSpPr>
          <p:spPr>
            <a:xfrm>
              <a:off x="6669198" y="3652099"/>
              <a:ext cx="1471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（丝印：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LED2</a:t>
              </a: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74AFF737-45C1-108F-6038-9DF506B7E6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182" r="20031"/>
          <a:stretch>
            <a:fillRect/>
          </a:stretch>
        </p:blipFill>
        <p:spPr>
          <a:xfrm>
            <a:off x="8913195" y="2362608"/>
            <a:ext cx="2285882" cy="26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51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5D124-70EE-FDC5-F3D7-E5B9DBDD8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4D57250B-733F-A328-9302-0C3EEBBC44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09"/>
          <a:stretch>
            <a:fillRect/>
          </a:stretch>
        </p:blipFill>
        <p:spPr>
          <a:xfrm>
            <a:off x="0" y="3245515"/>
            <a:ext cx="6540770" cy="305017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0792B6C-5928-A15F-1F30-BCE048F1B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编码演示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46464AF8-4A09-C204-7B85-09CA4084EE6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872701469"/>
              </p:ext>
            </p:extLst>
          </p:nvPr>
        </p:nvGraphicFramePr>
        <p:xfrm>
          <a:off x="0" y="1295399"/>
          <a:ext cx="12192000" cy="3050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8ACFA372-4D05-8EE0-8B99-4A952FDFA90C}"/>
              </a:ext>
            </a:extLst>
          </p:cNvPr>
          <p:cNvSpPr txBox="1"/>
          <p:nvPr/>
        </p:nvSpPr>
        <p:spPr>
          <a:xfrm>
            <a:off x="5050971" y="4770603"/>
            <a:ext cx="66881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https://gitee.com/gaoyanzeng/genbotter_motor_tutorial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27031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5371</TotalTime>
  <Words>999</Words>
  <Application>Microsoft Office PowerPoint</Application>
  <PresentationFormat>宽屏</PresentationFormat>
  <Paragraphs>127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Source Han Sans</vt:lpstr>
      <vt:lpstr>Source Han Sans CN Regular</vt:lpstr>
      <vt:lpstr>var(--hy-font-family)</vt:lpstr>
      <vt:lpstr>等线</vt:lpstr>
      <vt:lpstr>微软雅黑</vt:lpstr>
      <vt:lpstr>Arial</vt:lpstr>
      <vt:lpstr>Office 主题​​</vt:lpstr>
      <vt:lpstr>PowerPoint 演示文稿</vt:lpstr>
      <vt:lpstr>目录</vt:lpstr>
      <vt:lpstr>1. 案例目标</vt:lpstr>
      <vt:lpstr>2. 外设接口——屏幕接口</vt:lpstr>
      <vt:lpstr>2.外设接口——屏幕接口定义</vt:lpstr>
      <vt:lpstr>2. Motor-1LED、按键接口</vt:lpstr>
      <vt:lpstr>3. 编码演示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142</cp:revision>
  <dcterms:created xsi:type="dcterms:W3CDTF">2025-05-21T06:55:53Z</dcterms:created>
  <dcterms:modified xsi:type="dcterms:W3CDTF">2025-10-10T03:21:15Z</dcterms:modified>
</cp:coreProperties>
</file>