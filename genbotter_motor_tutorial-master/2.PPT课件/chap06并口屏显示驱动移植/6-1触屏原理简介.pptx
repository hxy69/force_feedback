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803" r:id="rId2"/>
    <p:sldId id="289" r:id="rId3"/>
    <p:sldId id="802" r:id="rId4"/>
    <p:sldId id="800" r:id="rId5"/>
    <p:sldId id="804" r:id="rId6"/>
    <p:sldId id="805" r:id="rId7"/>
    <p:sldId id="807" r:id="rId8"/>
    <p:sldId id="806" r:id="rId9"/>
    <p:sldId id="808" r:id="rId10"/>
    <p:sldId id="28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93D8"/>
    <a:srgbClr val="F94502"/>
    <a:srgbClr val="FFFFFF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3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en-US" altLang="zh-CN" b="0" i="0" baseline="0" dirty="0"/>
            <a:t>1. </a:t>
          </a:r>
          <a:r>
            <a:rPr lang="zh-CN" altLang="en-US" b="0" i="0" baseline="0" dirty="0"/>
            <a:t>实物图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D118A83C-5222-4221-A506-F83C2AA7FC34}">
      <dgm:prSet/>
      <dgm:spPr/>
      <dgm:t>
        <a:bodyPr/>
        <a:lstStyle/>
        <a:p>
          <a:r>
            <a:rPr lang="en-US" altLang="zh-CN" b="0" i="0" baseline="0" dirty="0"/>
            <a:t>2. </a:t>
          </a:r>
          <a:r>
            <a:rPr lang="zh-CN" altLang="en-US" b="0" i="0" baseline="0" dirty="0"/>
            <a:t>一些参数</a:t>
          </a:r>
          <a:endParaRPr lang="zh-CN" dirty="0"/>
        </a:p>
      </dgm:t>
    </dgm:pt>
    <dgm:pt modelId="{D48F979D-CEE7-4607-A4C7-859C651DBD36}" type="parTrans" cxnId="{3A69001C-F338-4EBD-8B42-35A6ECB5A607}">
      <dgm:prSet/>
      <dgm:spPr/>
      <dgm:t>
        <a:bodyPr/>
        <a:lstStyle/>
        <a:p>
          <a:endParaRPr lang="zh-CN" altLang="en-US"/>
        </a:p>
      </dgm:t>
    </dgm:pt>
    <dgm:pt modelId="{2BFAFC48-F919-4681-86DE-0DA1D0706F30}" type="sibTrans" cxnId="{3A69001C-F338-4EBD-8B42-35A6ECB5A607}">
      <dgm:prSet/>
      <dgm:spPr/>
      <dgm:t>
        <a:bodyPr/>
        <a:lstStyle/>
        <a:p>
          <a:endParaRPr lang="zh-CN" altLang="en-US"/>
        </a:p>
      </dgm:t>
    </dgm:pt>
    <dgm:pt modelId="{4ED9C52C-BB00-4A4E-A056-6D3431BE6546}">
      <dgm:prSet/>
      <dgm:spPr/>
      <dgm:t>
        <a:bodyPr/>
        <a:lstStyle/>
        <a:p>
          <a:r>
            <a:rPr lang="en-US" altLang="zh-CN" b="0" i="0" baseline="0" dirty="0"/>
            <a:t>4. </a:t>
          </a:r>
          <a:r>
            <a:rPr lang="zh-CN" altLang="en-US" b="0" i="0" baseline="0" dirty="0"/>
            <a:t>电容触摸</a:t>
          </a:r>
          <a:endParaRPr lang="zh-CN" dirty="0"/>
        </a:p>
      </dgm:t>
    </dgm:pt>
    <dgm:pt modelId="{2A55890C-BCED-4C0F-B7C8-B61AB761DB99}" type="parTrans" cxnId="{E7799A96-6B0A-45EF-95AE-AD47B39B047A}">
      <dgm:prSet/>
      <dgm:spPr/>
      <dgm:t>
        <a:bodyPr/>
        <a:lstStyle/>
        <a:p>
          <a:endParaRPr lang="zh-CN" altLang="en-US"/>
        </a:p>
      </dgm:t>
    </dgm:pt>
    <dgm:pt modelId="{B6A78FE3-AB56-465F-B4B0-EC8772DCEF17}" type="sibTrans" cxnId="{E7799A96-6B0A-45EF-95AE-AD47B39B047A}">
      <dgm:prSet/>
      <dgm:spPr/>
      <dgm:t>
        <a:bodyPr/>
        <a:lstStyle/>
        <a:p>
          <a:endParaRPr lang="zh-CN" altLang="en-US"/>
        </a:p>
      </dgm:t>
    </dgm:pt>
    <dgm:pt modelId="{9D93D2E5-4571-4091-AC93-FA07B07BDB22}">
      <dgm:prSet/>
      <dgm:spPr/>
      <dgm:t>
        <a:bodyPr/>
        <a:lstStyle/>
        <a:p>
          <a:r>
            <a:rPr lang="en-US" altLang="zh-CN" b="0" i="0" baseline="0" dirty="0"/>
            <a:t>3. LCD</a:t>
          </a:r>
          <a:r>
            <a:rPr lang="zh-CN" altLang="en-US" b="0" i="0" baseline="0" dirty="0"/>
            <a:t>显示</a:t>
          </a:r>
          <a:endParaRPr lang="zh-CN" dirty="0"/>
        </a:p>
      </dgm:t>
    </dgm:pt>
    <dgm:pt modelId="{DB3F0D75-3A1B-44F0-B911-AE10EB8AE4FE}" type="parTrans" cxnId="{4178022B-4E42-4731-A4CD-ED9B03E34483}">
      <dgm:prSet/>
      <dgm:spPr/>
      <dgm:t>
        <a:bodyPr/>
        <a:lstStyle/>
        <a:p>
          <a:endParaRPr lang="zh-CN" altLang="en-US"/>
        </a:p>
      </dgm:t>
    </dgm:pt>
    <dgm:pt modelId="{096C37DA-D254-4752-A4BD-8B58986D7102}" type="sibTrans" cxnId="{4178022B-4E42-4731-A4CD-ED9B03E34483}">
      <dgm:prSet/>
      <dgm:spPr/>
      <dgm:t>
        <a:bodyPr/>
        <a:lstStyle/>
        <a:p>
          <a:endParaRPr lang="zh-CN" altLang="en-US"/>
        </a:p>
      </dgm:t>
    </dgm:pt>
    <dgm:pt modelId="{F276AFF5-AB44-4914-A412-FA95623C1BD3}">
      <dgm:prSet/>
      <dgm:spPr/>
      <dgm:t>
        <a:bodyPr/>
        <a:lstStyle/>
        <a:p>
          <a:r>
            <a:rPr lang="en-US" altLang="zh-CN" dirty="0"/>
            <a:t>5. </a:t>
          </a:r>
          <a:r>
            <a:rPr lang="zh-CN" altLang="en-US" dirty="0"/>
            <a:t>显示触摸协同</a:t>
          </a:r>
          <a:endParaRPr lang="zh-CN" dirty="0"/>
        </a:p>
      </dgm:t>
    </dgm:pt>
    <dgm:pt modelId="{592FD314-27DA-44CE-8A71-2191E6E99DC9}" type="parTrans" cxnId="{D97F58BD-C14B-48FC-8833-C4041771CB58}">
      <dgm:prSet/>
      <dgm:spPr/>
      <dgm:t>
        <a:bodyPr/>
        <a:lstStyle/>
        <a:p>
          <a:endParaRPr lang="zh-CN" altLang="en-US"/>
        </a:p>
      </dgm:t>
    </dgm:pt>
    <dgm:pt modelId="{8A7C97C1-D623-4B78-B290-BA3E0868024A}" type="sibTrans" cxnId="{D97F58BD-C14B-48FC-8833-C4041771CB58}">
      <dgm:prSet/>
      <dgm:spPr/>
      <dgm:t>
        <a:bodyPr/>
        <a:lstStyle/>
        <a:p>
          <a:endParaRPr lang="zh-CN" altLang="en-US"/>
        </a:p>
      </dgm:t>
    </dgm:pt>
    <dgm:pt modelId="{6BAECC41-F701-41E2-ADAF-5F31946C0A81}" type="pres">
      <dgm:prSet presAssocID="{8CD2E5DB-863B-4C72-909B-8B419B7117A4}" presName="linear" presStyleCnt="0">
        <dgm:presLayoutVars>
          <dgm:animLvl val="lvl"/>
          <dgm:resizeHandles val="exact"/>
        </dgm:presLayoutVars>
      </dgm:prSet>
      <dgm:spPr/>
    </dgm:pt>
    <dgm:pt modelId="{1CE5FAD2-50A8-4032-BAEC-E3A01D2341AE}" type="pres">
      <dgm:prSet presAssocID="{E64E6344-03F3-41EA-B2B3-D9F732B8BD60}" presName="parentText" presStyleLbl="node1" presStyleIdx="0" presStyleCnt="5" custLinFactNeighborX="7821" custLinFactNeighborY="-41997">
        <dgm:presLayoutVars>
          <dgm:chMax val="0"/>
          <dgm:bulletEnabled val="1"/>
        </dgm:presLayoutVars>
      </dgm:prSet>
      <dgm:spPr/>
    </dgm:pt>
    <dgm:pt modelId="{2621E581-A416-4726-BE09-6D2C1F8BC53F}" type="pres">
      <dgm:prSet presAssocID="{0DC89421-7892-4BB5-8A47-F6705D342A56}" presName="spacer" presStyleCnt="0"/>
      <dgm:spPr/>
    </dgm:pt>
    <dgm:pt modelId="{040D5544-5DB3-4ED5-BF80-87768313E935}" type="pres">
      <dgm:prSet presAssocID="{D118A83C-5222-4221-A506-F83C2AA7FC3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42D2969-26D0-4ADB-BE50-0F6E97C810B7}" type="pres">
      <dgm:prSet presAssocID="{2BFAFC48-F919-4681-86DE-0DA1D0706F30}" presName="spacer" presStyleCnt="0"/>
      <dgm:spPr/>
    </dgm:pt>
    <dgm:pt modelId="{3974E25D-BCFD-48A7-9EE8-6FCD856276D9}" type="pres">
      <dgm:prSet presAssocID="{9D93D2E5-4571-4091-AC93-FA07B07BDB2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27DA8D4-751C-411E-90A7-4C7DEC4CC247}" type="pres">
      <dgm:prSet presAssocID="{096C37DA-D254-4752-A4BD-8B58986D7102}" presName="spacer" presStyleCnt="0"/>
      <dgm:spPr/>
    </dgm:pt>
    <dgm:pt modelId="{EC6944B9-BEB5-45AF-97EE-B1B628927612}" type="pres">
      <dgm:prSet presAssocID="{4ED9C52C-BB00-4A4E-A056-6D3431BE654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50951A3-C8AF-47F6-87D0-5A63AAC60B5E}" type="pres">
      <dgm:prSet presAssocID="{B6A78FE3-AB56-465F-B4B0-EC8772DCEF17}" presName="spacer" presStyleCnt="0"/>
      <dgm:spPr/>
    </dgm:pt>
    <dgm:pt modelId="{C378105B-784A-456C-A63B-E12E2FE9BA41}" type="pres">
      <dgm:prSet presAssocID="{F276AFF5-AB44-4914-A412-FA95623C1BD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E21D700-777C-4DD2-B372-F2F38E54F126}" type="presOf" srcId="{D118A83C-5222-4221-A506-F83C2AA7FC34}" destId="{040D5544-5DB3-4ED5-BF80-87768313E935}" srcOrd="0" destOrd="0" presId="urn:microsoft.com/office/officeart/2005/8/layout/vList2"/>
    <dgm:cxn modelId="{154E170A-8F88-4F13-ABC4-DDB5575C7D12}" type="presOf" srcId="{8CD2E5DB-863B-4C72-909B-8B419B7117A4}" destId="{6BAECC41-F701-41E2-ADAF-5F31946C0A81}" srcOrd="0" destOrd="0" presId="urn:microsoft.com/office/officeart/2005/8/layout/vList2"/>
    <dgm:cxn modelId="{3A69001C-F338-4EBD-8B42-35A6ECB5A607}" srcId="{8CD2E5DB-863B-4C72-909B-8B419B7117A4}" destId="{D118A83C-5222-4221-A506-F83C2AA7FC34}" srcOrd="1" destOrd="0" parTransId="{D48F979D-CEE7-4607-A4C7-859C651DBD36}" sibTransId="{2BFAFC48-F919-4681-86DE-0DA1D0706F30}"/>
    <dgm:cxn modelId="{4178022B-4E42-4731-A4CD-ED9B03E34483}" srcId="{8CD2E5DB-863B-4C72-909B-8B419B7117A4}" destId="{9D93D2E5-4571-4091-AC93-FA07B07BDB22}" srcOrd="2" destOrd="0" parTransId="{DB3F0D75-3A1B-44F0-B911-AE10EB8AE4FE}" sibTransId="{096C37DA-D254-4752-A4BD-8B58986D7102}"/>
    <dgm:cxn modelId="{B1CE802C-67E9-4FF9-8CC5-71CF90C57B47}" type="presOf" srcId="{F276AFF5-AB44-4914-A412-FA95623C1BD3}" destId="{C378105B-784A-456C-A63B-E12E2FE9BA41}" srcOrd="0" destOrd="0" presId="urn:microsoft.com/office/officeart/2005/8/layout/vList2"/>
    <dgm:cxn modelId="{7D80ED55-3AA6-4C39-8985-44EF50187543}" type="presOf" srcId="{4ED9C52C-BB00-4A4E-A056-6D3431BE6546}" destId="{EC6944B9-BEB5-45AF-97EE-B1B628927612}" srcOrd="0" destOrd="0" presId="urn:microsoft.com/office/officeart/2005/8/layout/vList2"/>
    <dgm:cxn modelId="{8403C385-4D50-469A-92E5-BC3D3BEB4E7C}" type="presOf" srcId="{E64E6344-03F3-41EA-B2B3-D9F732B8BD60}" destId="{1CE5FAD2-50A8-4032-BAEC-E3A01D2341AE}" srcOrd="0" destOrd="0" presId="urn:microsoft.com/office/officeart/2005/8/layout/vList2"/>
    <dgm:cxn modelId="{E7799A96-6B0A-45EF-95AE-AD47B39B047A}" srcId="{8CD2E5DB-863B-4C72-909B-8B419B7117A4}" destId="{4ED9C52C-BB00-4A4E-A056-6D3431BE6546}" srcOrd="3" destOrd="0" parTransId="{2A55890C-BCED-4C0F-B7C8-B61AB761DB99}" sibTransId="{B6A78FE3-AB56-465F-B4B0-EC8772DCEF17}"/>
    <dgm:cxn modelId="{959475A5-F206-41B0-AFB2-E26F376318EA}" type="presOf" srcId="{9D93D2E5-4571-4091-AC93-FA07B07BDB22}" destId="{3974E25D-BCFD-48A7-9EE8-6FCD856276D9}" srcOrd="0" destOrd="0" presId="urn:microsoft.com/office/officeart/2005/8/layout/vList2"/>
    <dgm:cxn modelId="{D97F58BD-C14B-48FC-8833-C4041771CB58}" srcId="{8CD2E5DB-863B-4C72-909B-8B419B7117A4}" destId="{F276AFF5-AB44-4914-A412-FA95623C1BD3}" srcOrd="4" destOrd="0" parTransId="{592FD314-27DA-44CE-8A71-2191E6E99DC9}" sibTransId="{8A7C97C1-D623-4B78-B290-BA3E0868024A}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809D0C3C-C571-4F69-95BB-98CD29728D37}" type="presParOf" srcId="{6BAECC41-F701-41E2-ADAF-5F31946C0A81}" destId="{1CE5FAD2-50A8-4032-BAEC-E3A01D2341AE}" srcOrd="0" destOrd="0" presId="urn:microsoft.com/office/officeart/2005/8/layout/vList2"/>
    <dgm:cxn modelId="{3925E1C0-6858-4F66-A109-A69C5FA8C7C7}" type="presParOf" srcId="{6BAECC41-F701-41E2-ADAF-5F31946C0A81}" destId="{2621E581-A416-4726-BE09-6D2C1F8BC53F}" srcOrd="1" destOrd="0" presId="urn:microsoft.com/office/officeart/2005/8/layout/vList2"/>
    <dgm:cxn modelId="{9835258A-D6BD-456D-A549-6861F82DFF63}" type="presParOf" srcId="{6BAECC41-F701-41E2-ADAF-5F31946C0A81}" destId="{040D5544-5DB3-4ED5-BF80-87768313E935}" srcOrd="2" destOrd="0" presId="urn:microsoft.com/office/officeart/2005/8/layout/vList2"/>
    <dgm:cxn modelId="{A6485B73-0561-4C05-B151-5BF3B867EC59}" type="presParOf" srcId="{6BAECC41-F701-41E2-ADAF-5F31946C0A81}" destId="{242D2969-26D0-4ADB-BE50-0F6E97C810B7}" srcOrd="3" destOrd="0" presId="urn:microsoft.com/office/officeart/2005/8/layout/vList2"/>
    <dgm:cxn modelId="{F1E9B9E1-58B1-4B75-8B2C-5BD640EFFD6C}" type="presParOf" srcId="{6BAECC41-F701-41E2-ADAF-5F31946C0A81}" destId="{3974E25D-BCFD-48A7-9EE8-6FCD856276D9}" srcOrd="4" destOrd="0" presId="urn:microsoft.com/office/officeart/2005/8/layout/vList2"/>
    <dgm:cxn modelId="{5D7D8D4B-C9AA-4A7E-876B-4CE3CF0A866A}" type="presParOf" srcId="{6BAECC41-F701-41E2-ADAF-5F31946C0A81}" destId="{627DA8D4-751C-411E-90A7-4C7DEC4CC247}" srcOrd="5" destOrd="0" presId="urn:microsoft.com/office/officeart/2005/8/layout/vList2"/>
    <dgm:cxn modelId="{E4063D21-75B8-41FC-9470-B7D3D6063E37}" type="presParOf" srcId="{6BAECC41-F701-41E2-ADAF-5F31946C0A81}" destId="{EC6944B9-BEB5-45AF-97EE-B1B628927612}" srcOrd="6" destOrd="0" presId="urn:microsoft.com/office/officeart/2005/8/layout/vList2"/>
    <dgm:cxn modelId="{1561BC6F-5D3B-46F7-919A-720FABF67C07}" type="presParOf" srcId="{6BAECC41-F701-41E2-ADAF-5F31946C0A81}" destId="{D50951A3-C8AF-47F6-87D0-5A63AAC60B5E}" srcOrd="7" destOrd="0" presId="urn:microsoft.com/office/officeart/2005/8/layout/vList2"/>
    <dgm:cxn modelId="{E1099915-5A68-4C06-82F6-080F8F5B66F3}" type="presParOf" srcId="{6BAECC41-F701-41E2-ADAF-5F31946C0A81}" destId="{C378105B-784A-456C-A63B-E12E2FE9BA4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86B99F-EA8B-4D24-A958-05C68AA5EC9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9016930-D191-484F-8E59-93712ECF9BB6}">
      <dgm:prSet custT="1"/>
      <dgm:spPr/>
      <dgm:t>
        <a:bodyPr/>
        <a:lstStyle/>
        <a:p>
          <a:r>
            <a:rPr lang="zh-CN" altLang="en-US" sz="1400" b="1" i="0"/>
            <a:t>设置写入窗口</a:t>
          </a:r>
          <a:endParaRPr lang="zh-CN" altLang="en-US" sz="1400"/>
        </a:p>
      </dgm:t>
    </dgm:pt>
    <dgm:pt modelId="{88F560C8-64A0-48D1-9E23-92A474627EC3}" type="parTrans" cxnId="{88AFBAC3-56DB-487A-B1FA-AB4DC234B2FB}">
      <dgm:prSet/>
      <dgm:spPr/>
      <dgm:t>
        <a:bodyPr/>
        <a:lstStyle/>
        <a:p>
          <a:endParaRPr lang="zh-CN" altLang="en-US" sz="1400"/>
        </a:p>
      </dgm:t>
    </dgm:pt>
    <dgm:pt modelId="{00FB1070-8034-4F27-A8E6-7EC57732CF49}" type="sibTrans" cxnId="{88AFBAC3-56DB-487A-B1FA-AB4DC234B2FB}">
      <dgm:prSet/>
      <dgm:spPr/>
      <dgm:t>
        <a:bodyPr/>
        <a:lstStyle/>
        <a:p>
          <a:endParaRPr lang="zh-CN" altLang="en-US" sz="1400"/>
        </a:p>
      </dgm:t>
    </dgm:pt>
    <dgm:pt modelId="{74BC8198-312A-463C-A93D-C733ADD978B4}">
      <dgm:prSet custT="1"/>
      <dgm:spPr/>
      <dgm:t>
        <a:bodyPr/>
        <a:lstStyle/>
        <a:p>
          <a:r>
            <a:rPr lang="zh-CN" sz="1400" b="0" i="0" dirty="0"/>
            <a:t>通过 </a:t>
          </a:r>
          <a:r>
            <a:rPr lang="en-US" sz="1400" b="0" i="0" dirty="0"/>
            <a:t>FSMC </a:t>
          </a:r>
          <a:r>
            <a:rPr lang="zh-CN" sz="1400" b="0" i="0" dirty="0"/>
            <a:t>向 </a:t>
          </a:r>
          <a:r>
            <a:rPr lang="en-US" sz="1400" b="0" i="0" dirty="0"/>
            <a:t>ST7796V </a:t>
          </a:r>
          <a:r>
            <a:rPr lang="zh-CN" sz="1400" b="0" i="0" dirty="0"/>
            <a:t>发送 </a:t>
          </a:r>
          <a:r>
            <a:rPr lang="zh-CN" sz="1400" b="1" i="0" dirty="0"/>
            <a:t>列地址设置命令（</a:t>
          </a:r>
          <a:r>
            <a:rPr lang="en-US" sz="1400" b="1" i="0" dirty="0"/>
            <a:t>0x2A</a:t>
          </a:r>
          <a:r>
            <a:rPr lang="zh-CN" sz="1400" b="1" i="0" dirty="0"/>
            <a:t>）</a:t>
          </a:r>
          <a:r>
            <a:rPr lang="zh-CN" sz="1400" b="0" i="0" dirty="0"/>
            <a:t>，写入起始列和结束列。</a:t>
          </a:r>
          <a:endParaRPr lang="zh-CN" sz="1400" dirty="0"/>
        </a:p>
      </dgm:t>
    </dgm:pt>
    <dgm:pt modelId="{85A0DC84-6EA0-41E9-B3D7-143DC34ADC6A}" type="parTrans" cxnId="{5E65AA4D-DA8A-4C98-B6AC-6E5654A26806}">
      <dgm:prSet/>
      <dgm:spPr/>
      <dgm:t>
        <a:bodyPr/>
        <a:lstStyle/>
        <a:p>
          <a:endParaRPr lang="zh-CN" altLang="en-US" sz="1400"/>
        </a:p>
      </dgm:t>
    </dgm:pt>
    <dgm:pt modelId="{D3DEC701-0D60-4F3F-ADE7-7A9F10489490}" type="sibTrans" cxnId="{5E65AA4D-DA8A-4C98-B6AC-6E5654A26806}">
      <dgm:prSet/>
      <dgm:spPr/>
      <dgm:t>
        <a:bodyPr/>
        <a:lstStyle/>
        <a:p>
          <a:endParaRPr lang="zh-CN" altLang="en-US" sz="1400"/>
        </a:p>
      </dgm:t>
    </dgm:pt>
    <dgm:pt modelId="{57966BBC-CB52-40FC-8FFB-122591D5B706}">
      <dgm:prSet custT="1"/>
      <dgm:spPr/>
      <dgm:t>
        <a:bodyPr/>
        <a:lstStyle/>
        <a:p>
          <a:r>
            <a:rPr lang="zh-CN" sz="1400" b="0" i="0" dirty="0"/>
            <a:t>发送 </a:t>
          </a:r>
          <a:r>
            <a:rPr lang="zh-CN" sz="1400" b="1" i="0" dirty="0"/>
            <a:t>行地址设置命令（</a:t>
          </a:r>
          <a:r>
            <a:rPr lang="en-US" sz="1400" b="1" i="0" dirty="0"/>
            <a:t>0x2B</a:t>
          </a:r>
          <a:r>
            <a:rPr lang="zh-CN" sz="1400" b="1" i="0" dirty="0"/>
            <a:t>）</a:t>
          </a:r>
          <a:r>
            <a:rPr lang="zh-CN" sz="1400" b="0" i="0" dirty="0"/>
            <a:t>，写入起始行和结束行。</a:t>
          </a:r>
          <a:endParaRPr lang="zh-CN" sz="1400" dirty="0"/>
        </a:p>
      </dgm:t>
    </dgm:pt>
    <dgm:pt modelId="{746BB613-4839-49D5-9CFE-98B10D33E7D4}" type="parTrans" cxnId="{EA46B708-A4FA-4C5E-89E6-6A8D3EC4C877}">
      <dgm:prSet/>
      <dgm:spPr/>
      <dgm:t>
        <a:bodyPr/>
        <a:lstStyle/>
        <a:p>
          <a:endParaRPr lang="zh-CN" altLang="en-US" sz="1400"/>
        </a:p>
      </dgm:t>
    </dgm:pt>
    <dgm:pt modelId="{56541B45-A5FF-46FB-9443-3957F6FEC2FE}" type="sibTrans" cxnId="{EA46B708-A4FA-4C5E-89E6-6A8D3EC4C877}">
      <dgm:prSet/>
      <dgm:spPr/>
      <dgm:t>
        <a:bodyPr/>
        <a:lstStyle/>
        <a:p>
          <a:endParaRPr lang="zh-CN" altLang="en-US" sz="1400"/>
        </a:p>
      </dgm:t>
    </dgm:pt>
    <dgm:pt modelId="{CA7E28C4-F867-468B-8FE8-0A370FBD6B54}">
      <dgm:prSet custT="1"/>
      <dgm:spPr/>
      <dgm:t>
        <a:bodyPr/>
        <a:lstStyle/>
        <a:p>
          <a:r>
            <a:rPr lang="zh-CN" altLang="en-US" sz="1400" b="0" i="0" dirty="0"/>
            <a:t>此操作定义了后续像素数据将写入的屏幕矩形区域。</a:t>
          </a:r>
          <a:endParaRPr lang="zh-CN" altLang="en-US" sz="1400" dirty="0"/>
        </a:p>
      </dgm:t>
    </dgm:pt>
    <dgm:pt modelId="{4D6EBEB5-753A-4E36-AC77-B55D01F6F0DA}" type="parTrans" cxnId="{E591CB67-AE56-4BBF-8737-0985974AD029}">
      <dgm:prSet/>
      <dgm:spPr/>
      <dgm:t>
        <a:bodyPr/>
        <a:lstStyle/>
        <a:p>
          <a:endParaRPr lang="zh-CN" altLang="en-US" sz="1400"/>
        </a:p>
      </dgm:t>
    </dgm:pt>
    <dgm:pt modelId="{C8689A6D-4388-436D-8F0A-255B26F29058}" type="sibTrans" cxnId="{E591CB67-AE56-4BBF-8737-0985974AD029}">
      <dgm:prSet/>
      <dgm:spPr/>
      <dgm:t>
        <a:bodyPr/>
        <a:lstStyle/>
        <a:p>
          <a:endParaRPr lang="zh-CN" altLang="en-US" sz="1400"/>
        </a:p>
      </dgm:t>
    </dgm:pt>
    <dgm:pt modelId="{F9408E07-1062-4F8C-B5D9-BBEC76DB5C23}">
      <dgm:prSet custT="1"/>
      <dgm:spPr/>
      <dgm:t>
        <a:bodyPr/>
        <a:lstStyle/>
        <a:p>
          <a:r>
            <a:rPr lang="zh-CN" altLang="en-US" sz="1400" b="1" i="0" dirty="0"/>
            <a:t>启动写显存模式</a:t>
          </a:r>
          <a:endParaRPr lang="zh-CN" altLang="en-US" sz="1400" dirty="0"/>
        </a:p>
      </dgm:t>
    </dgm:pt>
    <dgm:pt modelId="{2319895A-0849-4025-8312-2617B4E4E288}" type="parTrans" cxnId="{477CC64A-5E60-423B-8C85-DF541BCEE589}">
      <dgm:prSet/>
      <dgm:spPr/>
      <dgm:t>
        <a:bodyPr/>
        <a:lstStyle/>
        <a:p>
          <a:endParaRPr lang="zh-CN" altLang="en-US" sz="1400"/>
        </a:p>
      </dgm:t>
    </dgm:pt>
    <dgm:pt modelId="{B41451BD-32C8-4288-91F5-555C4C25C033}" type="sibTrans" cxnId="{477CC64A-5E60-423B-8C85-DF541BCEE589}">
      <dgm:prSet/>
      <dgm:spPr/>
      <dgm:t>
        <a:bodyPr/>
        <a:lstStyle/>
        <a:p>
          <a:endParaRPr lang="zh-CN" altLang="en-US" sz="1400"/>
        </a:p>
      </dgm:t>
    </dgm:pt>
    <dgm:pt modelId="{62C644AA-7D21-40D6-9ACD-8A47FD2A5EB8}">
      <dgm:prSet custT="1"/>
      <dgm:spPr/>
      <dgm:t>
        <a:bodyPr/>
        <a:lstStyle/>
        <a:p>
          <a:r>
            <a:rPr lang="zh-CN" sz="1400" b="0" i="0" dirty="0"/>
            <a:t>发送 </a:t>
          </a:r>
          <a:r>
            <a:rPr lang="zh-CN" sz="1400" b="1" i="0" dirty="0"/>
            <a:t>写显存命令（</a:t>
          </a:r>
          <a:r>
            <a:rPr lang="en-US" sz="1400" b="1" i="0" dirty="0"/>
            <a:t>0x2C</a:t>
          </a:r>
          <a:r>
            <a:rPr lang="zh-CN" sz="1400" b="1" i="0" dirty="0"/>
            <a:t>）</a:t>
          </a:r>
          <a:r>
            <a:rPr lang="zh-CN" sz="1400" b="0" i="0" dirty="0"/>
            <a:t>，进入 </a:t>
          </a:r>
          <a:r>
            <a:rPr lang="en-US" sz="1400" b="0" i="0" dirty="0"/>
            <a:t>GRAM </a:t>
          </a:r>
          <a:r>
            <a:rPr lang="zh-CN" sz="1400" b="0" i="0" dirty="0"/>
            <a:t>写入状态。</a:t>
          </a:r>
          <a:endParaRPr lang="zh-CN" sz="1400" dirty="0"/>
        </a:p>
      </dgm:t>
    </dgm:pt>
    <dgm:pt modelId="{4317E9CB-A57E-4A8F-A5E4-0911FC898BF1}" type="parTrans" cxnId="{D6FFB793-89B0-49D0-95B4-5E5E3A6AA49E}">
      <dgm:prSet/>
      <dgm:spPr/>
      <dgm:t>
        <a:bodyPr/>
        <a:lstStyle/>
        <a:p>
          <a:endParaRPr lang="zh-CN" altLang="en-US" sz="1400"/>
        </a:p>
      </dgm:t>
    </dgm:pt>
    <dgm:pt modelId="{866F36E8-A112-41ED-91B0-66C9A259D727}" type="sibTrans" cxnId="{D6FFB793-89B0-49D0-95B4-5E5E3A6AA49E}">
      <dgm:prSet/>
      <dgm:spPr/>
      <dgm:t>
        <a:bodyPr/>
        <a:lstStyle/>
        <a:p>
          <a:endParaRPr lang="zh-CN" altLang="en-US" sz="1400"/>
        </a:p>
      </dgm:t>
    </dgm:pt>
    <dgm:pt modelId="{806AEC92-2DDD-4B1C-A264-D48125F25BA1}">
      <dgm:prSet custT="1"/>
      <dgm:spPr/>
      <dgm:t>
        <a:bodyPr/>
        <a:lstStyle/>
        <a:p>
          <a:r>
            <a:rPr lang="zh-CN" altLang="en-US" sz="1400" b="1" i="0" dirty="0"/>
            <a:t>连续写入像素数据</a:t>
          </a:r>
          <a:endParaRPr lang="zh-CN" altLang="en-US" sz="1400" dirty="0"/>
        </a:p>
      </dgm:t>
    </dgm:pt>
    <dgm:pt modelId="{F6DC4E1E-520E-4CD4-AE5C-0354F547649C}" type="parTrans" cxnId="{B4E247FB-DFE1-4D84-BC6B-CCEFC3432310}">
      <dgm:prSet/>
      <dgm:spPr/>
      <dgm:t>
        <a:bodyPr/>
        <a:lstStyle/>
        <a:p>
          <a:endParaRPr lang="zh-CN" altLang="en-US" sz="1400"/>
        </a:p>
      </dgm:t>
    </dgm:pt>
    <dgm:pt modelId="{88EAB23E-27A5-4CF3-B2D5-091585F44CA5}" type="sibTrans" cxnId="{B4E247FB-DFE1-4D84-BC6B-CCEFC3432310}">
      <dgm:prSet/>
      <dgm:spPr/>
      <dgm:t>
        <a:bodyPr/>
        <a:lstStyle/>
        <a:p>
          <a:endParaRPr lang="zh-CN" altLang="en-US" sz="1400"/>
        </a:p>
      </dgm:t>
    </dgm:pt>
    <dgm:pt modelId="{49154778-A2E3-4823-834F-7EF8A1F4A20F}">
      <dgm:prSet custT="1"/>
      <dgm:spPr/>
      <dgm:t>
        <a:bodyPr/>
        <a:lstStyle/>
        <a:p>
          <a:r>
            <a:rPr lang="zh-CN" sz="1400" b="0" i="0" dirty="0"/>
            <a:t>通过 </a:t>
          </a:r>
          <a:r>
            <a:rPr lang="en-US" sz="1400" b="0" i="0" dirty="0"/>
            <a:t>FSMC </a:t>
          </a:r>
          <a:r>
            <a:rPr lang="zh-CN" sz="1400" b="0" i="0" dirty="0"/>
            <a:t>数据总线连续写入 </a:t>
          </a:r>
          <a:r>
            <a:rPr lang="en-US" sz="1400" b="0" i="0" dirty="0"/>
            <a:t>16 </a:t>
          </a:r>
          <a:r>
            <a:rPr lang="zh-CN" sz="1400" b="0" i="0" dirty="0"/>
            <a:t>位（</a:t>
          </a:r>
          <a:r>
            <a:rPr lang="en-US" sz="1400" b="0" i="0" dirty="0"/>
            <a:t>RGB565 </a:t>
          </a:r>
          <a:r>
            <a:rPr lang="zh-CN" sz="1400" b="0" i="0" dirty="0"/>
            <a:t>格式）像素值。</a:t>
          </a:r>
          <a:endParaRPr lang="zh-CN" sz="1400" dirty="0"/>
        </a:p>
      </dgm:t>
    </dgm:pt>
    <dgm:pt modelId="{C798D8F2-21D5-42A1-A9B9-A2F98CAD8711}" type="parTrans" cxnId="{0A66C712-D348-48F4-927E-803549607946}">
      <dgm:prSet/>
      <dgm:spPr/>
      <dgm:t>
        <a:bodyPr/>
        <a:lstStyle/>
        <a:p>
          <a:endParaRPr lang="zh-CN" altLang="en-US" sz="1400"/>
        </a:p>
      </dgm:t>
    </dgm:pt>
    <dgm:pt modelId="{6AA90D63-88CF-4D1E-A859-3015FB7C30D1}" type="sibTrans" cxnId="{0A66C712-D348-48F4-927E-803549607946}">
      <dgm:prSet/>
      <dgm:spPr/>
      <dgm:t>
        <a:bodyPr/>
        <a:lstStyle/>
        <a:p>
          <a:endParaRPr lang="zh-CN" altLang="en-US" sz="1400"/>
        </a:p>
      </dgm:t>
    </dgm:pt>
    <dgm:pt modelId="{26FAEA0D-A9B8-4EBD-B523-DF6646FC8F15}">
      <dgm:prSet custT="1"/>
      <dgm:spPr/>
      <dgm:t>
        <a:bodyPr/>
        <a:lstStyle/>
        <a:p>
          <a:r>
            <a:rPr lang="en-US" sz="1400" b="0" i="0" dirty="0"/>
            <a:t>ST7796V </a:t>
          </a:r>
          <a:r>
            <a:rPr lang="zh-CN" sz="1400" b="0" i="0" dirty="0"/>
            <a:t>自动按窗口顺序填充 </a:t>
          </a:r>
          <a:r>
            <a:rPr lang="en-US" sz="1400" b="0" i="0" dirty="0"/>
            <a:t>GRAM</a:t>
          </a:r>
          <a:r>
            <a:rPr lang="zh-CN" sz="1400" b="0" i="0" dirty="0"/>
            <a:t>，无需额外地址控制。</a:t>
          </a:r>
          <a:endParaRPr lang="zh-CN" sz="1400" dirty="0"/>
        </a:p>
      </dgm:t>
    </dgm:pt>
    <dgm:pt modelId="{041665AB-3750-49A8-A52A-C316394C09BF}" type="parTrans" cxnId="{6F7D1112-BFAF-44D9-A602-1696077F4AE5}">
      <dgm:prSet/>
      <dgm:spPr/>
      <dgm:t>
        <a:bodyPr/>
        <a:lstStyle/>
        <a:p>
          <a:endParaRPr lang="zh-CN" altLang="en-US" sz="1400"/>
        </a:p>
      </dgm:t>
    </dgm:pt>
    <dgm:pt modelId="{63FFD11F-A295-4C87-9C35-11BD643626DC}" type="sibTrans" cxnId="{6F7D1112-BFAF-44D9-A602-1696077F4AE5}">
      <dgm:prSet/>
      <dgm:spPr/>
      <dgm:t>
        <a:bodyPr/>
        <a:lstStyle/>
        <a:p>
          <a:endParaRPr lang="zh-CN" altLang="en-US" sz="1400"/>
        </a:p>
      </dgm:t>
    </dgm:pt>
    <dgm:pt modelId="{C8C8F78D-7D9F-4DF8-89BE-C5FB32D9DEC0}">
      <dgm:prSet custT="1"/>
      <dgm:spPr/>
      <dgm:t>
        <a:bodyPr/>
        <a:lstStyle/>
        <a:p>
          <a:r>
            <a:rPr lang="en-US" sz="1400" b="0" i="0" dirty="0"/>
            <a:t>FSMC </a:t>
          </a:r>
          <a:r>
            <a:rPr lang="zh-CN" sz="1400" b="0" i="0" dirty="0"/>
            <a:t>提供高速并行接口，支持快速刷屏（全屏填充仅需几十毫秒）。</a:t>
          </a:r>
          <a:endParaRPr lang="zh-CN" sz="1400" dirty="0"/>
        </a:p>
      </dgm:t>
    </dgm:pt>
    <dgm:pt modelId="{82E091C0-EF7D-4A6A-8831-6011648A7BCC}" type="parTrans" cxnId="{1D095060-A6A5-4228-8674-CA5C1A20436C}">
      <dgm:prSet/>
      <dgm:spPr/>
      <dgm:t>
        <a:bodyPr/>
        <a:lstStyle/>
        <a:p>
          <a:endParaRPr lang="zh-CN" altLang="en-US" sz="1400"/>
        </a:p>
      </dgm:t>
    </dgm:pt>
    <dgm:pt modelId="{6F9A6DA2-CEC8-4193-BF3B-222BDC0EE356}" type="sibTrans" cxnId="{1D095060-A6A5-4228-8674-CA5C1A20436C}">
      <dgm:prSet/>
      <dgm:spPr/>
      <dgm:t>
        <a:bodyPr/>
        <a:lstStyle/>
        <a:p>
          <a:endParaRPr lang="zh-CN" altLang="en-US" sz="1400"/>
        </a:p>
      </dgm:t>
    </dgm:pt>
    <dgm:pt modelId="{D2124A88-E230-4FE2-B259-B7E9094F29D2}" type="pres">
      <dgm:prSet presAssocID="{7886B99F-EA8B-4D24-A958-05C68AA5EC92}" presName="linear" presStyleCnt="0">
        <dgm:presLayoutVars>
          <dgm:dir/>
          <dgm:animLvl val="lvl"/>
          <dgm:resizeHandles val="exact"/>
        </dgm:presLayoutVars>
      </dgm:prSet>
      <dgm:spPr/>
    </dgm:pt>
    <dgm:pt modelId="{9E0EE3B2-56C7-4DA8-972E-23E1012011DA}" type="pres">
      <dgm:prSet presAssocID="{B9016930-D191-484F-8E59-93712ECF9BB6}" presName="parentLin" presStyleCnt="0"/>
      <dgm:spPr/>
    </dgm:pt>
    <dgm:pt modelId="{292C0D09-A033-4363-9DA0-F3CF6FA400D3}" type="pres">
      <dgm:prSet presAssocID="{B9016930-D191-484F-8E59-93712ECF9BB6}" presName="parentLeftMargin" presStyleLbl="node1" presStyleIdx="0" presStyleCnt="3"/>
      <dgm:spPr/>
    </dgm:pt>
    <dgm:pt modelId="{F387D498-91AE-4C40-BE6E-D46118D4CA0E}" type="pres">
      <dgm:prSet presAssocID="{B9016930-D191-484F-8E59-93712ECF9BB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8FC1705-77E2-4F4F-8E02-F4261D1E624F}" type="pres">
      <dgm:prSet presAssocID="{B9016930-D191-484F-8E59-93712ECF9BB6}" presName="negativeSpace" presStyleCnt="0"/>
      <dgm:spPr/>
    </dgm:pt>
    <dgm:pt modelId="{A1377AAD-904F-43D3-9361-687B078093DD}" type="pres">
      <dgm:prSet presAssocID="{B9016930-D191-484F-8E59-93712ECF9BB6}" presName="childText" presStyleLbl="conFgAcc1" presStyleIdx="0" presStyleCnt="3">
        <dgm:presLayoutVars>
          <dgm:bulletEnabled val="1"/>
        </dgm:presLayoutVars>
      </dgm:prSet>
      <dgm:spPr/>
    </dgm:pt>
    <dgm:pt modelId="{57DE1B6A-1252-4496-AEA7-BF2BDCE802CD}" type="pres">
      <dgm:prSet presAssocID="{00FB1070-8034-4F27-A8E6-7EC57732CF49}" presName="spaceBetweenRectangles" presStyleCnt="0"/>
      <dgm:spPr/>
    </dgm:pt>
    <dgm:pt modelId="{261D90D1-3FB1-42D8-895A-ADF37EE6D526}" type="pres">
      <dgm:prSet presAssocID="{F9408E07-1062-4F8C-B5D9-BBEC76DB5C23}" presName="parentLin" presStyleCnt="0"/>
      <dgm:spPr/>
    </dgm:pt>
    <dgm:pt modelId="{213003AE-A3AA-434D-A2C9-7F41E6F3048A}" type="pres">
      <dgm:prSet presAssocID="{F9408E07-1062-4F8C-B5D9-BBEC76DB5C23}" presName="parentLeftMargin" presStyleLbl="node1" presStyleIdx="0" presStyleCnt="3"/>
      <dgm:spPr/>
    </dgm:pt>
    <dgm:pt modelId="{C3F7FD1A-9000-436A-8DC0-3D7262B670E4}" type="pres">
      <dgm:prSet presAssocID="{F9408E07-1062-4F8C-B5D9-BBEC76DB5C2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2F3E627-2D2F-4818-B13E-5CE46A542384}" type="pres">
      <dgm:prSet presAssocID="{F9408E07-1062-4F8C-B5D9-BBEC76DB5C23}" presName="negativeSpace" presStyleCnt="0"/>
      <dgm:spPr/>
    </dgm:pt>
    <dgm:pt modelId="{EB32E077-8A19-42C2-B8B0-F4604032BF42}" type="pres">
      <dgm:prSet presAssocID="{F9408E07-1062-4F8C-B5D9-BBEC76DB5C23}" presName="childText" presStyleLbl="conFgAcc1" presStyleIdx="1" presStyleCnt="3">
        <dgm:presLayoutVars>
          <dgm:bulletEnabled val="1"/>
        </dgm:presLayoutVars>
      </dgm:prSet>
      <dgm:spPr/>
    </dgm:pt>
    <dgm:pt modelId="{34C19712-DA9A-4BD7-AC9C-706687261E8E}" type="pres">
      <dgm:prSet presAssocID="{B41451BD-32C8-4288-91F5-555C4C25C033}" presName="spaceBetweenRectangles" presStyleCnt="0"/>
      <dgm:spPr/>
    </dgm:pt>
    <dgm:pt modelId="{0ED3123B-8086-453F-AD55-0D589AF7FA1F}" type="pres">
      <dgm:prSet presAssocID="{806AEC92-2DDD-4B1C-A264-D48125F25BA1}" presName="parentLin" presStyleCnt="0"/>
      <dgm:spPr/>
    </dgm:pt>
    <dgm:pt modelId="{8761738E-44BE-442B-AD18-E0F0715265AA}" type="pres">
      <dgm:prSet presAssocID="{806AEC92-2DDD-4B1C-A264-D48125F25BA1}" presName="parentLeftMargin" presStyleLbl="node1" presStyleIdx="1" presStyleCnt="3"/>
      <dgm:spPr/>
    </dgm:pt>
    <dgm:pt modelId="{0BB24AE6-05C9-4EB4-AFDB-81BB7FAE4AD6}" type="pres">
      <dgm:prSet presAssocID="{806AEC92-2DDD-4B1C-A264-D48125F25BA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9B36E69-0657-41A3-AC30-445266A04172}" type="pres">
      <dgm:prSet presAssocID="{806AEC92-2DDD-4B1C-A264-D48125F25BA1}" presName="negativeSpace" presStyleCnt="0"/>
      <dgm:spPr/>
    </dgm:pt>
    <dgm:pt modelId="{84699B3C-69DC-461D-AF63-C31DB86376FA}" type="pres">
      <dgm:prSet presAssocID="{806AEC92-2DDD-4B1C-A264-D48125F25BA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A46B708-A4FA-4C5E-89E6-6A8D3EC4C877}" srcId="{B9016930-D191-484F-8E59-93712ECF9BB6}" destId="{57966BBC-CB52-40FC-8FFB-122591D5B706}" srcOrd="1" destOrd="0" parTransId="{746BB613-4839-49D5-9CFE-98B10D33E7D4}" sibTransId="{56541B45-A5FF-46FB-9443-3957F6FEC2FE}"/>
    <dgm:cxn modelId="{E17FA70C-11B6-48FE-84F8-C8BC87EE27C6}" type="presOf" srcId="{CA7E28C4-F867-468B-8FE8-0A370FBD6B54}" destId="{A1377AAD-904F-43D3-9361-687B078093DD}" srcOrd="0" destOrd="2" presId="urn:microsoft.com/office/officeart/2005/8/layout/list1"/>
    <dgm:cxn modelId="{758B530E-68EA-4A4B-92F3-1E88282628CB}" type="presOf" srcId="{7886B99F-EA8B-4D24-A958-05C68AA5EC92}" destId="{D2124A88-E230-4FE2-B259-B7E9094F29D2}" srcOrd="0" destOrd="0" presId="urn:microsoft.com/office/officeart/2005/8/layout/list1"/>
    <dgm:cxn modelId="{6F7D1112-BFAF-44D9-A602-1696077F4AE5}" srcId="{806AEC92-2DDD-4B1C-A264-D48125F25BA1}" destId="{26FAEA0D-A9B8-4EBD-B523-DF6646FC8F15}" srcOrd="1" destOrd="0" parTransId="{041665AB-3750-49A8-A52A-C316394C09BF}" sibTransId="{63FFD11F-A295-4C87-9C35-11BD643626DC}"/>
    <dgm:cxn modelId="{0A66C712-D348-48F4-927E-803549607946}" srcId="{806AEC92-2DDD-4B1C-A264-D48125F25BA1}" destId="{49154778-A2E3-4823-834F-7EF8A1F4A20F}" srcOrd="0" destOrd="0" parTransId="{C798D8F2-21D5-42A1-A9B9-A2F98CAD8711}" sibTransId="{6AA90D63-88CF-4D1E-A859-3015FB7C30D1}"/>
    <dgm:cxn modelId="{1D095060-A6A5-4228-8674-CA5C1A20436C}" srcId="{806AEC92-2DDD-4B1C-A264-D48125F25BA1}" destId="{C8C8F78D-7D9F-4DF8-89BE-C5FB32D9DEC0}" srcOrd="2" destOrd="0" parTransId="{82E091C0-EF7D-4A6A-8831-6011648A7BCC}" sibTransId="{6F9A6DA2-CEC8-4193-BF3B-222BDC0EE356}"/>
    <dgm:cxn modelId="{E591CB67-AE56-4BBF-8737-0985974AD029}" srcId="{B9016930-D191-484F-8E59-93712ECF9BB6}" destId="{CA7E28C4-F867-468B-8FE8-0A370FBD6B54}" srcOrd="2" destOrd="0" parTransId="{4D6EBEB5-753A-4E36-AC77-B55D01F6F0DA}" sibTransId="{C8689A6D-4388-436D-8F0A-255B26F29058}"/>
    <dgm:cxn modelId="{477CC64A-5E60-423B-8C85-DF541BCEE589}" srcId="{7886B99F-EA8B-4D24-A958-05C68AA5EC92}" destId="{F9408E07-1062-4F8C-B5D9-BBEC76DB5C23}" srcOrd="1" destOrd="0" parTransId="{2319895A-0849-4025-8312-2617B4E4E288}" sibTransId="{B41451BD-32C8-4288-91F5-555C4C25C033}"/>
    <dgm:cxn modelId="{5E65AA4D-DA8A-4C98-B6AC-6E5654A26806}" srcId="{B9016930-D191-484F-8E59-93712ECF9BB6}" destId="{74BC8198-312A-463C-A93D-C733ADD978B4}" srcOrd="0" destOrd="0" parTransId="{85A0DC84-6EA0-41E9-B3D7-143DC34ADC6A}" sibTransId="{D3DEC701-0D60-4F3F-ADE7-7A9F10489490}"/>
    <dgm:cxn modelId="{AA4EF973-A06D-4B4B-87C0-3FBCB27307BA}" type="presOf" srcId="{B9016930-D191-484F-8E59-93712ECF9BB6}" destId="{F387D498-91AE-4C40-BE6E-D46118D4CA0E}" srcOrd="1" destOrd="0" presId="urn:microsoft.com/office/officeart/2005/8/layout/list1"/>
    <dgm:cxn modelId="{9FDBB579-DFD1-4EA1-B959-C2B459D11FE3}" type="presOf" srcId="{F9408E07-1062-4F8C-B5D9-BBEC76DB5C23}" destId="{C3F7FD1A-9000-436A-8DC0-3D7262B670E4}" srcOrd="1" destOrd="0" presId="urn:microsoft.com/office/officeart/2005/8/layout/list1"/>
    <dgm:cxn modelId="{E56A707B-D722-4459-B382-87C592C496F5}" type="presOf" srcId="{26FAEA0D-A9B8-4EBD-B523-DF6646FC8F15}" destId="{84699B3C-69DC-461D-AF63-C31DB86376FA}" srcOrd="0" destOrd="1" presId="urn:microsoft.com/office/officeart/2005/8/layout/list1"/>
    <dgm:cxn modelId="{E010B880-3440-41AD-983B-28759899F1A3}" type="presOf" srcId="{49154778-A2E3-4823-834F-7EF8A1F4A20F}" destId="{84699B3C-69DC-461D-AF63-C31DB86376FA}" srcOrd="0" destOrd="0" presId="urn:microsoft.com/office/officeart/2005/8/layout/list1"/>
    <dgm:cxn modelId="{3DA4AA8B-2EBE-46F5-ADEF-21AC0827F830}" type="presOf" srcId="{74BC8198-312A-463C-A93D-C733ADD978B4}" destId="{A1377AAD-904F-43D3-9361-687B078093DD}" srcOrd="0" destOrd="0" presId="urn:microsoft.com/office/officeart/2005/8/layout/list1"/>
    <dgm:cxn modelId="{D6FFB793-89B0-49D0-95B4-5E5E3A6AA49E}" srcId="{F9408E07-1062-4F8C-B5D9-BBEC76DB5C23}" destId="{62C644AA-7D21-40D6-9ACD-8A47FD2A5EB8}" srcOrd="0" destOrd="0" parTransId="{4317E9CB-A57E-4A8F-A5E4-0911FC898BF1}" sibTransId="{866F36E8-A112-41ED-91B0-66C9A259D727}"/>
    <dgm:cxn modelId="{C68473B9-7E48-422B-A060-EA130A600701}" type="presOf" srcId="{62C644AA-7D21-40D6-9ACD-8A47FD2A5EB8}" destId="{EB32E077-8A19-42C2-B8B0-F4604032BF42}" srcOrd="0" destOrd="0" presId="urn:microsoft.com/office/officeart/2005/8/layout/list1"/>
    <dgm:cxn modelId="{010E62BF-A6FD-4303-A46A-CC35B4416C3E}" type="presOf" srcId="{F9408E07-1062-4F8C-B5D9-BBEC76DB5C23}" destId="{213003AE-A3AA-434D-A2C9-7F41E6F3048A}" srcOrd="0" destOrd="0" presId="urn:microsoft.com/office/officeart/2005/8/layout/list1"/>
    <dgm:cxn modelId="{2EB880BF-47A6-4716-A3D0-26B3EAA64A95}" type="presOf" srcId="{806AEC92-2DDD-4B1C-A264-D48125F25BA1}" destId="{0BB24AE6-05C9-4EB4-AFDB-81BB7FAE4AD6}" srcOrd="1" destOrd="0" presId="urn:microsoft.com/office/officeart/2005/8/layout/list1"/>
    <dgm:cxn modelId="{88AFBAC3-56DB-487A-B1FA-AB4DC234B2FB}" srcId="{7886B99F-EA8B-4D24-A958-05C68AA5EC92}" destId="{B9016930-D191-484F-8E59-93712ECF9BB6}" srcOrd="0" destOrd="0" parTransId="{88F560C8-64A0-48D1-9E23-92A474627EC3}" sibTransId="{00FB1070-8034-4F27-A8E6-7EC57732CF49}"/>
    <dgm:cxn modelId="{E8352FD4-677C-400C-97ED-1624806FD5B3}" type="presOf" srcId="{57966BBC-CB52-40FC-8FFB-122591D5B706}" destId="{A1377AAD-904F-43D3-9361-687B078093DD}" srcOrd="0" destOrd="1" presId="urn:microsoft.com/office/officeart/2005/8/layout/list1"/>
    <dgm:cxn modelId="{D4E696E6-2BEC-43BD-914E-E45F9EBEE38F}" type="presOf" srcId="{B9016930-D191-484F-8E59-93712ECF9BB6}" destId="{292C0D09-A033-4363-9DA0-F3CF6FA400D3}" srcOrd="0" destOrd="0" presId="urn:microsoft.com/office/officeart/2005/8/layout/list1"/>
    <dgm:cxn modelId="{B4E247FB-DFE1-4D84-BC6B-CCEFC3432310}" srcId="{7886B99F-EA8B-4D24-A958-05C68AA5EC92}" destId="{806AEC92-2DDD-4B1C-A264-D48125F25BA1}" srcOrd="2" destOrd="0" parTransId="{F6DC4E1E-520E-4CD4-AE5C-0354F547649C}" sibTransId="{88EAB23E-27A5-4CF3-B2D5-091585F44CA5}"/>
    <dgm:cxn modelId="{A9B496FB-C2F7-4C37-8E9B-3024D1B5DB13}" type="presOf" srcId="{C8C8F78D-7D9F-4DF8-89BE-C5FB32D9DEC0}" destId="{84699B3C-69DC-461D-AF63-C31DB86376FA}" srcOrd="0" destOrd="2" presId="urn:microsoft.com/office/officeart/2005/8/layout/list1"/>
    <dgm:cxn modelId="{71E999FE-6FAE-445D-8477-AE5959FD2E30}" type="presOf" srcId="{806AEC92-2DDD-4B1C-A264-D48125F25BA1}" destId="{8761738E-44BE-442B-AD18-E0F0715265AA}" srcOrd="0" destOrd="0" presId="urn:microsoft.com/office/officeart/2005/8/layout/list1"/>
    <dgm:cxn modelId="{CC88FDF0-433F-49FB-BFCD-79237F3BD783}" type="presParOf" srcId="{D2124A88-E230-4FE2-B259-B7E9094F29D2}" destId="{9E0EE3B2-56C7-4DA8-972E-23E1012011DA}" srcOrd="0" destOrd="0" presId="urn:microsoft.com/office/officeart/2005/8/layout/list1"/>
    <dgm:cxn modelId="{935F045D-ACF0-4872-AE21-DD8237D2327D}" type="presParOf" srcId="{9E0EE3B2-56C7-4DA8-972E-23E1012011DA}" destId="{292C0D09-A033-4363-9DA0-F3CF6FA400D3}" srcOrd="0" destOrd="0" presId="urn:microsoft.com/office/officeart/2005/8/layout/list1"/>
    <dgm:cxn modelId="{A8F40A4D-2CF1-459F-8B37-E4BD4DE7DCBA}" type="presParOf" srcId="{9E0EE3B2-56C7-4DA8-972E-23E1012011DA}" destId="{F387D498-91AE-4C40-BE6E-D46118D4CA0E}" srcOrd="1" destOrd="0" presId="urn:microsoft.com/office/officeart/2005/8/layout/list1"/>
    <dgm:cxn modelId="{FAFAF907-9252-430F-8D97-08B06D23245A}" type="presParOf" srcId="{D2124A88-E230-4FE2-B259-B7E9094F29D2}" destId="{08FC1705-77E2-4F4F-8E02-F4261D1E624F}" srcOrd="1" destOrd="0" presId="urn:microsoft.com/office/officeart/2005/8/layout/list1"/>
    <dgm:cxn modelId="{8BE2DEDA-218C-4AA8-A365-6DC32D63CC6D}" type="presParOf" srcId="{D2124A88-E230-4FE2-B259-B7E9094F29D2}" destId="{A1377AAD-904F-43D3-9361-687B078093DD}" srcOrd="2" destOrd="0" presId="urn:microsoft.com/office/officeart/2005/8/layout/list1"/>
    <dgm:cxn modelId="{DACCB3EF-D25F-44C5-89EB-31A708922B10}" type="presParOf" srcId="{D2124A88-E230-4FE2-B259-B7E9094F29D2}" destId="{57DE1B6A-1252-4496-AEA7-BF2BDCE802CD}" srcOrd="3" destOrd="0" presId="urn:microsoft.com/office/officeart/2005/8/layout/list1"/>
    <dgm:cxn modelId="{1F4482BE-7F4B-467B-9BEE-32657AB08224}" type="presParOf" srcId="{D2124A88-E230-4FE2-B259-B7E9094F29D2}" destId="{261D90D1-3FB1-42D8-895A-ADF37EE6D526}" srcOrd="4" destOrd="0" presId="urn:microsoft.com/office/officeart/2005/8/layout/list1"/>
    <dgm:cxn modelId="{C78382B2-49DA-48BD-A1B1-32B034666E67}" type="presParOf" srcId="{261D90D1-3FB1-42D8-895A-ADF37EE6D526}" destId="{213003AE-A3AA-434D-A2C9-7F41E6F3048A}" srcOrd="0" destOrd="0" presId="urn:microsoft.com/office/officeart/2005/8/layout/list1"/>
    <dgm:cxn modelId="{FA6BE5D8-85F1-4A65-88C5-DC82D1CFF3C0}" type="presParOf" srcId="{261D90D1-3FB1-42D8-895A-ADF37EE6D526}" destId="{C3F7FD1A-9000-436A-8DC0-3D7262B670E4}" srcOrd="1" destOrd="0" presId="urn:microsoft.com/office/officeart/2005/8/layout/list1"/>
    <dgm:cxn modelId="{5F646B17-81EE-43B3-AF92-4970D7FE9473}" type="presParOf" srcId="{D2124A88-E230-4FE2-B259-B7E9094F29D2}" destId="{52F3E627-2D2F-4818-B13E-5CE46A542384}" srcOrd="5" destOrd="0" presId="urn:microsoft.com/office/officeart/2005/8/layout/list1"/>
    <dgm:cxn modelId="{0F602165-805B-4BFD-BFE2-C998996F9295}" type="presParOf" srcId="{D2124A88-E230-4FE2-B259-B7E9094F29D2}" destId="{EB32E077-8A19-42C2-B8B0-F4604032BF42}" srcOrd="6" destOrd="0" presId="urn:microsoft.com/office/officeart/2005/8/layout/list1"/>
    <dgm:cxn modelId="{E7A7C197-23EE-4A22-A9ED-01D56FCEEC79}" type="presParOf" srcId="{D2124A88-E230-4FE2-B259-B7E9094F29D2}" destId="{34C19712-DA9A-4BD7-AC9C-706687261E8E}" srcOrd="7" destOrd="0" presId="urn:microsoft.com/office/officeart/2005/8/layout/list1"/>
    <dgm:cxn modelId="{7BFE57F9-3CDE-489D-A817-30519DF4A33F}" type="presParOf" srcId="{D2124A88-E230-4FE2-B259-B7E9094F29D2}" destId="{0ED3123B-8086-453F-AD55-0D589AF7FA1F}" srcOrd="8" destOrd="0" presId="urn:microsoft.com/office/officeart/2005/8/layout/list1"/>
    <dgm:cxn modelId="{CACD2BEC-A162-446A-8EBA-573F8DB6A849}" type="presParOf" srcId="{0ED3123B-8086-453F-AD55-0D589AF7FA1F}" destId="{8761738E-44BE-442B-AD18-E0F0715265AA}" srcOrd="0" destOrd="0" presId="urn:microsoft.com/office/officeart/2005/8/layout/list1"/>
    <dgm:cxn modelId="{3973542F-6629-4DC4-A9BB-8CC4090476C9}" type="presParOf" srcId="{0ED3123B-8086-453F-AD55-0D589AF7FA1F}" destId="{0BB24AE6-05C9-4EB4-AFDB-81BB7FAE4AD6}" srcOrd="1" destOrd="0" presId="urn:microsoft.com/office/officeart/2005/8/layout/list1"/>
    <dgm:cxn modelId="{4E35CA60-D4B0-4C5B-A7C1-32A190CD9CAE}" type="presParOf" srcId="{D2124A88-E230-4FE2-B259-B7E9094F29D2}" destId="{09B36E69-0657-41A3-AC30-445266A04172}" srcOrd="9" destOrd="0" presId="urn:microsoft.com/office/officeart/2005/8/layout/list1"/>
    <dgm:cxn modelId="{04E542E2-A437-4608-9B60-94525B89A782}" type="presParOf" srcId="{D2124A88-E230-4FE2-B259-B7E9094F29D2}" destId="{84699B3C-69DC-461D-AF63-C31DB86376F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5FAD2-50A8-4032-BAEC-E3A01D2341AE}">
      <dsp:nvSpPr>
        <dsp:cNvPr id="0" name=""/>
        <dsp:cNvSpPr/>
      </dsp:nvSpPr>
      <dsp:spPr>
        <a:xfrm>
          <a:off x="0" y="0"/>
          <a:ext cx="7158446" cy="8687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300" b="0" i="0" kern="1200" baseline="0" dirty="0"/>
            <a:t>1. </a:t>
          </a:r>
          <a:r>
            <a:rPr lang="zh-CN" altLang="en-US" sz="3300" b="0" i="0" kern="1200" baseline="0" dirty="0"/>
            <a:t>实物图</a:t>
          </a:r>
          <a:endParaRPr lang="zh-CN" sz="3300" kern="1200" dirty="0"/>
        </a:p>
      </dsp:txBody>
      <dsp:txXfrm>
        <a:off x="42408" y="42408"/>
        <a:ext cx="7073630" cy="783909"/>
      </dsp:txXfrm>
    </dsp:sp>
    <dsp:sp modelId="{040D5544-5DB3-4ED5-BF80-87768313E935}">
      <dsp:nvSpPr>
        <dsp:cNvPr id="0" name=""/>
        <dsp:cNvSpPr/>
      </dsp:nvSpPr>
      <dsp:spPr>
        <a:xfrm>
          <a:off x="0" y="985535"/>
          <a:ext cx="7158446" cy="8687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300" b="0" i="0" kern="1200" baseline="0" dirty="0"/>
            <a:t>2. </a:t>
          </a:r>
          <a:r>
            <a:rPr lang="zh-CN" altLang="en-US" sz="3300" b="0" i="0" kern="1200" baseline="0" dirty="0"/>
            <a:t>一些参数</a:t>
          </a:r>
          <a:endParaRPr lang="zh-CN" sz="3300" kern="1200" dirty="0"/>
        </a:p>
      </dsp:txBody>
      <dsp:txXfrm>
        <a:off x="42408" y="1027943"/>
        <a:ext cx="7073630" cy="783909"/>
      </dsp:txXfrm>
    </dsp:sp>
    <dsp:sp modelId="{3974E25D-BCFD-48A7-9EE8-6FCD856276D9}">
      <dsp:nvSpPr>
        <dsp:cNvPr id="0" name=""/>
        <dsp:cNvSpPr/>
      </dsp:nvSpPr>
      <dsp:spPr>
        <a:xfrm>
          <a:off x="0" y="1949300"/>
          <a:ext cx="7158446" cy="8687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300" b="0" i="0" kern="1200" baseline="0" dirty="0"/>
            <a:t>3. LCD</a:t>
          </a:r>
          <a:r>
            <a:rPr lang="zh-CN" altLang="en-US" sz="3300" b="0" i="0" kern="1200" baseline="0" dirty="0"/>
            <a:t>显示</a:t>
          </a:r>
          <a:endParaRPr lang="zh-CN" sz="3300" kern="1200" dirty="0"/>
        </a:p>
      </dsp:txBody>
      <dsp:txXfrm>
        <a:off x="42408" y="1991708"/>
        <a:ext cx="7073630" cy="783909"/>
      </dsp:txXfrm>
    </dsp:sp>
    <dsp:sp modelId="{EC6944B9-BEB5-45AF-97EE-B1B628927612}">
      <dsp:nvSpPr>
        <dsp:cNvPr id="0" name=""/>
        <dsp:cNvSpPr/>
      </dsp:nvSpPr>
      <dsp:spPr>
        <a:xfrm>
          <a:off x="0" y="2913065"/>
          <a:ext cx="7158446" cy="8687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300" b="0" i="0" kern="1200" baseline="0" dirty="0"/>
            <a:t>4. </a:t>
          </a:r>
          <a:r>
            <a:rPr lang="zh-CN" altLang="en-US" sz="3300" b="0" i="0" kern="1200" baseline="0" dirty="0"/>
            <a:t>电容触摸</a:t>
          </a:r>
          <a:endParaRPr lang="zh-CN" sz="3300" kern="1200" dirty="0"/>
        </a:p>
      </dsp:txBody>
      <dsp:txXfrm>
        <a:off x="42408" y="2955473"/>
        <a:ext cx="7073630" cy="783909"/>
      </dsp:txXfrm>
    </dsp:sp>
    <dsp:sp modelId="{C378105B-784A-456C-A63B-E12E2FE9BA41}">
      <dsp:nvSpPr>
        <dsp:cNvPr id="0" name=""/>
        <dsp:cNvSpPr/>
      </dsp:nvSpPr>
      <dsp:spPr>
        <a:xfrm>
          <a:off x="0" y="3876830"/>
          <a:ext cx="7158446" cy="8687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300" kern="1200" dirty="0"/>
            <a:t>5. </a:t>
          </a:r>
          <a:r>
            <a:rPr lang="zh-CN" altLang="en-US" sz="3300" kern="1200" dirty="0"/>
            <a:t>显示触摸协同</a:t>
          </a:r>
          <a:endParaRPr lang="zh-CN" sz="3300" kern="1200" dirty="0"/>
        </a:p>
      </dsp:txBody>
      <dsp:txXfrm>
        <a:off x="42408" y="3919238"/>
        <a:ext cx="7073630" cy="7839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377AAD-904F-43D3-9361-687B078093DD}">
      <dsp:nvSpPr>
        <dsp:cNvPr id="0" name=""/>
        <dsp:cNvSpPr/>
      </dsp:nvSpPr>
      <dsp:spPr>
        <a:xfrm>
          <a:off x="0" y="135074"/>
          <a:ext cx="3605349" cy="192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815" tIns="187452" rIns="27981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0" i="0" kern="1200" dirty="0"/>
            <a:t>通过 </a:t>
          </a:r>
          <a:r>
            <a:rPr lang="en-US" sz="1400" b="0" i="0" kern="1200" dirty="0"/>
            <a:t>FSMC </a:t>
          </a:r>
          <a:r>
            <a:rPr lang="zh-CN" sz="1400" b="0" i="0" kern="1200" dirty="0"/>
            <a:t>向 </a:t>
          </a:r>
          <a:r>
            <a:rPr lang="en-US" sz="1400" b="0" i="0" kern="1200" dirty="0"/>
            <a:t>ST7796V </a:t>
          </a:r>
          <a:r>
            <a:rPr lang="zh-CN" sz="1400" b="0" i="0" kern="1200" dirty="0"/>
            <a:t>发送 </a:t>
          </a:r>
          <a:r>
            <a:rPr lang="zh-CN" sz="1400" b="1" i="0" kern="1200" dirty="0"/>
            <a:t>列地址设置命令（</a:t>
          </a:r>
          <a:r>
            <a:rPr lang="en-US" sz="1400" b="1" i="0" kern="1200" dirty="0"/>
            <a:t>0x2A</a:t>
          </a:r>
          <a:r>
            <a:rPr lang="zh-CN" sz="1400" b="1" i="0" kern="1200" dirty="0"/>
            <a:t>）</a:t>
          </a:r>
          <a:r>
            <a:rPr lang="zh-CN" sz="1400" b="0" i="0" kern="1200" dirty="0"/>
            <a:t>，写入起始列和结束列。</a:t>
          </a:r>
          <a:endParaRPr lang="zh-C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0" i="0" kern="1200" dirty="0"/>
            <a:t>发送 </a:t>
          </a:r>
          <a:r>
            <a:rPr lang="zh-CN" sz="1400" b="1" i="0" kern="1200" dirty="0"/>
            <a:t>行地址设置命令（</a:t>
          </a:r>
          <a:r>
            <a:rPr lang="en-US" sz="1400" b="1" i="0" kern="1200" dirty="0"/>
            <a:t>0x2B</a:t>
          </a:r>
          <a:r>
            <a:rPr lang="zh-CN" sz="1400" b="1" i="0" kern="1200" dirty="0"/>
            <a:t>）</a:t>
          </a:r>
          <a:r>
            <a:rPr lang="zh-CN" sz="1400" b="0" i="0" kern="1200" dirty="0"/>
            <a:t>，写入起始行和结束行。</a:t>
          </a:r>
          <a:endParaRPr lang="zh-C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b="0" i="0" kern="1200" dirty="0"/>
            <a:t>此操作定义了后续像素数据将写入的屏幕矩形区域。</a:t>
          </a:r>
          <a:endParaRPr lang="zh-CN" altLang="en-US" sz="1400" kern="1200" dirty="0"/>
        </a:p>
      </dsp:txBody>
      <dsp:txXfrm>
        <a:off x="0" y="135074"/>
        <a:ext cx="3605349" cy="1927800"/>
      </dsp:txXfrm>
    </dsp:sp>
    <dsp:sp modelId="{F387D498-91AE-4C40-BE6E-D46118D4CA0E}">
      <dsp:nvSpPr>
        <dsp:cNvPr id="0" name=""/>
        <dsp:cNvSpPr/>
      </dsp:nvSpPr>
      <dsp:spPr>
        <a:xfrm>
          <a:off x="180267" y="2234"/>
          <a:ext cx="2523744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392" tIns="0" rIns="9539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i="0" kern="1200"/>
            <a:t>设置写入窗口</a:t>
          </a:r>
          <a:endParaRPr lang="zh-CN" altLang="en-US" sz="1400" kern="1200"/>
        </a:p>
      </dsp:txBody>
      <dsp:txXfrm>
        <a:off x="193236" y="15203"/>
        <a:ext cx="2497806" cy="239742"/>
      </dsp:txXfrm>
    </dsp:sp>
    <dsp:sp modelId="{EB32E077-8A19-42C2-B8B0-F4604032BF42}">
      <dsp:nvSpPr>
        <dsp:cNvPr id="0" name=""/>
        <dsp:cNvSpPr/>
      </dsp:nvSpPr>
      <dsp:spPr>
        <a:xfrm>
          <a:off x="0" y="2244314"/>
          <a:ext cx="3605349" cy="73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815" tIns="187452" rIns="27981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0" i="0" kern="1200" dirty="0"/>
            <a:t>发送 </a:t>
          </a:r>
          <a:r>
            <a:rPr lang="zh-CN" sz="1400" b="1" i="0" kern="1200" dirty="0"/>
            <a:t>写显存命令（</a:t>
          </a:r>
          <a:r>
            <a:rPr lang="en-US" sz="1400" b="1" i="0" kern="1200" dirty="0"/>
            <a:t>0x2C</a:t>
          </a:r>
          <a:r>
            <a:rPr lang="zh-CN" sz="1400" b="1" i="0" kern="1200" dirty="0"/>
            <a:t>）</a:t>
          </a:r>
          <a:r>
            <a:rPr lang="zh-CN" sz="1400" b="0" i="0" kern="1200" dirty="0"/>
            <a:t>，进入 </a:t>
          </a:r>
          <a:r>
            <a:rPr lang="en-US" sz="1400" b="0" i="0" kern="1200" dirty="0"/>
            <a:t>GRAM </a:t>
          </a:r>
          <a:r>
            <a:rPr lang="zh-CN" sz="1400" b="0" i="0" kern="1200" dirty="0"/>
            <a:t>写入状态。</a:t>
          </a:r>
          <a:endParaRPr lang="zh-CN" sz="1400" kern="1200" dirty="0"/>
        </a:p>
      </dsp:txBody>
      <dsp:txXfrm>
        <a:off x="0" y="2244314"/>
        <a:ext cx="3605349" cy="737100"/>
      </dsp:txXfrm>
    </dsp:sp>
    <dsp:sp modelId="{C3F7FD1A-9000-436A-8DC0-3D7262B670E4}">
      <dsp:nvSpPr>
        <dsp:cNvPr id="0" name=""/>
        <dsp:cNvSpPr/>
      </dsp:nvSpPr>
      <dsp:spPr>
        <a:xfrm>
          <a:off x="180267" y="2111474"/>
          <a:ext cx="2523744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392" tIns="0" rIns="9539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i="0" kern="1200" dirty="0"/>
            <a:t>启动写显存模式</a:t>
          </a:r>
          <a:endParaRPr lang="zh-CN" altLang="en-US" sz="1400" kern="1200" dirty="0"/>
        </a:p>
      </dsp:txBody>
      <dsp:txXfrm>
        <a:off x="193236" y="2124443"/>
        <a:ext cx="2497806" cy="239742"/>
      </dsp:txXfrm>
    </dsp:sp>
    <dsp:sp modelId="{84699B3C-69DC-461D-AF63-C31DB86376FA}">
      <dsp:nvSpPr>
        <dsp:cNvPr id="0" name=""/>
        <dsp:cNvSpPr/>
      </dsp:nvSpPr>
      <dsp:spPr>
        <a:xfrm>
          <a:off x="0" y="3162854"/>
          <a:ext cx="3605349" cy="1672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815" tIns="187452" rIns="27981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0" i="0" kern="1200" dirty="0"/>
            <a:t>通过 </a:t>
          </a:r>
          <a:r>
            <a:rPr lang="en-US" sz="1400" b="0" i="0" kern="1200" dirty="0"/>
            <a:t>FSMC </a:t>
          </a:r>
          <a:r>
            <a:rPr lang="zh-CN" sz="1400" b="0" i="0" kern="1200" dirty="0"/>
            <a:t>数据总线连续写入 </a:t>
          </a:r>
          <a:r>
            <a:rPr lang="en-US" sz="1400" b="0" i="0" kern="1200" dirty="0"/>
            <a:t>16 </a:t>
          </a:r>
          <a:r>
            <a:rPr lang="zh-CN" sz="1400" b="0" i="0" kern="1200" dirty="0"/>
            <a:t>位（</a:t>
          </a:r>
          <a:r>
            <a:rPr lang="en-US" sz="1400" b="0" i="0" kern="1200" dirty="0"/>
            <a:t>RGB565 </a:t>
          </a:r>
          <a:r>
            <a:rPr lang="zh-CN" sz="1400" b="0" i="0" kern="1200" dirty="0"/>
            <a:t>格式）像素值。</a:t>
          </a:r>
          <a:endParaRPr lang="zh-C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ST7796V </a:t>
          </a:r>
          <a:r>
            <a:rPr lang="zh-CN" sz="1400" b="0" i="0" kern="1200" dirty="0"/>
            <a:t>自动按窗口顺序填充 </a:t>
          </a:r>
          <a:r>
            <a:rPr lang="en-US" sz="1400" b="0" i="0" kern="1200" dirty="0"/>
            <a:t>GRAM</a:t>
          </a:r>
          <a:r>
            <a:rPr lang="zh-CN" sz="1400" b="0" i="0" kern="1200" dirty="0"/>
            <a:t>，无需额外地址控制。</a:t>
          </a:r>
          <a:endParaRPr lang="zh-C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FSMC </a:t>
          </a:r>
          <a:r>
            <a:rPr lang="zh-CN" sz="1400" b="0" i="0" kern="1200" dirty="0"/>
            <a:t>提供高速并行接口，支持快速刷屏（全屏填充仅需几十毫秒）。</a:t>
          </a:r>
          <a:endParaRPr lang="zh-CN" sz="1400" kern="1200" dirty="0"/>
        </a:p>
      </dsp:txBody>
      <dsp:txXfrm>
        <a:off x="0" y="3162854"/>
        <a:ext cx="3605349" cy="1672650"/>
      </dsp:txXfrm>
    </dsp:sp>
    <dsp:sp modelId="{0BB24AE6-05C9-4EB4-AFDB-81BB7FAE4AD6}">
      <dsp:nvSpPr>
        <dsp:cNvPr id="0" name=""/>
        <dsp:cNvSpPr/>
      </dsp:nvSpPr>
      <dsp:spPr>
        <a:xfrm>
          <a:off x="180267" y="3030014"/>
          <a:ext cx="2523744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392" tIns="0" rIns="9539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i="0" kern="1200" dirty="0"/>
            <a:t>连续写入像素数据</a:t>
          </a:r>
          <a:endParaRPr lang="zh-CN" altLang="en-US" sz="1400" kern="1200" dirty="0"/>
        </a:p>
      </dsp:txBody>
      <dsp:txXfrm>
        <a:off x="193236" y="3042983"/>
        <a:ext cx="2497806" cy="239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33EE-9CF4-FA5B-3761-EB11C13A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BB56B4-F573-F2EE-3841-51335B855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493529-937D-7BC8-4C0F-5CE0CB07A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DD01A-7410-E5EE-E706-6C1CCB95F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1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先问大家一个问题：你们见过最 “听话” 的转动是什么？是拧瓶盖？还是钟表指针？但步进电机的 “听话”，那可是 “指哪转哪，转多少算多少”。它到底怎么转起来的呢？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咱们可以把步进电机的内部想象成一个 “迷你指挥台”。定子上有几个 “指挥官”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就是标记的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这些绕组，转子就是那个 “听话的士兵”。当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指挥官先 “发号施令”（通电），转子就会乖乖转向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；接着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 “接力下令”，转子又会转向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依次 “指挥”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转子就这么一步一步跟着转起来了。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就像咱们排队走路，第一个人往前走一步，第二个人跟上，第三个人再跟上，整个队伍就整齐地动起来了。步进电机每一步转动的角度，就叫 “步距角”。比如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里第一个例子，假设每一步转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度，那它转一圈就需要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步，跟咱们 “迈四大步走一圈” 似的。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B35C5-0282-3426-25AD-AEF7433F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022B22-8356-91C2-2F40-3E77BA0F1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395BA7-86A7-BAB5-B074-CBB963797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CEA0F7-0BDA-0537-9D30-623BC6743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04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59DE-F316-88BA-5B67-DCF4224F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05C667-A7B3-EB26-B415-C6063BCA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5BD9EB-4EE7-9D54-E7FE-77EFE6B9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B81FF-9D84-3E4B-5080-84427EFF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4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package" Target="../embeddings/Microsoft_Visio_Drawing.vsdx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6.emf"/><Relationship Id="rId9" Type="http://schemas.microsoft.com/office/2007/relationships/diagramDrawing" Target="../diagrams/drawin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F282-F80C-154F-7C72-A3C8DDAD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0F8C764-B10E-AF1B-177F-1E4F68C5309A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435EA853-567B-EB8E-4E36-3177EB2EED9B}"/>
              </a:ext>
            </a:extLst>
          </p:cNvPr>
          <p:cNvSpPr txBox="1"/>
          <p:nvPr/>
        </p:nvSpPr>
        <p:spPr>
          <a:xfrm>
            <a:off x="2253403" y="2604144"/>
            <a:ext cx="6132949" cy="142574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54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电容触摸屏</a:t>
            </a:r>
            <a:endParaRPr kumimoji="1" lang="en-US" altLang="zh-CN" sz="54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1FB9992-4CD0-DE7A-B19D-AE0BDA2941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40" t="6138" r="7348" b="6775"/>
          <a:stretch>
            <a:fillRect/>
          </a:stretch>
        </p:blipFill>
        <p:spPr>
          <a:xfrm>
            <a:off x="5964527" y="1158241"/>
            <a:ext cx="3258692" cy="2525486"/>
          </a:xfrm>
          <a:prstGeom prst="rect">
            <a:avLst/>
          </a:prstGeom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73D92F75-B6EC-970B-3D8C-7A4D750FBECD}"/>
              </a:ext>
            </a:extLst>
          </p:cNvPr>
          <p:cNvSpPr txBox="1"/>
          <p:nvPr/>
        </p:nvSpPr>
        <p:spPr>
          <a:xfrm>
            <a:off x="3386791" y="3914783"/>
            <a:ext cx="5155472" cy="68334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36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36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为闭环控制准备</a:t>
            </a:r>
            <a:endParaRPr kumimoji="1" lang="en-US" altLang="zh-CN" sz="3600" b="1" dirty="0">
              <a:ln w="127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049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357989" y="4739461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0" y="2818708"/>
            <a:ext cx="4925723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电容触摸屏工作原理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【06-01】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1CCDEAE-FD00-1792-B9B1-15EEF3CA5D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40" t="6138" r="7348" b="6775"/>
          <a:stretch>
            <a:fillRect/>
          </a:stretch>
        </p:blipFill>
        <p:spPr>
          <a:xfrm rot="1592214">
            <a:off x="7062989" y="2357260"/>
            <a:ext cx="2773212" cy="2149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目录</a:t>
            </a:r>
            <a:endParaRPr lang="zh-CN" altLang="en-US" sz="3600" dirty="0"/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528580306"/>
              </p:ext>
            </p:extLst>
          </p:nvPr>
        </p:nvGraphicFramePr>
        <p:xfrm>
          <a:off x="3396343" y="1145794"/>
          <a:ext cx="7158446" cy="4767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实物图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63F844C-47BC-77B5-5DEA-F041AFD123C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373280" y="1138092"/>
            <a:ext cx="4360678" cy="534511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89EA26F-C236-4044-74D8-58C8AC9859F0}"/>
              </a:ext>
            </a:extLst>
          </p:cNvPr>
          <p:cNvSpPr txBox="1"/>
          <p:nvPr/>
        </p:nvSpPr>
        <p:spPr>
          <a:xfrm>
            <a:off x="5863964" y="11380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正面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F81F77-0B96-8655-B529-92B6B54E4F29}"/>
              </a:ext>
            </a:extLst>
          </p:cNvPr>
          <p:cNvSpPr txBox="1"/>
          <p:nvPr/>
        </p:nvSpPr>
        <p:spPr>
          <a:xfrm>
            <a:off x="5863964" y="39596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背面</a:t>
            </a:r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5C44B-0E79-578B-B271-AFE3E2C9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7691B46-AD61-928F-E4A8-0BF58831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一些参数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FFB6E57-3C14-D4E2-3396-7629D0CC8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656928"/>
              </p:ext>
            </p:extLst>
          </p:nvPr>
        </p:nvGraphicFramePr>
        <p:xfrm>
          <a:off x="683027" y="1091106"/>
          <a:ext cx="5412973" cy="440861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88256">
                  <a:extLst>
                    <a:ext uri="{9D8B030D-6E8A-4147-A177-3AD203B41FA5}">
                      <a16:colId xmlns:a16="http://schemas.microsoft.com/office/drawing/2014/main" val="637992832"/>
                    </a:ext>
                  </a:extLst>
                </a:gridCol>
                <a:gridCol w="3624717">
                  <a:extLst>
                    <a:ext uri="{9D8B030D-6E8A-4147-A177-3AD203B41FA5}">
                      <a16:colId xmlns:a16="http://schemas.microsoft.com/office/drawing/2014/main" val="972865708"/>
                    </a:ext>
                  </a:extLst>
                </a:gridCol>
              </a:tblGrid>
              <a:tr h="48348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尺寸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7359" marR="167359" marT="111573" marB="111573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</a:rPr>
                        <a:t>4 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寸并口屏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7359" marR="167359" marT="111573" marB="111573" anchor="ctr"/>
                </a:tc>
                <a:extLst>
                  <a:ext uri="{0D108BD9-81ED-4DB2-BD59-A6C34878D82A}">
                    <a16:rowId xmlns:a16="http://schemas.microsoft.com/office/drawing/2014/main" val="421123824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 dirty="0">
                          <a:effectLst/>
                        </a:rPr>
                        <a:t>分辨率</a:t>
                      </a:r>
                    </a:p>
                  </a:txBody>
                  <a:tcPr marL="167359" marR="167359" marT="111573" marB="1115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320xRGBx480</a:t>
                      </a:r>
                    </a:p>
                  </a:txBody>
                  <a:tcPr marL="167359" marR="167359" marT="111573" marB="111573" anchor="ctr"/>
                </a:tc>
                <a:extLst>
                  <a:ext uri="{0D108BD9-81ED-4DB2-BD59-A6C34878D82A}">
                    <a16:rowId xmlns:a16="http://schemas.microsoft.com/office/drawing/2014/main" val="178007568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 dirty="0">
                          <a:effectLst/>
                        </a:rPr>
                        <a:t>接口类型</a:t>
                      </a:r>
                    </a:p>
                  </a:txBody>
                  <a:tcPr marL="167359" marR="167359" marT="111573" marB="1115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800" b="0" dirty="0">
                          <a:effectLst/>
                        </a:rPr>
                        <a:t>8080</a:t>
                      </a:r>
                      <a:r>
                        <a:rPr lang="zh-CN" altLang="en-US" sz="1800" b="0" dirty="0">
                          <a:effectLst/>
                        </a:rPr>
                        <a:t>，</a:t>
                      </a:r>
                      <a:r>
                        <a:rPr lang="en-US" altLang="zh-CN" sz="1800" b="0" dirty="0">
                          <a:effectLst/>
                        </a:rPr>
                        <a:t> 16 </a:t>
                      </a:r>
                      <a:r>
                        <a:rPr lang="zh-CN" altLang="en-US" sz="1800" b="0" dirty="0">
                          <a:effectLst/>
                        </a:rPr>
                        <a:t>位并口</a:t>
                      </a:r>
                    </a:p>
                  </a:txBody>
                  <a:tcPr marL="167359" marR="167359" marT="111573" marB="111573" anchor="ctr"/>
                </a:tc>
                <a:extLst>
                  <a:ext uri="{0D108BD9-81ED-4DB2-BD59-A6C34878D82A}">
                    <a16:rowId xmlns:a16="http://schemas.microsoft.com/office/drawing/2014/main" val="331446718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控制芯片</a:t>
                      </a:r>
                    </a:p>
                  </a:txBody>
                  <a:tcPr marL="167359" marR="167359" marT="111573" marB="1115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ST7796V</a:t>
                      </a:r>
                    </a:p>
                  </a:txBody>
                  <a:tcPr marL="167359" marR="167359" marT="111573" marB="111573" anchor="ctr"/>
                </a:tc>
                <a:extLst>
                  <a:ext uri="{0D108BD9-81ED-4DB2-BD59-A6C34878D82A}">
                    <a16:rowId xmlns:a16="http://schemas.microsoft.com/office/drawing/2014/main" val="68655298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触摸控制</a:t>
                      </a:r>
                    </a:p>
                  </a:txBody>
                  <a:tcPr marL="167359" marR="167359" marT="111573" marB="1115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FT6336U</a:t>
                      </a:r>
                    </a:p>
                  </a:txBody>
                  <a:tcPr marL="167359" marR="167359" marT="111573" marB="111573" anchor="ctr"/>
                </a:tc>
                <a:extLst>
                  <a:ext uri="{0D108BD9-81ED-4DB2-BD59-A6C34878D82A}">
                    <a16:rowId xmlns:a16="http://schemas.microsoft.com/office/drawing/2014/main" val="257204208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显示颜色</a:t>
                      </a:r>
                    </a:p>
                  </a:txBody>
                  <a:tcPr marL="167359" marR="167359" marT="111573" marB="1115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彩色</a:t>
                      </a:r>
                    </a:p>
                  </a:txBody>
                  <a:tcPr marL="167359" marR="167359" marT="111573" marB="111573" anchor="ctr"/>
                </a:tc>
                <a:extLst>
                  <a:ext uri="{0D108BD9-81ED-4DB2-BD59-A6C34878D82A}">
                    <a16:rowId xmlns:a16="http://schemas.microsoft.com/office/drawing/2014/main" val="142370834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本屏亮点</a:t>
                      </a:r>
                    </a:p>
                  </a:txBody>
                  <a:tcPr marL="167359" marR="167359" marT="111573" marB="1115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高清 </a:t>
                      </a:r>
                      <a:r>
                        <a:rPr lang="en-US" altLang="zh-CN" sz="1800" b="0">
                          <a:effectLst/>
                        </a:rPr>
                        <a:t>IPS</a:t>
                      </a:r>
                      <a:r>
                        <a:rPr lang="zh-CN" altLang="en-US" sz="1800" b="0">
                          <a:effectLst/>
                        </a:rPr>
                        <a:t>，显示方向可以调整</a:t>
                      </a:r>
                    </a:p>
                  </a:txBody>
                  <a:tcPr marL="167359" marR="167359" marT="111573" marB="111573" anchor="ctr"/>
                </a:tc>
                <a:extLst>
                  <a:ext uri="{0D108BD9-81ED-4DB2-BD59-A6C34878D82A}">
                    <a16:rowId xmlns:a16="http://schemas.microsoft.com/office/drawing/2014/main" val="949273402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面板尺寸</a:t>
                      </a:r>
                    </a:p>
                  </a:txBody>
                  <a:tcPr marL="167359" marR="167359" marT="111573" marB="1115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61.74x108.1x7.2(mm)</a:t>
                      </a:r>
                    </a:p>
                  </a:txBody>
                  <a:tcPr marL="167359" marR="167359" marT="111573" marB="111573" anchor="ctr"/>
                </a:tc>
                <a:extLst>
                  <a:ext uri="{0D108BD9-81ED-4DB2-BD59-A6C34878D82A}">
                    <a16:rowId xmlns:a16="http://schemas.microsoft.com/office/drawing/2014/main" val="178858560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颜色数量</a:t>
                      </a:r>
                    </a:p>
                  </a:txBody>
                  <a:tcPr marL="167359" marR="167359" marT="111573" marB="1115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65K</a:t>
                      </a:r>
                    </a:p>
                  </a:txBody>
                  <a:tcPr marL="167359" marR="167359" marT="111573" marB="111573" anchor="ctr"/>
                </a:tc>
                <a:extLst>
                  <a:ext uri="{0D108BD9-81ED-4DB2-BD59-A6C34878D82A}">
                    <a16:rowId xmlns:a16="http://schemas.microsoft.com/office/drawing/2014/main" val="1653793456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30BAEE8-92A7-C6B3-E11F-532FB7CB7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515305"/>
              </p:ext>
            </p:extLst>
          </p:nvPr>
        </p:nvGraphicFramePr>
        <p:xfrm>
          <a:off x="6546548" y="1091106"/>
          <a:ext cx="5094516" cy="19812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54630">
                  <a:extLst>
                    <a:ext uri="{9D8B030D-6E8A-4147-A177-3AD203B41FA5}">
                      <a16:colId xmlns:a16="http://schemas.microsoft.com/office/drawing/2014/main" val="32553237"/>
                    </a:ext>
                  </a:extLst>
                </a:gridCol>
                <a:gridCol w="3439886">
                  <a:extLst>
                    <a:ext uri="{9D8B030D-6E8A-4147-A177-3AD203B41FA5}">
                      <a16:colId xmlns:a16="http://schemas.microsoft.com/office/drawing/2014/main" val="3096898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视角方向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450" marR="171450" marT="114300" marB="1143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全视角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450" marR="171450" marT="114300" marB="114300" anchor="ctr"/>
                </a:tc>
                <a:extLst>
                  <a:ext uri="{0D108BD9-81ED-4DB2-BD59-A6C34878D82A}">
                    <a16:rowId xmlns:a16="http://schemas.microsoft.com/office/drawing/2014/main" val="1312442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工作温度</a:t>
                      </a:r>
                    </a:p>
                  </a:txBody>
                  <a:tcPr marL="171450" marR="171450" marT="114300" marB="11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-20~70 </a:t>
                      </a:r>
                      <a:r>
                        <a:rPr lang="zh-CN" altLang="en-US" b="0" dirty="0">
                          <a:effectLst/>
                        </a:rPr>
                        <a:t>℃</a:t>
                      </a:r>
                    </a:p>
                  </a:txBody>
                  <a:tcPr marL="171450" marR="171450" marT="114300" marB="114300" anchor="ctr"/>
                </a:tc>
                <a:extLst>
                  <a:ext uri="{0D108BD9-81ED-4DB2-BD59-A6C34878D82A}">
                    <a16:rowId xmlns:a16="http://schemas.microsoft.com/office/drawing/2014/main" val="1338784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逻辑电压</a:t>
                      </a:r>
                    </a:p>
                  </a:txBody>
                  <a:tcPr marL="171450" marR="171450" marT="114300" marB="11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3.3V</a:t>
                      </a:r>
                    </a:p>
                  </a:txBody>
                  <a:tcPr marL="171450" marR="171450" marT="114300" marB="114300" anchor="ctr"/>
                </a:tc>
                <a:extLst>
                  <a:ext uri="{0D108BD9-81ED-4DB2-BD59-A6C34878D82A}">
                    <a16:rowId xmlns:a16="http://schemas.microsoft.com/office/drawing/2014/main" val="1950164850"/>
                  </a:ext>
                </a:extLst>
              </a:tr>
              <a:tr h="26092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背光类型</a:t>
                      </a:r>
                    </a:p>
                  </a:txBody>
                  <a:tcPr marL="171450" marR="171450" marT="114300" marB="11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Normally White/Normally Black</a:t>
                      </a:r>
                    </a:p>
                  </a:txBody>
                  <a:tcPr marL="171450" marR="171450" marT="114300" marB="114300" anchor="ctr"/>
                </a:tc>
                <a:extLst>
                  <a:ext uri="{0D108BD9-81ED-4DB2-BD59-A6C34878D82A}">
                    <a16:rowId xmlns:a16="http://schemas.microsoft.com/office/drawing/2014/main" val="1675461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010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15F-63FE-6F61-0F73-8CA63639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6492E2-8391-BB84-0BF6-CF9F25B5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LCD</a:t>
            </a:r>
            <a:r>
              <a:rPr lang="zh-CN" altLang="en-US" dirty="0"/>
              <a:t>显示原理</a:t>
            </a:r>
            <a:r>
              <a:rPr lang="en-US" altLang="zh-CN" dirty="0"/>
              <a:t>——</a:t>
            </a:r>
            <a:r>
              <a:rPr lang="zh-CN" altLang="en-US" dirty="0"/>
              <a:t>像素点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A6F464D-98D5-4D2F-37FB-BB8EE78FE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6" y="2296385"/>
            <a:ext cx="7815398" cy="41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66024FB-85CE-F7BD-031D-D72DA9E16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499" y="2296385"/>
            <a:ext cx="4280501" cy="360217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C7598AC-2AE6-D021-E6D6-BD9E6E2C3BDB}"/>
              </a:ext>
            </a:extLst>
          </p:cNvPr>
          <p:cNvSpPr txBox="1"/>
          <p:nvPr/>
        </p:nvSpPr>
        <p:spPr>
          <a:xfrm>
            <a:off x="31386" y="959445"/>
            <a:ext cx="4058195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>
              <a:lnSpc>
                <a:spcPts val="2100"/>
              </a:lnSpc>
              <a:buNone/>
            </a:pPr>
            <a:r>
              <a:rPr lang="en-US" altLang="zh-CN" sz="1800" b="0" kern="1200" dirty="0">
                <a:solidFill>
                  <a:schemeClr val="tx1"/>
                </a:solidFill>
                <a:effectLst/>
              </a:rPr>
              <a:t>RGB888</a:t>
            </a:r>
            <a:endParaRPr lang="en-US" altLang="zh-CN" dirty="0"/>
          </a:p>
          <a:p>
            <a:pPr fontAlgn="base"/>
            <a:r>
              <a:rPr lang="zh-CN" altLang="en-US" b="1" dirty="0"/>
              <a:t>红色（</a:t>
            </a:r>
            <a:r>
              <a:rPr lang="en-US" altLang="zh-CN" b="1" dirty="0"/>
              <a:t>R</a:t>
            </a:r>
            <a:r>
              <a:rPr lang="zh-CN" altLang="en-US" b="1" dirty="0"/>
              <a:t>）​</a:t>
            </a:r>
            <a:r>
              <a:rPr lang="zh-CN" altLang="en-US" dirty="0"/>
              <a:t>​：</a:t>
            </a:r>
            <a:r>
              <a:rPr lang="en-US" altLang="zh-CN" dirty="0"/>
              <a:t>8</a:t>
            </a:r>
            <a:r>
              <a:rPr lang="zh-CN" altLang="en-US" dirty="0"/>
              <a:t>位 → 取值范围 ​</a:t>
            </a:r>
            <a:r>
              <a:rPr lang="en-US" altLang="zh-CN" b="1" dirty="0"/>
              <a:t>0~255</a:t>
            </a:r>
            <a:r>
              <a:rPr lang="zh-CN" altLang="en-US" dirty="0"/>
              <a:t>​</a:t>
            </a:r>
          </a:p>
          <a:p>
            <a:pPr fontAlgn="base"/>
            <a:r>
              <a:rPr lang="zh-CN" altLang="en-US" dirty="0"/>
              <a:t>​</a:t>
            </a:r>
            <a:r>
              <a:rPr lang="zh-CN" altLang="en-US" b="1" dirty="0"/>
              <a:t>绿色（</a:t>
            </a:r>
            <a:r>
              <a:rPr lang="en-US" altLang="zh-CN" b="1" dirty="0"/>
              <a:t>G</a:t>
            </a:r>
            <a:r>
              <a:rPr lang="zh-CN" altLang="en-US" b="1" dirty="0"/>
              <a:t>）​</a:t>
            </a:r>
            <a:r>
              <a:rPr lang="zh-CN" altLang="en-US" dirty="0"/>
              <a:t>​：</a:t>
            </a:r>
            <a:r>
              <a:rPr lang="en-US" altLang="zh-CN" dirty="0"/>
              <a:t>8</a:t>
            </a:r>
            <a:r>
              <a:rPr lang="zh-CN" altLang="en-US" dirty="0"/>
              <a:t>位 → 取值范围 ​</a:t>
            </a:r>
            <a:r>
              <a:rPr lang="en-US" altLang="zh-CN" b="1" dirty="0"/>
              <a:t>0~255</a:t>
            </a:r>
            <a:r>
              <a:rPr lang="zh-CN" altLang="en-US" dirty="0"/>
              <a:t>​</a:t>
            </a:r>
          </a:p>
          <a:p>
            <a:pPr fontAlgn="base"/>
            <a:r>
              <a:rPr lang="zh-CN" altLang="en-US" dirty="0"/>
              <a:t>​</a:t>
            </a:r>
            <a:r>
              <a:rPr lang="zh-CN" altLang="en-US" b="1" dirty="0"/>
              <a:t>蓝色（</a:t>
            </a:r>
            <a:r>
              <a:rPr lang="en-US" altLang="zh-CN" b="1" dirty="0"/>
              <a:t>B</a:t>
            </a:r>
            <a:r>
              <a:rPr lang="zh-CN" altLang="en-US" b="1" dirty="0"/>
              <a:t>）​</a:t>
            </a:r>
            <a:r>
              <a:rPr lang="zh-CN" altLang="en-US" dirty="0"/>
              <a:t>​：</a:t>
            </a:r>
            <a:r>
              <a:rPr lang="en-US" altLang="zh-CN" dirty="0"/>
              <a:t>8</a:t>
            </a:r>
            <a:r>
              <a:rPr lang="zh-CN" altLang="en-US" dirty="0"/>
              <a:t>位 → 取值范围 ​</a:t>
            </a:r>
            <a:r>
              <a:rPr lang="en-US" altLang="zh-CN" b="1" dirty="0"/>
              <a:t>0~255</a:t>
            </a:r>
            <a:endParaRPr lang="zh-CN" altLang="en-US" sz="18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DB6969-1FF1-C5A3-F5B0-3B38EDB1849B}"/>
              </a:ext>
            </a:extLst>
          </p:cNvPr>
          <p:cNvSpPr txBox="1"/>
          <p:nvPr/>
        </p:nvSpPr>
        <p:spPr>
          <a:xfrm>
            <a:off x="4525009" y="959445"/>
            <a:ext cx="3918858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>
              <a:lnSpc>
                <a:spcPts val="2100"/>
              </a:lnSpc>
              <a:buNone/>
            </a:pPr>
            <a:r>
              <a:rPr lang="en-US" altLang="zh-CN" sz="1800" b="0" kern="1200" dirty="0">
                <a:solidFill>
                  <a:schemeClr val="tx1"/>
                </a:solidFill>
                <a:effectLst/>
              </a:rPr>
              <a:t>RGB565</a:t>
            </a:r>
            <a:endParaRPr lang="en-US" altLang="zh-CN" dirty="0"/>
          </a:p>
          <a:p>
            <a:pPr fontAlgn="base"/>
            <a:r>
              <a:rPr lang="zh-CN" altLang="en-US" dirty="0"/>
              <a:t>​</a:t>
            </a:r>
            <a:r>
              <a:rPr lang="zh-CN" altLang="en-US" b="1" dirty="0"/>
              <a:t>红色（</a:t>
            </a:r>
            <a:r>
              <a:rPr lang="en-US" altLang="zh-CN" b="1" dirty="0"/>
              <a:t>R</a:t>
            </a:r>
            <a:r>
              <a:rPr lang="zh-CN" altLang="en-US" b="1" dirty="0"/>
              <a:t>）​</a:t>
            </a:r>
            <a:r>
              <a:rPr lang="zh-CN" altLang="en-US" dirty="0"/>
              <a:t>​：</a:t>
            </a:r>
            <a:r>
              <a:rPr lang="en-US" altLang="zh-CN" dirty="0"/>
              <a:t>5</a:t>
            </a:r>
            <a:r>
              <a:rPr lang="zh-CN" altLang="en-US" dirty="0"/>
              <a:t>位 → 取值范围 ​</a:t>
            </a:r>
            <a:r>
              <a:rPr lang="en-US" altLang="zh-CN" b="1" dirty="0"/>
              <a:t>0~31</a:t>
            </a:r>
            <a:r>
              <a:rPr lang="zh-CN" altLang="en-US" dirty="0"/>
              <a:t>​</a:t>
            </a:r>
          </a:p>
          <a:p>
            <a:pPr fontAlgn="base"/>
            <a:r>
              <a:rPr lang="zh-CN" altLang="en-US" b="1" dirty="0"/>
              <a:t>绿色（</a:t>
            </a:r>
            <a:r>
              <a:rPr lang="en-US" altLang="zh-CN" b="1" dirty="0"/>
              <a:t>G</a:t>
            </a:r>
            <a:r>
              <a:rPr lang="zh-CN" altLang="en-US" b="1" dirty="0"/>
              <a:t>）​</a:t>
            </a:r>
            <a:r>
              <a:rPr lang="zh-CN" altLang="en-US" dirty="0"/>
              <a:t>​：</a:t>
            </a:r>
            <a:r>
              <a:rPr lang="en-US" altLang="zh-CN" dirty="0"/>
              <a:t>6</a:t>
            </a:r>
            <a:r>
              <a:rPr lang="zh-CN" altLang="en-US" dirty="0"/>
              <a:t>位 → 取值范围 ​</a:t>
            </a:r>
            <a:r>
              <a:rPr lang="en-US" altLang="zh-CN" b="1" dirty="0"/>
              <a:t>0~63</a:t>
            </a:r>
            <a:r>
              <a:rPr lang="zh-CN" altLang="en-US" dirty="0"/>
              <a:t>​</a:t>
            </a:r>
          </a:p>
          <a:p>
            <a:pPr fontAlgn="base"/>
            <a:r>
              <a:rPr lang="zh-CN" altLang="en-US" dirty="0"/>
              <a:t>​</a:t>
            </a:r>
            <a:r>
              <a:rPr lang="zh-CN" altLang="en-US" b="1" dirty="0"/>
              <a:t>蓝色（</a:t>
            </a:r>
            <a:r>
              <a:rPr lang="en-US" altLang="zh-CN" b="1" dirty="0"/>
              <a:t>B</a:t>
            </a:r>
            <a:r>
              <a:rPr lang="zh-CN" altLang="en-US" b="1" dirty="0"/>
              <a:t>）​</a:t>
            </a:r>
            <a:r>
              <a:rPr lang="zh-CN" altLang="en-US" dirty="0"/>
              <a:t>​：</a:t>
            </a:r>
            <a:r>
              <a:rPr lang="en-US" altLang="zh-CN" dirty="0"/>
              <a:t>5</a:t>
            </a:r>
            <a:r>
              <a:rPr lang="zh-CN" altLang="en-US" dirty="0"/>
              <a:t>位 → 取值范围 ​</a:t>
            </a:r>
            <a:r>
              <a:rPr lang="en-US" altLang="zh-CN" b="1" dirty="0"/>
              <a:t>0~31</a:t>
            </a:r>
            <a:endParaRPr lang="zh-CN" altLang="en-US" sz="18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FA7E40-C0CD-54A4-CAB6-F13DA769D3B6}"/>
              </a:ext>
            </a:extLst>
          </p:cNvPr>
          <p:cNvSpPr txBox="1"/>
          <p:nvPr/>
        </p:nvSpPr>
        <p:spPr>
          <a:xfrm>
            <a:off x="8630194" y="1034353"/>
            <a:ext cx="33997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RGB565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通过牺牲色彩精度换取存储效率，适合资源受限场景。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739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LCD</a:t>
            </a:r>
            <a:r>
              <a:rPr lang="zh-CN" altLang="en-US" dirty="0"/>
              <a:t>显示原理</a:t>
            </a:r>
            <a:r>
              <a:rPr lang="en-US" altLang="zh-CN" dirty="0"/>
              <a:t>——ST7796V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CE4FF01-0FC7-68BC-6359-F83C67724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422377"/>
              </p:ext>
            </p:extLst>
          </p:nvPr>
        </p:nvGraphicFramePr>
        <p:xfrm>
          <a:off x="328417" y="2489814"/>
          <a:ext cx="7617621" cy="3979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810089" imgH="2514557" progId="Visio.Drawing.15">
                  <p:embed/>
                </p:oleObj>
              </mc:Choice>
              <mc:Fallback>
                <p:oleObj name="Visio" r:id="rId3" imgW="4810089" imgH="2514557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17" y="2489814"/>
                        <a:ext cx="7617621" cy="39798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F3AFC415-2A8C-3604-E0A8-DB64E011F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16" y="962039"/>
            <a:ext cx="32682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显示驱动芯片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976319-B507-CF33-89A2-9DDA09293E8E}"/>
              </a:ext>
            </a:extLst>
          </p:cNvPr>
          <p:cNvSpPr txBox="1"/>
          <p:nvPr/>
        </p:nvSpPr>
        <p:spPr>
          <a:xfrm>
            <a:off x="1486286" y="3640426"/>
            <a:ext cx="1994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LUT</a:t>
            </a:r>
            <a:r>
              <a:rPr lang="zh-CN" altLang="en-US" sz="1400" dirty="0"/>
              <a:t>（</a:t>
            </a:r>
            <a:r>
              <a:rPr lang="en-US" altLang="zh-CN" sz="1400" dirty="0"/>
              <a:t>Look-Up Table</a:t>
            </a:r>
            <a:r>
              <a:rPr lang="zh-CN" altLang="en-US" sz="1400" dirty="0"/>
              <a:t>）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A6FC36-D423-B475-1269-5AB5D4BD7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250" y="1503236"/>
            <a:ext cx="74719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命令接口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：接收 MCU 的指令（如设置地址、开关显示、配置扫描方向等）。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GRAM 显存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：内部有一块 RAM用于存储屏幕上每个像素的颜色值。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驱动时序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：控制行列扫描，把 GRAM 中的数据刷新到 TFT 像素点上。</a:t>
            </a:r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9C125D15-F709-022E-D17F-1A686EF187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594957"/>
              </p:ext>
            </p:extLst>
          </p:nvPr>
        </p:nvGraphicFramePr>
        <p:xfrm>
          <a:off x="8508274" y="1545643"/>
          <a:ext cx="3605349" cy="4837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电容触摸原理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B90C2A-BD57-8AA4-1D0C-D25A2EC12DB6}"/>
              </a:ext>
            </a:extLst>
          </p:cNvPr>
          <p:cNvSpPr txBox="1"/>
          <p:nvPr/>
        </p:nvSpPr>
        <p:spPr>
          <a:xfrm>
            <a:off x="964142" y="1131166"/>
            <a:ext cx="93293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触摸屏通过物理或电学变化感知触摸位置，主流技术包括电阻式和电容式。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A15E9B-BFF2-8A31-AF55-1C6705EA9FD7}"/>
              </a:ext>
            </a:extLst>
          </p:cNvPr>
          <p:cNvSpPr txBox="1"/>
          <p:nvPr/>
        </p:nvSpPr>
        <p:spPr>
          <a:xfrm>
            <a:off x="6601098" y="2439928"/>
            <a:ext cx="54602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电容式触摸屏表面覆盖透明电极网格，形成电容阵列。 </a:t>
            </a:r>
            <a:endParaRPr lang="zh-CN" altLang="en-US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人体触摸时改变局部电容值</a:t>
            </a:r>
            <a:endParaRPr lang="en-US" altLang="zh-CN" sz="18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控制器扫描电容变化，通过电荷量或频率变化确定触点坐标</a:t>
            </a:r>
            <a:endParaRPr lang="en-US" altLang="zh-CN" sz="18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B5B7-F6C4-535A-C624-1E6FB182E791}"/>
              </a:ext>
            </a:extLst>
          </p:cNvPr>
          <p:cNvSpPr txBox="1"/>
          <p:nvPr/>
        </p:nvSpPr>
        <p:spPr>
          <a:xfrm>
            <a:off x="964142" y="1673974"/>
            <a:ext cx="1052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电容式触摸屏支持多点触控，依赖复杂的信号处理算法（如互电容检测）。 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F82EFFD-523E-5532-32FD-781698916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2" y="2341653"/>
            <a:ext cx="5591175" cy="393382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7026213-A180-EC3D-87DB-57C691AFBBB0}"/>
              </a:ext>
            </a:extLst>
          </p:cNvPr>
          <p:cNvSpPr txBox="1"/>
          <p:nvPr/>
        </p:nvSpPr>
        <p:spPr>
          <a:xfrm>
            <a:off x="6719572" y="4308565"/>
            <a:ext cx="1430383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US" altLang="zh-CN" sz="18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FT6336U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E728FE-8350-829A-2E93-CECEA62BE77E}"/>
              </a:ext>
            </a:extLst>
          </p:cNvPr>
          <p:cNvSpPr txBox="1"/>
          <p:nvPr/>
        </p:nvSpPr>
        <p:spPr>
          <a:xfrm>
            <a:off x="6719572" y="4668532"/>
            <a:ext cx="4773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扫描屏幕电容变化识别触摸位置，并通过 </a:t>
            </a:r>
            <a:r>
              <a:rPr lang="en-US" altLang="zh-CN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I²C </a:t>
            </a:r>
            <a:r>
              <a:rPr lang="zh-CN" altLang="en-US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将坐标数据实时上报给主控芯片。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显示与触摸协同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FCA4E7F-B336-231D-8674-2674C043AB3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89377" y="2224565"/>
            <a:ext cx="6448425" cy="32480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F6E3F69-DD44-CA7A-8C0D-344F175352CA}"/>
              </a:ext>
            </a:extLst>
          </p:cNvPr>
          <p:cNvSpPr txBox="1"/>
          <p:nvPr/>
        </p:nvSpPr>
        <p:spPr>
          <a:xfrm>
            <a:off x="467753" y="15570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屏幕坐标和触摸坐标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486D69-9522-6528-3E0D-6A486BA08F6A}"/>
              </a:ext>
            </a:extLst>
          </p:cNvPr>
          <p:cNvSpPr txBox="1"/>
          <p:nvPr/>
        </p:nvSpPr>
        <p:spPr>
          <a:xfrm>
            <a:off x="6999182" y="2445322"/>
            <a:ext cx="48034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值（模数转换的值）本质上是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反映触摸点在传感器物理坐标系中位置的原始数字读数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7D90F9-469E-F6A0-7C7C-087A2E8DFCB8}"/>
              </a:ext>
            </a:extLst>
          </p:cNvPr>
          <p:cNvSpPr txBox="1"/>
          <p:nvPr/>
        </p:nvSpPr>
        <p:spPr>
          <a:xfrm>
            <a:off x="6999182" y="3910038"/>
            <a:ext cx="48034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触摸传感器的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值坐标由硬件决定、不可变；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屏幕显示坐标由软件控制、可变；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两者通过映射才能准确响应“触摸位置” 。</a:t>
            </a:r>
          </a:p>
        </p:txBody>
      </p:sp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2025.9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5520</TotalTime>
  <Words>2451</Words>
  <Application>Microsoft Office PowerPoint</Application>
  <PresentationFormat>宽屏</PresentationFormat>
  <Paragraphs>168</Paragraphs>
  <Slides>10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Source Han Sans</vt:lpstr>
      <vt:lpstr>Source Han Sans CN Regular</vt:lpstr>
      <vt:lpstr>等线</vt:lpstr>
      <vt:lpstr>宋体</vt:lpstr>
      <vt:lpstr>微软雅黑</vt:lpstr>
      <vt:lpstr>Arial</vt:lpstr>
      <vt:lpstr>Office 主题​​</vt:lpstr>
      <vt:lpstr>Visio</vt:lpstr>
      <vt:lpstr>PowerPoint 演示文稿</vt:lpstr>
      <vt:lpstr>PowerPoint 演示文稿</vt:lpstr>
      <vt:lpstr>目录</vt:lpstr>
      <vt:lpstr>1. 实物图</vt:lpstr>
      <vt:lpstr>2. 一些参数</vt:lpstr>
      <vt:lpstr>3. LCD显示原理——像素点</vt:lpstr>
      <vt:lpstr>3. LCD显示原理——ST7796V</vt:lpstr>
      <vt:lpstr>4. 电容触摸原理</vt:lpstr>
      <vt:lpstr>5. 显示与触摸协同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143</cp:revision>
  <dcterms:created xsi:type="dcterms:W3CDTF">2025-05-21T06:55:53Z</dcterms:created>
  <dcterms:modified xsi:type="dcterms:W3CDTF">2025-09-27T08:17:47Z</dcterms:modified>
</cp:coreProperties>
</file>