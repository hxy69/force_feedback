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9" r:id="rId2"/>
    <p:sldId id="814" r:id="rId3"/>
    <p:sldId id="800" r:id="rId4"/>
    <p:sldId id="805" r:id="rId5"/>
    <p:sldId id="812" r:id="rId6"/>
    <p:sldId id="807" r:id="rId7"/>
    <p:sldId id="813" r:id="rId8"/>
    <p:sldId id="808" r:id="rId9"/>
    <p:sldId id="806" r:id="rId10"/>
    <p:sldId id="809" r:id="rId11"/>
    <p:sldId id="815" r:id="rId12"/>
    <p:sldId id="816" r:id="rId13"/>
    <p:sldId id="817" r:id="rId14"/>
    <p:sldId id="28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4183CE-5621-4AD4-9C57-212E414752B6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D7FA9AC-4B2C-46B0-B2FB-8733D5C9659E}">
      <dgm:prSet/>
      <dgm:spPr/>
      <dgm:t>
        <a:bodyPr/>
        <a:lstStyle/>
        <a:p>
          <a:pPr algn="l"/>
          <a:r>
            <a:rPr lang="zh-CN" dirty="0"/>
            <a:t>掌握使用</a:t>
          </a:r>
          <a:r>
            <a:rPr lang="en-US" dirty="0"/>
            <a:t>STM32</a:t>
          </a:r>
          <a:r>
            <a:rPr lang="zh-CN" dirty="0"/>
            <a:t>读取编码器信号</a:t>
          </a:r>
          <a:r>
            <a:rPr lang="zh-CN" altLang="en-US" dirty="0"/>
            <a:t>的方法</a:t>
          </a:r>
          <a:endParaRPr lang="zh-CN" dirty="0"/>
        </a:p>
      </dgm:t>
    </dgm:pt>
    <dgm:pt modelId="{DFA87AD0-8CA1-4BC3-BFC0-1A22A392B830}" type="parTrans" cxnId="{2E5517E3-F7C8-4300-AF44-52C9717264EA}">
      <dgm:prSet/>
      <dgm:spPr/>
      <dgm:t>
        <a:bodyPr/>
        <a:lstStyle/>
        <a:p>
          <a:endParaRPr lang="zh-CN" altLang="en-US"/>
        </a:p>
      </dgm:t>
    </dgm:pt>
    <dgm:pt modelId="{0BB93108-5552-4F1E-B374-9E073FA9B709}" type="sibTrans" cxnId="{2E5517E3-F7C8-4300-AF44-52C9717264EA}">
      <dgm:prSet/>
      <dgm:spPr/>
      <dgm:t>
        <a:bodyPr/>
        <a:lstStyle/>
        <a:p>
          <a:endParaRPr lang="zh-CN" altLang="en-US"/>
        </a:p>
      </dgm:t>
    </dgm:pt>
    <dgm:pt modelId="{3963E917-5658-45AF-A5CC-A32FDD46715D}">
      <dgm:prSet/>
      <dgm:spPr/>
      <dgm:t>
        <a:bodyPr/>
        <a:lstStyle/>
        <a:p>
          <a:pPr algn="l"/>
          <a:r>
            <a:rPr lang="zh-CN" dirty="0"/>
            <a:t>实现电机转速与位置的实时检测</a:t>
          </a:r>
        </a:p>
      </dgm:t>
    </dgm:pt>
    <dgm:pt modelId="{5BE64D83-8DD3-40E2-B54D-8F05B84EDD7D}" type="parTrans" cxnId="{14708275-E0FB-40AD-9771-FE261C4403E7}">
      <dgm:prSet/>
      <dgm:spPr/>
      <dgm:t>
        <a:bodyPr/>
        <a:lstStyle/>
        <a:p>
          <a:endParaRPr lang="zh-CN" altLang="en-US"/>
        </a:p>
      </dgm:t>
    </dgm:pt>
    <dgm:pt modelId="{FBF55D0C-708C-42BC-9C47-787B89D40865}" type="sibTrans" cxnId="{14708275-E0FB-40AD-9771-FE261C4403E7}">
      <dgm:prSet/>
      <dgm:spPr/>
      <dgm:t>
        <a:bodyPr/>
        <a:lstStyle/>
        <a:p>
          <a:endParaRPr lang="zh-CN" altLang="en-US"/>
        </a:p>
      </dgm:t>
    </dgm:pt>
    <dgm:pt modelId="{77DE5FC4-9A3A-4D74-95FA-07D140E75E69}">
      <dgm:prSet/>
      <dgm:spPr/>
      <dgm:t>
        <a:bodyPr/>
        <a:lstStyle/>
        <a:p>
          <a:pPr algn="l"/>
          <a:r>
            <a:rPr lang="zh-CN" dirty="0"/>
            <a:t>为后续</a:t>
          </a:r>
          <a:r>
            <a:rPr lang="en-US" dirty="0"/>
            <a:t>PID</a:t>
          </a:r>
          <a:r>
            <a:rPr lang="zh-CN" dirty="0"/>
            <a:t>控制提供准确的反馈数据</a:t>
          </a:r>
        </a:p>
      </dgm:t>
    </dgm:pt>
    <dgm:pt modelId="{EF91D1AB-2627-4C21-BF6B-86C3AA285499}" type="parTrans" cxnId="{77543871-1B57-464D-B96F-B516676DE5D9}">
      <dgm:prSet/>
      <dgm:spPr/>
      <dgm:t>
        <a:bodyPr/>
        <a:lstStyle/>
        <a:p>
          <a:endParaRPr lang="zh-CN" altLang="en-US"/>
        </a:p>
      </dgm:t>
    </dgm:pt>
    <dgm:pt modelId="{DDF016CA-A9E1-44D7-8D82-99D0823FDEE4}" type="sibTrans" cxnId="{77543871-1B57-464D-B96F-B516676DE5D9}">
      <dgm:prSet/>
      <dgm:spPr/>
      <dgm:t>
        <a:bodyPr/>
        <a:lstStyle/>
        <a:p>
          <a:endParaRPr lang="zh-CN" altLang="en-US"/>
        </a:p>
      </dgm:t>
    </dgm:pt>
    <dgm:pt modelId="{BBCF6349-58F6-401F-8BC1-391695636D17}" type="pres">
      <dgm:prSet presAssocID="{934183CE-5621-4AD4-9C57-212E414752B6}" presName="compositeShape" presStyleCnt="0">
        <dgm:presLayoutVars>
          <dgm:dir/>
          <dgm:resizeHandles/>
        </dgm:presLayoutVars>
      </dgm:prSet>
      <dgm:spPr/>
    </dgm:pt>
    <dgm:pt modelId="{05CB810C-FC74-485F-9D0C-C81006654C7B}" type="pres">
      <dgm:prSet presAssocID="{934183CE-5621-4AD4-9C57-212E414752B6}" presName="pyramid" presStyleLbl="node1" presStyleIdx="0" presStyleCnt="1"/>
      <dgm:spPr/>
    </dgm:pt>
    <dgm:pt modelId="{F3C93753-7BD2-4890-B54B-242A299CC2B7}" type="pres">
      <dgm:prSet presAssocID="{934183CE-5621-4AD4-9C57-212E414752B6}" presName="theList" presStyleCnt="0"/>
      <dgm:spPr/>
    </dgm:pt>
    <dgm:pt modelId="{FBCD17FA-756C-4681-BC59-12E24C2573B0}" type="pres">
      <dgm:prSet presAssocID="{9D7FA9AC-4B2C-46B0-B2FB-8733D5C9659E}" presName="aNode" presStyleLbl="fgAcc1" presStyleIdx="0" presStyleCnt="3">
        <dgm:presLayoutVars>
          <dgm:bulletEnabled val="1"/>
        </dgm:presLayoutVars>
      </dgm:prSet>
      <dgm:spPr/>
    </dgm:pt>
    <dgm:pt modelId="{2B254C4F-3179-413B-8359-C39C07ABCC94}" type="pres">
      <dgm:prSet presAssocID="{9D7FA9AC-4B2C-46B0-B2FB-8733D5C9659E}" presName="aSpace" presStyleCnt="0"/>
      <dgm:spPr/>
    </dgm:pt>
    <dgm:pt modelId="{DC1B5056-8726-4DED-AAE4-4E4CC42034BD}" type="pres">
      <dgm:prSet presAssocID="{3963E917-5658-45AF-A5CC-A32FDD46715D}" presName="aNode" presStyleLbl="fgAcc1" presStyleIdx="1" presStyleCnt="3">
        <dgm:presLayoutVars>
          <dgm:bulletEnabled val="1"/>
        </dgm:presLayoutVars>
      </dgm:prSet>
      <dgm:spPr/>
    </dgm:pt>
    <dgm:pt modelId="{5F1B113F-BA22-4BDD-939B-43D20A844217}" type="pres">
      <dgm:prSet presAssocID="{3963E917-5658-45AF-A5CC-A32FDD46715D}" presName="aSpace" presStyleCnt="0"/>
      <dgm:spPr/>
    </dgm:pt>
    <dgm:pt modelId="{6B45A64E-32B3-41A6-99E1-05BE05ABB970}" type="pres">
      <dgm:prSet presAssocID="{77DE5FC4-9A3A-4D74-95FA-07D140E75E69}" presName="aNode" presStyleLbl="fgAcc1" presStyleIdx="2" presStyleCnt="3">
        <dgm:presLayoutVars>
          <dgm:bulletEnabled val="1"/>
        </dgm:presLayoutVars>
      </dgm:prSet>
      <dgm:spPr/>
    </dgm:pt>
    <dgm:pt modelId="{B20A2B7B-2FD4-49E8-9513-589EDB73B9AB}" type="pres">
      <dgm:prSet presAssocID="{77DE5FC4-9A3A-4D74-95FA-07D140E75E69}" presName="aSpace" presStyleCnt="0"/>
      <dgm:spPr/>
    </dgm:pt>
  </dgm:ptLst>
  <dgm:cxnLst>
    <dgm:cxn modelId="{3A34356C-140F-4F33-96BA-CB35E05B333F}" type="presOf" srcId="{9D7FA9AC-4B2C-46B0-B2FB-8733D5C9659E}" destId="{FBCD17FA-756C-4681-BC59-12E24C2573B0}" srcOrd="0" destOrd="0" presId="urn:microsoft.com/office/officeart/2005/8/layout/pyramid2"/>
    <dgm:cxn modelId="{77543871-1B57-464D-B96F-B516676DE5D9}" srcId="{934183CE-5621-4AD4-9C57-212E414752B6}" destId="{77DE5FC4-9A3A-4D74-95FA-07D140E75E69}" srcOrd="2" destOrd="0" parTransId="{EF91D1AB-2627-4C21-BF6B-86C3AA285499}" sibTransId="{DDF016CA-A9E1-44D7-8D82-99D0823FDEE4}"/>
    <dgm:cxn modelId="{14708275-E0FB-40AD-9771-FE261C4403E7}" srcId="{934183CE-5621-4AD4-9C57-212E414752B6}" destId="{3963E917-5658-45AF-A5CC-A32FDD46715D}" srcOrd="1" destOrd="0" parTransId="{5BE64D83-8DD3-40E2-B54D-8F05B84EDD7D}" sibTransId="{FBF55D0C-708C-42BC-9C47-787B89D40865}"/>
    <dgm:cxn modelId="{55273B97-9CE4-4D5B-8748-8D2ABD3772A8}" type="presOf" srcId="{934183CE-5621-4AD4-9C57-212E414752B6}" destId="{BBCF6349-58F6-401F-8BC1-391695636D17}" srcOrd="0" destOrd="0" presId="urn:microsoft.com/office/officeart/2005/8/layout/pyramid2"/>
    <dgm:cxn modelId="{DFF4469F-3933-4D71-97B7-91C66737A290}" type="presOf" srcId="{77DE5FC4-9A3A-4D74-95FA-07D140E75E69}" destId="{6B45A64E-32B3-41A6-99E1-05BE05ABB970}" srcOrd="0" destOrd="0" presId="urn:microsoft.com/office/officeart/2005/8/layout/pyramid2"/>
    <dgm:cxn modelId="{13B3FED7-A710-4E11-9D9D-31419E3F985E}" type="presOf" srcId="{3963E917-5658-45AF-A5CC-A32FDD46715D}" destId="{DC1B5056-8726-4DED-AAE4-4E4CC42034BD}" srcOrd="0" destOrd="0" presId="urn:microsoft.com/office/officeart/2005/8/layout/pyramid2"/>
    <dgm:cxn modelId="{2E5517E3-F7C8-4300-AF44-52C9717264EA}" srcId="{934183CE-5621-4AD4-9C57-212E414752B6}" destId="{9D7FA9AC-4B2C-46B0-B2FB-8733D5C9659E}" srcOrd="0" destOrd="0" parTransId="{DFA87AD0-8CA1-4BC3-BFC0-1A22A392B830}" sibTransId="{0BB93108-5552-4F1E-B374-9E073FA9B709}"/>
    <dgm:cxn modelId="{A8632A25-4ECE-4984-B77B-5C19C86BB5B8}" type="presParOf" srcId="{BBCF6349-58F6-401F-8BC1-391695636D17}" destId="{05CB810C-FC74-485F-9D0C-C81006654C7B}" srcOrd="0" destOrd="0" presId="urn:microsoft.com/office/officeart/2005/8/layout/pyramid2"/>
    <dgm:cxn modelId="{4467ABF9-7341-446E-A856-46C459D0F1A4}" type="presParOf" srcId="{BBCF6349-58F6-401F-8BC1-391695636D17}" destId="{F3C93753-7BD2-4890-B54B-242A299CC2B7}" srcOrd="1" destOrd="0" presId="urn:microsoft.com/office/officeart/2005/8/layout/pyramid2"/>
    <dgm:cxn modelId="{1341F60B-AE13-49DB-8CA8-12523622B21D}" type="presParOf" srcId="{F3C93753-7BD2-4890-B54B-242A299CC2B7}" destId="{FBCD17FA-756C-4681-BC59-12E24C2573B0}" srcOrd="0" destOrd="0" presId="urn:microsoft.com/office/officeart/2005/8/layout/pyramid2"/>
    <dgm:cxn modelId="{93DF1609-3031-4A45-9305-3B6B81644D8D}" type="presParOf" srcId="{F3C93753-7BD2-4890-B54B-242A299CC2B7}" destId="{2B254C4F-3179-413B-8359-C39C07ABCC94}" srcOrd="1" destOrd="0" presId="urn:microsoft.com/office/officeart/2005/8/layout/pyramid2"/>
    <dgm:cxn modelId="{771519AB-5F88-4971-B5EE-580E98F8092A}" type="presParOf" srcId="{F3C93753-7BD2-4890-B54B-242A299CC2B7}" destId="{DC1B5056-8726-4DED-AAE4-4E4CC42034BD}" srcOrd="2" destOrd="0" presId="urn:microsoft.com/office/officeart/2005/8/layout/pyramid2"/>
    <dgm:cxn modelId="{8F0729DA-2182-4635-A2E9-E080C5F74183}" type="presParOf" srcId="{F3C93753-7BD2-4890-B54B-242A299CC2B7}" destId="{5F1B113F-BA22-4BDD-939B-43D20A844217}" srcOrd="3" destOrd="0" presId="urn:microsoft.com/office/officeart/2005/8/layout/pyramid2"/>
    <dgm:cxn modelId="{2E8C6D0E-D3BA-4AD1-947E-20A82F83A36C}" type="presParOf" srcId="{F3C93753-7BD2-4890-B54B-242A299CC2B7}" destId="{6B45A64E-32B3-41A6-99E1-05BE05ABB970}" srcOrd="4" destOrd="0" presId="urn:microsoft.com/office/officeart/2005/8/layout/pyramid2"/>
    <dgm:cxn modelId="{983A04B3-3787-4BF9-9E5F-2FDBD31170F3}" type="presParOf" srcId="{F3C93753-7BD2-4890-B54B-242A299CC2B7}" destId="{B20A2B7B-2FD4-49E8-9513-589EDB73B9AB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973305-3EEF-40A5-9119-870E67C6CCE8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25F8611F-4C2F-441D-9475-F990764877CA}">
      <dgm:prSet custT="1"/>
      <dgm:spPr/>
      <dgm:t>
        <a:bodyPr/>
        <a:lstStyle/>
        <a:p>
          <a:r>
            <a:rPr lang="zh-CN" altLang="en-US" sz="1000"/>
            <a:t>硬件</a:t>
          </a:r>
        </a:p>
      </dgm:t>
    </dgm:pt>
    <dgm:pt modelId="{D7B7D7FA-36F5-4E71-A4E8-3ACB7A098DFB}" type="parTrans" cxnId="{428AB665-8FD4-4AD4-BB3C-FFF6936F9CA2}">
      <dgm:prSet/>
      <dgm:spPr/>
      <dgm:t>
        <a:bodyPr/>
        <a:lstStyle/>
        <a:p>
          <a:endParaRPr lang="zh-CN" altLang="en-US" sz="2000"/>
        </a:p>
      </dgm:t>
    </dgm:pt>
    <dgm:pt modelId="{8995A4F2-37B0-4DC4-9412-905B651BCA3D}" type="sibTrans" cxnId="{428AB665-8FD4-4AD4-BB3C-FFF6936F9CA2}">
      <dgm:prSet custT="1"/>
      <dgm:spPr/>
      <dgm:t>
        <a:bodyPr/>
        <a:lstStyle/>
        <a:p>
          <a:endParaRPr lang="zh-CN" altLang="en-US" sz="1000"/>
        </a:p>
      </dgm:t>
    </dgm:pt>
    <dgm:pt modelId="{AA9B4672-AC78-457A-ADAE-72A560D878D0}">
      <dgm:prSet custT="1"/>
      <dgm:spPr/>
      <dgm:t>
        <a:bodyPr/>
        <a:lstStyle/>
        <a:p>
          <a:r>
            <a:rPr lang="zh-CN" altLang="en-US" sz="1000" dirty="0"/>
            <a:t>电机开发板</a:t>
          </a:r>
        </a:p>
      </dgm:t>
    </dgm:pt>
    <dgm:pt modelId="{6CB40D7E-4B35-46FE-99E9-C906B78FA844}" type="parTrans" cxnId="{A65E29B6-0A13-4CE2-8B8F-D7AAE8CB8485}">
      <dgm:prSet/>
      <dgm:spPr/>
      <dgm:t>
        <a:bodyPr/>
        <a:lstStyle/>
        <a:p>
          <a:endParaRPr lang="zh-CN" altLang="en-US" sz="2000"/>
        </a:p>
      </dgm:t>
    </dgm:pt>
    <dgm:pt modelId="{690AF4F2-8088-40A1-ADE0-118CADC39BDF}" type="sibTrans" cxnId="{A65E29B6-0A13-4CE2-8B8F-D7AAE8CB8485}">
      <dgm:prSet custT="1"/>
      <dgm:spPr/>
      <dgm:t>
        <a:bodyPr/>
        <a:lstStyle/>
        <a:p>
          <a:endParaRPr lang="zh-CN" altLang="en-US" sz="1000"/>
        </a:p>
      </dgm:t>
    </dgm:pt>
    <dgm:pt modelId="{3AD85D81-5128-4A2F-B356-058E288FFA2B}">
      <dgm:prSet custT="1"/>
      <dgm:spPr/>
      <dgm:t>
        <a:bodyPr/>
        <a:lstStyle/>
        <a:p>
          <a:r>
            <a:rPr lang="zh-CN" sz="1000" dirty="0"/>
            <a:t>直流有刷电机 </a:t>
          </a:r>
          <a:r>
            <a:rPr lang="zh-CN" altLang="en-US" sz="1000" dirty="0"/>
            <a:t>带</a:t>
          </a:r>
          <a:r>
            <a:rPr lang="en-US" sz="1000" dirty="0"/>
            <a:t> </a:t>
          </a:r>
          <a:r>
            <a:rPr lang="zh-CN" sz="1000" dirty="0"/>
            <a:t>霍尔编码器</a:t>
          </a:r>
        </a:p>
      </dgm:t>
    </dgm:pt>
    <dgm:pt modelId="{62880671-69B7-4E25-A377-05D25F29424F}" type="parTrans" cxnId="{EDAADE61-7E9A-4B3A-B610-AECAFC5A3642}">
      <dgm:prSet/>
      <dgm:spPr/>
      <dgm:t>
        <a:bodyPr/>
        <a:lstStyle/>
        <a:p>
          <a:endParaRPr lang="zh-CN" altLang="en-US" sz="2000"/>
        </a:p>
      </dgm:t>
    </dgm:pt>
    <dgm:pt modelId="{9A3196C0-9D49-49B0-B933-1D0881DA4660}" type="sibTrans" cxnId="{EDAADE61-7E9A-4B3A-B610-AECAFC5A3642}">
      <dgm:prSet custT="1"/>
      <dgm:spPr/>
      <dgm:t>
        <a:bodyPr/>
        <a:lstStyle/>
        <a:p>
          <a:endParaRPr lang="zh-CN" altLang="en-US" sz="1000"/>
        </a:p>
      </dgm:t>
    </dgm:pt>
    <dgm:pt modelId="{46E6C789-2C2D-4141-A748-BED9C2969646}">
      <dgm:prSet custT="1"/>
      <dgm:spPr/>
      <dgm:t>
        <a:bodyPr/>
        <a:lstStyle/>
        <a:p>
          <a:r>
            <a:rPr lang="zh-CN" altLang="en-US" sz="1000" dirty="0"/>
            <a:t>电机驱动板</a:t>
          </a:r>
        </a:p>
      </dgm:t>
    </dgm:pt>
    <dgm:pt modelId="{051A15F3-833E-499D-9EC3-1D20DB6EEDF3}" type="parTrans" cxnId="{506653DC-A975-48C7-BA09-F6BD5C8F5FA1}">
      <dgm:prSet/>
      <dgm:spPr/>
      <dgm:t>
        <a:bodyPr/>
        <a:lstStyle/>
        <a:p>
          <a:endParaRPr lang="zh-CN" altLang="en-US" sz="2000"/>
        </a:p>
      </dgm:t>
    </dgm:pt>
    <dgm:pt modelId="{8F8BFCFC-C91E-4570-AD75-85DBFB489413}" type="sibTrans" cxnId="{506653DC-A975-48C7-BA09-F6BD5C8F5FA1}">
      <dgm:prSet custT="1"/>
      <dgm:spPr/>
      <dgm:t>
        <a:bodyPr/>
        <a:lstStyle/>
        <a:p>
          <a:endParaRPr lang="zh-CN" altLang="en-US" sz="1000"/>
        </a:p>
      </dgm:t>
    </dgm:pt>
    <dgm:pt modelId="{2539F6FB-B5C7-4438-A6C4-980A515F79EE}">
      <dgm:prSet custT="1"/>
      <dgm:spPr/>
      <dgm:t>
        <a:bodyPr/>
        <a:lstStyle/>
        <a:p>
          <a:r>
            <a:rPr lang="zh-CN" altLang="en-US" sz="1000"/>
            <a:t>必要的连接线</a:t>
          </a:r>
        </a:p>
      </dgm:t>
    </dgm:pt>
    <dgm:pt modelId="{95CC2FF4-D83A-4AE8-A73F-B9609BAC62F2}" type="parTrans" cxnId="{D31D18AB-AEB2-4C49-A011-EF14642ABAE5}">
      <dgm:prSet/>
      <dgm:spPr/>
      <dgm:t>
        <a:bodyPr/>
        <a:lstStyle/>
        <a:p>
          <a:endParaRPr lang="zh-CN" altLang="en-US" sz="2000"/>
        </a:p>
      </dgm:t>
    </dgm:pt>
    <dgm:pt modelId="{A4D7AE01-4B05-47A9-9F28-7A25C97CBA92}" type="sibTrans" cxnId="{D31D18AB-AEB2-4C49-A011-EF14642ABAE5}">
      <dgm:prSet custT="1"/>
      <dgm:spPr/>
      <dgm:t>
        <a:bodyPr/>
        <a:lstStyle/>
        <a:p>
          <a:endParaRPr lang="zh-CN" altLang="en-US" sz="1000"/>
        </a:p>
      </dgm:t>
    </dgm:pt>
    <dgm:pt modelId="{9D46EB80-606E-4705-8B67-F9971D0B93A9}">
      <dgm:prSet custT="1"/>
      <dgm:spPr/>
      <dgm:t>
        <a:bodyPr/>
        <a:lstStyle/>
        <a:p>
          <a:r>
            <a:rPr lang="zh-CN" sz="1000" dirty="0"/>
            <a:t>下载器</a:t>
          </a:r>
          <a:endParaRPr lang="en-US" altLang="zh-CN" sz="1000" dirty="0"/>
        </a:p>
      </dgm:t>
    </dgm:pt>
    <dgm:pt modelId="{90B6F7B1-DB19-4D02-9528-16E8B4FC4971}" type="parTrans" cxnId="{C03B8080-3D73-491A-AEE1-9565881CB765}">
      <dgm:prSet/>
      <dgm:spPr/>
      <dgm:t>
        <a:bodyPr/>
        <a:lstStyle/>
        <a:p>
          <a:endParaRPr lang="zh-CN" altLang="en-US" sz="2000"/>
        </a:p>
      </dgm:t>
    </dgm:pt>
    <dgm:pt modelId="{023513CF-F060-41A3-A6CA-8A226F498E19}" type="sibTrans" cxnId="{C03B8080-3D73-491A-AEE1-9565881CB765}">
      <dgm:prSet custT="1"/>
      <dgm:spPr/>
      <dgm:t>
        <a:bodyPr/>
        <a:lstStyle/>
        <a:p>
          <a:endParaRPr lang="zh-CN" altLang="en-US" sz="1000"/>
        </a:p>
      </dgm:t>
    </dgm:pt>
    <dgm:pt modelId="{6814A8EC-7EB9-4308-A0D1-82AD37D44540}">
      <dgm:prSet custT="1"/>
      <dgm:spPr/>
      <dgm:t>
        <a:bodyPr/>
        <a:lstStyle/>
        <a:p>
          <a:r>
            <a:rPr lang="zh-CN" altLang="en-US" sz="1000" dirty="0"/>
            <a:t>开发电脑</a:t>
          </a:r>
        </a:p>
      </dgm:t>
    </dgm:pt>
    <dgm:pt modelId="{ADD0D611-A593-4734-8DD7-F641F5B241ED}" type="parTrans" cxnId="{18F4346F-0C66-4F73-8064-3C749F0A51B3}">
      <dgm:prSet/>
      <dgm:spPr/>
      <dgm:t>
        <a:bodyPr/>
        <a:lstStyle/>
        <a:p>
          <a:endParaRPr lang="zh-CN" altLang="en-US" sz="2000"/>
        </a:p>
      </dgm:t>
    </dgm:pt>
    <dgm:pt modelId="{4103B992-2746-4022-B9D8-D28C55DD9503}" type="sibTrans" cxnId="{18F4346F-0C66-4F73-8064-3C749F0A51B3}">
      <dgm:prSet custT="1"/>
      <dgm:spPr/>
      <dgm:t>
        <a:bodyPr/>
        <a:lstStyle/>
        <a:p>
          <a:endParaRPr lang="zh-CN" altLang="en-US" sz="1000"/>
        </a:p>
      </dgm:t>
    </dgm:pt>
    <dgm:pt modelId="{5C0B7768-3DA8-48E5-B3ED-43272A893636}">
      <dgm:prSet custT="1"/>
      <dgm:spPr/>
      <dgm:t>
        <a:bodyPr/>
        <a:lstStyle/>
        <a:p>
          <a:r>
            <a:rPr lang="zh-CN" altLang="en-US" sz="1000"/>
            <a:t>软件</a:t>
          </a:r>
        </a:p>
      </dgm:t>
    </dgm:pt>
    <dgm:pt modelId="{B97009B0-8A5A-4B2A-A51B-A8E5E2ABEE8A}" type="parTrans" cxnId="{DE057667-C015-49D3-89EF-064CD1E7A230}">
      <dgm:prSet/>
      <dgm:spPr/>
      <dgm:t>
        <a:bodyPr/>
        <a:lstStyle/>
        <a:p>
          <a:endParaRPr lang="zh-CN" altLang="en-US" sz="2000"/>
        </a:p>
      </dgm:t>
    </dgm:pt>
    <dgm:pt modelId="{042A054F-1262-47ED-8159-A9A6FD15AC99}" type="sibTrans" cxnId="{DE057667-C015-49D3-89EF-064CD1E7A230}">
      <dgm:prSet custT="1"/>
      <dgm:spPr/>
      <dgm:t>
        <a:bodyPr/>
        <a:lstStyle/>
        <a:p>
          <a:endParaRPr lang="zh-CN" altLang="en-US" sz="1000"/>
        </a:p>
      </dgm:t>
    </dgm:pt>
    <dgm:pt modelId="{65B7CAB6-45B4-4BB5-97DA-2C08AA6A1EEB}">
      <dgm:prSet custT="1"/>
      <dgm:spPr/>
      <dgm:t>
        <a:bodyPr/>
        <a:lstStyle/>
        <a:p>
          <a:r>
            <a:rPr lang="en-US" sz="1000"/>
            <a:t>Keil</a:t>
          </a:r>
          <a:endParaRPr lang="zh-CN" sz="1000"/>
        </a:p>
      </dgm:t>
    </dgm:pt>
    <dgm:pt modelId="{D1D74F52-ACD9-485E-BE7A-C287C4881483}" type="parTrans" cxnId="{3FD71494-EDB5-47EB-A746-60D9B87E4148}">
      <dgm:prSet/>
      <dgm:spPr/>
      <dgm:t>
        <a:bodyPr/>
        <a:lstStyle/>
        <a:p>
          <a:endParaRPr lang="zh-CN" altLang="en-US" sz="2000"/>
        </a:p>
      </dgm:t>
    </dgm:pt>
    <dgm:pt modelId="{23E18F2F-B9AA-4755-B947-D94F5C467BCB}" type="sibTrans" cxnId="{3FD71494-EDB5-47EB-A746-60D9B87E4148}">
      <dgm:prSet custT="1"/>
      <dgm:spPr/>
      <dgm:t>
        <a:bodyPr/>
        <a:lstStyle/>
        <a:p>
          <a:endParaRPr lang="zh-CN" altLang="en-US" sz="1000"/>
        </a:p>
      </dgm:t>
    </dgm:pt>
    <dgm:pt modelId="{9FCA390E-6D8C-48FF-9CB9-03E8251D138B}">
      <dgm:prSet custT="1"/>
      <dgm:spPr/>
      <dgm:t>
        <a:bodyPr/>
        <a:lstStyle/>
        <a:p>
          <a:r>
            <a:rPr lang="en-US" sz="1000"/>
            <a:t>VS Code</a:t>
          </a:r>
          <a:endParaRPr lang="zh-CN" sz="1000"/>
        </a:p>
      </dgm:t>
    </dgm:pt>
    <dgm:pt modelId="{A2919101-28C5-4250-94A0-3943897792C8}" type="parTrans" cxnId="{7888F623-EC82-4454-B7E4-F6DA219F3FF6}">
      <dgm:prSet/>
      <dgm:spPr/>
      <dgm:t>
        <a:bodyPr/>
        <a:lstStyle/>
        <a:p>
          <a:endParaRPr lang="zh-CN" altLang="en-US" sz="2000"/>
        </a:p>
      </dgm:t>
    </dgm:pt>
    <dgm:pt modelId="{1FEF28FE-636C-4F70-B051-CA4D06895B51}" type="sibTrans" cxnId="{7888F623-EC82-4454-B7E4-F6DA219F3FF6}">
      <dgm:prSet custT="1"/>
      <dgm:spPr/>
      <dgm:t>
        <a:bodyPr/>
        <a:lstStyle/>
        <a:p>
          <a:endParaRPr lang="zh-CN" altLang="en-US" sz="1000"/>
        </a:p>
      </dgm:t>
    </dgm:pt>
    <dgm:pt modelId="{A877E16F-7D22-4E9A-B8AD-0E986B9C76CC}">
      <dgm:prSet custT="1"/>
      <dgm:spPr/>
      <dgm:t>
        <a:bodyPr/>
        <a:lstStyle/>
        <a:p>
          <a:r>
            <a:rPr lang="en-US" sz="1000"/>
            <a:t>CubeMX</a:t>
          </a:r>
          <a:endParaRPr lang="zh-CN" sz="1000"/>
        </a:p>
      </dgm:t>
    </dgm:pt>
    <dgm:pt modelId="{D55CDB74-E258-4AAD-B0DE-CD7129FE32CF}" type="parTrans" cxnId="{61B43F3F-6A81-4025-8A69-D09EEA656F01}">
      <dgm:prSet/>
      <dgm:spPr/>
      <dgm:t>
        <a:bodyPr/>
        <a:lstStyle/>
        <a:p>
          <a:endParaRPr lang="zh-CN" altLang="en-US" sz="2000"/>
        </a:p>
      </dgm:t>
    </dgm:pt>
    <dgm:pt modelId="{3EF96AA3-C205-4C3C-84F2-3EFB65820BB2}" type="sibTrans" cxnId="{61B43F3F-6A81-4025-8A69-D09EEA656F01}">
      <dgm:prSet custT="1"/>
      <dgm:spPr/>
      <dgm:t>
        <a:bodyPr/>
        <a:lstStyle/>
        <a:p>
          <a:endParaRPr lang="zh-CN" altLang="en-US" sz="1000"/>
        </a:p>
      </dgm:t>
    </dgm:pt>
    <dgm:pt modelId="{5A054063-19E0-4906-BB5E-E3473DF7D5E9}">
      <dgm:prSet custT="1"/>
      <dgm:spPr/>
      <dgm:t>
        <a:bodyPr/>
        <a:lstStyle/>
        <a:p>
          <a:r>
            <a:rPr lang="zh-CN" altLang="en-US" sz="1000"/>
            <a:t>串口调试助手</a:t>
          </a:r>
        </a:p>
      </dgm:t>
    </dgm:pt>
    <dgm:pt modelId="{ABEF2FB9-334D-4DC9-A481-8EE62003E289}" type="parTrans" cxnId="{5F5534A0-E0B8-4C48-BCD5-6344482C496B}">
      <dgm:prSet/>
      <dgm:spPr/>
      <dgm:t>
        <a:bodyPr/>
        <a:lstStyle/>
        <a:p>
          <a:endParaRPr lang="zh-CN" altLang="en-US" sz="2000"/>
        </a:p>
      </dgm:t>
    </dgm:pt>
    <dgm:pt modelId="{97BF9741-2AFE-4DF1-9979-37901D7DA4F7}" type="sibTrans" cxnId="{5F5534A0-E0B8-4C48-BCD5-6344482C496B}">
      <dgm:prSet custT="1"/>
      <dgm:spPr/>
      <dgm:t>
        <a:bodyPr/>
        <a:lstStyle/>
        <a:p>
          <a:endParaRPr lang="zh-CN" altLang="en-US" sz="1000"/>
        </a:p>
      </dgm:t>
    </dgm:pt>
    <dgm:pt modelId="{E324D99F-8805-4CC4-9CAC-90676FC72132}">
      <dgm:prSet custT="1"/>
      <dgm:spPr/>
      <dgm:t>
        <a:bodyPr/>
        <a:lstStyle/>
        <a:p>
          <a:r>
            <a:rPr lang="en-US" altLang="zh-CN" sz="1000" dirty="0"/>
            <a:t>12V</a:t>
          </a:r>
          <a:r>
            <a:rPr lang="zh-CN" altLang="en-US" sz="1000" dirty="0"/>
            <a:t>电源</a:t>
          </a:r>
        </a:p>
      </dgm:t>
    </dgm:pt>
    <dgm:pt modelId="{3D83BDBA-549C-48BA-B1AB-391BCC95F3F9}" type="parTrans" cxnId="{26D761CF-2FC2-4287-B614-050CEF8F170B}">
      <dgm:prSet/>
      <dgm:spPr/>
      <dgm:t>
        <a:bodyPr/>
        <a:lstStyle/>
        <a:p>
          <a:endParaRPr lang="zh-CN" altLang="en-US"/>
        </a:p>
      </dgm:t>
    </dgm:pt>
    <dgm:pt modelId="{7E2A7ED5-D7EB-4E23-8505-398354C3A134}" type="sibTrans" cxnId="{26D761CF-2FC2-4287-B614-050CEF8F170B}">
      <dgm:prSet/>
      <dgm:spPr/>
      <dgm:t>
        <a:bodyPr/>
        <a:lstStyle/>
        <a:p>
          <a:endParaRPr lang="zh-CN" altLang="en-US"/>
        </a:p>
      </dgm:t>
    </dgm:pt>
    <dgm:pt modelId="{F9927004-1C91-47AA-8903-431E509D7005}">
      <dgm:prSet custT="1"/>
      <dgm:spPr/>
      <dgm:t>
        <a:bodyPr/>
        <a:lstStyle/>
        <a:p>
          <a:r>
            <a:rPr lang="en-US" altLang="zh-CN" sz="1000" dirty="0"/>
            <a:t>4</a:t>
          </a:r>
          <a:r>
            <a:rPr lang="zh-CN" altLang="en-US" sz="1000" dirty="0"/>
            <a:t>寸屏幕</a:t>
          </a:r>
        </a:p>
      </dgm:t>
    </dgm:pt>
    <dgm:pt modelId="{2617322F-2271-4923-A949-F4F2AD67F4B9}" type="parTrans" cxnId="{97DBF941-09FE-420A-BA28-317CDC37E536}">
      <dgm:prSet/>
      <dgm:spPr/>
      <dgm:t>
        <a:bodyPr/>
        <a:lstStyle/>
        <a:p>
          <a:endParaRPr lang="zh-CN" altLang="en-US"/>
        </a:p>
      </dgm:t>
    </dgm:pt>
    <dgm:pt modelId="{FC4EE6C5-4242-44C1-A2CF-7C52F39ADD8F}" type="sibTrans" cxnId="{97DBF941-09FE-420A-BA28-317CDC37E536}">
      <dgm:prSet/>
      <dgm:spPr/>
      <dgm:t>
        <a:bodyPr/>
        <a:lstStyle/>
        <a:p>
          <a:endParaRPr lang="zh-CN" altLang="en-US"/>
        </a:p>
      </dgm:t>
    </dgm:pt>
    <dgm:pt modelId="{37374EBC-3F60-4997-8E7B-82F2F30BA21F}" type="pres">
      <dgm:prSet presAssocID="{47973305-3EEF-40A5-9119-870E67C6CC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193D1F0-B5A2-4960-AD4D-14656F84EC30}" type="pres">
      <dgm:prSet presAssocID="{25F8611F-4C2F-441D-9475-F990764877CA}" presName="hierRoot1" presStyleCnt="0">
        <dgm:presLayoutVars>
          <dgm:hierBranch val="init"/>
        </dgm:presLayoutVars>
      </dgm:prSet>
      <dgm:spPr/>
    </dgm:pt>
    <dgm:pt modelId="{D75EA627-EBA2-4B39-95A5-9E1E30F312CC}" type="pres">
      <dgm:prSet presAssocID="{25F8611F-4C2F-441D-9475-F990764877CA}" presName="rootComposite1" presStyleCnt="0"/>
      <dgm:spPr/>
    </dgm:pt>
    <dgm:pt modelId="{7CBE7C33-15FC-450C-93D3-3AF874D3C147}" type="pres">
      <dgm:prSet presAssocID="{25F8611F-4C2F-441D-9475-F990764877CA}" presName="rootText1" presStyleLbl="node0" presStyleIdx="0" presStyleCnt="2">
        <dgm:presLayoutVars>
          <dgm:chMax/>
          <dgm:chPref val="3"/>
        </dgm:presLayoutVars>
      </dgm:prSet>
      <dgm:spPr/>
    </dgm:pt>
    <dgm:pt modelId="{D82636D8-B1DC-4406-AABC-442F879F5FC7}" type="pres">
      <dgm:prSet presAssocID="{25F8611F-4C2F-441D-9475-F990764877CA}" presName="titleText1" presStyleLbl="fgAcc0" presStyleIdx="0" presStyleCnt="2">
        <dgm:presLayoutVars>
          <dgm:chMax val="0"/>
          <dgm:chPref val="0"/>
        </dgm:presLayoutVars>
      </dgm:prSet>
      <dgm:spPr/>
    </dgm:pt>
    <dgm:pt modelId="{2C3A0E72-0FCD-4E5B-89DC-42AA0F803B70}" type="pres">
      <dgm:prSet presAssocID="{25F8611F-4C2F-441D-9475-F990764877CA}" presName="rootConnector1" presStyleLbl="node1" presStyleIdx="0" presStyleCnt="12"/>
      <dgm:spPr/>
    </dgm:pt>
    <dgm:pt modelId="{5CDC07B9-95A0-4A2F-923B-F055D85E7A28}" type="pres">
      <dgm:prSet presAssocID="{25F8611F-4C2F-441D-9475-F990764877CA}" presName="hierChild2" presStyleCnt="0"/>
      <dgm:spPr/>
    </dgm:pt>
    <dgm:pt modelId="{9AFD39C0-11EF-45FD-AC37-BB1D282BB3DD}" type="pres">
      <dgm:prSet presAssocID="{6CB40D7E-4B35-46FE-99E9-C906B78FA844}" presName="Name37" presStyleLbl="parChTrans1D2" presStyleIdx="0" presStyleCnt="12"/>
      <dgm:spPr/>
    </dgm:pt>
    <dgm:pt modelId="{1A9A9E9F-0D0E-4365-A8CB-BDB965E0CC8D}" type="pres">
      <dgm:prSet presAssocID="{AA9B4672-AC78-457A-ADAE-72A560D878D0}" presName="hierRoot2" presStyleCnt="0">
        <dgm:presLayoutVars>
          <dgm:hierBranch val="init"/>
        </dgm:presLayoutVars>
      </dgm:prSet>
      <dgm:spPr/>
    </dgm:pt>
    <dgm:pt modelId="{558FDCED-1AAF-4BE7-83F9-0DE3C3C8B03D}" type="pres">
      <dgm:prSet presAssocID="{AA9B4672-AC78-457A-ADAE-72A560D878D0}" presName="rootComposite" presStyleCnt="0"/>
      <dgm:spPr/>
    </dgm:pt>
    <dgm:pt modelId="{E1C6C88E-AF10-4051-945E-F6C8146D8942}" type="pres">
      <dgm:prSet presAssocID="{AA9B4672-AC78-457A-ADAE-72A560D878D0}" presName="rootText" presStyleLbl="node1" presStyleIdx="0" presStyleCnt="12">
        <dgm:presLayoutVars>
          <dgm:chMax/>
          <dgm:chPref val="3"/>
        </dgm:presLayoutVars>
      </dgm:prSet>
      <dgm:spPr/>
    </dgm:pt>
    <dgm:pt modelId="{EA4AFFD7-CC3C-4A83-8EB2-692E61D0E836}" type="pres">
      <dgm:prSet presAssocID="{AA9B4672-AC78-457A-ADAE-72A560D878D0}" presName="titleText2" presStyleLbl="fgAcc1" presStyleIdx="0" presStyleCnt="12">
        <dgm:presLayoutVars>
          <dgm:chMax val="0"/>
          <dgm:chPref val="0"/>
        </dgm:presLayoutVars>
      </dgm:prSet>
      <dgm:spPr/>
    </dgm:pt>
    <dgm:pt modelId="{A5770C8F-6477-45FF-9CCD-E620ECC8BBCF}" type="pres">
      <dgm:prSet presAssocID="{AA9B4672-AC78-457A-ADAE-72A560D878D0}" presName="rootConnector" presStyleLbl="node2" presStyleIdx="0" presStyleCnt="0"/>
      <dgm:spPr/>
    </dgm:pt>
    <dgm:pt modelId="{EB7A93F8-9FAE-46D1-97CE-7529520D1807}" type="pres">
      <dgm:prSet presAssocID="{AA9B4672-AC78-457A-ADAE-72A560D878D0}" presName="hierChild4" presStyleCnt="0"/>
      <dgm:spPr/>
    </dgm:pt>
    <dgm:pt modelId="{32D2B209-3D99-49C5-BADF-6BE3268A5905}" type="pres">
      <dgm:prSet presAssocID="{AA9B4672-AC78-457A-ADAE-72A560D878D0}" presName="hierChild5" presStyleCnt="0"/>
      <dgm:spPr/>
    </dgm:pt>
    <dgm:pt modelId="{0E339250-E75C-4FEA-9B4D-137F3F9D3916}" type="pres">
      <dgm:prSet presAssocID="{62880671-69B7-4E25-A377-05D25F29424F}" presName="Name37" presStyleLbl="parChTrans1D2" presStyleIdx="1" presStyleCnt="12"/>
      <dgm:spPr/>
    </dgm:pt>
    <dgm:pt modelId="{51BF25F2-A776-49B4-92ED-D5C6A8F9A22A}" type="pres">
      <dgm:prSet presAssocID="{3AD85D81-5128-4A2F-B356-058E288FFA2B}" presName="hierRoot2" presStyleCnt="0">
        <dgm:presLayoutVars>
          <dgm:hierBranch val="init"/>
        </dgm:presLayoutVars>
      </dgm:prSet>
      <dgm:spPr/>
    </dgm:pt>
    <dgm:pt modelId="{283E5448-E626-4D36-BA5F-AA6424C8DF01}" type="pres">
      <dgm:prSet presAssocID="{3AD85D81-5128-4A2F-B356-058E288FFA2B}" presName="rootComposite" presStyleCnt="0"/>
      <dgm:spPr/>
    </dgm:pt>
    <dgm:pt modelId="{BB3C49F9-CDE4-49AA-A75C-B31A075A37AB}" type="pres">
      <dgm:prSet presAssocID="{3AD85D81-5128-4A2F-B356-058E288FFA2B}" presName="rootText" presStyleLbl="node1" presStyleIdx="1" presStyleCnt="12">
        <dgm:presLayoutVars>
          <dgm:chMax/>
          <dgm:chPref val="3"/>
        </dgm:presLayoutVars>
      </dgm:prSet>
      <dgm:spPr/>
    </dgm:pt>
    <dgm:pt modelId="{741A6506-D4F8-4478-A235-0473A949850B}" type="pres">
      <dgm:prSet presAssocID="{3AD85D81-5128-4A2F-B356-058E288FFA2B}" presName="titleText2" presStyleLbl="fgAcc1" presStyleIdx="1" presStyleCnt="12">
        <dgm:presLayoutVars>
          <dgm:chMax val="0"/>
          <dgm:chPref val="0"/>
        </dgm:presLayoutVars>
      </dgm:prSet>
      <dgm:spPr/>
    </dgm:pt>
    <dgm:pt modelId="{2E88E39E-41C3-44E4-8ED5-4A1AFBBA3952}" type="pres">
      <dgm:prSet presAssocID="{3AD85D81-5128-4A2F-B356-058E288FFA2B}" presName="rootConnector" presStyleLbl="node2" presStyleIdx="0" presStyleCnt="0"/>
      <dgm:spPr/>
    </dgm:pt>
    <dgm:pt modelId="{6BC5420D-F5F9-4391-A094-358ECBB312C6}" type="pres">
      <dgm:prSet presAssocID="{3AD85D81-5128-4A2F-B356-058E288FFA2B}" presName="hierChild4" presStyleCnt="0"/>
      <dgm:spPr/>
    </dgm:pt>
    <dgm:pt modelId="{4BBDB063-02F7-43AB-8F76-998CCA4737B1}" type="pres">
      <dgm:prSet presAssocID="{3AD85D81-5128-4A2F-B356-058E288FFA2B}" presName="hierChild5" presStyleCnt="0"/>
      <dgm:spPr/>
    </dgm:pt>
    <dgm:pt modelId="{32EDF5AD-2515-4CB2-9D17-151D1EC9CF2B}" type="pres">
      <dgm:prSet presAssocID="{051A15F3-833E-499D-9EC3-1D20DB6EEDF3}" presName="Name37" presStyleLbl="parChTrans1D2" presStyleIdx="2" presStyleCnt="12"/>
      <dgm:spPr/>
    </dgm:pt>
    <dgm:pt modelId="{50671A68-9B27-416F-A8E6-87BAEC869C16}" type="pres">
      <dgm:prSet presAssocID="{46E6C789-2C2D-4141-A748-BED9C2969646}" presName="hierRoot2" presStyleCnt="0">
        <dgm:presLayoutVars>
          <dgm:hierBranch val="init"/>
        </dgm:presLayoutVars>
      </dgm:prSet>
      <dgm:spPr/>
    </dgm:pt>
    <dgm:pt modelId="{8E617BB4-3F41-4147-89AF-EB424656CC2E}" type="pres">
      <dgm:prSet presAssocID="{46E6C789-2C2D-4141-A748-BED9C2969646}" presName="rootComposite" presStyleCnt="0"/>
      <dgm:spPr/>
    </dgm:pt>
    <dgm:pt modelId="{B0FA1687-97AC-4F54-A53B-EF14DDAB9D7B}" type="pres">
      <dgm:prSet presAssocID="{46E6C789-2C2D-4141-A748-BED9C2969646}" presName="rootText" presStyleLbl="node1" presStyleIdx="2" presStyleCnt="12">
        <dgm:presLayoutVars>
          <dgm:chMax/>
          <dgm:chPref val="3"/>
        </dgm:presLayoutVars>
      </dgm:prSet>
      <dgm:spPr/>
    </dgm:pt>
    <dgm:pt modelId="{E745C053-D5B7-4E4B-8248-9CDE5F547DF5}" type="pres">
      <dgm:prSet presAssocID="{46E6C789-2C2D-4141-A748-BED9C2969646}" presName="titleText2" presStyleLbl="fgAcc1" presStyleIdx="2" presStyleCnt="12">
        <dgm:presLayoutVars>
          <dgm:chMax val="0"/>
          <dgm:chPref val="0"/>
        </dgm:presLayoutVars>
      </dgm:prSet>
      <dgm:spPr/>
    </dgm:pt>
    <dgm:pt modelId="{DCE3233D-7BF5-44B7-9CD5-AAC0B9246E9D}" type="pres">
      <dgm:prSet presAssocID="{46E6C789-2C2D-4141-A748-BED9C2969646}" presName="rootConnector" presStyleLbl="node2" presStyleIdx="0" presStyleCnt="0"/>
      <dgm:spPr/>
    </dgm:pt>
    <dgm:pt modelId="{F7076627-E35C-40FF-BDC5-98BD24DC80BE}" type="pres">
      <dgm:prSet presAssocID="{46E6C789-2C2D-4141-A748-BED9C2969646}" presName="hierChild4" presStyleCnt="0"/>
      <dgm:spPr/>
    </dgm:pt>
    <dgm:pt modelId="{B69F089D-7FB0-4A21-A862-D35799B68B86}" type="pres">
      <dgm:prSet presAssocID="{46E6C789-2C2D-4141-A748-BED9C2969646}" presName="hierChild5" presStyleCnt="0"/>
      <dgm:spPr/>
    </dgm:pt>
    <dgm:pt modelId="{DAF0A009-B0DD-4B97-82E5-19C35D55C2F6}" type="pres">
      <dgm:prSet presAssocID="{95CC2FF4-D83A-4AE8-A73F-B9609BAC62F2}" presName="Name37" presStyleLbl="parChTrans1D2" presStyleIdx="3" presStyleCnt="12"/>
      <dgm:spPr/>
    </dgm:pt>
    <dgm:pt modelId="{1B9E9C33-5CD3-4270-9A6B-95AE02141686}" type="pres">
      <dgm:prSet presAssocID="{2539F6FB-B5C7-4438-A6C4-980A515F79EE}" presName="hierRoot2" presStyleCnt="0">
        <dgm:presLayoutVars>
          <dgm:hierBranch val="init"/>
        </dgm:presLayoutVars>
      </dgm:prSet>
      <dgm:spPr/>
    </dgm:pt>
    <dgm:pt modelId="{C65CB46D-450D-48A7-B79B-795AD9D3D9FE}" type="pres">
      <dgm:prSet presAssocID="{2539F6FB-B5C7-4438-A6C4-980A515F79EE}" presName="rootComposite" presStyleCnt="0"/>
      <dgm:spPr/>
    </dgm:pt>
    <dgm:pt modelId="{AB94DCCA-042A-4352-A21F-55789E39FB64}" type="pres">
      <dgm:prSet presAssocID="{2539F6FB-B5C7-4438-A6C4-980A515F79EE}" presName="rootText" presStyleLbl="node1" presStyleIdx="3" presStyleCnt="12">
        <dgm:presLayoutVars>
          <dgm:chMax/>
          <dgm:chPref val="3"/>
        </dgm:presLayoutVars>
      </dgm:prSet>
      <dgm:spPr/>
    </dgm:pt>
    <dgm:pt modelId="{FD42B869-27B6-46FD-8C23-BD4B6FC2EE1A}" type="pres">
      <dgm:prSet presAssocID="{2539F6FB-B5C7-4438-A6C4-980A515F79EE}" presName="titleText2" presStyleLbl="fgAcc1" presStyleIdx="3" presStyleCnt="12">
        <dgm:presLayoutVars>
          <dgm:chMax val="0"/>
          <dgm:chPref val="0"/>
        </dgm:presLayoutVars>
      </dgm:prSet>
      <dgm:spPr/>
    </dgm:pt>
    <dgm:pt modelId="{6DEBE43F-2C47-4537-B8CF-9529564CA5A8}" type="pres">
      <dgm:prSet presAssocID="{2539F6FB-B5C7-4438-A6C4-980A515F79EE}" presName="rootConnector" presStyleLbl="node2" presStyleIdx="0" presStyleCnt="0"/>
      <dgm:spPr/>
    </dgm:pt>
    <dgm:pt modelId="{F612FB21-2A94-4FD8-9E03-27D0BF5CABDC}" type="pres">
      <dgm:prSet presAssocID="{2539F6FB-B5C7-4438-A6C4-980A515F79EE}" presName="hierChild4" presStyleCnt="0"/>
      <dgm:spPr/>
    </dgm:pt>
    <dgm:pt modelId="{60249233-FF85-4A91-BD55-EAD3304F8C1E}" type="pres">
      <dgm:prSet presAssocID="{2539F6FB-B5C7-4438-A6C4-980A515F79EE}" presName="hierChild5" presStyleCnt="0"/>
      <dgm:spPr/>
    </dgm:pt>
    <dgm:pt modelId="{63D54B43-FAC2-4617-8E1F-E87B5C5B5AC5}" type="pres">
      <dgm:prSet presAssocID="{90B6F7B1-DB19-4D02-9528-16E8B4FC4971}" presName="Name37" presStyleLbl="parChTrans1D2" presStyleIdx="4" presStyleCnt="12"/>
      <dgm:spPr/>
    </dgm:pt>
    <dgm:pt modelId="{E2DD8DA3-BFAD-4985-86BA-44B5F76E655F}" type="pres">
      <dgm:prSet presAssocID="{9D46EB80-606E-4705-8B67-F9971D0B93A9}" presName="hierRoot2" presStyleCnt="0">
        <dgm:presLayoutVars>
          <dgm:hierBranch val="init"/>
        </dgm:presLayoutVars>
      </dgm:prSet>
      <dgm:spPr/>
    </dgm:pt>
    <dgm:pt modelId="{292956B1-9515-4BA6-99F1-501A59E086AA}" type="pres">
      <dgm:prSet presAssocID="{9D46EB80-606E-4705-8B67-F9971D0B93A9}" presName="rootComposite" presStyleCnt="0"/>
      <dgm:spPr/>
    </dgm:pt>
    <dgm:pt modelId="{033531E5-7DB7-4452-9CD8-B8E6729EBC74}" type="pres">
      <dgm:prSet presAssocID="{9D46EB80-606E-4705-8B67-F9971D0B93A9}" presName="rootText" presStyleLbl="node1" presStyleIdx="4" presStyleCnt="12">
        <dgm:presLayoutVars>
          <dgm:chMax/>
          <dgm:chPref val="3"/>
        </dgm:presLayoutVars>
      </dgm:prSet>
      <dgm:spPr/>
    </dgm:pt>
    <dgm:pt modelId="{05D58147-C406-4968-9C32-1342D4BB97EF}" type="pres">
      <dgm:prSet presAssocID="{9D46EB80-606E-4705-8B67-F9971D0B93A9}" presName="titleText2" presStyleLbl="fgAcc1" presStyleIdx="4" presStyleCnt="12">
        <dgm:presLayoutVars>
          <dgm:chMax val="0"/>
          <dgm:chPref val="0"/>
        </dgm:presLayoutVars>
      </dgm:prSet>
      <dgm:spPr/>
    </dgm:pt>
    <dgm:pt modelId="{029C9188-128E-480F-B495-4EA937BFB8CB}" type="pres">
      <dgm:prSet presAssocID="{9D46EB80-606E-4705-8B67-F9971D0B93A9}" presName="rootConnector" presStyleLbl="node2" presStyleIdx="0" presStyleCnt="0"/>
      <dgm:spPr/>
    </dgm:pt>
    <dgm:pt modelId="{71E08EB3-93A1-4065-9699-0A9551F3887B}" type="pres">
      <dgm:prSet presAssocID="{9D46EB80-606E-4705-8B67-F9971D0B93A9}" presName="hierChild4" presStyleCnt="0"/>
      <dgm:spPr/>
    </dgm:pt>
    <dgm:pt modelId="{44CBD899-97C7-4A34-8509-2DF1DDCD4DE6}" type="pres">
      <dgm:prSet presAssocID="{9D46EB80-606E-4705-8B67-F9971D0B93A9}" presName="hierChild5" presStyleCnt="0"/>
      <dgm:spPr/>
    </dgm:pt>
    <dgm:pt modelId="{210DFE1D-1466-460F-917D-620352BED2C1}" type="pres">
      <dgm:prSet presAssocID="{ADD0D611-A593-4734-8DD7-F641F5B241ED}" presName="Name37" presStyleLbl="parChTrans1D2" presStyleIdx="5" presStyleCnt="12"/>
      <dgm:spPr/>
    </dgm:pt>
    <dgm:pt modelId="{3BF78F26-168D-4EE9-92C7-9368F89A11AF}" type="pres">
      <dgm:prSet presAssocID="{6814A8EC-7EB9-4308-A0D1-82AD37D44540}" presName="hierRoot2" presStyleCnt="0">
        <dgm:presLayoutVars>
          <dgm:hierBranch val="init"/>
        </dgm:presLayoutVars>
      </dgm:prSet>
      <dgm:spPr/>
    </dgm:pt>
    <dgm:pt modelId="{A381404B-768B-4553-9117-4E8275751723}" type="pres">
      <dgm:prSet presAssocID="{6814A8EC-7EB9-4308-A0D1-82AD37D44540}" presName="rootComposite" presStyleCnt="0"/>
      <dgm:spPr/>
    </dgm:pt>
    <dgm:pt modelId="{02449A9D-0891-4399-8ADE-55B5618E2A19}" type="pres">
      <dgm:prSet presAssocID="{6814A8EC-7EB9-4308-A0D1-82AD37D44540}" presName="rootText" presStyleLbl="node1" presStyleIdx="5" presStyleCnt="12">
        <dgm:presLayoutVars>
          <dgm:chMax/>
          <dgm:chPref val="3"/>
        </dgm:presLayoutVars>
      </dgm:prSet>
      <dgm:spPr/>
    </dgm:pt>
    <dgm:pt modelId="{517FF201-D162-4A2B-8515-18C7B5E8B801}" type="pres">
      <dgm:prSet presAssocID="{6814A8EC-7EB9-4308-A0D1-82AD37D44540}" presName="titleText2" presStyleLbl="fgAcc1" presStyleIdx="5" presStyleCnt="12">
        <dgm:presLayoutVars>
          <dgm:chMax val="0"/>
          <dgm:chPref val="0"/>
        </dgm:presLayoutVars>
      </dgm:prSet>
      <dgm:spPr/>
    </dgm:pt>
    <dgm:pt modelId="{1E05B7C6-2138-4634-BD6C-31FD0764C905}" type="pres">
      <dgm:prSet presAssocID="{6814A8EC-7EB9-4308-A0D1-82AD37D44540}" presName="rootConnector" presStyleLbl="node2" presStyleIdx="0" presStyleCnt="0"/>
      <dgm:spPr/>
    </dgm:pt>
    <dgm:pt modelId="{588CB1BC-81A5-4637-B1CF-41DB3E4099D3}" type="pres">
      <dgm:prSet presAssocID="{6814A8EC-7EB9-4308-A0D1-82AD37D44540}" presName="hierChild4" presStyleCnt="0"/>
      <dgm:spPr/>
    </dgm:pt>
    <dgm:pt modelId="{9908ECFA-2168-4192-867C-04C8A93F91A2}" type="pres">
      <dgm:prSet presAssocID="{6814A8EC-7EB9-4308-A0D1-82AD37D44540}" presName="hierChild5" presStyleCnt="0"/>
      <dgm:spPr/>
    </dgm:pt>
    <dgm:pt modelId="{78FD1875-1B2C-4B74-A11E-3AB0C46084A5}" type="pres">
      <dgm:prSet presAssocID="{3D83BDBA-549C-48BA-B1AB-391BCC95F3F9}" presName="Name37" presStyleLbl="parChTrans1D2" presStyleIdx="6" presStyleCnt="12"/>
      <dgm:spPr/>
    </dgm:pt>
    <dgm:pt modelId="{AF48BC1D-15E3-41B4-AF43-53E06BECE9CC}" type="pres">
      <dgm:prSet presAssocID="{E324D99F-8805-4CC4-9CAC-90676FC72132}" presName="hierRoot2" presStyleCnt="0">
        <dgm:presLayoutVars>
          <dgm:hierBranch val="init"/>
        </dgm:presLayoutVars>
      </dgm:prSet>
      <dgm:spPr/>
    </dgm:pt>
    <dgm:pt modelId="{0BDA5EE9-2B79-40C2-8D77-7FBC5DFC3CE7}" type="pres">
      <dgm:prSet presAssocID="{E324D99F-8805-4CC4-9CAC-90676FC72132}" presName="rootComposite" presStyleCnt="0"/>
      <dgm:spPr/>
    </dgm:pt>
    <dgm:pt modelId="{E4B82621-AD39-4771-956A-F64A86FA00D4}" type="pres">
      <dgm:prSet presAssocID="{E324D99F-8805-4CC4-9CAC-90676FC72132}" presName="rootText" presStyleLbl="node1" presStyleIdx="6" presStyleCnt="12">
        <dgm:presLayoutVars>
          <dgm:chMax/>
          <dgm:chPref val="3"/>
        </dgm:presLayoutVars>
      </dgm:prSet>
      <dgm:spPr/>
    </dgm:pt>
    <dgm:pt modelId="{BD56AB32-F1CE-44A5-A45F-547131FAF691}" type="pres">
      <dgm:prSet presAssocID="{E324D99F-8805-4CC4-9CAC-90676FC72132}" presName="titleText2" presStyleLbl="fgAcc1" presStyleIdx="6" presStyleCnt="12">
        <dgm:presLayoutVars>
          <dgm:chMax val="0"/>
          <dgm:chPref val="0"/>
        </dgm:presLayoutVars>
      </dgm:prSet>
      <dgm:spPr/>
    </dgm:pt>
    <dgm:pt modelId="{6BD93043-6875-47F5-A4D0-186BA3C6BEFA}" type="pres">
      <dgm:prSet presAssocID="{E324D99F-8805-4CC4-9CAC-90676FC72132}" presName="rootConnector" presStyleLbl="node2" presStyleIdx="0" presStyleCnt="0"/>
      <dgm:spPr/>
    </dgm:pt>
    <dgm:pt modelId="{35574CB6-1D6E-4C71-BC83-959B3CA28A29}" type="pres">
      <dgm:prSet presAssocID="{E324D99F-8805-4CC4-9CAC-90676FC72132}" presName="hierChild4" presStyleCnt="0"/>
      <dgm:spPr/>
    </dgm:pt>
    <dgm:pt modelId="{313B292B-2FDC-4F92-9BD0-BC83DE36FD39}" type="pres">
      <dgm:prSet presAssocID="{E324D99F-8805-4CC4-9CAC-90676FC72132}" presName="hierChild5" presStyleCnt="0"/>
      <dgm:spPr/>
    </dgm:pt>
    <dgm:pt modelId="{4E0D17F0-DFE5-46D4-99A4-FC10F9F41C82}" type="pres">
      <dgm:prSet presAssocID="{2617322F-2271-4923-A949-F4F2AD67F4B9}" presName="Name37" presStyleLbl="parChTrans1D2" presStyleIdx="7" presStyleCnt="12"/>
      <dgm:spPr/>
    </dgm:pt>
    <dgm:pt modelId="{3C7D0574-B620-4384-92D4-623BC64C1C74}" type="pres">
      <dgm:prSet presAssocID="{F9927004-1C91-47AA-8903-431E509D7005}" presName="hierRoot2" presStyleCnt="0">
        <dgm:presLayoutVars>
          <dgm:hierBranch val="init"/>
        </dgm:presLayoutVars>
      </dgm:prSet>
      <dgm:spPr/>
    </dgm:pt>
    <dgm:pt modelId="{D13535C4-8970-48DD-9780-467ABD23D928}" type="pres">
      <dgm:prSet presAssocID="{F9927004-1C91-47AA-8903-431E509D7005}" presName="rootComposite" presStyleCnt="0"/>
      <dgm:spPr/>
    </dgm:pt>
    <dgm:pt modelId="{00D70C1F-1508-4194-896D-1F6E1E6057F2}" type="pres">
      <dgm:prSet presAssocID="{F9927004-1C91-47AA-8903-431E509D7005}" presName="rootText" presStyleLbl="node1" presStyleIdx="7" presStyleCnt="12">
        <dgm:presLayoutVars>
          <dgm:chMax/>
          <dgm:chPref val="3"/>
        </dgm:presLayoutVars>
      </dgm:prSet>
      <dgm:spPr/>
    </dgm:pt>
    <dgm:pt modelId="{D20259F8-0A2C-4FEE-9EDC-C2019326D91C}" type="pres">
      <dgm:prSet presAssocID="{F9927004-1C91-47AA-8903-431E509D7005}" presName="titleText2" presStyleLbl="fgAcc1" presStyleIdx="7" presStyleCnt="12">
        <dgm:presLayoutVars>
          <dgm:chMax val="0"/>
          <dgm:chPref val="0"/>
        </dgm:presLayoutVars>
      </dgm:prSet>
      <dgm:spPr/>
    </dgm:pt>
    <dgm:pt modelId="{57F50B4D-4AD0-4573-9E12-1F9CA0B00EBF}" type="pres">
      <dgm:prSet presAssocID="{F9927004-1C91-47AA-8903-431E509D7005}" presName="rootConnector" presStyleLbl="node2" presStyleIdx="0" presStyleCnt="0"/>
      <dgm:spPr/>
    </dgm:pt>
    <dgm:pt modelId="{7B8E0E56-7645-422B-A99E-B75FEF755F38}" type="pres">
      <dgm:prSet presAssocID="{F9927004-1C91-47AA-8903-431E509D7005}" presName="hierChild4" presStyleCnt="0"/>
      <dgm:spPr/>
    </dgm:pt>
    <dgm:pt modelId="{BCB21564-F728-4A1A-A55C-79CC5DCB338E}" type="pres">
      <dgm:prSet presAssocID="{F9927004-1C91-47AA-8903-431E509D7005}" presName="hierChild5" presStyleCnt="0"/>
      <dgm:spPr/>
    </dgm:pt>
    <dgm:pt modelId="{EB0C3A90-EBA8-47C4-9C3B-F7A04781ECC8}" type="pres">
      <dgm:prSet presAssocID="{25F8611F-4C2F-441D-9475-F990764877CA}" presName="hierChild3" presStyleCnt="0"/>
      <dgm:spPr/>
    </dgm:pt>
    <dgm:pt modelId="{B323CC43-DDBA-42BD-9140-32D4E138B36C}" type="pres">
      <dgm:prSet presAssocID="{5C0B7768-3DA8-48E5-B3ED-43272A893636}" presName="hierRoot1" presStyleCnt="0">
        <dgm:presLayoutVars>
          <dgm:hierBranch val="init"/>
        </dgm:presLayoutVars>
      </dgm:prSet>
      <dgm:spPr/>
    </dgm:pt>
    <dgm:pt modelId="{92A6EE6A-FB0F-4DA5-ABD3-6553DC17D5FA}" type="pres">
      <dgm:prSet presAssocID="{5C0B7768-3DA8-48E5-B3ED-43272A893636}" presName="rootComposite1" presStyleCnt="0"/>
      <dgm:spPr/>
    </dgm:pt>
    <dgm:pt modelId="{D0AC032A-FFEF-4952-9741-CE8EE9C6B994}" type="pres">
      <dgm:prSet presAssocID="{5C0B7768-3DA8-48E5-B3ED-43272A893636}" presName="rootText1" presStyleLbl="node0" presStyleIdx="1" presStyleCnt="2">
        <dgm:presLayoutVars>
          <dgm:chMax/>
          <dgm:chPref val="3"/>
        </dgm:presLayoutVars>
      </dgm:prSet>
      <dgm:spPr/>
    </dgm:pt>
    <dgm:pt modelId="{C3421C0F-5BC5-4AA1-AE7D-02961117B5E7}" type="pres">
      <dgm:prSet presAssocID="{5C0B7768-3DA8-48E5-B3ED-43272A893636}" presName="titleText1" presStyleLbl="fgAcc0" presStyleIdx="1" presStyleCnt="2">
        <dgm:presLayoutVars>
          <dgm:chMax val="0"/>
          <dgm:chPref val="0"/>
        </dgm:presLayoutVars>
      </dgm:prSet>
      <dgm:spPr/>
    </dgm:pt>
    <dgm:pt modelId="{A69C4B2E-7C98-422A-8CDF-B558FA71A48E}" type="pres">
      <dgm:prSet presAssocID="{5C0B7768-3DA8-48E5-B3ED-43272A893636}" presName="rootConnector1" presStyleLbl="node1" presStyleIdx="7" presStyleCnt="12"/>
      <dgm:spPr/>
    </dgm:pt>
    <dgm:pt modelId="{FF1B5186-78DD-4020-B34E-CF4FA9B8E10B}" type="pres">
      <dgm:prSet presAssocID="{5C0B7768-3DA8-48E5-B3ED-43272A893636}" presName="hierChild2" presStyleCnt="0"/>
      <dgm:spPr/>
    </dgm:pt>
    <dgm:pt modelId="{A59C45A1-3A40-4625-A646-1F4BCADB0495}" type="pres">
      <dgm:prSet presAssocID="{D1D74F52-ACD9-485E-BE7A-C287C4881483}" presName="Name37" presStyleLbl="parChTrans1D2" presStyleIdx="8" presStyleCnt="12"/>
      <dgm:spPr/>
    </dgm:pt>
    <dgm:pt modelId="{B6A49CCE-CB17-41EB-9C17-96CBF2D613FB}" type="pres">
      <dgm:prSet presAssocID="{65B7CAB6-45B4-4BB5-97DA-2C08AA6A1EEB}" presName="hierRoot2" presStyleCnt="0">
        <dgm:presLayoutVars>
          <dgm:hierBranch val="init"/>
        </dgm:presLayoutVars>
      </dgm:prSet>
      <dgm:spPr/>
    </dgm:pt>
    <dgm:pt modelId="{1CE47D89-95BA-49BA-8410-EF655D08BDC4}" type="pres">
      <dgm:prSet presAssocID="{65B7CAB6-45B4-4BB5-97DA-2C08AA6A1EEB}" presName="rootComposite" presStyleCnt="0"/>
      <dgm:spPr/>
    </dgm:pt>
    <dgm:pt modelId="{4FD33184-9FC1-4335-AD57-62F96FEB9C00}" type="pres">
      <dgm:prSet presAssocID="{65B7CAB6-45B4-4BB5-97DA-2C08AA6A1EEB}" presName="rootText" presStyleLbl="node1" presStyleIdx="8" presStyleCnt="12">
        <dgm:presLayoutVars>
          <dgm:chMax/>
          <dgm:chPref val="3"/>
        </dgm:presLayoutVars>
      </dgm:prSet>
      <dgm:spPr/>
    </dgm:pt>
    <dgm:pt modelId="{45563359-C68D-4DAE-84B0-0028033E1244}" type="pres">
      <dgm:prSet presAssocID="{65B7CAB6-45B4-4BB5-97DA-2C08AA6A1EEB}" presName="titleText2" presStyleLbl="fgAcc1" presStyleIdx="8" presStyleCnt="12">
        <dgm:presLayoutVars>
          <dgm:chMax val="0"/>
          <dgm:chPref val="0"/>
        </dgm:presLayoutVars>
      </dgm:prSet>
      <dgm:spPr/>
    </dgm:pt>
    <dgm:pt modelId="{4B910D0F-8125-4992-95E1-19725661D825}" type="pres">
      <dgm:prSet presAssocID="{65B7CAB6-45B4-4BB5-97DA-2C08AA6A1EEB}" presName="rootConnector" presStyleLbl="node2" presStyleIdx="0" presStyleCnt="0"/>
      <dgm:spPr/>
    </dgm:pt>
    <dgm:pt modelId="{F508A3A5-6637-458B-BE4B-663334F47FF7}" type="pres">
      <dgm:prSet presAssocID="{65B7CAB6-45B4-4BB5-97DA-2C08AA6A1EEB}" presName="hierChild4" presStyleCnt="0"/>
      <dgm:spPr/>
    </dgm:pt>
    <dgm:pt modelId="{65CF580A-C12B-4656-B13A-DB089A827D37}" type="pres">
      <dgm:prSet presAssocID="{65B7CAB6-45B4-4BB5-97DA-2C08AA6A1EEB}" presName="hierChild5" presStyleCnt="0"/>
      <dgm:spPr/>
    </dgm:pt>
    <dgm:pt modelId="{3EA0E81A-311B-4BE5-B9A1-BED327D03D5E}" type="pres">
      <dgm:prSet presAssocID="{A2919101-28C5-4250-94A0-3943897792C8}" presName="Name37" presStyleLbl="parChTrans1D2" presStyleIdx="9" presStyleCnt="12"/>
      <dgm:spPr/>
    </dgm:pt>
    <dgm:pt modelId="{E057877A-C307-4E12-A01D-2E774ABF3E4E}" type="pres">
      <dgm:prSet presAssocID="{9FCA390E-6D8C-48FF-9CB9-03E8251D138B}" presName="hierRoot2" presStyleCnt="0">
        <dgm:presLayoutVars>
          <dgm:hierBranch val="init"/>
        </dgm:presLayoutVars>
      </dgm:prSet>
      <dgm:spPr/>
    </dgm:pt>
    <dgm:pt modelId="{45E3D0D2-6C59-4357-B7C0-B822A05647EC}" type="pres">
      <dgm:prSet presAssocID="{9FCA390E-6D8C-48FF-9CB9-03E8251D138B}" presName="rootComposite" presStyleCnt="0"/>
      <dgm:spPr/>
    </dgm:pt>
    <dgm:pt modelId="{577B9DD2-2915-4982-A162-F205AFCE31AE}" type="pres">
      <dgm:prSet presAssocID="{9FCA390E-6D8C-48FF-9CB9-03E8251D138B}" presName="rootText" presStyleLbl="node1" presStyleIdx="9" presStyleCnt="12">
        <dgm:presLayoutVars>
          <dgm:chMax/>
          <dgm:chPref val="3"/>
        </dgm:presLayoutVars>
      </dgm:prSet>
      <dgm:spPr/>
    </dgm:pt>
    <dgm:pt modelId="{66D9DD51-A0A8-43EA-88E1-558722978D84}" type="pres">
      <dgm:prSet presAssocID="{9FCA390E-6D8C-48FF-9CB9-03E8251D138B}" presName="titleText2" presStyleLbl="fgAcc1" presStyleIdx="9" presStyleCnt="12">
        <dgm:presLayoutVars>
          <dgm:chMax val="0"/>
          <dgm:chPref val="0"/>
        </dgm:presLayoutVars>
      </dgm:prSet>
      <dgm:spPr/>
    </dgm:pt>
    <dgm:pt modelId="{D35FDAE8-B608-42D4-8933-335E25D9440C}" type="pres">
      <dgm:prSet presAssocID="{9FCA390E-6D8C-48FF-9CB9-03E8251D138B}" presName="rootConnector" presStyleLbl="node2" presStyleIdx="0" presStyleCnt="0"/>
      <dgm:spPr/>
    </dgm:pt>
    <dgm:pt modelId="{C580246A-8D86-4AC8-B24A-FAC88CE28441}" type="pres">
      <dgm:prSet presAssocID="{9FCA390E-6D8C-48FF-9CB9-03E8251D138B}" presName="hierChild4" presStyleCnt="0"/>
      <dgm:spPr/>
    </dgm:pt>
    <dgm:pt modelId="{3963943E-D42F-4537-ACA5-FE2F392ABF5B}" type="pres">
      <dgm:prSet presAssocID="{9FCA390E-6D8C-48FF-9CB9-03E8251D138B}" presName="hierChild5" presStyleCnt="0"/>
      <dgm:spPr/>
    </dgm:pt>
    <dgm:pt modelId="{15281A6C-E2B6-49C3-8B91-3D2257D458E4}" type="pres">
      <dgm:prSet presAssocID="{D55CDB74-E258-4AAD-B0DE-CD7129FE32CF}" presName="Name37" presStyleLbl="parChTrans1D2" presStyleIdx="10" presStyleCnt="12"/>
      <dgm:spPr/>
    </dgm:pt>
    <dgm:pt modelId="{3A3A621A-44EB-4F52-88FB-A25D9C4FF448}" type="pres">
      <dgm:prSet presAssocID="{A877E16F-7D22-4E9A-B8AD-0E986B9C76CC}" presName="hierRoot2" presStyleCnt="0">
        <dgm:presLayoutVars>
          <dgm:hierBranch val="init"/>
        </dgm:presLayoutVars>
      </dgm:prSet>
      <dgm:spPr/>
    </dgm:pt>
    <dgm:pt modelId="{7E83428E-1742-4B3D-B762-31D64431CB7E}" type="pres">
      <dgm:prSet presAssocID="{A877E16F-7D22-4E9A-B8AD-0E986B9C76CC}" presName="rootComposite" presStyleCnt="0"/>
      <dgm:spPr/>
    </dgm:pt>
    <dgm:pt modelId="{8FC34532-DF05-4D1C-AE3D-A1616E64D435}" type="pres">
      <dgm:prSet presAssocID="{A877E16F-7D22-4E9A-B8AD-0E986B9C76CC}" presName="rootText" presStyleLbl="node1" presStyleIdx="10" presStyleCnt="12">
        <dgm:presLayoutVars>
          <dgm:chMax/>
          <dgm:chPref val="3"/>
        </dgm:presLayoutVars>
      </dgm:prSet>
      <dgm:spPr/>
    </dgm:pt>
    <dgm:pt modelId="{274CB1FB-34B0-4CFA-929E-AE6D701A3E52}" type="pres">
      <dgm:prSet presAssocID="{A877E16F-7D22-4E9A-B8AD-0E986B9C76CC}" presName="titleText2" presStyleLbl="fgAcc1" presStyleIdx="10" presStyleCnt="12">
        <dgm:presLayoutVars>
          <dgm:chMax val="0"/>
          <dgm:chPref val="0"/>
        </dgm:presLayoutVars>
      </dgm:prSet>
      <dgm:spPr/>
    </dgm:pt>
    <dgm:pt modelId="{28FD8E50-439C-4612-9A52-EA300F7E88E5}" type="pres">
      <dgm:prSet presAssocID="{A877E16F-7D22-4E9A-B8AD-0E986B9C76CC}" presName="rootConnector" presStyleLbl="node2" presStyleIdx="0" presStyleCnt="0"/>
      <dgm:spPr/>
    </dgm:pt>
    <dgm:pt modelId="{638CC74D-643E-4D01-A3A7-7BAD68CA8235}" type="pres">
      <dgm:prSet presAssocID="{A877E16F-7D22-4E9A-B8AD-0E986B9C76CC}" presName="hierChild4" presStyleCnt="0"/>
      <dgm:spPr/>
    </dgm:pt>
    <dgm:pt modelId="{7E806AD7-B824-4469-971C-95F1FC422964}" type="pres">
      <dgm:prSet presAssocID="{A877E16F-7D22-4E9A-B8AD-0E986B9C76CC}" presName="hierChild5" presStyleCnt="0"/>
      <dgm:spPr/>
    </dgm:pt>
    <dgm:pt modelId="{0F90FEF9-3A5E-434F-B288-4D27429DA447}" type="pres">
      <dgm:prSet presAssocID="{ABEF2FB9-334D-4DC9-A481-8EE62003E289}" presName="Name37" presStyleLbl="parChTrans1D2" presStyleIdx="11" presStyleCnt="12"/>
      <dgm:spPr/>
    </dgm:pt>
    <dgm:pt modelId="{A5D3E8EC-AE42-4CD6-9681-C8BDFB95984D}" type="pres">
      <dgm:prSet presAssocID="{5A054063-19E0-4906-BB5E-E3473DF7D5E9}" presName="hierRoot2" presStyleCnt="0">
        <dgm:presLayoutVars>
          <dgm:hierBranch val="init"/>
        </dgm:presLayoutVars>
      </dgm:prSet>
      <dgm:spPr/>
    </dgm:pt>
    <dgm:pt modelId="{0D238DDF-6EB2-48FA-8082-AEBBF93500D1}" type="pres">
      <dgm:prSet presAssocID="{5A054063-19E0-4906-BB5E-E3473DF7D5E9}" presName="rootComposite" presStyleCnt="0"/>
      <dgm:spPr/>
    </dgm:pt>
    <dgm:pt modelId="{C7B00372-24A1-44F1-A7C9-CB5364CE04E1}" type="pres">
      <dgm:prSet presAssocID="{5A054063-19E0-4906-BB5E-E3473DF7D5E9}" presName="rootText" presStyleLbl="node1" presStyleIdx="11" presStyleCnt="12">
        <dgm:presLayoutVars>
          <dgm:chMax/>
          <dgm:chPref val="3"/>
        </dgm:presLayoutVars>
      </dgm:prSet>
      <dgm:spPr/>
    </dgm:pt>
    <dgm:pt modelId="{669DFABA-C83A-4CA5-A514-CF37A744E0CF}" type="pres">
      <dgm:prSet presAssocID="{5A054063-19E0-4906-BB5E-E3473DF7D5E9}" presName="titleText2" presStyleLbl="fgAcc1" presStyleIdx="11" presStyleCnt="12">
        <dgm:presLayoutVars>
          <dgm:chMax val="0"/>
          <dgm:chPref val="0"/>
        </dgm:presLayoutVars>
      </dgm:prSet>
      <dgm:spPr/>
    </dgm:pt>
    <dgm:pt modelId="{ECDAC744-E701-4C93-ADD9-89E371371679}" type="pres">
      <dgm:prSet presAssocID="{5A054063-19E0-4906-BB5E-E3473DF7D5E9}" presName="rootConnector" presStyleLbl="node2" presStyleIdx="0" presStyleCnt="0"/>
      <dgm:spPr/>
    </dgm:pt>
    <dgm:pt modelId="{33AA0F24-A69C-463F-AC2A-F4AC1E7A0507}" type="pres">
      <dgm:prSet presAssocID="{5A054063-19E0-4906-BB5E-E3473DF7D5E9}" presName="hierChild4" presStyleCnt="0"/>
      <dgm:spPr/>
    </dgm:pt>
    <dgm:pt modelId="{C18C67D4-664E-4A68-B16F-2070DAD4B4C1}" type="pres">
      <dgm:prSet presAssocID="{5A054063-19E0-4906-BB5E-E3473DF7D5E9}" presName="hierChild5" presStyleCnt="0"/>
      <dgm:spPr/>
    </dgm:pt>
    <dgm:pt modelId="{75954C98-CBA6-47BB-B4FC-E140AAB75D3C}" type="pres">
      <dgm:prSet presAssocID="{5C0B7768-3DA8-48E5-B3ED-43272A893636}" presName="hierChild3" presStyleCnt="0"/>
      <dgm:spPr/>
    </dgm:pt>
  </dgm:ptLst>
  <dgm:cxnLst>
    <dgm:cxn modelId="{2345D802-89E2-48AB-A73B-6FC6DDD33B1C}" type="presOf" srcId="{A877E16F-7D22-4E9A-B8AD-0E986B9C76CC}" destId="{8FC34532-DF05-4D1C-AE3D-A1616E64D435}" srcOrd="0" destOrd="0" presId="urn:microsoft.com/office/officeart/2008/layout/NameandTitleOrganizationalChart"/>
    <dgm:cxn modelId="{C9DC7405-7673-457E-BA5C-C769E7D8AAB8}" type="presOf" srcId="{FC4EE6C5-4242-44C1-A2CF-7C52F39ADD8F}" destId="{D20259F8-0A2C-4FEE-9EDC-C2019326D91C}" srcOrd="0" destOrd="0" presId="urn:microsoft.com/office/officeart/2008/layout/NameandTitleOrganizationalChart"/>
    <dgm:cxn modelId="{D453A60B-B0FC-49DB-B2AA-A1C53BB9500C}" type="presOf" srcId="{D1D74F52-ACD9-485E-BE7A-C287C4881483}" destId="{A59C45A1-3A40-4625-A646-1F4BCADB0495}" srcOrd="0" destOrd="0" presId="urn:microsoft.com/office/officeart/2008/layout/NameandTitleOrganizationalChart"/>
    <dgm:cxn modelId="{64E2EF0B-44C1-4A71-9EA2-EC02EEF1FC06}" type="presOf" srcId="{023513CF-F060-41A3-A6CA-8A226F498E19}" destId="{05D58147-C406-4968-9C32-1342D4BB97EF}" srcOrd="0" destOrd="0" presId="urn:microsoft.com/office/officeart/2008/layout/NameandTitleOrganizationalChart"/>
    <dgm:cxn modelId="{AAEEB116-3DDC-4969-9871-0541BF45B03C}" type="presOf" srcId="{62880671-69B7-4E25-A377-05D25F29424F}" destId="{0E339250-E75C-4FEA-9B4D-137F3F9D3916}" srcOrd="0" destOrd="0" presId="urn:microsoft.com/office/officeart/2008/layout/NameandTitleOrganizationalChart"/>
    <dgm:cxn modelId="{55175E17-6145-4603-96F7-25619D6E08A0}" type="presOf" srcId="{D55CDB74-E258-4AAD-B0DE-CD7129FE32CF}" destId="{15281A6C-E2B6-49C3-8B91-3D2257D458E4}" srcOrd="0" destOrd="0" presId="urn:microsoft.com/office/officeart/2008/layout/NameandTitleOrganizationalChart"/>
    <dgm:cxn modelId="{F3EF5919-E225-405E-B2FA-3199ABDD5402}" type="presOf" srcId="{A4D7AE01-4B05-47A9-9F28-7A25C97CBA92}" destId="{FD42B869-27B6-46FD-8C23-BD4B6FC2EE1A}" srcOrd="0" destOrd="0" presId="urn:microsoft.com/office/officeart/2008/layout/NameandTitleOrganizationalChart"/>
    <dgm:cxn modelId="{3195791F-501C-43F2-B8BF-BAA910BDD1D5}" type="presOf" srcId="{1FEF28FE-636C-4F70-B051-CA4D06895B51}" destId="{66D9DD51-A0A8-43EA-88E1-558722978D84}" srcOrd="0" destOrd="0" presId="urn:microsoft.com/office/officeart/2008/layout/NameandTitleOrganizationalChart"/>
    <dgm:cxn modelId="{7888F623-EC82-4454-B7E4-F6DA219F3FF6}" srcId="{5C0B7768-3DA8-48E5-B3ED-43272A893636}" destId="{9FCA390E-6D8C-48FF-9CB9-03E8251D138B}" srcOrd="1" destOrd="0" parTransId="{A2919101-28C5-4250-94A0-3943897792C8}" sibTransId="{1FEF28FE-636C-4F70-B051-CA4D06895B51}"/>
    <dgm:cxn modelId="{74479024-215D-4C8F-B744-0215F51F03F2}" type="presOf" srcId="{23E18F2F-B9AA-4755-B947-D94F5C467BCB}" destId="{45563359-C68D-4DAE-84B0-0028033E1244}" srcOrd="0" destOrd="0" presId="urn:microsoft.com/office/officeart/2008/layout/NameandTitleOrganizationalChart"/>
    <dgm:cxn modelId="{7B905D29-689E-45FB-A818-D2ADF7176B79}" type="presOf" srcId="{9FCA390E-6D8C-48FF-9CB9-03E8251D138B}" destId="{D35FDAE8-B608-42D4-8933-335E25D9440C}" srcOrd="1" destOrd="0" presId="urn:microsoft.com/office/officeart/2008/layout/NameandTitleOrganizationalChart"/>
    <dgm:cxn modelId="{76191B2E-6A47-4D71-B88F-CAD849339F4E}" type="presOf" srcId="{3AD85D81-5128-4A2F-B356-058E288FFA2B}" destId="{BB3C49F9-CDE4-49AA-A75C-B31A075A37AB}" srcOrd="0" destOrd="0" presId="urn:microsoft.com/office/officeart/2008/layout/NameandTitleOrganizationalChart"/>
    <dgm:cxn modelId="{A7EE5E30-4163-4B58-B09F-6B57DB6108A7}" type="presOf" srcId="{65B7CAB6-45B4-4BB5-97DA-2C08AA6A1EEB}" destId="{4FD33184-9FC1-4335-AD57-62F96FEB9C00}" srcOrd="0" destOrd="0" presId="urn:microsoft.com/office/officeart/2008/layout/NameandTitleOrganizationalChart"/>
    <dgm:cxn modelId="{084C1234-8228-4244-A031-1174F5B32293}" type="presOf" srcId="{9D46EB80-606E-4705-8B67-F9971D0B93A9}" destId="{029C9188-128E-480F-B495-4EA937BFB8CB}" srcOrd="1" destOrd="0" presId="urn:microsoft.com/office/officeart/2008/layout/NameandTitleOrganizationalChart"/>
    <dgm:cxn modelId="{D92FF83C-8768-453F-9484-FEF0D6BDA54A}" type="presOf" srcId="{6CB40D7E-4B35-46FE-99E9-C906B78FA844}" destId="{9AFD39C0-11EF-45FD-AC37-BB1D282BB3DD}" srcOrd="0" destOrd="0" presId="urn:microsoft.com/office/officeart/2008/layout/NameandTitleOrganizationalChart"/>
    <dgm:cxn modelId="{61B43F3F-6A81-4025-8A69-D09EEA656F01}" srcId="{5C0B7768-3DA8-48E5-B3ED-43272A893636}" destId="{A877E16F-7D22-4E9A-B8AD-0E986B9C76CC}" srcOrd="2" destOrd="0" parTransId="{D55CDB74-E258-4AAD-B0DE-CD7129FE32CF}" sibTransId="{3EF96AA3-C205-4C3C-84F2-3EFB65820BB2}"/>
    <dgm:cxn modelId="{00F3405D-9FAF-44FE-80B7-0B039F57F0C5}" type="presOf" srcId="{90B6F7B1-DB19-4D02-9528-16E8B4FC4971}" destId="{63D54B43-FAC2-4617-8E1F-E87B5C5B5AC5}" srcOrd="0" destOrd="0" presId="urn:microsoft.com/office/officeart/2008/layout/NameandTitleOrganizationalChart"/>
    <dgm:cxn modelId="{96AF1B5E-658E-46B5-96FF-0C1251494923}" type="presOf" srcId="{3EF96AA3-C205-4C3C-84F2-3EFB65820BB2}" destId="{274CB1FB-34B0-4CFA-929E-AE6D701A3E52}" srcOrd="0" destOrd="0" presId="urn:microsoft.com/office/officeart/2008/layout/NameandTitleOrganizationalChart"/>
    <dgm:cxn modelId="{EDAADE61-7E9A-4B3A-B610-AECAFC5A3642}" srcId="{25F8611F-4C2F-441D-9475-F990764877CA}" destId="{3AD85D81-5128-4A2F-B356-058E288FFA2B}" srcOrd="1" destOrd="0" parTransId="{62880671-69B7-4E25-A377-05D25F29424F}" sibTransId="{9A3196C0-9D49-49B0-B933-1D0881DA4660}"/>
    <dgm:cxn modelId="{97DBF941-09FE-420A-BA28-317CDC37E536}" srcId="{25F8611F-4C2F-441D-9475-F990764877CA}" destId="{F9927004-1C91-47AA-8903-431E509D7005}" srcOrd="7" destOrd="0" parTransId="{2617322F-2271-4923-A949-F4F2AD67F4B9}" sibTransId="{FC4EE6C5-4242-44C1-A2CF-7C52F39ADD8F}"/>
    <dgm:cxn modelId="{F64D2663-0174-431C-ABAD-B9E0D8AB429E}" type="presOf" srcId="{9FCA390E-6D8C-48FF-9CB9-03E8251D138B}" destId="{577B9DD2-2915-4982-A162-F205AFCE31AE}" srcOrd="0" destOrd="0" presId="urn:microsoft.com/office/officeart/2008/layout/NameandTitleOrganizationalChart"/>
    <dgm:cxn modelId="{E4D2A345-8F7C-45A7-B9CB-15DDE26214D3}" type="presOf" srcId="{5A054063-19E0-4906-BB5E-E3473DF7D5E9}" destId="{ECDAC744-E701-4C93-ADD9-89E371371679}" srcOrd="1" destOrd="0" presId="urn:microsoft.com/office/officeart/2008/layout/NameandTitleOrganizationalChart"/>
    <dgm:cxn modelId="{428AB665-8FD4-4AD4-BB3C-FFF6936F9CA2}" srcId="{47973305-3EEF-40A5-9119-870E67C6CCE8}" destId="{25F8611F-4C2F-441D-9475-F990764877CA}" srcOrd="0" destOrd="0" parTransId="{D7B7D7FA-36F5-4E71-A4E8-3ACB7A098DFB}" sibTransId="{8995A4F2-37B0-4DC4-9412-905B651BCA3D}"/>
    <dgm:cxn modelId="{DE057667-C015-49D3-89EF-064CD1E7A230}" srcId="{47973305-3EEF-40A5-9119-870E67C6CCE8}" destId="{5C0B7768-3DA8-48E5-B3ED-43272A893636}" srcOrd="1" destOrd="0" parTransId="{B97009B0-8A5A-4B2A-A51B-A8E5E2ABEE8A}" sibTransId="{042A054F-1262-47ED-8159-A9A6FD15AC99}"/>
    <dgm:cxn modelId="{18F4346F-0C66-4F73-8064-3C749F0A51B3}" srcId="{25F8611F-4C2F-441D-9475-F990764877CA}" destId="{6814A8EC-7EB9-4308-A0D1-82AD37D44540}" srcOrd="5" destOrd="0" parTransId="{ADD0D611-A593-4734-8DD7-F641F5B241ED}" sibTransId="{4103B992-2746-4022-B9D8-D28C55DD9503}"/>
    <dgm:cxn modelId="{AF328F51-3B64-49C4-B2B0-29DD5A5A11EE}" type="presOf" srcId="{ADD0D611-A593-4734-8DD7-F641F5B241ED}" destId="{210DFE1D-1466-460F-917D-620352BED2C1}" srcOrd="0" destOrd="0" presId="urn:microsoft.com/office/officeart/2008/layout/NameandTitleOrganizationalChart"/>
    <dgm:cxn modelId="{5AB84C72-84C1-4403-BDAC-28F6C693536B}" type="presOf" srcId="{6814A8EC-7EB9-4308-A0D1-82AD37D44540}" destId="{02449A9D-0891-4399-8ADE-55B5618E2A19}" srcOrd="0" destOrd="0" presId="urn:microsoft.com/office/officeart/2008/layout/NameandTitleOrganizationalChart"/>
    <dgm:cxn modelId="{E775CE54-DA49-4C75-B63C-CFC349E82B04}" type="presOf" srcId="{A2919101-28C5-4250-94A0-3943897792C8}" destId="{3EA0E81A-311B-4BE5-B9A1-BED327D03D5E}" srcOrd="0" destOrd="0" presId="urn:microsoft.com/office/officeart/2008/layout/NameandTitleOrganizationalChart"/>
    <dgm:cxn modelId="{27C8F754-8BAF-4D36-9DD4-043F73228306}" type="presOf" srcId="{051A15F3-833E-499D-9EC3-1D20DB6EEDF3}" destId="{32EDF5AD-2515-4CB2-9D17-151D1EC9CF2B}" srcOrd="0" destOrd="0" presId="urn:microsoft.com/office/officeart/2008/layout/NameandTitleOrganizationalChart"/>
    <dgm:cxn modelId="{40DD1378-8773-4886-BC9D-6F487D2C0435}" type="presOf" srcId="{690AF4F2-8088-40A1-ADE0-118CADC39BDF}" destId="{EA4AFFD7-CC3C-4A83-8EB2-692E61D0E836}" srcOrd="0" destOrd="0" presId="urn:microsoft.com/office/officeart/2008/layout/NameandTitleOrganizationalChart"/>
    <dgm:cxn modelId="{9B103E79-3C9D-4EB8-864B-0EB964D11550}" type="presOf" srcId="{25F8611F-4C2F-441D-9475-F990764877CA}" destId="{7CBE7C33-15FC-450C-93D3-3AF874D3C147}" srcOrd="0" destOrd="0" presId="urn:microsoft.com/office/officeart/2008/layout/NameandTitleOrganizationalChart"/>
    <dgm:cxn modelId="{08961C7C-AD40-444F-9813-F478D03187D5}" type="presOf" srcId="{3D83BDBA-549C-48BA-B1AB-391BCC95F3F9}" destId="{78FD1875-1B2C-4B74-A11E-3AB0C46084A5}" srcOrd="0" destOrd="0" presId="urn:microsoft.com/office/officeart/2008/layout/NameandTitleOrganizationalChart"/>
    <dgm:cxn modelId="{C03B8080-3D73-491A-AEE1-9565881CB765}" srcId="{25F8611F-4C2F-441D-9475-F990764877CA}" destId="{9D46EB80-606E-4705-8B67-F9971D0B93A9}" srcOrd="4" destOrd="0" parTransId="{90B6F7B1-DB19-4D02-9528-16E8B4FC4971}" sibTransId="{023513CF-F060-41A3-A6CA-8A226F498E19}"/>
    <dgm:cxn modelId="{E82FE987-C1A3-4695-8783-3011C8C7D254}" type="presOf" srcId="{4103B992-2746-4022-B9D8-D28C55DD9503}" destId="{517FF201-D162-4A2B-8515-18C7B5E8B801}" srcOrd="0" destOrd="0" presId="urn:microsoft.com/office/officeart/2008/layout/NameandTitleOrganizationalChart"/>
    <dgm:cxn modelId="{F34F798B-4837-4771-B9F3-762BE028BDF4}" type="presOf" srcId="{65B7CAB6-45B4-4BB5-97DA-2C08AA6A1EEB}" destId="{4B910D0F-8125-4992-95E1-19725661D825}" srcOrd="1" destOrd="0" presId="urn:microsoft.com/office/officeart/2008/layout/NameandTitleOrganizationalChart"/>
    <dgm:cxn modelId="{4B4C298D-2015-479A-A250-3DDE7631EC3F}" type="presOf" srcId="{2539F6FB-B5C7-4438-A6C4-980A515F79EE}" destId="{6DEBE43F-2C47-4537-B8CF-9529564CA5A8}" srcOrd="1" destOrd="0" presId="urn:microsoft.com/office/officeart/2008/layout/NameandTitleOrganizationalChart"/>
    <dgm:cxn modelId="{6534A392-1F94-4C6F-B8E6-F4FF4C1562BC}" type="presOf" srcId="{97BF9741-2AFE-4DF1-9979-37901D7DA4F7}" destId="{669DFABA-C83A-4CA5-A514-CF37A744E0CF}" srcOrd="0" destOrd="0" presId="urn:microsoft.com/office/officeart/2008/layout/NameandTitleOrganizationalChart"/>
    <dgm:cxn modelId="{3FD71494-EDB5-47EB-A746-60D9B87E4148}" srcId="{5C0B7768-3DA8-48E5-B3ED-43272A893636}" destId="{65B7CAB6-45B4-4BB5-97DA-2C08AA6A1EEB}" srcOrd="0" destOrd="0" parTransId="{D1D74F52-ACD9-485E-BE7A-C287C4881483}" sibTransId="{23E18F2F-B9AA-4755-B947-D94F5C467BCB}"/>
    <dgm:cxn modelId="{70141A9A-08FB-4361-A058-31B647301C5E}" type="presOf" srcId="{2617322F-2271-4923-A949-F4F2AD67F4B9}" destId="{4E0D17F0-DFE5-46D4-99A4-FC10F9F41C82}" srcOrd="0" destOrd="0" presId="urn:microsoft.com/office/officeart/2008/layout/NameandTitleOrganizationalChart"/>
    <dgm:cxn modelId="{5F5534A0-E0B8-4C48-BCD5-6344482C496B}" srcId="{5C0B7768-3DA8-48E5-B3ED-43272A893636}" destId="{5A054063-19E0-4906-BB5E-E3473DF7D5E9}" srcOrd="3" destOrd="0" parTransId="{ABEF2FB9-334D-4DC9-A481-8EE62003E289}" sibTransId="{97BF9741-2AFE-4DF1-9979-37901D7DA4F7}"/>
    <dgm:cxn modelId="{C3D238A4-18D4-4BF3-A532-7C22AD1243CE}" type="presOf" srcId="{A877E16F-7D22-4E9A-B8AD-0E986B9C76CC}" destId="{28FD8E50-439C-4612-9A52-EA300F7E88E5}" srcOrd="1" destOrd="0" presId="urn:microsoft.com/office/officeart/2008/layout/NameandTitleOrganizationalChart"/>
    <dgm:cxn modelId="{90CBD1AA-0F22-4FDC-9683-E3B87E0329D8}" type="presOf" srcId="{46E6C789-2C2D-4141-A748-BED9C2969646}" destId="{DCE3233D-7BF5-44B7-9CD5-AAC0B9246E9D}" srcOrd="1" destOrd="0" presId="urn:microsoft.com/office/officeart/2008/layout/NameandTitleOrganizationalChart"/>
    <dgm:cxn modelId="{D31D18AB-AEB2-4C49-A011-EF14642ABAE5}" srcId="{25F8611F-4C2F-441D-9475-F990764877CA}" destId="{2539F6FB-B5C7-4438-A6C4-980A515F79EE}" srcOrd="3" destOrd="0" parTransId="{95CC2FF4-D83A-4AE8-A73F-B9609BAC62F2}" sibTransId="{A4D7AE01-4B05-47A9-9F28-7A25C97CBA92}"/>
    <dgm:cxn modelId="{0EC6E1AB-F7C0-4F58-A9C6-309F37CA5D42}" type="presOf" srcId="{8995A4F2-37B0-4DC4-9412-905B651BCA3D}" destId="{D82636D8-B1DC-4406-AABC-442F879F5FC7}" srcOrd="0" destOrd="0" presId="urn:microsoft.com/office/officeart/2008/layout/NameandTitleOrganizationalChart"/>
    <dgm:cxn modelId="{BDA271B1-E6AD-4CD3-B535-0F253A3AE7D1}" type="presOf" srcId="{E324D99F-8805-4CC4-9CAC-90676FC72132}" destId="{E4B82621-AD39-4771-956A-F64A86FA00D4}" srcOrd="0" destOrd="0" presId="urn:microsoft.com/office/officeart/2008/layout/NameandTitleOrganizationalChart"/>
    <dgm:cxn modelId="{A6318EB1-5D57-40BB-8433-0F5FF60E614C}" type="presOf" srcId="{F9927004-1C91-47AA-8903-431E509D7005}" destId="{57F50B4D-4AD0-4573-9E12-1F9CA0B00EBF}" srcOrd="1" destOrd="0" presId="urn:microsoft.com/office/officeart/2008/layout/NameandTitleOrganizationalChart"/>
    <dgm:cxn modelId="{9FD694B2-809A-43B3-9F41-23174031E1AE}" type="presOf" srcId="{47973305-3EEF-40A5-9119-870E67C6CCE8}" destId="{37374EBC-3F60-4997-8E7B-82F2F30BA21F}" srcOrd="0" destOrd="0" presId="urn:microsoft.com/office/officeart/2008/layout/NameandTitleOrganizationalChart"/>
    <dgm:cxn modelId="{5F2B5FB4-781C-41DB-9084-7E15905B4DA4}" type="presOf" srcId="{9A3196C0-9D49-49B0-B933-1D0881DA4660}" destId="{741A6506-D4F8-4478-A235-0473A949850B}" srcOrd="0" destOrd="0" presId="urn:microsoft.com/office/officeart/2008/layout/NameandTitleOrganizationalChart"/>
    <dgm:cxn modelId="{A65E29B6-0A13-4CE2-8B8F-D7AAE8CB8485}" srcId="{25F8611F-4C2F-441D-9475-F990764877CA}" destId="{AA9B4672-AC78-457A-ADAE-72A560D878D0}" srcOrd="0" destOrd="0" parTransId="{6CB40D7E-4B35-46FE-99E9-C906B78FA844}" sibTransId="{690AF4F2-8088-40A1-ADE0-118CADC39BDF}"/>
    <dgm:cxn modelId="{986017C0-36ED-47C6-9609-520244DF8576}" type="presOf" srcId="{ABEF2FB9-334D-4DC9-A481-8EE62003E289}" destId="{0F90FEF9-3A5E-434F-B288-4D27429DA447}" srcOrd="0" destOrd="0" presId="urn:microsoft.com/office/officeart/2008/layout/NameandTitleOrganizationalChart"/>
    <dgm:cxn modelId="{B9AA5DC2-9E19-45BC-A708-CEC1233EDBAD}" type="presOf" srcId="{5A054063-19E0-4906-BB5E-E3473DF7D5E9}" destId="{C7B00372-24A1-44F1-A7C9-CB5364CE04E1}" srcOrd="0" destOrd="0" presId="urn:microsoft.com/office/officeart/2008/layout/NameandTitleOrganizationalChart"/>
    <dgm:cxn modelId="{FD9528C8-2C26-48DF-A60A-ABD460B66389}" type="presOf" srcId="{6814A8EC-7EB9-4308-A0D1-82AD37D44540}" destId="{1E05B7C6-2138-4634-BD6C-31FD0764C905}" srcOrd="1" destOrd="0" presId="urn:microsoft.com/office/officeart/2008/layout/NameandTitleOrganizationalChart"/>
    <dgm:cxn modelId="{BE141ECC-9C1B-4199-AF82-9E74F0D183C6}" type="presOf" srcId="{2539F6FB-B5C7-4438-A6C4-980A515F79EE}" destId="{AB94DCCA-042A-4352-A21F-55789E39FB64}" srcOrd="0" destOrd="0" presId="urn:microsoft.com/office/officeart/2008/layout/NameandTitleOrganizationalChart"/>
    <dgm:cxn modelId="{33B1AACC-A379-45C8-B9DF-7BC9304EDB0A}" type="presOf" srcId="{95CC2FF4-D83A-4AE8-A73F-B9609BAC62F2}" destId="{DAF0A009-B0DD-4B97-82E5-19C35D55C2F6}" srcOrd="0" destOrd="0" presId="urn:microsoft.com/office/officeart/2008/layout/NameandTitleOrganizationalChart"/>
    <dgm:cxn modelId="{909EB2CE-644A-4A4F-A8E1-CB126DAAE447}" type="presOf" srcId="{AA9B4672-AC78-457A-ADAE-72A560D878D0}" destId="{E1C6C88E-AF10-4051-945E-F6C8146D8942}" srcOrd="0" destOrd="0" presId="urn:microsoft.com/office/officeart/2008/layout/NameandTitleOrganizationalChart"/>
    <dgm:cxn modelId="{F5D331CF-0053-467B-9EA3-0DD100DE27D4}" type="presOf" srcId="{9D46EB80-606E-4705-8B67-F9971D0B93A9}" destId="{033531E5-7DB7-4452-9CD8-B8E6729EBC74}" srcOrd="0" destOrd="0" presId="urn:microsoft.com/office/officeart/2008/layout/NameandTitleOrganizationalChart"/>
    <dgm:cxn modelId="{26D761CF-2FC2-4287-B614-050CEF8F170B}" srcId="{25F8611F-4C2F-441D-9475-F990764877CA}" destId="{E324D99F-8805-4CC4-9CAC-90676FC72132}" srcOrd="6" destOrd="0" parTransId="{3D83BDBA-549C-48BA-B1AB-391BCC95F3F9}" sibTransId="{7E2A7ED5-D7EB-4E23-8505-398354C3A134}"/>
    <dgm:cxn modelId="{92BCB1D8-1B01-45C0-9D61-D1AEA7B4C83D}" type="presOf" srcId="{AA9B4672-AC78-457A-ADAE-72A560D878D0}" destId="{A5770C8F-6477-45FF-9CCD-E620ECC8BBCF}" srcOrd="1" destOrd="0" presId="urn:microsoft.com/office/officeart/2008/layout/NameandTitleOrganizationalChart"/>
    <dgm:cxn modelId="{982D50DA-9033-4924-86D6-9B2FEF8C81B0}" type="presOf" srcId="{3AD85D81-5128-4A2F-B356-058E288FFA2B}" destId="{2E88E39E-41C3-44E4-8ED5-4A1AFBBA3952}" srcOrd="1" destOrd="0" presId="urn:microsoft.com/office/officeart/2008/layout/NameandTitleOrganizationalChart"/>
    <dgm:cxn modelId="{506653DC-A975-48C7-BA09-F6BD5C8F5FA1}" srcId="{25F8611F-4C2F-441D-9475-F990764877CA}" destId="{46E6C789-2C2D-4141-A748-BED9C2969646}" srcOrd="2" destOrd="0" parTransId="{051A15F3-833E-499D-9EC3-1D20DB6EEDF3}" sibTransId="{8F8BFCFC-C91E-4570-AD75-85DBFB489413}"/>
    <dgm:cxn modelId="{1BDBE7E5-4CE3-4171-BFEC-D943B3939BC1}" type="presOf" srcId="{E324D99F-8805-4CC4-9CAC-90676FC72132}" destId="{6BD93043-6875-47F5-A4D0-186BA3C6BEFA}" srcOrd="1" destOrd="0" presId="urn:microsoft.com/office/officeart/2008/layout/NameandTitleOrganizationalChart"/>
    <dgm:cxn modelId="{853E3BEA-DF78-408B-8803-F173856CDE92}" type="presOf" srcId="{F9927004-1C91-47AA-8903-431E509D7005}" destId="{00D70C1F-1508-4194-896D-1F6E1E6057F2}" srcOrd="0" destOrd="0" presId="urn:microsoft.com/office/officeart/2008/layout/NameandTitleOrganizationalChart"/>
    <dgm:cxn modelId="{296E40F0-EC20-41E4-9605-FE01B7E0198E}" type="presOf" srcId="{5C0B7768-3DA8-48E5-B3ED-43272A893636}" destId="{D0AC032A-FFEF-4952-9741-CE8EE9C6B994}" srcOrd="0" destOrd="0" presId="urn:microsoft.com/office/officeart/2008/layout/NameandTitleOrganizationalChart"/>
    <dgm:cxn modelId="{093FCEF2-D497-481F-828D-DFFEA76613A8}" type="presOf" srcId="{8F8BFCFC-C91E-4570-AD75-85DBFB489413}" destId="{E745C053-D5B7-4E4B-8248-9CDE5F547DF5}" srcOrd="0" destOrd="0" presId="urn:microsoft.com/office/officeart/2008/layout/NameandTitleOrganizationalChart"/>
    <dgm:cxn modelId="{BAE6D8F3-14F2-4257-BD94-DD38E1D8B2FF}" type="presOf" srcId="{5C0B7768-3DA8-48E5-B3ED-43272A893636}" destId="{A69C4B2E-7C98-422A-8CDF-B558FA71A48E}" srcOrd="1" destOrd="0" presId="urn:microsoft.com/office/officeart/2008/layout/NameandTitleOrganizationalChart"/>
    <dgm:cxn modelId="{EC01E5F3-3CEE-47FA-9A11-3C5F92AC3BF4}" type="presOf" srcId="{46E6C789-2C2D-4141-A748-BED9C2969646}" destId="{B0FA1687-97AC-4F54-A53B-EF14DDAB9D7B}" srcOrd="0" destOrd="0" presId="urn:microsoft.com/office/officeart/2008/layout/NameandTitleOrganizationalChart"/>
    <dgm:cxn modelId="{71D948FC-43E6-4ACE-B5F6-00DDABFEFD68}" type="presOf" srcId="{042A054F-1262-47ED-8159-A9A6FD15AC99}" destId="{C3421C0F-5BC5-4AA1-AE7D-02961117B5E7}" srcOrd="0" destOrd="0" presId="urn:microsoft.com/office/officeart/2008/layout/NameandTitleOrganizationalChart"/>
    <dgm:cxn modelId="{FC10E8FC-46AB-45C0-B974-60F059ABCADE}" type="presOf" srcId="{7E2A7ED5-D7EB-4E23-8505-398354C3A134}" destId="{BD56AB32-F1CE-44A5-A45F-547131FAF691}" srcOrd="0" destOrd="0" presId="urn:microsoft.com/office/officeart/2008/layout/NameandTitleOrganizationalChart"/>
    <dgm:cxn modelId="{BADE08FD-395E-4F72-90AF-3AB78221EF53}" type="presOf" srcId="{25F8611F-4C2F-441D-9475-F990764877CA}" destId="{2C3A0E72-0FCD-4E5B-89DC-42AA0F803B70}" srcOrd="1" destOrd="0" presId="urn:microsoft.com/office/officeart/2008/layout/NameandTitleOrganizationalChart"/>
    <dgm:cxn modelId="{823A2D25-24F1-4DB5-BDB1-BAB049959809}" type="presParOf" srcId="{37374EBC-3F60-4997-8E7B-82F2F30BA21F}" destId="{0193D1F0-B5A2-4960-AD4D-14656F84EC30}" srcOrd="0" destOrd="0" presId="urn:microsoft.com/office/officeart/2008/layout/NameandTitleOrganizationalChart"/>
    <dgm:cxn modelId="{75F53C1B-64A9-4E0A-80D4-ACB9A5065345}" type="presParOf" srcId="{0193D1F0-B5A2-4960-AD4D-14656F84EC30}" destId="{D75EA627-EBA2-4B39-95A5-9E1E30F312CC}" srcOrd="0" destOrd="0" presId="urn:microsoft.com/office/officeart/2008/layout/NameandTitleOrganizationalChart"/>
    <dgm:cxn modelId="{7F382399-2E25-47E7-9A15-192C74CF8DEE}" type="presParOf" srcId="{D75EA627-EBA2-4B39-95A5-9E1E30F312CC}" destId="{7CBE7C33-15FC-450C-93D3-3AF874D3C147}" srcOrd="0" destOrd="0" presId="urn:microsoft.com/office/officeart/2008/layout/NameandTitleOrganizationalChart"/>
    <dgm:cxn modelId="{8959587B-C65D-4764-A02B-53C31293A2CC}" type="presParOf" srcId="{D75EA627-EBA2-4B39-95A5-9E1E30F312CC}" destId="{D82636D8-B1DC-4406-AABC-442F879F5FC7}" srcOrd="1" destOrd="0" presId="urn:microsoft.com/office/officeart/2008/layout/NameandTitleOrganizationalChart"/>
    <dgm:cxn modelId="{7846EA30-C12B-48FE-956B-F2C2750548BD}" type="presParOf" srcId="{D75EA627-EBA2-4B39-95A5-9E1E30F312CC}" destId="{2C3A0E72-0FCD-4E5B-89DC-42AA0F803B70}" srcOrd="2" destOrd="0" presId="urn:microsoft.com/office/officeart/2008/layout/NameandTitleOrganizationalChart"/>
    <dgm:cxn modelId="{3466A20F-2C4A-47E4-8494-98380E1B7278}" type="presParOf" srcId="{0193D1F0-B5A2-4960-AD4D-14656F84EC30}" destId="{5CDC07B9-95A0-4A2F-923B-F055D85E7A28}" srcOrd="1" destOrd="0" presId="urn:microsoft.com/office/officeart/2008/layout/NameandTitleOrganizationalChart"/>
    <dgm:cxn modelId="{E2E1BA47-9477-4065-A227-AB44ABD57AC7}" type="presParOf" srcId="{5CDC07B9-95A0-4A2F-923B-F055D85E7A28}" destId="{9AFD39C0-11EF-45FD-AC37-BB1D282BB3DD}" srcOrd="0" destOrd="0" presId="urn:microsoft.com/office/officeart/2008/layout/NameandTitleOrganizationalChart"/>
    <dgm:cxn modelId="{2061B13D-51AF-4D7F-AF7C-DC8E71BCA595}" type="presParOf" srcId="{5CDC07B9-95A0-4A2F-923B-F055D85E7A28}" destId="{1A9A9E9F-0D0E-4365-A8CB-BDB965E0CC8D}" srcOrd="1" destOrd="0" presId="urn:microsoft.com/office/officeart/2008/layout/NameandTitleOrganizationalChart"/>
    <dgm:cxn modelId="{DF91466F-D58F-4967-9B65-4DF107017733}" type="presParOf" srcId="{1A9A9E9F-0D0E-4365-A8CB-BDB965E0CC8D}" destId="{558FDCED-1AAF-4BE7-83F9-0DE3C3C8B03D}" srcOrd="0" destOrd="0" presId="urn:microsoft.com/office/officeart/2008/layout/NameandTitleOrganizationalChart"/>
    <dgm:cxn modelId="{C95144CA-04C9-4C79-B424-5770431F01C6}" type="presParOf" srcId="{558FDCED-1AAF-4BE7-83F9-0DE3C3C8B03D}" destId="{E1C6C88E-AF10-4051-945E-F6C8146D8942}" srcOrd="0" destOrd="0" presId="urn:microsoft.com/office/officeart/2008/layout/NameandTitleOrganizationalChart"/>
    <dgm:cxn modelId="{038D4507-C7EE-4EF7-8151-DB45C68F9366}" type="presParOf" srcId="{558FDCED-1AAF-4BE7-83F9-0DE3C3C8B03D}" destId="{EA4AFFD7-CC3C-4A83-8EB2-692E61D0E836}" srcOrd="1" destOrd="0" presId="urn:microsoft.com/office/officeart/2008/layout/NameandTitleOrganizationalChart"/>
    <dgm:cxn modelId="{E6D49F32-7056-48D7-980B-67A2F76D24C9}" type="presParOf" srcId="{558FDCED-1AAF-4BE7-83F9-0DE3C3C8B03D}" destId="{A5770C8F-6477-45FF-9CCD-E620ECC8BBCF}" srcOrd="2" destOrd="0" presId="urn:microsoft.com/office/officeart/2008/layout/NameandTitleOrganizationalChart"/>
    <dgm:cxn modelId="{7971F494-621B-4320-827D-C03403AA49B4}" type="presParOf" srcId="{1A9A9E9F-0D0E-4365-A8CB-BDB965E0CC8D}" destId="{EB7A93F8-9FAE-46D1-97CE-7529520D1807}" srcOrd="1" destOrd="0" presId="urn:microsoft.com/office/officeart/2008/layout/NameandTitleOrganizationalChart"/>
    <dgm:cxn modelId="{D04558FF-4573-4DEB-9857-8F11D32819FB}" type="presParOf" srcId="{1A9A9E9F-0D0E-4365-A8CB-BDB965E0CC8D}" destId="{32D2B209-3D99-49C5-BADF-6BE3268A5905}" srcOrd="2" destOrd="0" presId="urn:microsoft.com/office/officeart/2008/layout/NameandTitleOrganizationalChart"/>
    <dgm:cxn modelId="{8B59D60A-393E-4B31-BB34-93D51A58F5EC}" type="presParOf" srcId="{5CDC07B9-95A0-4A2F-923B-F055D85E7A28}" destId="{0E339250-E75C-4FEA-9B4D-137F3F9D3916}" srcOrd="2" destOrd="0" presId="urn:microsoft.com/office/officeart/2008/layout/NameandTitleOrganizationalChart"/>
    <dgm:cxn modelId="{5592E036-F7EE-4B4A-A93A-435F0C642BCB}" type="presParOf" srcId="{5CDC07B9-95A0-4A2F-923B-F055D85E7A28}" destId="{51BF25F2-A776-49B4-92ED-D5C6A8F9A22A}" srcOrd="3" destOrd="0" presId="urn:microsoft.com/office/officeart/2008/layout/NameandTitleOrganizationalChart"/>
    <dgm:cxn modelId="{B0090D2D-17B4-4603-83C8-55EF4A2EBAB7}" type="presParOf" srcId="{51BF25F2-A776-49B4-92ED-D5C6A8F9A22A}" destId="{283E5448-E626-4D36-BA5F-AA6424C8DF01}" srcOrd="0" destOrd="0" presId="urn:microsoft.com/office/officeart/2008/layout/NameandTitleOrganizationalChart"/>
    <dgm:cxn modelId="{2633DB97-F19D-4B4B-8281-12B1189F0ADC}" type="presParOf" srcId="{283E5448-E626-4D36-BA5F-AA6424C8DF01}" destId="{BB3C49F9-CDE4-49AA-A75C-B31A075A37AB}" srcOrd="0" destOrd="0" presId="urn:microsoft.com/office/officeart/2008/layout/NameandTitleOrganizationalChart"/>
    <dgm:cxn modelId="{3DD9E4B9-6058-46EB-921F-1FF5515881FA}" type="presParOf" srcId="{283E5448-E626-4D36-BA5F-AA6424C8DF01}" destId="{741A6506-D4F8-4478-A235-0473A949850B}" srcOrd="1" destOrd="0" presId="urn:microsoft.com/office/officeart/2008/layout/NameandTitleOrganizationalChart"/>
    <dgm:cxn modelId="{C3BA15BE-D8FD-4DCE-9DB1-82C38CE9A5DF}" type="presParOf" srcId="{283E5448-E626-4D36-BA5F-AA6424C8DF01}" destId="{2E88E39E-41C3-44E4-8ED5-4A1AFBBA3952}" srcOrd="2" destOrd="0" presId="urn:microsoft.com/office/officeart/2008/layout/NameandTitleOrganizationalChart"/>
    <dgm:cxn modelId="{CFB17C00-2B7C-437B-A776-B1E51F8AB1FA}" type="presParOf" srcId="{51BF25F2-A776-49B4-92ED-D5C6A8F9A22A}" destId="{6BC5420D-F5F9-4391-A094-358ECBB312C6}" srcOrd="1" destOrd="0" presId="urn:microsoft.com/office/officeart/2008/layout/NameandTitleOrganizationalChart"/>
    <dgm:cxn modelId="{90F54C2E-7BD3-42F8-A5E1-81460F66BBD5}" type="presParOf" srcId="{51BF25F2-A776-49B4-92ED-D5C6A8F9A22A}" destId="{4BBDB063-02F7-43AB-8F76-998CCA4737B1}" srcOrd="2" destOrd="0" presId="urn:microsoft.com/office/officeart/2008/layout/NameandTitleOrganizationalChart"/>
    <dgm:cxn modelId="{05B8A0C4-A6AB-44F3-A4A1-A4BDA8CB7170}" type="presParOf" srcId="{5CDC07B9-95A0-4A2F-923B-F055D85E7A28}" destId="{32EDF5AD-2515-4CB2-9D17-151D1EC9CF2B}" srcOrd="4" destOrd="0" presId="urn:microsoft.com/office/officeart/2008/layout/NameandTitleOrganizationalChart"/>
    <dgm:cxn modelId="{AF218C69-1428-4A77-8B4F-FED707EB3575}" type="presParOf" srcId="{5CDC07B9-95A0-4A2F-923B-F055D85E7A28}" destId="{50671A68-9B27-416F-A8E6-87BAEC869C16}" srcOrd="5" destOrd="0" presId="urn:microsoft.com/office/officeart/2008/layout/NameandTitleOrganizationalChart"/>
    <dgm:cxn modelId="{13C76566-B1C1-48BF-AA4B-E57AFD530FC2}" type="presParOf" srcId="{50671A68-9B27-416F-A8E6-87BAEC869C16}" destId="{8E617BB4-3F41-4147-89AF-EB424656CC2E}" srcOrd="0" destOrd="0" presId="urn:microsoft.com/office/officeart/2008/layout/NameandTitleOrganizationalChart"/>
    <dgm:cxn modelId="{E1A7A28C-2980-4517-8B2B-2DA1B2BDABC8}" type="presParOf" srcId="{8E617BB4-3F41-4147-89AF-EB424656CC2E}" destId="{B0FA1687-97AC-4F54-A53B-EF14DDAB9D7B}" srcOrd="0" destOrd="0" presId="urn:microsoft.com/office/officeart/2008/layout/NameandTitleOrganizationalChart"/>
    <dgm:cxn modelId="{91270A62-A6FD-4AC5-9889-633DA36B1DFA}" type="presParOf" srcId="{8E617BB4-3F41-4147-89AF-EB424656CC2E}" destId="{E745C053-D5B7-4E4B-8248-9CDE5F547DF5}" srcOrd="1" destOrd="0" presId="urn:microsoft.com/office/officeart/2008/layout/NameandTitleOrganizationalChart"/>
    <dgm:cxn modelId="{0BD22359-64B0-4B97-ABB2-40BC3677BB02}" type="presParOf" srcId="{8E617BB4-3F41-4147-89AF-EB424656CC2E}" destId="{DCE3233D-7BF5-44B7-9CD5-AAC0B9246E9D}" srcOrd="2" destOrd="0" presId="urn:microsoft.com/office/officeart/2008/layout/NameandTitleOrganizationalChart"/>
    <dgm:cxn modelId="{D48F9627-6132-402E-8691-79083E995C7C}" type="presParOf" srcId="{50671A68-9B27-416F-A8E6-87BAEC869C16}" destId="{F7076627-E35C-40FF-BDC5-98BD24DC80BE}" srcOrd="1" destOrd="0" presId="urn:microsoft.com/office/officeart/2008/layout/NameandTitleOrganizationalChart"/>
    <dgm:cxn modelId="{9B599B4B-94B9-42D0-A1F7-58225B3FDF8E}" type="presParOf" srcId="{50671A68-9B27-416F-A8E6-87BAEC869C16}" destId="{B69F089D-7FB0-4A21-A862-D35799B68B86}" srcOrd="2" destOrd="0" presId="urn:microsoft.com/office/officeart/2008/layout/NameandTitleOrganizationalChart"/>
    <dgm:cxn modelId="{14404845-D7A6-4A73-B069-80CC4803EAD2}" type="presParOf" srcId="{5CDC07B9-95A0-4A2F-923B-F055D85E7A28}" destId="{DAF0A009-B0DD-4B97-82E5-19C35D55C2F6}" srcOrd="6" destOrd="0" presId="urn:microsoft.com/office/officeart/2008/layout/NameandTitleOrganizationalChart"/>
    <dgm:cxn modelId="{63D34D78-BD1F-45F3-B55F-D038B129F390}" type="presParOf" srcId="{5CDC07B9-95A0-4A2F-923B-F055D85E7A28}" destId="{1B9E9C33-5CD3-4270-9A6B-95AE02141686}" srcOrd="7" destOrd="0" presId="urn:microsoft.com/office/officeart/2008/layout/NameandTitleOrganizationalChart"/>
    <dgm:cxn modelId="{B15A5C61-F7F2-4479-A455-DF80FE074676}" type="presParOf" srcId="{1B9E9C33-5CD3-4270-9A6B-95AE02141686}" destId="{C65CB46D-450D-48A7-B79B-795AD9D3D9FE}" srcOrd="0" destOrd="0" presId="urn:microsoft.com/office/officeart/2008/layout/NameandTitleOrganizationalChart"/>
    <dgm:cxn modelId="{B79EE760-3321-4057-832A-CFD67F0840D5}" type="presParOf" srcId="{C65CB46D-450D-48A7-B79B-795AD9D3D9FE}" destId="{AB94DCCA-042A-4352-A21F-55789E39FB64}" srcOrd="0" destOrd="0" presId="urn:microsoft.com/office/officeart/2008/layout/NameandTitleOrganizationalChart"/>
    <dgm:cxn modelId="{99C3E1D4-E5CD-44D1-AEFA-8A17DB2379C4}" type="presParOf" srcId="{C65CB46D-450D-48A7-B79B-795AD9D3D9FE}" destId="{FD42B869-27B6-46FD-8C23-BD4B6FC2EE1A}" srcOrd="1" destOrd="0" presId="urn:microsoft.com/office/officeart/2008/layout/NameandTitleOrganizationalChart"/>
    <dgm:cxn modelId="{FCE59EAD-DCB5-4090-B614-C26B9B48772E}" type="presParOf" srcId="{C65CB46D-450D-48A7-B79B-795AD9D3D9FE}" destId="{6DEBE43F-2C47-4537-B8CF-9529564CA5A8}" srcOrd="2" destOrd="0" presId="urn:microsoft.com/office/officeart/2008/layout/NameandTitleOrganizationalChart"/>
    <dgm:cxn modelId="{4C7ACF19-969C-44EA-ADFF-9793EC9D195E}" type="presParOf" srcId="{1B9E9C33-5CD3-4270-9A6B-95AE02141686}" destId="{F612FB21-2A94-4FD8-9E03-27D0BF5CABDC}" srcOrd="1" destOrd="0" presId="urn:microsoft.com/office/officeart/2008/layout/NameandTitleOrganizationalChart"/>
    <dgm:cxn modelId="{EE5738A3-5759-47A8-BAFD-A23CBFBEFA8E}" type="presParOf" srcId="{1B9E9C33-5CD3-4270-9A6B-95AE02141686}" destId="{60249233-FF85-4A91-BD55-EAD3304F8C1E}" srcOrd="2" destOrd="0" presId="urn:microsoft.com/office/officeart/2008/layout/NameandTitleOrganizationalChart"/>
    <dgm:cxn modelId="{6D995E84-F8A2-41CD-8C5A-4B1B5BA035FA}" type="presParOf" srcId="{5CDC07B9-95A0-4A2F-923B-F055D85E7A28}" destId="{63D54B43-FAC2-4617-8E1F-E87B5C5B5AC5}" srcOrd="8" destOrd="0" presId="urn:microsoft.com/office/officeart/2008/layout/NameandTitleOrganizationalChart"/>
    <dgm:cxn modelId="{955D1F4C-029D-4843-9EE0-2356CD602C02}" type="presParOf" srcId="{5CDC07B9-95A0-4A2F-923B-F055D85E7A28}" destId="{E2DD8DA3-BFAD-4985-86BA-44B5F76E655F}" srcOrd="9" destOrd="0" presId="urn:microsoft.com/office/officeart/2008/layout/NameandTitleOrganizationalChart"/>
    <dgm:cxn modelId="{D98DC858-037F-44A6-8EB6-1DDA62B03E0E}" type="presParOf" srcId="{E2DD8DA3-BFAD-4985-86BA-44B5F76E655F}" destId="{292956B1-9515-4BA6-99F1-501A59E086AA}" srcOrd="0" destOrd="0" presId="urn:microsoft.com/office/officeart/2008/layout/NameandTitleOrganizationalChart"/>
    <dgm:cxn modelId="{B38ECDB4-8C47-4671-9C20-D9168CD19E3F}" type="presParOf" srcId="{292956B1-9515-4BA6-99F1-501A59E086AA}" destId="{033531E5-7DB7-4452-9CD8-B8E6729EBC74}" srcOrd="0" destOrd="0" presId="urn:microsoft.com/office/officeart/2008/layout/NameandTitleOrganizationalChart"/>
    <dgm:cxn modelId="{ECE90687-2872-489C-90D0-944AAF72B325}" type="presParOf" srcId="{292956B1-9515-4BA6-99F1-501A59E086AA}" destId="{05D58147-C406-4968-9C32-1342D4BB97EF}" srcOrd="1" destOrd="0" presId="urn:microsoft.com/office/officeart/2008/layout/NameandTitleOrganizationalChart"/>
    <dgm:cxn modelId="{07E6D2FC-6413-40E1-910D-71BBC632E906}" type="presParOf" srcId="{292956B1-9515-4BA6-99F1-501A59E086AA}" destId="{029C9188-128E-480F-B495-4EA937BFB8CB}" srcOrd="2" destOrd="0" presId="urn:microsoft.com/office/officeart/2008/layout/NameandTitleOrganizationalChart"/>
    <dgm:cxn modelId="{15246A26-05E8-49AE-91E6-7DC9352C0599}" type="presParOf" srcId="{E2DD8DA3-BFAD-4985-86BA-44B5F76E655F}" destId="{71E08EB3-93A1-4065-9699-0A9551F3887B}" srcOrd="1" destOrd="0" presId="urn:microsoft.com/office/officeart/2008/layout/NameandTitleOrganizationalChart"/>
    <dgm:cxn modelId="{99CD7B3B-0367-499F-94C9-2A667151ACD8}" type="presParOf" srcId="{E2DD8DA3-BFAD-4985-86BA-44B5F76E655F}" destId="{44CBD899-97C7-4A34-8509-2DF1DDCD4DE6}" srcOrd="2" destOrd="0" presId="urn:microsoft.com/office/officeart/2008/layout/NameandTitleOrganizationalChart"/>
    <dgm:cxn modelId="{35F6343C-7F79-4EB3-8501-2CB7E7B3EA3D}" type="presParOf" srcId="{5CDC07B9-95A0-4A2F-923B-F055D85E7A28}" destId="{210DFE1D-1466-460F-917D-620352BED2C1}" srcOrd="10" destOrd="0" presId="urn:microsoft.com/office/officeart/2008/layout/NameandTitleOrganizationalChart"/>
    <dgm:cxn modelId="{C362F042-5637-48F5-B3AB-C2CE29751BF6}" type="presParOf" srcId="{5CDC07B9-95A0-4A2F-923B-F055D85E7A28}" destId="{3BF78F26-168D-4EE9-92C7-9368F89A11AF}" srcOrd="11" destOrd="0" presId="urn:microsoft.com/office/officeart/2008/layout/NameandTitleOrganizationalChart"/>
    <dgm:cxn modelId="{0349413B-2297-43A1-B4D6-042894B11AC8}" type="presParOf" srcId="{3BF78F26-168D-4EE9-92C7-9368F89A11AF}" destId="{A381404B-768B-4553-9117-4E8275751723}" srcOrd="0" destOrd="0" presId="urn:microsoft.com/office/officeart/2008/layout/NameandTitleOrganizationalChart"/>
    <dgm:cxn modelId="{2DD2F201-2143-42B9-9314-80D0B1CEF12B}" type="presParOf" srcId="{A381404B-768B-4553-9117-4E8275751723}" destId="{02449A9D-0891-4399-8ADE-55B5618E2A19}" srcOrd="0" destOrd="0" presId="urn:microsoft.com/office/officeart/2008/layout/NameandTitleOrganizationalChart"/>
    <dgm:cxn modelId="{9E5D37C1-0012-4F5C-A734-F30370375072}" type="presParOf" srcId="{A381404B-768B-4553-9117-4E8275751723}" destId="{517FF201-D162-4A2B-8515-18C7B5E8B801}" srcOrd="1" destOrd="0" presId="urn:microsoft.com/office/officeart/2008/layout/NameandTitleOrganizationalChart"/>
    <dgm:cxn modelId="{329F9A00-CC1C-42C5-B3CD-BD685CBD8A64}" type="presParOf" srcId="{A381404B-768B-4553-9117-4E8275751723}" destId="{1E05B7C6-2138-4634-BD6C-31FD0764C905}" srcOrd="2" destOrd="0" presId="urn:microsoft.com/office/officeart/2008/layout/NameandTitleOrganizationalChart"/>
    <dgm:cxn modelId="{9A3699E0-C3F4-496C-AC9F-B2282AD8D13B}" type="presParOf" srcId="{3BF78F26-168D-4EE9-92C7-9368F89A11AF}" destId="{588CB1BC-81A5-4637-B1CF-41DB3E4099D3}" srcOrd="1" destOrd="0" presId="urn:microsoft.com/office/officeart/2008/layout/NameandTitleOrganizationalChart"/>
    <dgm:cxn modelId="{B27FAFFF-889E-420C-BF5D-5AC888C704EA}" type="presParOf" srcId="{3BF78F26-168D-4EE9-92C7-9368F89A11AF}" destId="{9908ECFA-2168-4192-867C-04C8A93F91A2}" srcOrd="2" destOrd="0" presId="urn:microsoft.com/office/officeart/2008/layout/NameandTitleOrganizationalChart"/>
    <dgm:cxn modelId="{7D650882-3991-4754-A00A-61CB36C13B11}" type="presParOf" srcId="{5CDC07B9-95A0-4A2F-923B-F055D85E7A28}" destId="{78FD1875-1B2C-4B74-A11E-3AB0C46084A5}" srcOrd="12" destOrd="0" presId="urn:microsoft.com/office/officeart/2008/layout/NameandTitleOrganizationalChart"/>
    <dgm:cxn modelId="{BDA675CA-C36E-4987-9E1B-403856D108A7}" type="presParOf" srcId="{5CDC07B9-95A0-4A2F-923B-F055D85E7A28}" destId="{AF48BC1D-15E3-41B4-AF43-53E06BECE9CC}" srcOrd="13" destOrd="0" presId="urn:microsoft.com/office/officeart/2008/layout/NameandTitleOrganizationalChart"/>
    <dgm:cxn modelId="{C0C77968-691F-44CF-B1A5-828E52C83751}" type="presParOf" srcId="{AF48BC1D-15E3-41B4-AF43-53E06BECE9CC}" destId="{0BDA5EE9-2B79-40C2-8D77-7FBC5DFC3CE7}" srcOrd="0" destOrd="0" presId="urn:microsoft.com/office/officeart/2008/layout/NameandTitleOrganizationalChart"/>
    <dgm:cxn modelId="{D74FE56E-505A-46DE-8C52-113B8E5F7544}" type="presParOf" srcId="{0BDA5EE9-2B79-40C2-8D77-7FBC5DFC3CE7}" destId="{E4B82621-AD39-4771-956A-F64A86FA00D4}" srcOrd="0" destOrd="0" presId="urn:microsoft.com/office/officeart/2008/layout/NameandTitleOrganizationalChart"/>
    <dgm:cxn modelId="{CC5D0B1C-C4A7-4C85-9AFB-51FCA9DF24FD}" type="presParOf" srcId="{0BDA5EE9-2B79-40C2-8D77-7FBC5DFC3CE7}" destId="{BD56AB32-F1CE-44A5-A45F-547131FAF691}" srcOrd="1" destOrd="0" presId="urn:microsoft.com/office/officeart/2008/layout/NameandTitleOrganizationalChart"/>
    <dgm:cxn modelId="{1C8DA2A2-E1BF-42A4-834F-62FC870676C7}" type="presParOf" srcId="{0BDA5EE9-2B79-40C2-8D77-7FBC5DFC3CE7}" destId="{6BD93043-6875-47F5-A4D0-186BA3C6BEFA}" srcOrd="2" destOrd="0" presId="urn:microsoft.com/office/officeart/2008/layout/NameandTitleOrganizationalChart"/>
    <dgm:cxn modelId="{06C39D8F-FDE7-4303-9AF2-243AF4DD46D3}" type="presParOf" srcId="{AF48BC1D-15E3-41B4-AF43-53E06BECE9CC}" destId="{35574CB6-1D6E-4C71-BC83-959B3CA28A29}" srcOrd="1" destOrd="0" presId="urn:microsoft.com/office/officeart/2008/layout/NameandTitleOrganizationalChart"/>
    <dgm:cxn modelId="{2BE74EBA-E7D6-446A-84B0-4693A25278D7}" type="presParOf" srcId="{AF48BC1D-15E3-41B4-AF43-53E06BECE9CC}" destId="{313B292B-2FDC-4F92-9BD0-BC83DE36FD39}" srcOrd="2" destOrd="0" presId="urn:microsoft.com/office/officeart/2008/layout/NameandTitleOrganizationalChart"/>
    <dgm:cxn modelId="{686B1C0A-714A-41BD-914B-6DA29A7EC7E1}" type="presParOf" srcId="{5CDC07B9-95A0-4A2F-923B-F055D85E7A28}" destId="{4E0D17F0-DFE5-46D4-99A4-FC10F9F41C82}" srcOrd="14" destOrd="0" presId="urn:microsoft.com/office/officeart/2008/layout/NameandTitleOrganizationalChart"/>
    <dgm:cxn modelId="{168B2714-C34B-428F-8D33-438D4413C067}" type="presParOf" srcId="{5CDC07B9-95A0-4A2F-923B-F055D85E7A28}" destId="{3C7D0574-B620-4384-92D4-623BC64C1C74}" srcOrd="15" destOrd="0" presId="urn:microsoft.com/office/officeart/2008/layout/NameandTitleOrganizationalChart"/>
    <dgm:cxn modelId="{E504A9C2-0C30-492E-A261-98E95FED7B44}" type="presParOf" srcId="{3C7D0574-B620-4384-92D4-623BC64C1C74}" destId="{D13535C4-8970-48DD-9780-467ABD23D928}" srcOrd="0" destOrd="0" presId="urn:microsoft.com/office/officeart/2008/layout/NameandTitleOrganizationalChart"/>
    <dgm:cxn modelId="{A29857DE-37CF-445F-8DCC-816233CA70F5}" type="presParOf" srcId="{D13535C4-8970-48DD-9780-467ABD23D928}" destId="{00D70C1F-1508-4194-896D-1F6E1E6057F2}" srcOrd="0" destOrd="0" presId="urn:microsoft.com/office/officeart/2008/layout/NameandTitleOrganizationalChart"/>
    <dgm:cxn modelId="{50B6EB67-EC52-49EE-A516-10A45AB51711}" type="presParOf" srcId="{D13535C4-8970-48DD-9780-467ABD23D928}" destId="{D20259F8-0A2C-4FEE-9EDC-C2019326D91C}" srcOrd="1" destOrd="0" presId="urn:microsoft.com/office/officeart/2008/layout/NameandTitleOrganizationalChart"/>
    <dgm:cxn modelId="{CF4921FC-6742-4206-AD15-145000EF60B2}" type="presParOf" srcId="{D13535C4-8970-48DD-9780-467ABD23D928}" destId="{57F50B4D-4AD0-4573-9E12-1F9CA0B00EBF}" srcOrd="2" destOrd="0" presId="urn:microsoft.com/office/officeart/2008/layout/NameandTitleOrganizationalChart"/>
    <dgm:cxn modelId="{CF2D951A-3AAE-4C75-8155-EBA4677BDEB9}" type="presParOf" srcId="{3C7D0574-B620-4384-92D4-623BC64C1C74}" destId="{7B8E0E56-7645-422B-A99E-B75FEF755F38}" srcOrd="1" destOrd="0" presId="urn:microsoft.com/office/officeart/2008/layout/NameandTitleOrganizationalChart"/>
    <dgm:cxn modelId="{F1A34C89-5000-44AF-B23F-E926F1DF771B}" type="presParOf" srcId="{3C7D0574-B620-4384-92D4-623BC64C1C74}" destId="{BCB21564-F728-4A1A-A55C-79CC5DCB338E}" srcOrd="2" destOrd="0" presId="urn:microsoft.com/office/officeart/2008/layout/NameandTitleOrganizationalChart"/>
    <dgm:cxn modelId="{076EBCB5-0DCE-438A-A3BB-9E663A9775FE}" type="presParOf" srcId="{0193D1F0-B5A2-4960-AD4D-14656F84EC30}" destId="{EB0C3A90-EBA8-47C4-9C3B-F7A04781ECC8}" srcOrd="2" destOrd="0" presId="urn:microsoft.com/office/officeart/2008/layout/NameandTitleOrganizationalChart"/>
    <dgm:cxn modelId="{C45D7A6F-54C1-45A6-8AED-1EBBC42C5673}" type="presParOf" srcId="{37374EBC-3F60-4997-8E7B-82F2F30BA21F}" destId="{B323CC43-DDBA-42BD-9140-32D4E138B36C}" srcOrd="1" destOrd="0" presId="urn:microsoft.com/office/officeart/2008/layout/NameandTitleOrganizationalChart"/>
    <dgm:cxn modelId="{6ED9F90E-1823-4DD6-9CDC-770DD367C523}" type="presParOf" srcId="{B323CC43-DDBA-42BD-9140-32D4E138B36C}" destId="{92A6EE6A-FB0F-4DA5-ABD3-6553DC17D5FA}" srcOrd="0" destOrd="0" presId="urn:microsoft.com/office/officeart/2008/layout/NameandTitleOrganizationalChart"/>
    <dgm:cxn modelId="{CF7A6087-A588-424D-8094-8E6299C2A1CB}" type="presParOf" srcId="{92A6EE6A-FB0F-4DA5-ABD3-6553DC17D5FA}" destId="{D0AC032A-FFEF-4952-9741-CE8EE9C6B994}" srcOrd="0" destOrd="0" presId="urn:microsoft.com/office/officeart/2008/layout/NameandTitleOrganizationalChart"/>
    <dgm:cxn modelId="{AB8C1418-2144-4D51-A04D-5D494E7921D6}" type="presParOf" srcId="{92A6EE6A-FB0F-4DA5-ABD3-6553DC17D5FA}" destId="{C3421C0F-5BC5-4AA1-AE7D-02961117B5E7}" srcOrd="1" destOrd="0" presId="urn:microsoft.com/office/officeart/2008/layout/NameandTitleOrganizationalChart"/>
    <dgm:cxn modelId="{1C4E44FE-0B7C-4966-A4A7-104B3898B720}" type="presParOf" srcId="{92A6EE6A-FB0F-4DA5-ABD3-6553DC17D5FA}" destId="{A69C4B2E-7C98-422A-8CDF-B558FA71A48E}" srcOrd="2" destOrd="0" presId="urn:microsoft.com/office/officeart/2008/layout/NameandTitleOrganizationalChart"/>
    <dgm:cxn modelId="{92A49430-7839-4CAA-A997-52C23A652CE9}" type="presParOf" srcId="{B323CC43-DDBA-42BD-9140-32D4E138B36C}" destId="{FF1B5186-78DD-4020-B34E-CF4FA9B8E10B}" srcOrd="1" destOrd="0" presId="urn:microsoft.com/office/officeart/2008/layout/NameandTitleOrganizationalChart"/>
    <dgm:cxn modelId="{FEA5C476-7BA8-4CEF-8983-83C20D19DAF5}" type="presParOf" srcId="{FF1B5186-78DD-4020-B34E-CF4FA9B8E10B}" destId="{A59C45A1-3A40-4625-A646-1F4BCADB0495}" srcOrd="0" destOrd="0" presId="urn:microsoft.com/office/officeart/2008/layout/NameandTitleOrganizationalChart"/>
    <dgm:cxn modelId="{B3EFBC59-9B24-4499-8791-1F5D6E41134A}" type="presParOf" srcId="{FF1B5186-78DD-4020-B34E-CF4FA9B8E10B}" destId="{B6A49CCE-CB17-41EB-9C17-96CBF2D613FB}" srcOrd="1" destOrd="0" presId="urn:microsoft.com/office/officeart/2008/layout/NameandTitleOrganizationalChart"/>
    <dgm:cxn modelId="{E721C0C9-AC69-487F-A522-DAB772824994}" type="presParOf" srcId="{B6A49CCE-CB17-41EB-9C17-96CBF2D613FB}" destId="{1CE47D89-95BA-49BA-8410-EF655D08BDC4}" srcOrd="0" destOrd="0" presId="urn:microsoft.com/office/officeart/2008/layout/NameandTitleOrganizationalChart"/>
    <dgm:cxn modelId="{2104A43A-6910-40F9-9E72-744B5ED1F9AE}" type="presParOf" srcId="{1CE47D89-95BA-49BA-8410-EF655D08BDC4}" destId="{4FD33184-9FC1-4335-AD57-62F96FEB9C00}" srcOrd="0" destOrd="0" presId="urn:microsoft.com/office/officeart/2008/layout/NameandTitleOrganizationalChart"/>
    <dgm:cxn modelId="{93322B9C-836D-479D-B3C0-0587B57D5B1B}" type="presParOf" srcId="{1CE47D89-95BA-49BA-8410-EF655D08BDC4}" destId="{45563359-C68D-4DAE-84B0-0028033E1244}" srcOrd="1" destOrd="0" presId="urn:microsoft.com/office/officeart/2008/layout/NameandTitleOrganizationalChart"/>
    <dgm:cxn modelId="{7CCC1DCD-740A-418E-8780-2CB84F8AFC47}" type="presParOf" srcId="{1CE47D89-95BA-49BA-8410-EF655D08BDC4}" destId="{4B910D0F-8125-4992-95E1-19725661D825}" srcOrd="2" destOrd="0" presId="urn:microsoft.com/office/officeart/2008/layout/NameandTitleOrganizationalChart"/>
    <dgm:cxn modelId="{8BCB0858-25B5-4051-96CE-CC70A55BA9F0}" type="presParOf" srcId="{B6A49CCE-CB17-41EB-9C17-96CBF2D613FB}" destId="{F508A3A5-6637-458B-BE4B-663334F47FF7}" srcOrd="1" destOrd="0" presId="urn:microsoft.com/office/officeart/2008/layout/NameandTitleOrganizationalChart"/>
    <dgm:cxn modelId="{31718A2E-90AD-42FD-A5C7-FE37BE452F6D}" type="presParOf" srcId="{B6A49CCE-CB17-41EB-9C17-96CBF2D613FB}" destId="{65CF580A-C12B-4656-B13A-DB089A827D37}" srcOrd="2" destOrd="0" presId="urn:microsoft.com/office/officeart/2008/layout/NameandTitleOrganizationalChart"/>
    <dgm:cxn modelId="{6570529A-5355-4A9C-9341-1E140ABC1C63}" type="presParOf" srcId="{FF1B5186-78DD-4020-B34E-CF4FA9B8E10B}" destId="{3EA0E81A-311B-4BE5-B9A1-BED327D03D5E}" srcOrd="2" destOrd="0" presId="urn:microsoft.com/office/officeart/2008/layout/NameandTitleOrganizationalChart"/>
    <dgm:cxn modelId="{B9994CBA-FCC7-4CBB-838B-CD709C4F9C97}" type="presParOf" srcId="{FF1B5186-78DD-4020-B34E-CF4FA9B8E10B}" destId="{E057877A-C307-4E12-A01D-2E774ABF3E4E}" srcOrd="3" destOrd="0" presId="urn:microsoft.com/office/officeart/2008/layout/NameandTitleOrganizationalChart"/>
    <dgm:cxn modelId="{D069AD2B-E09C-4D09-AE49-F4F23820E6DE}" type="presParOf" srcId="{E057877A-C307-4E12-A01D-2E774ABF3E4E}" destId="{45E3D0D2-6C59-4357-B7C0-B822A05647EC}" srcOrd="0" destOrd="0" presId="urn:microsoft.com/office/officeart/2008/layout/NameandTitleOrganizationalChart"/>
    <dgm:cxn modelId="{DA5C1B02-8146-49AC-90CA-5634F276031C}" type="presParOf" srcId="{45E3D0D2-6C59-4357-B7C0-B822A05647EC}" destId="{577B9DD2-2915-4982-A162-F205AFCE31AE}" srcOrd="0" destOrd="0" presId="urn:microsoft.com/office/officeart/2008/layout/NameandTitleOrganizationalChart"/>
    <dgm:cxn modelId="{582E36DC-7B9A-42BE-9955-FC324C47AB87}" type="presParOf" srcId="{45E3D0D2-6C59-4357-B7C0-B822A05647EC}" destId="{66D9DD51-A0A8-43EA-88E1-558722978D84}" srcOrd="1" destOrd="0" presId="urn:microsoft.com/office/officeart/2008/layout/NameandTitleOrganizationalChart"/>
    <dgm:cxn modelId="{75498FE9-6501-497D-B6FA-BE1BD556E395}" type="presParOf" srcId="{45E3D0D2-6C59-4357-B7C0-B822A05647EC}" destId="{D35FDAE8-B608-42D4-8933-335E25D9440C}" srcOrd="2" destOrd="0" presId="urn:microsoft.com/office/officeart/2008/layout/NameandTitleOrganizationalChart"/>
    <dgm:cxn modelId="{A3F82079-8638-47C4-81E7-B952255C53A7}" type="presParOf" srcId="{E057877A-C307-4E12-A01D-2E774ABF3E4E}" destId="{C580246A-8D86-4AC8-B24A-FAC88CE28441}" srcOrd="1" destOrd="0" presId="urn:microsoft.com/office/officeart/2008/layout/NameandTitleOrganizationalChart"/>
    <dgm:cxn modelId="{72359273-2052-4E88-A252-1E825DFD8C16}" type="presParOf" srcId="{E057877A-C307-4E12-A01D-2E774ABF3E4E}" destId="{3963943E-D42F-4537-ACA5-FE2F392ABF5B}" srcOrd="2" destOrd="0" presId="urn:microsoft.com/office/officeart/2008/layout/NameandTitleOrganizationalChart"/>
    <dgm:cxn modelId="{3F3346DB-D342-4618-B43F-26F52186839D}" type="presParOf" srcId="{FF1B5186-78DD-4020-B34E-CF4FA9B8E10B}" destId="{15281A6C-E2B6-49C3-8B91-3D2257D458E4}" srcOrd="4" destOrd="0" presId="urn:microsoft.com/office/officeart/2008/layout/NameandTitleOrganizationalChart"/>
    <dgm:cxn modelId="{862AF92F-1BD9-4080-AF87-364C90E7DD94}" type="presParOf" srcId="{FF1B5186-78DD-4020-B34E-CF4FA9B8E10B}" destId="{3A3A621A-44EB-4F52-88FB-A25D9C4FF448}" srcOrd="5" destOrd="0" presId="urn:microsoft.com/office/officeart/2008/layout/NameandTitleOrganizationalChart"/>
    <dgm:cxn modelId="{875F8078-0E1E-4005-B15B-5A2334519B32}" type="presParOf" srcId="{3A3A621A-44EB-4F52-88FB-A25D9C4FF448}" destId="{7E83428E-1742-4B3D-B762-31D64431CB7E}" srcOrd="0" destOrd="0" presId="urn:microsoft.com/office/officeart/2008/layout/NameandTitleOrganizationalChart"/>
    <dgm:cxn modelId="{0FDF5A13-84F4-4D7F-A17D-6E0EF3D199F0}" type="presParOf" srcId="{7E83428E-1742-4B3D-B762-31D64431CB7E}" destId="{8FC34532-DF05-4D1C-AE3D-A1616E64D435}" srcOrd="0" destOrd="0" presId="urn:microsoft.com/office/officeart/2008/layout/NameandTitleOrganizationalChart"/>
    <dgm:cxn modelId="{63D794EB-0B4F-40CB-8357-C0F2CF0220F5}" type="presParOf" srcId="{7E83428E-1742-4B3D-B762-31D64431CB7E}" destId="{274CB1FB-34B0-4CFA-929E-AE6D701A3E52}" srcOrd="1" destOrd="0" presId="urn:microsoft.com/office/officeart/2008/layout/NameandTitleOrganizationalChart"/>
    <dgm:cxn modelId="{682B06B1-4FDF-4F29-97DD-EF6BBD19A3FE}" type="presParOf" srcId="{7E83428E-1742-4B3D-B762-31D64431CB7E}" destId="{28FD8E50-439C-4612-9A52-EA300F7E88E5}" srcOrd="2" destOrd="0" presId="urn:microsoft.com/office/officeart/2008/layout/NameandTitleOrganizationalChart"/>
    <dgm:cxn modelId="{CE771FCC-4EE3-4622-9480-00A57C3D77E9}" type="presParOf" srcId="{3A3A621A-44EB-4F52-88FB-A25D9C4FF448}" destId="{638CC74D-643E-4D01-A3A7-7BAD68CA8235}" srcOrd="1" destOrd="0" presId="urn:microsoft.com/office/officeart/2008/layout/NameandTitleOrganizationalChart"/>
    <dgm:cxn modelId="{A6CF5F92-B485-40B0-93AA-D570C15CE2F4}" type="presParOf" srcId="{3A3A621A-44EB-4F52-88FB-A25D9C4FF448}" destId="{7E806AD7-B824-4469-971C-95F1FC422964}" srcOrd="2" destOrd="0" presId="urn:microsoft.com/office/officeart/2008/layout/NameandTitleOrganizationalChart"/>
    <dgm:cxn modelId="{0CFBFC3A-F2BA-4BD6-B30A-8C924C2BA4EA}" type="presParOf" srcId="{FF1B5186-78DD-4020-B34E-CF4FA9B8E10B}" destId="{0F90FEF9-3A5E-434F-B288-4D27429DA447}" srcOrd="6" destOrd="0" presId="urn:microsoft.com/office/officeart/2008/layout/NameandTitleOrganizationalChart"/>
    <dgm:cxn modelId="{8E9D2500-A859-46EA-A651-0C728CFBD67C}" type="presParOf" srcId="{FF1B5186-78DD-4020-B34E-CF4FA9B8E10B}" destId="{A5D3E8EC-AE42-4CD6-9681-C8BDFB95984D}" srcOrd="7" destOrd="0" presId="urn:microsoft.com/office/officeart/2008/layout/NameandTitleOrganizationalChart"/>
    <dgm:cxn modelId="{A4325E76-6C03-4702-A1B2-49E1F0E7958C}" type="presParOf" srcId="{A5D3E8EC-AE42-4CD6-9681-C8BDFB95984D}" destId="{0D238DDF-6EB2-48FA-8082-AEBBF93500D1}" srcOrd="0" destOrd="0" presId="urn:microsoft.com/office/officeart/2008/layout/NameandTitleOrganizationalChart"/>
    <dgm:cxn modelId="{E931484F-8EEE-492D-ACAC-AD14F4A37DE6}" type="presParOf" srcId="{0D238DDF-6EB2-48FA-8082-AEBBF93500D1}" destId="{C7B00372-24A1-44F1-A7C9-CB5364CE04E1}" srcOrd="0" destOrd="0" presId="urn:microsoft.com/office/officeart/2008/layout/NameandTitleOrganizationalChart"/>
    <dgm:cxn modelId="{EABC7F5D-E5CA-42C3-99C2-77E8D8A93648}" type="presParOf" srcId="{0D238DDF-6EB2-48FA-8082-AEBBF93500D1}" destId="{669DFABA-C83A-4CA5-A514-CF37A744E0CF}" srcOrd="1" destOrd="0" presId="urn:microsoft.com/office/officeart/2008/layout/NameandTitleOrganizationalChart"/>
    <dgm:cxn modelId="{B52C70C5-313F-4C0B-8ACC-58855E1BEFF1}" type="presParOf" srcId="{0D238DDF-6EB2-48FA-8082-AEBBF93500D1}" destId="{ECDAC744-E701-4C93-ADD9-89E371371679}" srcOrd="2" destOrd="0" presId="urn:microsoft.com/office/officeart/2008/layout/NameandTitleOrganizationalChart"/>
    <dgm:cxn modelId="{8DCC566B-798B-4753-A5A3-A81DA7B6A54C}" type="presParOf" srcId="{A5D3E8EC-AE42-4CD6-9681-C8BDFB95984D}" destId="{33AA0F24-A69C-463F-AC2A-F4AC1E7A0507}" srcOrd="1" destOrd="0" presId="urn:microsoft.com/office/officeart/2008/layout/NameandTitleOrganizationalChart"/>
    <dgm:cxn modelId="{F8EB8B32-618B-4D20-84B5-DEC6409CF971}" type="presParOf" srcId="{A5D3E8EC-AE42-4CD6-9681-C8BDFB95984D}" destId="{C18C67D4-664E-4A68-B16F-2070DAD4B4C1}" srcOrd="2" destOrd="0" presId="urn:microsoft.com/office/officeart/2008/layout/NameandTitleOrganizationalChart"/>
    <dgm:cxn modelId="{643B0B10-A614-4F14-853F-06F2B20D2112}" type="presParOf" srcId="{B323CC43-DDBA-42BD-9140-32D4E138B36C}" destId="{75954C98-CBA6-47BB-B4FC-E140AAB75D3C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A087C8-530E-4773-B239-98246C392C2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060F27F-6F52-4B22-BC65-C0AA43346C95}">
      <dgm:prSet/>
      <dgm:spPr/>
      <dgm:t>
        <a:bodyPr/>
        <a:lstStyle/>
        <a:p>
          <a:r>
            <a:rPr lang="zh-CN" dirty="0"/>
            <a:t>电机相关</a:t>
          </a:r>
        </a:p>
      </dgm:t>
    </dgm:pt>
    <dgm:pt modelId="{3947BE30-EC0B-4178-BDEB-9DDB0B1309EB}" type="parTrans" cxnId="{E2FFE2D6-6E92-42BC-930E-3738B28E55D0}">
      <dgm:prSet/>
      <dgm:spPr/>
      <dgm:t>
        <a:bodyPr/>
        <a:lstStyle/>
        <a:p>
          <a:endParaRPr lang="zh-CN" altLang="en-US"/>
        </a:p>
      </dgm:t>
    </dgm:pt>
    <dgm:pt modelId="{2441797B-07D7-4E64-8B6E-477F03C7BDB2}" type="sibTrans" cxnId="{E2FFE2D6-6E92-42BC-930E-3738B28E55D0}">
      <dgm:prSet/>
      <dgm:spPr/>
      <dgm:t>
        <a:bodyPr/>
        <a:lstStyle/>
        <a:p>
          <a:endParaRPr lang="zh-CN" altLang="en-US"/>
        </a:p>
      </dgm:t>
    </dgm:pt>
    <dgm:pt modelId="{D8FC73B3-F220-4D55-9FF1-4D6B8B142001}">
      <dgm:prSet/>
      <dgm:spPr/>
      <dgm:t>
        <a:bodyPr/>
        <a:lstStyle/>
        <a:p>
          <a:r>
            <a:rPr lang="zh-CN" dirty="0"/>
            <a:t>屏幕相关</a:t>
          </a:r>
        </a:p>
      </dgm:t>
    </dgm:pt>
    <dgm:pt modelId="{F3FE248E-3982-4325-96B2-150667470E89}" type="parTrans" cxnId="{DA37D16C-ECE2-46C9-9C72-D0BDD6FF3E6C}">
      <dgm:prSet/>
      <dgm:spPr/>
      <dgm:t>
        <a:bodyPr/>
        <a:lstStyle/>
        <a:p>
          <a:endParaRPr lang="zh-CN" altLang="en-US"/>
        </a:p>
      </dgm:t>
    </dgm:pt>
    <dgm:pt modelId="{CE8ADE5D-7C8D-4488-AAF1-1410BD0A5A02}" type="sibTrans" cxnId="{DA37D16C-ECE2-46C9-9C72-D0BDD6FF3E6C}">
      <dgm:prSet/>
      <dgm:spPr/>
      <dgm:t>
        <a:bodyPr/>
        <a:lstStyle/>
        <a:p>
          <a:endParaRPr lang="zh-CN" altLang="en-US"/>
        </a:p>
      </dgm:t>
    </dgm:pt>
    <dgm:pt modelId="{D50912EC-E3EE-4DA2-AA8E-A59085E011A3}">
      <dgm:prSet/>
      <dgm:spPr/>
      <dgm:t>
        <a:bodyPr/>
        <a:lstStyle/>
        <a:p>
          <a:r>
            <a:rPr lang="zh-CN" dirty="0"/>
            <a:t>串口</a:t>
          </a:r>
          <a:r>
            <a:rPr lang="zh-CN" altLang="en-US" dirty="0"/>
            <a:t>通信</a:t>
          </a:r>
          <a:endParaRPr lang="zh-CN" dirty="0"/>
        </a:p>
      </dgm:t>
    </dgm:pt>
    <dgm:pt modelId="{6854BFF7-9B80-43C0-84A8-08B5CF42EA70}" type="parTrans" cxnId="{A78E1983-1B35-43C5-85DF-AC6A4A0B57BA}">
      <dgm:prSet/>
      <dgm:spPr/>
      <dgm:t>
        <a:bodyPr/>
        <a:lstStyle/>
        <a:p>
          <a:endParaRPr lang="zh-CN" altLang="en-US"/>
        </a:p>
      </dgm:t>
    </dgm:pt>
    <dgm:pt modelId="{5FE7472A-74AC-4778-A009-8A07C21890E8}" type="sibTrans" cxnId="{A78E1983-1B35-43C5-85DF-AC6A4A0B57BA}">
      <dgm:prSet/>
      <dgm:spPr/>
      <dgm:t>
        <a:bodyPr/>
        <a:lstStyle/>
        <a:p>
          <a:endParaRPr lang="zh-CN" altLang="en-US"/>
        </a:p>
      </dgm:t>
    </dgm:pt>
    <dgm:pt modelId="{18ECA52B-CA1E-47F3-983A-8FA327F508AA}">
      <dgm:prSet/>
      <dgm:spPr/>
      <dgm:t>
        <a:bodyPr/>
        <a:lstStyle/>
        <a:p>
          <a:r>
            <a:rPr lang="en-US" dirty="0"/>
            <a:t>USART1</a:t>
          </a:r>
          <a:r>
            <a:rPr lang="zh-CN" altLang="en-US" dirty="0"/>
            <a:t>（用于上位</a:t>
          </a:r>
          <a:r>
            <a:rPr lang="en-US" altLang="zh-CN" dirty="0"/>
            <a:t>PC</a:t>
          </a:r>
          <a:r>
            <a:rPr lang="zh-CN" altLang="en-US" dirty="0"/>
            <a:t>机显示信息）</a:t>
          </a:r>
          <a:endParaRPr lang="zh-CN" dirty="0"/>
        </a:p>
      </dgm:t>
    </dgm:pt>
    <dgm:pt modelId="{A83FE91E-E2F6-40E0-9622-57EC1DAB7D8C}" type="parTrans" cxnId="{738C482B-8298-494D-8516-5D30A499F714}">
      <dgm:prSet/>
      <dgm:spPr/>
      <dgm:t>
        <a:bodyPr/>
        <a:lstStyle/>
        <a:p>
          <a:endParaRPr lang="zh-CN" altLang="en-US"/>
        </a:p>
      </dgm:t>
    </dgm:pt>
    <dgm:pt modelId="{0F7A9F96-9EF3-4A99-95E5-9D15E848EA43}" type="sibTrans" cxnId="{738C482B-8298-494D-8516-5D30A499F714}">
      <dgm:prSet/>
      <dgm:spPr/>
      <dgm:t>
        <a:bodyPr/>
        <a:lstStyle/>
        <a:p>
          <a:endParaRPr lang="zh-CN" altLang="en-US"/>
        </a:p>
      </dgm:t>
    </dgm:pt>
    <dgm:pt modelId="{983392D4-A9FB-45E9-A815-A6ED7CE89085}">
      <dgm:prSet/>
      <dgm:spPr/>
      <dgm:t>
        <a:bodyPr/>
        <a:lstStyle/>
        <a:p>
          <a:r>
            <a:rPr lang="zh-CN"/>
            <a:t>其它</a:t>
          </a:r>
        </a:p>
      </dgm:t>
    </dgm:pt>
    <dgm:pt modelId="{236108CA-3DE4-4599-B1DF-9883264536AD}" type="parTrans" cxnId="{95E8835E-CA9B-4B19-BCFF-6053CBA83CEE}">
      <dgm:prSet/>
      <dgm:spPr/>
      <dgm:t>
        <a:bodyPr/>
        <a:lstStyle/>
        <a:p>
          <a:endParaRPr lang="zh-CN" altLang="en-US"/>
        </a:p>
      </dgm:t>
    </dgm:pt>
    <dgm:pt modelId="{A96C38B3-ABE0-469D-8150-3D8B0398E44E}" type="sibTrans" cxnId="{95E8835E-CA9B-4B19-BCFF-6053CBA83CEE}">
      <dgm:prSet/>
      <dgm:spPr/>
      <dgm:t>
        <a:bodyPr/>
        <a:lstStyle/>
        <a:p>
          <a:endParaRPr lang="zh-CN" altLang="en-US"/>
        </a:p>
      </dgm:t>
    </dgm:pt>
    <dgm:pt modelId="{E4887399-58BE-4935-BAA6-EDCEFD340E6B}">
      <dgm:prSet/>
      <dgm:spPr/>
      <dgm:t>
        <a:bodyPr/>
        <a:lstStyle/>
        <a:p>
          <a:r>
            <a:rPr lang="en-US" dirty="0"/>
            <a:t>PE0\PE1\PE2\PE3</a:t>
          </a:r>
          <a:r>
            <a:rPr lang="zh-CN" dirty="0"/>
            <a:t>（</a:t>
          </a:r>
          <a:r>
            <a:rPr lang="en-US" dirty="0"/>
            <a:t>LED</a:t>
          </a:r>
          <a:r>
            <a:rPr lang="zh-CN" dirty="0"/>
            <a:t>、</a:t>
          </a:r>
          <a:r>
            <a:rPr lang="en-US" dirty="0"/>
            <a:t>Key</a:t>
          </a:r>
          <a:r>
            <a:rPr lang="zh-CN" dirty="0"/>
            <a:t>）</a:t>
          </a:r>
        </a:p>
      </dgm:t>
    </dgm:pt>
    <dgm:pt modelId="{9F10C479-38ED-4F9D-A82F-B5EE4005222F}" type="parTrans" cxnId="{6BD3D58E-A46C-452D-A8DC-58D353A56E40}">
      <dgm:prSet/>
      <dgm:spPr/>
      <dgm:t>
        <a:bodyPr/>
        <a:lstStyle/>
        <a:p>
          <a:endParaRPr lang="zh-CN" altLang="en-US"/>
        </a:p>
      </dgm:t>
    </dgm:pt>
    <dgm:pt modelId="{20DB287A-4D83-4E2B-ACBA-24E3F4C029D7}" type="sibTrans" cxnId="{6BD3D58E-A46C-452D-A8DC-58D353A56E40}">
      <dgm:prSet/>
      <dgm:spPr/>
      <dgm:t>
        <a:bodyPr/>
        <a:lstStyle/>
        <a:p>
          <a:endParaRPr lang="zh-CN" altLang="en-US"/>
        </a:p>
      </dgm:t>
    </dgm:pt>
    <dgm:pt modelId="{CB05760A-D890-47C8-8CAC-FF0F0A5B61C3}">
      <dgm:prSet/>
      <dgm:spPr/>
      <dgm:t>
        <a:bodyPr/>
        <a:lstStyle/>
        <a:p>
          <a:r>
            <a:rPr lang="en-US" altLang="zh-CN" b="1" dirty="0">
              <a:solidFill>
                <a:srgbClr val="FF0000"/>
              </a:solidFill>
            </a:rPr>
            <a:t>TIM1</a:t>
          </a:r>
          <a:r>
            <a:rPr lang="en-US" altLang="zh-CN" dirty="0"/>
            <a:t>(PWM</a:t>
          </a:r>
          <a:r>
            <a:rPr lang="zh-CN" altLang="en-US" dirty="0"/>
            <a:t>驱动</a:t>
          </a:r>
          <a:r>
            <a:rPr lang="en-US" altLang="zh-CN" dirty="0"/>
            <a:t>)\</a:t>
          </a:r>
          <a:r>
            <a:rPr lang="en-US" altLang="zh-CN" b="1" dirty="0">
              <a:solidFill>
                <a:srgbClr val="FF0000"/>
              </a:solidFill>
            </a:rPr>
            <a:t>TIM3</a:t>
          </a:r>
          <a:r>
            <a:rPr lang="en-US" altLang="zh-CN" dirty="0"/>
            <a:t>(</a:t>
          </a:r>
          <a:r>
            <a:rPr lang="zh-CN" altLang="en-US" dirty="0"/>
            <a:t>编码器计数</a:t>
          </a:r>
          <a:r>
            <a:rPr lang="en-US" altLang="zh-CN" dirty="0"/>
            <a:t>ch1_PC6</a:t>
          </a:r>
          <a:r>
            <a:rPr lang="zh-CN" altLang="en-US" dirty="0"/>
            <a:t>、</a:t>
          </a:r>
          <a:r>
            <a:rPr lang="en-US" altLang="zh-CN" dirty="0"/>
            <a:t>ch2_PC7)\</a:t>
          </a:r>
          <a:r>
            <a:rPr lang="en-US" altLang="zh-CN" b="1" dirty="0">
              <a:solidFill>
                <a:srgbClr val="FF0000"/>
              </a:solidFill>
            </a:rPr>
            <a:t>TIM6</a:t>
          </a:r>
          <a:r>
            <a:rPr lang="en-US" altLang="zh-CN" dirty="0"/>
            <a:t>(</a:t>
          </a:r>
          <a:r>
            <a:rPr lang="zh-CN" altLang="en-US" dirty="0"/>
            <a:t>编码器计数查询中断</a:t>
          </a:r>
          <a:r>
            <a:rPr lang="en-US" altLang="zh-CN" dirty="0"/>
            <a:t>)</a:t>
          </a:r>
          <a:endParaRPr lang="zh-CN" dirty="0"/>
        </a:p>
      </dgm:t>
    </dgm:pt>
    <dgm:pt modelId="{75D60C8D-9789-4063-B331-84565012BECB}" type="parTrans" cxnId="{5CA2B769-F864-4FF2-B2ED-52225A9D702E}">
      <dgm:prSet/>
      <dgm:spPr/>
      <dgm:t>
        <a:bodyPr/>
        <a:lstStyle/>
        <a:p>
          <a:endParaRPr lang="zh-CN" altLang="en-US"/>
        </a:p>
      </dgm:t>
    </dgm:pt>
    <dgm:pt modelId="{479D03A1-4E62-4183-A4C3-5E5B07A67D2F}" type="sibTrans" cxnId="{5CA2B769-F864-4FF2-B2ED-52225A9D702E}">
      <dgm:prSet/>
      <dgm:spPr/>
      <dgm:t>
        <a:bodyPr/>
        <a:lstStyle/>
        <a:p>
          <a:endParaRPr lang="zh-CN" altLang="en-US"/>
        </a:p>
      </dgm:t>
    </dgm:pt>
    <dgm:pt modelId="{B0283758-74A0-44A6-81C0-160EC3858204}">
      <dgm:prSet/>
      <dgm:spPr/>
      <dgm:t>
        <a:bodyPr/>
        <a:lstStyle/>
        <a:p>
          <a:r>
            <a:rPr lang="en-US" dirty="0"/>
            <a:t>PF10</a:t>
          </a:r>
          <a:r>
            <a:rPr lang="zh-CN" dirty="0"/>
            <a:t>（</a:t>
          </a:r>
          <a:r>
            <a:rPr lang="en-US" dirty="0"/>
            <a:t>PM1_Ctrl)</a:t>
          </a:r>
          <a:endParaRPr lang="zh-CN" dirty="0"/>
        </a:p>
      </dgm:t>
    </dgm:pt>
    <dgm:pt modelId="{9727283A-F49D-4A23-988C-4CE76FF6B886}" type="parTrans" cxnId="{BB0E6AC8-3914-4DF2-B593-557683A0DE22}">
      <dgm:prSet/>
      <dgm:spPr/>
      <dgm:t>
        <a:bodyPr/>
        <a:lstStyle/>
        <a:p>
          <a:endParaRPr lang="zh-CN" altLang="en-US"/>
        </a:p>
      </dgm:t>
    </dgm:pt>
    <dgm:pt modelId="{08E17CB8-6FAF-42D4-BA0C-9F704A2EAD06}" type="sibTrans" cxnId="{BB0E6AC8-3914-4DF2-B593-557683A0DE22}">
      <dgm:prSet/>
      <dgm:spPr/>
      <dgm:t>
        <a:bodyPr/>
        <a:lstStyle/>
        <a:p>
          <a:endParaRPr lang="zh-CN" altLang="en-US"/>
        </a:p>
      </dgm:t>
    </dgm:pt>
    <dgm:pt modelId="{2A3F026A-A451-4283-B7CE-B7EA678D2195}">
      <dgm:prSet/>
      <dgm:spPr/>
      <dgm:t>
        <a:bodyPr/>
        <a:lstStyle/>
        <a:p>
          <a:r>
            <a:rPr lang="en-US" altLang="zh-CN" dirty="0"/>
            <a:t>FSMC</a:t>
          </a:r>
          <a:endParaRPr lang="zh-CN" dirty="0"/>
        </a:p>
      </dgm:t>
    </dgm:pt>
    <dgm:pt modelId="{006738B7-2285-4BF9-AA0C-FA2DE15FC31F}" type="parTrans" cxnId="{B035D07A-02B8-48F5-B7CA-182E835ED753}">
      <dgm:prSet/>
      <dgm:spPr/>
      <dgm:t>
        <a:bodyPr/>
        <a:lstStyle/>
        <a:p>
          <a:endParaRPr lang="zh-CN" altLang="en-US"/>
        </a:p>
      </dgm:t>
    </dgm:pt>
    <dgm:pt modelId="{A29F6A91-F2A3-4396-B832-21E9D0DF91C7}" type="sibTrans" cxnId="{B035D07A-02B8-48F5-B7CA-182E835ED753}">
      <dgm:prSet/>
      <dgm:spPr/>
      <dgm:t>
        <a:bodyPr/>
        <a:lstStyle/>
        <a:p>
          <a:endParaRPr lang="zh-CN" altLang="en-US"/>
        </a:p>
      </dgm:t>
    </dgm:pt>
    <dgm:pt modelId="{20DEEFE3-D687-4477-B430-7E5FF2897F59}">
      <dgm:prSet/>
      <dgm:spPr/>
      <dgm:t>
        <a:bodyPr/>
        <a:lstStyle/>
        <a:p>
          <a:r>
            <a:rPr lang="en-US" altLang="zh-CN" dirty="0"/>
            <a:t>PH9</a:t>
          </a:r>
          <a:r>
            <a:rPr lang="zh-CN" altLang="en-US" dirty="0"/>
            <a:t>（背光）</a:t>
          </a:r>
          <a:endParaRPr lang="zh-CN" dirty="0"/>
        </a:p>
      </dgm:t>
    </dgm:pt>
    <dgm:pt modelId="{1A07F881-68BA-4D9B-ABB2-63FEF1F448B8}" type="parTrans" cxnId="{B357E872-8AA6-4E4F-A636-EA65B28FDF8C}">
      <dgm:prSet/>
      <dgm:spPr/>
      <dgm:t>
        <a:bodyPr/>
        <a:lstStyle/>
        <a:p>
          <a:endParaRPr lang="zh-CN" altLang="en-US"/>
        </a:p>
      </dgm:t>
    </dgm:pt>
    <dgm:pt modelId="{DCE0305B-B6C8-4FA8-8935-20345D7F1357}" type="sibTrans" cxnId="{B357E872-8AA6-4E4F-A636-EA65B28FDF8C}">
      <dgm:prSet/>
      <dgm:spPr/>
      <dgm:t>
        <a:bodyPr/>
        <a:lstStyle/>
        <a:p>
          <a:endParaRPr lang="zh-CN" altLang="en-US"/>
        </a:p>
      </dgm:t>
    </dgm:pt>
    <dgm:pt modelId="{31909F6C-3F56-461D-9791-7E98825A79AD}">
      <dgm:prSet/>
      <dgm:spPr/>
      <dgm:t>
        <a:bodyPr/>
        <a:lstStyle/>
        <a:p>
          <a:r>
            <a:rPr lang="en-US" altLang="zh-CN" dirty="0"/>
            <a:t>Debug-&gt;Serial Wire</a:t>
          </a:r>
          <a:endParaRPr lang="zh-CN" dirty="0"/>
        </a:p>
      </dgm:t>
    </dgm:pt>
    <dgm:pt modelId="{67CABEEE-D48C-435D-B16E-2FC5C80343D7}" type="parTrans" cxnId="{4598F911-36C5-4CD5-9C74-38D63528084C}">
      <dgm:prSet/>
      <dgm:spPr/>
      <dgm:t>
        <a:bodyPr/>
        <a:lstStyle/>
        <a:p>
          <a:endParaRPr lang="zh-CN" altLang="en-US"/>
        </a:p>
      </dgm:t>
    </dgm:pt>
    <dgm:pt modelId="{018AFAE3-A87B-4C1F-AF39-3751E822AE1F}" type="sibTrans" cxnId="{4598F911-36C5-4CD5-9C74-38D63528084C}">
      <dgm:prSet/>
      <dgm:spPr/>
      <dgm:t>
        <a:bodyPr/>
        <a:lstStyle/>
        <a:p>
          <a:endParaRPr lang="zh-CN" altLang="en-US"/>
        </a:p>
      </dgm:t>
    </dgm:pt>
    <dgm:pt modelId="{69909566-7187-47B3-AE86-BE137A289A95}" type="pres">
      <dgm:prSet presAssocID="{35A087C8-530E-4773-B239-98246C392C27}" presName="linear" presStyleCnt="0">
        <dgm:presLayoutVars>
          <dgm:dir/>
          <dgm:animLvl val="lvl"/>
          <dgm:resizeHandles val="exact"/>
        </dgm:presLayoutVars>
      </dgm:prSet>
      <dgm:spPr/>
    </dgm:pt>
    <dgm:pt modelId="{C387715E-443D-46E2-AB39-62B265D2D452}" type="pres">
      <dgm:prSet presAssocID="{9060F27F-6F52-4B22-BC65-C0AA43346C95}" presName="parentLin" presStyleCnt="0"/>
      <dgm:spPr/>
    </dgm:pt>
    <dgm:pt modelId="{371A7CD6-7DEB-4E4E-AB5D-345EBDA24A2C}" type="pres">
      <dgm:prSet presAssocID="{9060F27F-6F52-4B22-BC65-C0AA43346C95}" presName="parentLeftMargin" presStyleLbl="node1" presStyleIdx="0" presStyleCnt="4"/>
      <dgm:spPr/>
    </dgm:pt>
    <dgm:pt modelId="{EA951934-F6FE-4F61-B57C-00056B6126F9}" type="pres">
      <dgm:prSet presAssocID="{9060F27F-6F52-4B22-BC65-C0AA43346C9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EC5492D-8A5F-491A-BBBF-1D686C0BBFC2}" type="pres">
      <dgm:prSet presAssocID="{9060F27F-6F52-4B22-BC65-C0AA43346C95}" presName="negativeSpace" presStyleCnt="0"/>
      <dgm:spPr/>
    </dgm:pt>
    <dgm:pt modelId="{BD55C3A1-ABBE-4056-99C6-1713907BCC86}" type="pres">
      <dgm:prSet presAssocID="{9060F27F-6F52-4B22-BC65-C0AA43346C95}" presName="childText" presStyleLbl="conFgAcc1" presStyleIdx="0" presStyleCnt="4">
        <dgm:presLayoutVars>
          <dgm:bulletEnabled val="1"/>
        </dgm:presLayoutVars>
      </dgm:prSet>
      <dgm:spPr/>
    </dgm:pt>
    <dgm:pt modelId="{CF4059E6-BC75-4DFF-ACCC-FB2D1A2A72A3}" type="pres">
      <dgm:prSet presAssocID="{2441797B-07D7-4E64-8B6E-477F03C7BDB2}" presName="spaceBetweenRectangles" presStyleCnt="0"/>
      <dgm:spPr/>
    </dgm:pt>
    <dgm:pt modelId="{CB0C1313-8681-4FDB-95D9-CF427E7F24FF}" type="pres">
      <dgm:prSet presAssocID="{D8FC73B3-F220-4D55-9FF1-4D6B8B142001}" presName="parentLin" presStyleCnt="0"/>
      <dgm:spPr/>
    </dgm:pt>
    <dgm:pt modelId="{5744D9F7-2C1E-4464-B3FA-C734C3410B39}" type="pres">
      <dgm:prSet presAssocID="{D8FC73B3-F220-4D55-9FF1-4D6B8B142001}" presName="parentLeftMargin" presStyleLbl="node1" presStyleIdx="0" presStyleCnt="4"/>
      <dgm:spPr/>
    </dgm:pt>
    <dgm:pt modelId="{FE7B9C63-FF32-4C64-AE97-1D66B0EC8FCE}" type="pres">
      <dgm:prSet presAssocID="{D8FC73B3-F220-4D55-9FF1-4D6B8B1420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0792927-4972-42F1-83E1-83CC58A4C32B}" type="pres">
      <dgm:prSet presAssocID="{D8FC73B3-F220-4D55-9FF1-4D6B8B142001}" presName="negativeSpace" presStyleCnt="0"/>
      <dgm:spPr/>
    </dgm:pt>
    <dgm:pt modelId="{18AE9A2E-AA89-4E3C-8315-B8485599B43A}" type="pres">
      <dgm:prSet presAssocID="{D8FC73B3-F220-4D55-9FF1-4D6B8B142001}" presName="childText" presStyleLbl="conFgAcc1" presStyleIdx="1" presStyleCnt="4">
        <dgm:presLayoutVars>
          <dgm:bulletEnabled val="1"/>
        </dgm:presLayoutVars>
      </dgm:prSet>
      <dgm:spPr/>
    </dgm:pt>
    <dgm:pt modelId="{B1644DE5-6F3C-41B0-BCE7-552184E2337A}" type="pres">
      <dgm:prSet presAssocID="{CE8ADE5D-7C8D-4488-AAF1-1410BD0A5A02}" presName="spaceBetweenRectangles" presStyleCnt="0"/>
      <dgm:spPr/>
    </dgm:pt>
    <dgm:pt modelId="{75BEFF3E-E2B0-47F4-BA91-9CD4B00B0AA5}" type="pres">
      <dgm:prSet presAssocID="{D50912EC-E3EE-4DA2-AA8E-A59085E011A3}" presName="parentLin" presStyleCnt="0"/>
      <dgm:spPr/>
    </dgm:pt>
    <dgm:pt modelId="{D70967F3-84E0-4A36-ABAB-A05F1923F3FC}" type="pres">
      <dgm:prSet presAssocID="{D50912EC-E3EE-4DA2-AA8E-A59085E011A3}" presName="parentLeftMargin" presStyleLbl="node1" presStyleIdx="1" presStyleCnt="4"/>
      <dgm:spPr/>
    </dgm:pt>
    <dgm:pt modelId="{7324CE14-3F0B-46F9-9D0F-62D2D0CD89B4}" type="pres">
      <dgm:prSet presAssocID="{D50912EC-E3EE-4DA2-AA8E-A59085E011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46F8099-F0A4-473A-86CA-0E6B46DE010F}" type="pres">
      <dgm:prSet presAssocID="{D50912EC-E3EE-4DA2-AA8E-A59085E011A3}" presName="negativeSpace" presStyleCnt="0"/>
      <dgm:spPr/>
    </dgm:pt>
    <dgm:pt modelId="{D44616DA-9D59-4BD6-A3CA-6C2946808525}" type="pres">
      <dgm:prSet presAssocID="{D50912EC-E3EE-4DA2-AA8E-A59085E011A3}" presName="childText" presStyleLbl="conFgAcc1" presStyleIdx="2" presStyleCnt="4">
        <dgm:presLayoutVars>
          <dgm:bulletEnabled val="1"/>
        </dgm:presLayoutVars>
      </dgm:prSet>
      <dgm:spPr/>
    </dgm:pt>
    <dgm:pt modelId="{D896E7BF-03F5-4385-8B81-3D8BF82E8B6E}" type="pres">
      <dgm:prSet presAssocID="{5FE7472A-74AC-4778-A009-8A07C21890E8}" presName="spaceBetweenRectangles" presStyleCnt="0"/>
      <dgm:spPr/>
    </dgm:pt>
    <dgm:pt modelId="{CF5A447D-EFCC-4F73-967A-BF9A55284B6D}" type="pres">
      <dgm:prSet presAssocID="{983392D4-A9FB-45E9-A815-A6ED7CE89085}" presName="parentLin" presStyleCnt="0"/>
      <dgm:spPr/>
    </dgm:pt>
    <dgm:pt modelId="{1AEB2621-6C10-4183-BD22-67BFF1E4999E}" type="pres">
      <dgm:prSet presAssocID="{983392D4-A9FB-45E9-A815-A6ED7CE89085}" presName="parentLeftMargin" presStyleLbl="node1" presStyleIdx="2" presStyleCnt="4"/>
      <dgm:spPr/>
    </dgm:pt>
    <dgm:pt modelId="{41B24C45-5453-44E3-9FD9-A3FD87E28CBA}" type="pres">
      <dgm:prSet presAssocID="{983392D4-A9FB-45E9-A815-A6ED7CE8908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FDCDE41-CEE2-4991-8897-77BC2E784FFD}" type="pres">
      <dgm:prSet presAssocID="{983392D4-A9FB-45E9-A815-A6ED7CE89085}" presName="negativeSpace" presStyleCnt="0"/>
      <dgm:spPr/>
    </dgm:pt>
    <dgm:pt modelId="{6DD8C30E-F56F-404E-9B28-B72B34D96B02}" type="pres">
      <dgm:prSet presAssocID="{983392D4-A9FB-45E9-A815-A6ED7CE8908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B3DA603-2CF2-4EC1-9B7E-3EAE4A750CC7}" type="presOf" srcId="{D8FC73B3-F220-4D55-9FF1-4D6B8B142001}" destId="{FE7B9C63-FF32-4C64-AE97-1D66B0EC8FCE}" srcOrd="1" destOrd="0" presId="urn:microsoft.com/office/officeart/2005/8/layout/list1"/>
    <dgm:cxn modelId="{593DB10E-1574-45A8-B0C3-DF2413C7217C}" type="presOf" srcId="{983392D4-A9FB-45E9-A815-A6ED7CE89085}" destId="{1AEB2621-6C10-4183-BD22-67BFF1E4999E}" srcOrd="0" destOrd="0" presId="urn:microsoft.com/office/officeart/2005/8/layout/list1"/>
    <dgm:cxn modelId="{900AA310-73CA-489E-B6EF-5F453E6A2FEA}" type="presOf" srcId="{D8FC73B3-F220-4D55-9FF1-4D6B8B142001}" destId="{5744D9F7-2C1E-4464-B3FA-C734C3410B39}" srcOrd="0" destOrd="0" presId="urn:microsoft.com/office/officeart/2005/8/layout/list1"/>
    <dgm:cxn modelId="{4598F911-36C5-4CD5-9C74-38D63528084C}" srcId="{983392D4-A9FB-45E9-A815-A6ED7CE89085}" destId="{31909F6C-3F56-461D-9791-7E98825A79AD}" srcOrd="1" destOrd="0" parTransId="{67CABEEE-D48C-435D-B16E-2FC5C80343D7}" sibTransId="{018AFAE3-A87B-4C1F-AF39-3751E822AE1F}"/>
    <dgm:cxn modelId="{738C482B-8298-494D-8516-5D30A499F714}" srcId="{D50912EC-E3EE-4DA2-AA8E-A59085E011A3}" destId="{18ECA52B-CA1E-47F3-983A-8FA327F508AA}" srcOrd="0" destOrd="0" parTransId="{A83FE91E-E2F6-40E0-9622-57EC1DAB7D8C}" sibTransId="{0F7A9F96-9EF3-4A99-95E5-9D15E848EA43}"/>
    <dgm:cxn modelId="{41D68D39-699C-4A8E-9D78-68F0F26F5854}" type="presOf" srcId="{CB05760A-D890-47C8-8CAC-FF0F0A5B61C3}" destId="{BD55C3A1-ABBE-4056-99C6-1713907BCC86}" srcOrd="0" destOrd="0" presId="urn:microsoft.com/office/officeart/2005/8/layout/list1"/>
    <dgm:cxn modelId="{568EDC5D-E792-4F85-AE0A-8C7B5DC8C9FD}" type="presOf" srcId="{31909F6C-3F56-461D-9791-7E98825A79AD}" destId="{6DD8C30E-F56F-404E-9B28-B72B34D96B02}" srcOrd="0" destOrd="1" presId="urn:microsoft.com/office/officeart/2005/8/layout/list1"/>
    <dgm:cxn modelId="{95E8835E-CA9B-4B19-BCFF-6053CBA83CEE}" srcId="{35A087C8-530E-4773-B239-98246C392C27}" destId="{983392D4-A9FB-45E9-A815-A6ED7CE89085}" srcOrd="3" destOrd="0" parTransId="{236108CA-3DE4-4599-B1DF-9883264536AD}" sibTransId="{A96C38B3-ABE0-469D-8150-3D8B0398E44E}"/>
    <dgm:cxn modelId="{5CA2B769-F864-4FF2-B2ED-52225A9D702E}" srcId="{9060F27F-6F52-4B22-BC65-C0AA43346C95}" destId="{CB05760A-D890-47C8-8CAC-FF0F0A5B61C3}" srcOrd="0" destOrd="0" parTransId="{75D60C8D-9789-4063-B331-84565012BECB}" sibTransId="{479D03A1-4E62-4183-A4C3-5E5B07A67D2F}"/>
    <dgm:cxn modelId="{DA37D16C-ECE2-46C9-9C72-D0BDD6FF3E6C}" srcId="{35A087C8-530E-4773-B239-98246C392C27}" destId="{D8FC73B3-F220-4D55-9FF1-4D6B8B142001}" srcOrd="1" destOrd="0" parTransId="{F3FE248E-3982-4325-96B2-150667470E89}" sibTransId="{CE8ADE5D-7C8D-4488-AAF1-1410BD0A5A02}"/>
    <dgm:cxn modelId="{B357E872-8AA6-4E4F-A636-EA65B28FDF8C}" srcId="{D8FC73B3-F220-4D55-9FF1-4D6B8B142001}" destId="{20DEEFE3-D687-4477-B430-7E5FF2897F59}" srcOrd="1" destOrd="0" parTransId="{1A07F881-68BA-4D9B-ABB2-63FEF1F448B8}" sibTransId="{DCE0305B-B6C8-4FA8-8935-20345D7F1357}"/>
    <dgm:cxn modelId="{C74B2F59-70AD-4328-8905-23CDEC85AFF0}" type="presOf" srcId="{D50912EC-E3EE-4DA2-AA8E-A59085E011A3}" destId="{7324CE14-3F0B-46F9-9D0F-62D2D0CD89B4}" srcOrd="1" destOrd="0" presId="urn:microsoft.com/office/officeart/2005/8/layout/list1"/>
    <dgm:cxn modelId="{B035D07A-02B8-48F5-B7CA-182E835ED753}" srcId="{D8FC73B3-F220-4D55-9FF1-4D6B8B142001}" destId="{2A3F026A-A451-4283-B7CE-B7EA678D2195}" srcOrd="0" destOrd="0" parTransId="{006738B7-2285-4BF9-AA0C-FA2DE15FC31F}" sibTransId="{A29F6A91-F2A3-4396-B832-21E9D0DF91C7}"/>
    <dgm:cxn modelId="{75A09B81-433B-4049-A5C3-1B34A565AF1C}" type="presOf" srcId="{9060F27F-6F52-4B22-BC65-C0AA43346C95}" destId="{EA951934-F6FE-4F61-B57C-00056B6126F9}" srcOrd="1" destOrd="0" presId="urn:microsoft.com/office/officeart/2005/8/layout/list1"/>
    <dgm:cxn modelId="{A78E1983-1B35-43C5-85DF-AC6A4A0B57BA}" srcId="{35A087C8-530E-4773-B239-98246C392C27}" destId="{D50912EC-E3EE-4DA2-AA8E-A59085E011A3}" srcOrd="2" destOrd="0" parTransId="{6854BFF7-9B80-43C0-84A8-08B5CF42EA70}" sibTransId="{5FE7472A-74AC-4778-A009-8A07C21890E8}"/>
    <dgm:cxn modelId="{6BD3D58E-A46C-452D-A8DC-58D353A56E40}" srcId="{983392D4-A9FB-45E9-A815-A6ED7CE89085}" destId="{E4887399-58BE-4935-BAA6-EDCEFD340E6B}" srcOrd="0" destOrd="0" parTransId="{9F10C479-38ED-4F9D-A82F-B5EE4005222F}" sibTransId="{20DB287A-4D83-4E2B-ACBA-24E3F4C029D7}"/>
    <dgm:cxn modelId="{70AC6CA3-1866-43E9-8602-DB2E5730FB26}" type="presOf" srcId="{983392D4-A9FB-45E9-A815-A6ED7CE89085}" destId="{41B24C45-5453-44E3-9FD9-A3FD87E28CBA}" srcOrd="1" destOrd="0" presId="urn:microsoft.com/office/officeart/2005/8/layout/list1"/>
    <dgm:cxn modelId="{6CC850A7-2CD5-47C1-9B16-4C8C2D89DF3D}" type="presOf" srcId="{20DEEFE3-D687-4477-B430-7E5FF2897F59}" destId="{18AE9A2E-AA89-4E3C-8315-B8485599B43A}" srcOrd="0" destOrd="1" presId="urn:microsoft.com/office/officeart/2005/8/layout/list1"/>
    <dgm:cxn modelId="{9838A0A9-4B21-4D81-96E0-7384D010B3CA}" type="presOf" srcId="{E4887399-58BE-4935-BAA6-EDCEFD340E6B}" destId="{6DD8C30E-F56F-404E-9B28-B72B34D96B02}" srcOrd="0" destOrd="0" presId="urn:microsoft.com/office/officeart/2005/8/layout/list1"/>
    <dgm:cxn modelId="{F43738AB-8037-4685-8EB6-665FB3FCC0CE}" type="presOf" srcId="{2A3F026A-A451-4283-B7CE-B7EA678D2195}" destId="{18AE9A2E-AA89-4E3C-8315-B8485599B43A}" srcOrd="0" destOrd="0" presId="urn:microsoft.com/office/officeart/2005/8/layout/list1"/>
    <dgm:cxn modelId="{D7D31AB8-EEAF-4E9C-8FA1-2A0B866A788B}" type="presOf" srcId="{B0283758-74A0-44A6-81C0-160EC3858204}" destId="{BD55C3A1-ABBE-4056-99C6-1713907BCC86}" srcOrd="0" destOrd="1" presId="urn:microsoft.com/office/officeart/2005/8/layout/list1"/>
    <dgm:cxn modelId="{B510FEC3-1DD4-4830-9E01-F73A8989234A}" type="presOf" srcId="{9060F27F-6F52-4B22-BC65-C0AA43346C95}" destId="{371A7CD6-7DEB-4E4E-AB5D-345EBDA24A2C}" srcOrd="0" destOrd="0" presId="urn:microsoft.com/office/officeart/2005/8/layout/list1"/>
    <dgm:cxn modelId="{BB0E6AC8-3914-4DF2-B593-557683A0DE22}" srcId="{9060F27F-6F52-4B22-BC65-C0AA43346C95}" destId="{B0283758-74A0-44A6-81C0-160EC3858204}" srcOrd="1" destOrd="0" parTransId="{9727283A-F49D-4A23-988C-4CE76FF6B886}" sibTransId="{08E17CB8-6FAF-42D4-BA0C-9F704A2EAD06}"/>
    <dgm:cxn modelId="{E2FFE2D6-6E92-42BC-930E-3738B28E55D0}" srcId="{35A087C8-530E-4773-B239-98246C392C27}" destId="{9060F27F-6F52-4B22-BC65-C0AA43346C95}" srcOrd="0" destOrd="0" parTransId="{3947BE30-EC0B-4178-BDEB-9DDB0B1309EB}" sibTransId="{2441797B-07D7-4E64-8B6E-477F03C7BDB2}"/>
    <dgm:cxn modelId="{208119DE-2C6E-4D71-8303-6061BD97BB43}" type="presOf" srcId="{35A087C8-530E-4773-B239-98246C392C27}" destId="{69909566-7187-47B3-AE86-BE137A289A95}" srcOrd="0" destOrd="0" presId="urn:microsoft.com/office/officeart/2005/8/layout/list1"/>
    <dgm:cxn modelId="{86747CE2-B403-406A-AAA2-BA1B76134A41}" type="presOf" srcId="{D50912EC-E3EE-4DA2-AA8E-A59085E011A3}" destId="{D70967F3-84E0-4A36-ABAB-A05F1923F3FC}" srcOrd="0" destOrd="0" presId="urn:microsoft.com/office/officeart/2005/8/layout/list1"/>
    <dgm:cxn modelId="{8C5415E3-138E-4167-929B-C2AF3635A690}" type="presOf" srcId="{18ECA52B-CA1E-47F3-983A-8FA327F508AA}" destId="{D44616DA-9D59-4BD6-A3CA-6C2946808525}" srcOrd="0" destOrd="0" presId="urn:microsoft.com/office/officeart/2005/8/layout/list1"/>
    <dgm:cxn modelId="{3282DF21-CDC4-4230-86E5-6085C7D30208}" type="presParOf" srcId="{69909566-7187-47B3-AE86-BE137A289A95}" destId="{C387715E-443D-46E2-AB39-62B265D2D452}" srcOrd="0" destOrd="0" presId="urn:microsoft.com/office/officeart/2005/8/layout/list1"/>
    <dgm:cxn modelId="{4809A0AC-2A97-4E70-90E1-D7451E9D4DF6}" type="presParOf" srcId="{C387715E-443D-46E2-AB39-62B265D2D452}" destId="{371A7CD6-7DEB-4E4E-AB5D-345EBDA24A2C}" srcOrd="0" destOrd="0" presId="urn:microsoft.com/office/officeart/2005/8/layout/list1"/>
    <dgm:cxn modelId="{E690B78B-011B-43AD-B832-F133F6EF097B}" type="presParOf" srcId="{C387715E-443D-46E2-AB39-62B265D2D452}" destId="{EA951934-F6FE-4F61-B57C-00056B6126F9}" srcOrd="1" destOrd="0" presId="urn:microsoft.com/office/officeart/2005/8/layout/list1"/>
    <dgm:cxn modelId="{AC53E493-DE8F-4C31-ACAF-1918D874AD78}" type="presParOf" srcId="{69909566-7187-47B3-AE86-BE137A289A95}" destId="{0EC5492D-8A5F-491A-BBBF-1D686C0BBFC2}" srcOrd="1" destOrd="0" presId="urn:microsoft.com/office/officeart/2005/8/layout/list1"/>
    <dgm:cxn modelId="{3BC335A6-B197-47C2-8D75-791A9A1E57FC}" type="presParOf" srcId="{69909566-7187-47B3-AE86-BE137A289A95}" destId="{BD55C3A1-ABBE-4056-99C6-1713907BCC86}" srcOrd="2" destOrd="0" presId="urn:microsoft.com/office/officeart/2005/8/layout/list1"/>
    <dgm:cxn modelId="{84317E32-2AEC-480E-847D-EC3EB238B34B}" type="presParOf" srcId="{69909566-7187-47B3-AE86-BE137A289A95}" destId="{CF4059E6-BC75-4DFF-ACCC-FB2D1A2A72A3}" srcOrd="3" destOrd="0" presId="urn:microsoft.com/office/officeart/2005/8/layout/list1"/>
    <dgm:cxn modelId="{8A91792F-D42B-47D1-B50E-88007A055EEC}" type="presParOf" srcId="{69909566-7187-47B3-AE86-BE137A289A95}" destId="{CB0C1313-8681-4FDB-95D9-CF427E7F24FF}" srcOrd="4" destOrd="0" presId="urn:microsoft.com/office/officeart/2005/8/layout/list1"/>
    <dgm:cxn modelId="{B0481C9A-F42F-4469-958A-B48C583CF2BA}" type="presParOf" srcId="{CB0C1313-8681-4FDB-95D9-CF427E7F24FF}" destId="{5744D9F7-2C1E-4464-B3FA-C734C3410B39}" srcOrd="0" destOrd="0" presId="urn:microsoft.com/office/officeart/2005/8/layout/list1"/>
    <dgm:cxn modelId="{F657222E-3205-44D2-8EE1-18116AEBDA45}" type="presParOf" srcId="{CB0C1313-8681-4FDB-95D9-CF427E7F24FF}" destId="{FE7B9C63-FF32-4C64-AE97-1D66B0EC8FCE}" srcOrd="1" destOrd="0" presId="urn:microsoft.com/office/officeart/2005/8/layout/list1"/>
    <dgm:cxn modelId="{7CEEF966-0893-4BE9-BDBD-70B447C41204}" type="presParOf" srcId="{69909566-7187-47B3-AE86-BE137A289A95}" destId="{A0792927-4972-42F1-83E1-83CC58A4C32B}" srcOrd="5" destOrd="0" presId="urn:microsoft.com/office/officeart/2005/8/layout/list1"/>
    <dgm:cxn modelId="{DEB281C5-217E-4560-A2D3-2A58DB0AF218}" type="presParOf" srcId="{69909566-7187-47B3-AE86-BE137A289A95}" destId="{18AE9A2E-AA89-4E3C-8315-B8485599B43A}" srcOrd="6" destOrd="0" presId="urn:microsoft.com/office/officeart/2005/8/layout/list1"/>
    <dgm:cxn modelId="{282E6E56-A5B9-4DDC-80F2-387DF2466AE2}" type="presParOf" srcId="{69909566-7187-47B3-AE86-BE137A289A95}" destId="{B1644DE5-6F3C-41B0-BCE7-552184E2337A}" srcOrd="7" destOrd="0" presId="urn:microsoft.com/office/officeart/2005/8/layout/list1"/>
    <dgm:cxn modelId="{F3530971-F8BC-41D9-8A51-48B33061A972}" type="presParOf" srcId="{69909566-7187-47B3-AE86-BE137A289A95}" destId="{75BEFF3E-E2B0-47F4-BA91-9CD4B00B0AA5}" srcOrd="8" destOrd="0" presId="urn:microsoft.com/office/officeart/2005/8/layout/list1"/>
    <dgm:cxn modelId="{637157CA-2C44-43BE-A027-70AA4706E3C9}" type="presParOf" srcId="{75BEFF3E-E2B0-47F4-BA91-9CD4B00B0AA5}" destId="{D70967F3-84E0-4A36-ABAB-A05F1923F3FC}" srcOrd="0" destOrd="0" presId="urn:microsoft.com/office/officeart/2005/8/layout/list1"/>
    <dgm:cxn modelId="{C6907DA7-AD17-4DDC-901E-B6864D26EBBD}" type="presParOf" srcId="{75BEFF3E-E2B0-47F4-BA91-9CD4B00B0AA5}" destId="{7324CE14-3F0B-46F9-9D0F-62D2D0CD89B4}" srcOrd="1" destOrd="0" presId="urn:microsoft.com/office/officeart/2005/8/layout/list1"/>
    <dgm:cxn modelId="{FDCF5E39-E0E3-4D41-8667-01EB13CC5BB8}" type="presParOf" srcId="{69909566-7187-47B3-AE86-BE137A289A95}" destId="{E46F8099-F0A4-473A-86CA-0E6B46DE010F}" srcOrd="9" destOrd="0" presId="urn:microsoft.com/office/officeart/2005/8/layout/list1"/>
    <dgm:cxn modelId="{B67CCEB8-FFD1-4CCC-9D31-3F13BC5C4790}" type="presParOf" srcId="{69909566-7187-47B3-AE86-BE137A289A95}" destId="{D44616DA-9D59-4BD6-A3CA-6C2946808525}" srcOrd="10" destOrd="0" presId="urn:microsoft.com/office/officeart/2005/8/layout/list1"/>
    <dgm:cxn modelId="{017346AF-2628-4D7B-AAED-0E9890414944}" type="presParOf" srcId="{69909566-7187-47B3-AE86-BE137A289A95}" destId="{D896E7BF-03F5-4385-8B81-3D8BF82E8B6E}" srcOrd="11" destOrd="0" presId="urn:microsoft.com/office/officeart/2005/8/layout/list1"/>
    <dgm:cxn modelId="{C8A1A2EE-1428-4CF6-BCD2-61182587896C}" type="presParOf" srcId="{69909566-7187-47B3-AE86-BE137A289A95}" destId="{CF5A447D-EFCC-4F73-967A-BF9A55284B6D}" srcOrd="12" destOrd="0" presId="urn:microsoft.com/office/officeart/2005/8/layout/list1"/>
    <dgm:cxn modelId="{362BAB59-E15D-4169-ACD6-56A45AEC9803}" type="presParOf" srcId="{CF5A447D-EFCC-4F73-967A-BF9A55284B6D}" destId="{1AEB2621-6C10-4183-BD22-67BFF1E4999E}" srcOrd="0" destOrd="0" presId="urn:microsoft.com/office/officeart/2005/8/layout/list1"/>
    <dgm:cxn modelId="{0B72B461-6C23-48C7-98D3-D16C736A2E04}" type="presParOf" srcId="{CF5A447D-EFCC-4F73-967A-BF9A55284B6D}" destId="{41B24C45-5453-44E3-9FD9-A3FD87E28CBA}" srcOrd="1" destOrd="0" presId="urn:microsoft.com/office/officeart/2005/8/layout/list1"/>
    <dgm:cxn modelId="{85CEAC0D-6AA3-4660-9F85-1D82532F357E}" type="presParOf" srcId="{69909566-7187-47B3-AE86-BE137A289A95}" destId="{EFDCDE41-CEE2-4991-8897-77BC2E784FFD}" srcOrd="13" destOrd="0" presId="urn:microsoft.com/office/officeart/2005/8/layout/list1"/>
    <dgm:cxn modelId="{A2E362A8-F2C5-4F70-9579-BBC18FCAF307}" type="presParOf" srcId="{69909566-7187-47B3-AE86-BE137A289A95}" destId="{6DD8C30E-F56F-404E-9B28-B72B34D96B0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B810C-FC74-485F-9D0C-C81006654C7B}">
      <dsp:nvSpPr>
        <dsp:cNvPr id="0" name=""/>
        <dsp:cNvSpPr/>
      </dsp:nvSpPr>
      <dsp:spPr>
        <a:xfrm>
          <a:off x="2606437" y="0"/>
          <a:ext cx="5143046" cy="5143046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D17FA-756C-4681-BC59-12E24C2573B0}">
      <dsp:nvSpPr>
        <dsp:cNvPr id="0" name=""/>
        <dsp:cNvSpPr/>
      </dsp:nvSpPr>
      <dsp:spPr>
        <a:xfrm>
          <a:off x="5177960" y="517066"/>
          <a:ext cx="3342979" cy="121745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掌握使用</a:t>
          </a:r>
          <a:r>
            <a:rPr lang="en-US" sz="2600" kern="1200" dirty="0"/>
            <a:t>STM32</a:t>
          </a:r>
          <a:r>
            <a:rPr lang="zh-CN" sz="2600" kern="1200" dirty="0"/>
            <a:t>读取编码器信号</a:t>
          </a:r>
          <a:r>
            <a:rPr lang="zh-CN" altLang="en-US" sz="2600" kern="1200" dirty="0"/>
            <a:t>的方法</a:t>
          </a:r>
          <a:endParaRPr lang="zh-CN" sz="2600" kern="1200" dirty="0"/>
        </a:p>
      </dsp:txBody>
      <dsp:txXfrm>
        <a:off x="5237391" y="576497"/>
        <a:ext cx="3224117" cy="1098593"/>
      </dsp:txXfrm>
    </dsp:sp>
    <dsp:sp modelId="{DC1B5056-8726-4DED-AAE4-4E4CC42034BD}">
      <dsp:nvSpPr>
        <dsp:cNvPr id="0" name=""/>
        <dsp:cNvSpPr/>
      </dsp:nvSpPr>
      <dsp:spPr>
        <a:xfrm>
          <a:off x="5177960" y="1886704"/>
          <a:ext cx="3342979" cy="121745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/>
            <a:t>实现电机转速与位置的实时检测</a:t>
          </a:r>
        </a:p>
      </dsp:txBody>
      <dsp:txXfrm>
        <a:off x="5237391" y="1946135"/>
        <a:ext cx="3224117" cy="1098593"/>
      </dsp:txXfrm>
    </dsp:sp>
    <dsp:sp modelId="{6B45A64E-32B3-41A6-99E1-05BE05ABB970}">
      <dsp:nvSpPr>
        <dsp:cNvPr id="0" name=""/>
        <dsp:cNvSpPr/>
      </dsp:nvSpPr>
      <dsp:spPr>
        <a:xfrm>
          <a:off x="5177960" y="3256341"/>
          <a:ext cx="3342979" cy="121745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为后续</a:t>
          </a:r>
          <a:r>
            <a:rPr lang="en-US" sz="2600" kern="1200" dirty="0"/>
            <a:t>PID</a:t>
          </a:r>
          <a:r>
            <a:rPr lang="zh-CN" sz="2600" kern="1200" dirty="0"/>
            <a:t>控制提供准确的反馈数据</a:t>
          </a:r>
        </a:p>
      </dsp:txBody>
      <dsp:txXfrm>
        <a:off x="5237391" y="3315772"/>
        <a:ext cx="3224117" cy="10985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90FEF9-3A5E-434F-B288-4D27429DA447}">
      <dsp:nvSpPr>
        <dsp:cNvPr id="0" name=""/>
        <dsp:cNvSpPr/>
      </dsp:nvSpPr>
      <dsp:spPr>
        <a:xfrm>
          <a:off x="10106128" y="1295556"/>
          <a:ext cx="1517940" cy="2256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517"/>
              </a:lnTo>
              <a:lnTo>
                <a:pt x="1517940" y="134517"/>
              </a:lnTo>
              <a:lnTo>
                <a:pt x="1517940" y="22564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81A6C-E2B6-49C3-8B91-3D2257D458E4}">
      <dsp:nvSpPr>
        <dsp:cNvPr id="0" name=""/>
        <dsp:cNvSpPr/>
      </dsp:nvSpPr>
      <dsp:spPr>
        <a:xfrm>
          <a:off x="10106128" y="1295556"/>
          <a:ext cx="505980" cy="2256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517"/>
              </a:lnTo>
              <a:lnTo>
                <a:pt x="505980" y="134517"/>
              </a:lnTo>
              <a:lnTo>
                <a:pt x="505980" y="22564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A0E81A-311B-4BE5-B9A1-BED327D03D5E}">
      <dsp:nvSpPr>
        <dsp:cNvPr id="0" name=""/>
        <dsp:cNvSpPr/>
      </dsp:nvSpPr>
      <dsp:spPr>
        <a:xfrm>
          <a:off x="9600148" y="1295556"/>
          <a:ext cx="505980" cy="225642"/>
        </a:xfrm>
        <a:custGeom>
          <a:avLst/>
          <a:gdLst/>
          <a:ahLst/>
          <a:cxnLst/>
          <a:rect l="0" t="0" r="0" b="0"/>
          <a:pathLst>
            <a:path>
              <a:moveTo>
                <a:pt x="505980" y="0"/>
              </a:moveTo>
              <a:lnTo>
                <a:pt x="505980" y="134517"/>
              </a:lnTo>
              <a:lnTo>
                <a:pt x="0" y="134517"/>
              </a:lnTo>
              <a:lnTo>
                <a:pt x="0" y="22564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9C45A1-3A40-4625-A646-1F4BCADB0495}">
      <dsp:nvSpPr>
        <dsp:cNvPr id="0" name=""/>
        <dsp:cNvSpPr/>
      </dsp:nvSpPr>
      <dsp:spPr>
        <a:xfrm>
          <a:off x="8588187" y="1295556"/>
          <a:ext cx="1517940" cy="225642"/>
        </a:xfrm>
        <a:custGeom>
          <a:avLst/>
          <a:gdLst/>
          <a:ahLst/>
          <a:cxnLst/>
          <a:rect l="0" t="0" r="0" b="0"/>
          <a:pathLst>
            <a:path>
              <a:moveTo>
                <a:pt x="1517940" y="0"/>
              </a:moveTo>
              <a:lnTo>
                <a:pt x="1517940" y="134517"/>
              </a:lnTo>
              <a:lnTo>
                <a:pt x="0" y="134517"/>
              </a:lnTo>
              <a:lnTo>
                <a:pt x="0" y="22564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0D17F0-DFE5-46D4-99A4-FC10F9F41C82}">
      <dsp:nvSpPr>
        <dsp:cNvPr id="0" name=""/>
        <dsp:cNvSpPr/>
      </dsp:nvSpPr>
      <dsp:spPr>
        <a:xfrm>
          <a:off x="4034364" y="1295556"/>
          <a:ext cx="3541862" cy="2256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517"/>
              </a:lnTo>
              <a:lnTo>
                <a:pt x="3541862" y="134517"/>
              </a:lnTo>
              <a:lnTo>
                <a:pt x="3541862" y="22564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FD1875-1B2C-4B74-A11E-3AB0C46084A5}">
      <dsp:nvSpPr>
        <dsp:cNvPr id="0" name=""/>
        <dsp:cNvSpPr/>
      </dsp:nvSpPr>
      <dsp:spPr>
        <a:xfrm>
          <a:off x="4034364" y="1295556"/>
          <a:ext cx="2529901" cy="2256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517"/>
              </a:lnTo>
              <a:lnTo>
                <a:pt x="2529901" y="134517"/>
              </a:lnTo>
              <a:lnTo>
                <a:pt x="2529901" y="22564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0DFE1D-1466-460F-917D-620352BED2C1}">
      <dsp:nvSpPr>
        <dsp:cNvPr id="0" name=""/>
        <dsp:cNvSpPr/>
      </dsp:nvSpPr>
      <dsp:spPr>
        <a:xfrm>
          <a:off x="4034364" y="1295556"/>
          <a:ext cx="1517940" cy="2256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517"/>
              </a:lnTo>
              <a:lnTo>
                <a:pt x="1517940" y="134517"/>
              </a:lnTo>
              <a:lnTo>
                <a:pt x="1517940" y="22564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D54B43-FAC2-4617-8E1F-E87B5C5B5AC5}">
      <dsp:nvSpPr>
        <dsp:cNvPr id="0" name=""/>
        <dsp:cNvSpPr/>
      </dsp:nvSpPr>
      <dsp:spPr>
        <a:xfrm>
          <a:off x="4034364" y="1295556"/>
          <a:ext cx="505980" cy="2256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517"/>
              </a:lnTo>
              <a:lnTo>
                <a:pt x="505980" y="134517"/>
              </a:lnTo>
              <a:lnTo>
                <a:pt x="505980" y="22564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F0A009-B0DD-4B97-82E5-19C35D55C2F6}">
      <dsp:nvSpPr>
        <dsp:cNvPr id="0" name=""/>
        <dsp:cNvSpPr/>
      </dsp:nvSpPr>
      <dsp:spPr>
        <a:xfrm>
          <a:off x="3528384" y="1295556"/>
          <a:ext cx="505980" cy="225642"/>
        </a:xfrm>
        <a:custGeom>
          <a:avLst/>
          <a:gdLst/>
          <a:ahLst/>
          <a:cxnLst/>
          <a:rect l="0" t="0" r="0" b="0"/>
          <a:pathLst>
            <a:path>
              <a:moveTo>
                <a:pt x="505980" y="0"/>
              </a:moveTo>
              <a:lnTo>
                <a:pt x="505980" y="134517"/>
              </a:lnTo>
              <a:lnTo>
                <a:pt x="0" y="134517"/>
              </a:lnTo>
              <a:lnTo>
                <a:pt x="0" y="22564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EDF5AD-2515-4CB2-9D17-151D1EC9CF2B}">
      <dsp:nvSpPr>
        <dsp:cNvPr id="0" name=""/>
        <dsp:cNvSpPr/>
      </dsp:nvSpPr>
      <dsp:spPr>
        <a:xfrm>
          <a:off x="2516423" y="1295556"/>
          <a:ext cx="1517940" cy="225642"/>
        </a:xfrm>
        <a:custGeom>
          <a:avLst/>
          <a:gdLst/>
          <a:ahLst/>
          <a:cxnLst/>
          <a:rect l="0" t="0" r="0" b="0"/>
          <a:pathLst>
            <a:path>
              <a:moveTo>
                <a:pt x="1517940" y="0"/>
              </a:moveTo>
              <a:lnTo>
                <a:pt x="1517940" y="134517"/>
              </a:lnTo>
              <a:lnTo>
                <a:pt x="0" y="134517"/>
              </a:lnTo>
              <a:lnTo>
                <a:pt x="0" y="22564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339250-E75C-4FEA-9B4D-137F3F9D3916}">
      <dsp:nvSpPr>
        <dsp:cNvPr id="0" name=""/>
        <dsp:cNvSpPr/>
      </dsp:nvSpPr>
      <dsp:spPr>
        <a:xfrm>
          <a:off x="1504463" y="1295556"/>
          <a:ext cx="2529901" cy="225642"/>
        </a:xfrm>
        <a:custGeom>
          <a:avLst/>
          <a:gdLst/>
          <a:ahLst/>
          <a:cxnLst/>
          <a:rect l="0" t="0" r="0" b="0"/>
          <a:pathLst>
            <a:path>
              <a:moveTo>
                <a:pt x="2529901" y="0"/>
              </a:moveTo>
              <a:lnTo>
                <a:pt x="2529901" y="134517"/>
              </a:lnTo>
              <a:lnTo>
                <a:pt x="0" y="134517"/>
              </a:lnTo>
              <a:lnTo>
                <a:pt x="0" y="22564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FD39C0-11EF-45FD-AC37-BB1D282BB3DD}">
      <dsp:nvSpPr>
        <dsp:cNvPr id="0" name=""/>
        <dsp:cNvSpPr/>
      </dsp:nvSpPr>
      <dsp:spPr>
        <a:xfrm>
          <a:off x="492502" y="1295556"/>
          <a:ext cx="3541862" cy="225642"/>
        </a:xfrm>
        <a:custGeom>
          <a:avLst/>
          <a:gdLst/>
          <a:ahLst/>
          <a:cxnLst/>
          <a:rect l="0" t="0" r="0" b="0"/>
          <a:pathLst>
            <a:path>
              <a:moveTo>
                <a:pt x="3541862" y="0"/>
              </a:moveTo>
              <a:lnTo>
                <a:pt x="3541862" y="134517"/>
              </a:lnTo>
              <a:lnTo>
                <a:pt x="0" y="134517"/>
              </a:lnTo>
              <a:lnTo>
                <a:pt x="0" y="22564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BE7C33-15FC-450C-93D3-3AF874D3C147}">
      <dsp:nvSpPr>
        <dsp:cNvPr id="0" name=""/>
        <dsp:cNvSpPr/>
      </dsp:nvSpPr>
      <dsp:spPr>
        <a:xfrm>
          <a:off x="3657223" y="905022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/>
            <a:t>硬件</a:t>
          </a:r>
        </a:p>
      </dsp:txBody>
      <dsp:txXfrm>
        <a:off x="3657223" y="905022"/>
        <a:ext cx="754282" cy="390534"/>
      </dsp:txXfrm>
    </dsp:sp>
    <dsp:sp modelId="{D82636D8-B1DC-4406-AABC-442F879F5FC7}">
      <dsp:nvSpPr>
        <dsp:cNvPr id="0" name=""/>
        <dsp:cNvSpPr/>
      </dsp:nvSpPr>
      <dsp:spPr>
        <a:xfrm>
          <a:off x="3808079" y="1208771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3808079" y="1208771"/>
        <a:ext cx="678854" cy="130178"/>
      </dsp:txXfrm>
    </dsp:sp>
    <dsp:sp modelId="{E1C6C88E-AF10-4051-945E-F6C8146D8942}">
      <dsp:nvSpPr>
        <dsp:cNvPr id="0" name=""/>
        <dsp:cNvSpPr/>
      </dsp:nvSpPr>
      <dsp:spPr>
        <a:xfrm>
          <a:off x="115360" y="1521198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电机开发板</a:t>
          </a:r>
        </a:p>
      </dsp:txBody>
      <dsp:txXfrm>
        <a:off x="115360" y="1521198"/>
        <a:ext cx="754282" cy="390534"/>
      </dsp:txXfrm>
    </dsp:sp>
    <dsp:sp modelId="{EA4AFFD7-CC3C-4A83-8EB2-692E61D0E836}">
      <dsp:nvSpPr>
        <dsp:cNvPr id="0" name=""/>
        <dsp:cNvSpPr/>
      </dsp:nvSpPr>
      <dsp:spPr>
        <a:xfrm>
          <a:off x="266217" y="1824947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266217" y="1824947"/>
        <a:ext cx="678854" cy="130178"/>
      </dsp:txXfrm>
    </dsp:sp>
    <dsp:sp modelId="{BB3C49F9-CDE4-49AA-A75C-B31A075A37AB}">
      <dsp:nvSpPr>
        <dsp:cNvPr id="0" name=""/>
        <dsp:cNvSpPr/>
      </dsp:nvSpPr>
      <dsp:spPr>
        <a:xfrm>
          <a:off x="1127321" y="1521198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 dirty="0"/>
            <a:t>直流有刷电机 </a:t>
          </a:r>
          <a:r>
            <a:rPr lang="zh-CN" altLang="en-US" sz="1000" kern="1200" dirty="0"/>
            <a:t>带</a:t>
          </a:r>
          <a:r>
            <a:rPr lang="en-US" sz="1000" kern="1200" dirty="0"/>
            <a:t> </a:t>
          </a:r>
          <a:r>
            <a:rPr lang="zh-CN" sz="1000" kern="1200" dirty="0"/>
            <a:t>霍尔编码器</a:t>
          </a:r>
        </a:p>
      </dsp:txBody>
      <dsp:txXfrm>
        <a:off x="1127321" y="1521198"/>
        <a:ext cx="754282" cy="390534"/>
      </dsp:txXfrm>
    </dsp:sp>
    <dsp:sp modelId="{741A6506-D4F8-4478-A235-0473A949850B}">
      <dsp:nvSpPr>
        <dsp:cNvPr id="0" name=""/>
        <dsp:cNvSpPr/>
      </dsp:nvSpPr>
      <dsp:spPr>
        <a:xfrm>
          <a:off x="1278178" y="1824947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1278178" y="1824947"/>
        <a:ext cx="678854" cy="130178"/>
      </dsp:txXfrm>
    </dsp:sp>
    <dsp:sp modelId="{B0FA1687-97AC-4F54-A53B-EF14DDAB9D7B}">
      <dsp:nvSpPr>
        <dsp:cNvPr id="0" name=""/>
        <dsp:cNvSpPr/>
      </dsp:nvSpPr>
      <dsp:spPr>
        <a:xfrm>
          <a:off x="2139282" y="1521198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电机驱动板</a:t>
          </a:r>
        </a:p>
      </dsp:txBody>
      <dsp:txXfrm>
        <a:off x="2139282" y="1521198"/>
        <a:ext cx="754282" cy="390534"/>
      </dsp:txXfrm>
    </dsp:sp>
    <dsp:sp modelId="{E745C053-D5B7-4E4B-8248-9CDE5F547DF5}">
      <dsp:nvSpPr>
        <dsp:cNvPr id="0" name=""/>
        <dsp:cNvSpPr/>
      </dsp:nvSpPr>
      <dsp:spPr>
        <a:xfrm>
          <a:off x="2290138" y="1824947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2290138" y="1824947"/>
        <a:ext cx="678854" cy="130178"/>
      </dsp:txXfrm>
    </dsp:sp>
    <dsp:sp modelId="{AB94DCCA-042A-4352-A21F-55789E39FB64}">
      <dsp:nvSpPr>
        <dsp:cNvPr id="0" name=""/>
        <dsp:cNvSpPr/>
      </dsp:nvSpPr>
      <dsp:spPr>
        <a:xfrm>
          <a:off x="3151242" y="1521198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/>
            <a:t>必要的连接线</a:t>
          </a:r>
        </a:p>
      </dsp:txBody>
      <dsp:txXfrm>
        <a:off x="3151242" y="1521198"/>
        <a:ext cx="754282" cy="390534"/>
      </dsp:txXfrm>
    </dsp:sp>
    <dsp:sp modelId="{FD42B869-27B6-46FD-8C23-BD4B6FC2EE1A}">
      <dsp:nvSpPr>
        <dsp:cNvPr id="0" name=""/>
        <dsp:cNvSpPr/>
      </dsp:nvSpPr>
      <dsp:spPr>
        <a:xfrm>
          <a:off x="3302099" y="1824947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3302099" y="1824947"/>
        <a:ext cx="678854" cy="130178"/>
      </dsp:txXfrm>
    </dsp:sp>
    <dsp:sp modelId="{033531E5-7DB7-4452-9CD8-B8E6729EBC74}">
      <dsp:nvSpPr>
        <dsp:cNvPr id="0" name=""/>
        <dsp:cNvSpPr/>
      </dsp:nvSpPr>
      <dsp:spPr>
        <a:xfrm>
          <a:off x="4163203" y="1521198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 dirty="0"/>
            <a:t>下载器</a:t>
          </a:r>
          <a:endParaRPr lang="en-US" altLang="zh-CN" sz="1000" kern="1200" dirty="0"/>
        </a:p>
      </dsp:txBody>
      <dsp:txXfrm>
        <a:off x="4163203" y="1521198"/>
        <a:ext cx="754282" cy="390534"/>
      </dsp:txXfrm>
    </dsp:sp>
    <dsp:sp modelId="{05D58147-C406-4968-9C32-1342D4BB97EF}">
      <dsp:nvSpPr>
        <dsp:cNvPr id="0" name=""/>
        <dsp:cNvSpPr/>
      </dsp:nvSpPr>
      <dsp:spPr>
        <a:xfrm>
          <a:off x="4314060" y="1824947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4314060" y="1824947"/>
        <a:ext cx="678854" cy="130178"/>
      </dsp:txXfrm>
    </dsp:sp>
    <dsp:sp modelId="{02449A9D-0891-4399-8ADE-55B5618E2A19}">
      <dsp:nvSpPr>
        <dsp:cNvPr id="0" name=""/>
        <dsp:cNvSpPr/>
      </dsp:nvSpPr>
      <dsp:spPr>
        <a:xfrm>
          <a:off x="5175164" y="1521198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开发电脑</a:t>
          </a:r>
        </a:p>
      </dsp:txBody>
      <dsp:txXfrm>
        <a:off x="5175164" y="1521198"/>
        <a:ext cx="754282" cy="390534"/>
      </dsp:txXfrm>
    </dsp:sp>
    <dsp:sp modelId="{517FF201-D162-4A2B-8515-18C7B5E8B801}">
      <dsp:nvSpPr>
        <dsp:cNvPr id="0" name=""/>
        <dsp:cNvSpPr/>
      </dsp:nvSpPr>
      <dsp:spPr>
        <a:xfrm>
          <a:off x="5326020" y="1824947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5326020" y="1824947"/>
        <a:ext cx="678854" cy="130178"/>
      </dsp:txXfrm>
    </dsp:sp>
    <dsp:sp modelId="{E4B82621-AD39-4771-956A-F64A86FA00D4}">
      <dsp:nvSpPr>
        <dsp:cNvPr id="0" name=""/>
        <dsp:cNvSpPr/>
      </dsp:nvSpPr>
      <dsp:spPr>
        <a:xfrm>
          <a:off x="6187124" y="1521198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/>
            <a:t>12V</a:t>
          </a:r>
          <a:r>
            <a:rPr lang="zh-CN" altLang="en-US" sz="1000" kern="1200" dirty="0"/>
            <a:t>电源</a:t>
          </a:r>
        </a:p>
      </dsp:txBody>
      <dsp:txXfrm>
        <a:off x="6187124" y="1521198"/>
        <a:ext cx="754282" cy="390534"/>
      </dsp:txXfrm>
    </dsp:sp>
    <dsp:sp modelId="{BD56AB32-F1CE-44A5-A45F-547131FAF691}">
      <dsp:nvSpPr>
        <dsp:cNvPr id="0" name=""/>
        <dsp:cNvSpPr/>
      </dsp:nvSpPr>
      <dsp:spPr>
        <a:xfrm>
          <a:off x="6337981" y="1824947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700" kern="1200"/>
        </a:p>
      </dsp:txBody>
      <dsp:txXfrm>
        <a:off x="6337981" y="1824947"/>
        <a:ext cx="678854" cy="130178"/>
      </dsp:txXfrm>
    </dsp:sp>
    <dsp:sp modelId="{00D70C1F-1508-4194-896D-1F6E1E6057F2}">
      <dsp:nvSpPr>
        <dsp:cNvPr id="0" name=""/>
        <dsp:cNvSpPr/>
      </dsp:nvSpPr>
      <dsp:spPr>
        <a:xfrm>
          <a:off x="7199085" y="1521198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/>
            <a:t>4</a:t>
          </a:r>
          <a:r>
            <a:rPr lang="zh-CN" altLang="en-US" sz="1000" kern="1200" dirty="0"/>
            <a:t>寸屏幕</a:t>
          </a:r>
        </a:p>
      </dsp:txBody>
      <dsp:txXfrm>
        <a:off x="7199085" y="1521198"/>
        <a:ext cx="754282" cy="390534"/>
      </dsp:txXfrm>
    </dsp:sp>
    <dsp:sp modelId="{D20259F8-0A2C-4FEE-9EDC-C2019326D91C}">
      <dsp:nvSpPr>
        <dsp:cNvPr id="0" name=""/>
        <dsp:cNvSpPr/>
      </dsp:nvSpPr>
      <dsp:spPr>
        <a:xfrm>
          <a:off x="7349941" y="1824947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700" kern="1200"/>
        </a:p>
      </dsp:txBody>
      <dsp:txXfrm>
        <a:off x="7349941" y="1824947"/>
        <a:ext cx="678854" cy="130178"/>
      </dsp:txXfrm>
    </dsp:sp>
    <dsp:sp modelId="{D0AC032A-FFEF-4952-9741-CE8EE9C6B994}">
      <dsp:nvSpPr>
        <dsp:cNvPr id="0" name=""/>
        <dsp:cNvSpPr/>
      </dsp:nvSpPr>
      <dsp:spPr>
        <a:xfrm>
          <a:off x="9728986" y="905022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/>
            <a:t>软件</a:t>
          </a:r>
        </a:p>
      </dsp:txBody>
      <dsp:txXfrm>
        <a:off x="9728986" y="905022"/>
        <a:ext cx="754282" cy="390534"/>
      </dsp:txXfrm>
    </dsp:sp>
    <dsp:sp modelId="{C3421C0F-5BC5-4AA1-AE7D-02961117B5E7}">
      <dsp:nvSpPr>
        <dsp:cNvPr id="0" name=""/>
        <dsp:cNvSpPr/>
      </dsp:nvSpPr>
      <dsp:spPr>
        <a:xfrm>
          <a:off x="9879843" y="1208771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9879843" y="1208771"/>
        <a:ext cx="678854" cy="130178"/>
      </dsp:txXfrm>
    </dsp:sp>
    <dsp:sp modelId="{4FD33184-9FC1-4335-AD57-62F96FEB9C00}">
      <dsp:nvSpPr>
        <dsp:cNvPr id="0" name=""/>
        <dsp:cNvSpPr/>
      </dsp:nvSpPr>
      <dsp:spPr>
        <a:xfrm>
          <a:off x="8211045" y="1521198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Keil</a:t>
          </a:r>
          <a:endParaRPr lang="zh-CN" sz="1000" kern="1200"/>
        </a:p>
      </dsp:txBody>
      <dsp:txXfrm>
        <a:off x="8211045" y="1521198"/>
        <a:ext cx="754282" cy="390534"/>
      </dsp:txXfrm>
    </dsp:sp>
    <dsp:sp modelId="{45563359-C68D-4DAE-84B0-0028033E1244}">
      <dsp:nvSpPr>
        <dsp:cNvPr id="0" name=""/>
        <dsp:cNvSpPr/>
      </dsp:nvSpPr>
      <dsp:spPr>
        <a:xfrm>
          <a:off x="8361902" y="1824947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8361902" y="1824947"/>
        <a:ext cx="678854" cy="130178"/>
      </dsp:txXfrm>
    </dsp:sp>
    <dsp:sp modelId="{577B9DD2-2915-4982-A162-F205AFCE31AE}">
      <dsp:nvSpPr>
        <dsp:cNvPr id="0" name=""/>
        <dsp:cNvSpPr/>
      </dsp:nvSpPr>
      <dsp:spPr>
        <a:xfrm>
          <a:off x="9223006" y="1521198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VS Code</a:t>
          </a:r>
          <a:endParaRPr lang="zh-CN" sz="1000" kern="1200"/>
        </a:p>
      </dsp:txBody>
      <dsp:txXfrm>
        <a:off x="9223006" y="1521198"/>
        <a:ext cx="754282" cy="390534"/>
      </dsp:txXfrm>
    </dsp:sp>
    <dsp:sp modelId="{66D9DD51-A0A8-43EA-88E1-558722978D84}">
      <dsp:nvSpPr>
        <dsp:cNvPr id="0" name=""/>
        <dsp:cNvSpPr/>
      </dsp:nvSpPr>
      <dsp:spPr>
        <a:xfrm>
          <a:off x="9373863" y="1824947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9373863" y="1824947"/>
        <a:ext cx="678854" cy="130178"/>
      </dsp:txXfrm>
    </dsp:sp>
    <dsp:sp modelId="{8FC34532-DF05-4D1C-AE3D-A1616E64D435}">
      <dsp:nvSpPr>
        <dsp:cNvPr id="0" name=""/>
        <dsp:cNvSpPr/>
      </dsp:nvSpPr>
      <dsp:spPr>
        <a:xfrm>
          <a:off x="10234967" y="1521198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CubeMX</a:t>
          </a:r>
          <a:endParaRPr lang="zh-CN" sz="1000" kern="1200"/>
        </a:p>
      </dsp:txBody>
      <dsp:txXfrm>
        <a:off x="10234967" y="1521198"/>
        <a:ext cx="754282" cy="390534"/>
      </dsp:txXfrm>
    </dsp:sp>
    <dsp:sp modelId="{274CB1FB-34B0-4CFA-929E-AE6D701A3E52}">
      <dsp:nvSpPr>
        <dsp:cNvPr id="0" name=""/>
        <dsp:cNvSpPr/>
      </dsp:nvSpPr>
      <dsp:spPr>
        <a:xfrm>
          <a:off x="10385823" y="1824947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10385823" y="1824947"/>
        <a:ext cx="678854" cy="130178"/>
      </dsp:txXfrm>
    </dsp:sp>
    <dsp:sp modelId="{C7B00372-24A1-44F1-A7C9-CB5364CE04E1}">
      <dsp:nvSpPr>
        <dsp:cNvPr id="0" name=""/>
        <dsp:cNvSpPr/>
      </dsp:nvSpPr>
      <dsp:spPr>
        <a:xfrm>
          <a:off x="11246927" y="1521198"/>
          <a:ext cx="754282" cy="390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55109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/>
            <a:t>串口调试助手</a:t>
          </a:r>
        </a:p>
      </dsp:txBody>
      <dsp:txXfrm>
        <a:off x="11246927" y="1521198"/>
        <a:ext cx="754282" cy="390534"/>
      </dsp:txXfrm>
    </dsp:sp>
    <dsp:sp modelId="{669DFABA-C83A-4CA5-A514-CF37A744E0CF}">
      <dsp:nvSpPr>
        <dsp:cNvPr id="0" name=""/>
        <dsp:cNvSpPr/>
      </dsp:nvSpPr>
      <dsp:spPr>
        <a:xfrm>
          <a:off x="11397784" y="1824947"/>
          <a:ext cx="678854" cy="130178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11397784" y="1824947"/>
        <a:ext cx="678854" cy="1301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55C3A1-ABBE-4056-99C6-1713907BCC86}">
      <dsp:nvSpPr>
        <dsp:cNvPr id="0" name=""/>
        <dsp:cNvSpPr/>
      </dsp:nvSpPr>
      <dsp:spPr>
        <a:xfrm>
          <a:off x="0" y="316067"/>
          <a:ext cx="6209210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904" tIns="333248" rIns="48190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b="1" kern="1200" dirty="0">
              <a:solidFill>
                <a:srgbClr val="FF0000"/>
              </a:solidFill>
            </a:rPr>
            <a:t>TIM1</a:t>
          </a:r>
          <a:r>
            <a:rPr lang="en-US" altLang="zh-CN" sz="1600" kern="1200" dirty="0"/>
            <a:t>(PWM</a:t>
          </a:r>
          <a:r>
            <a:rPr lang="zh-CN" altLang="en-US" sz="1600" kern="1200" dirty="0"/>
            <a:t>驱动</a:t>
          </a:r>
          <a:r>
            <a:rPr lang="en-US" altLang="zh-CN" sz="1600" kern="1200" dirty="0"/>
            <a:t>)\</a:t>
          </a:r>
          <a:r>
            <a:rPr lang="en-US" altLang="zh-CN" sz="1600" b="1" kern="1200" dirty="0">
              <a:solidFill>
                <a:srgbClr val="FF0000"/>
              </a:solidFill>
            </a:rPr>
            <a:t>TIM3</a:t>
          </a:r>
          <a:r>
            <a:rPr lang="en-US" altLang="zh-CN" sz="1600" kern="1200" dirty="0"/>
            <a:t>(</a:t>
          </a:r>
          <a:r>
            <a:rPr lang="zh-CN" altLang="en-US" sz="1600" kern="1200" dirty="0"/>
            <a:t>编码器计数</a:t>
          </a:r>
          <a:r>
            <a:rPr lang="en-US" altLang="zh-CN" sz="1600" kern="1200" dirty="0"/>
            <a:t>ch1_PC6</a:t>
          </a:r>
          <a:r>
            <a:rPr lang="zh-CN" altLang="en-US" sz="1600" kern="1200" dirty="0"/>
            <a:t>、</a:t>
          </a:r>
          <a:r>
            <a:rPr lang="en-US" altLang="zh-CN" sz="1600" kern="1200" dirty="0"/>
            <a:t>ch2_PC7)\</a:t>
          </a:r>
          <a:r>
            <a:rPr lang="en-US" altLang="zh-CN" sz="1600" b="1" kern="1200" dirty="0">
              <a:solidFill>
                <a:srgbClr val="FF0000"/>
              </a:solidFill>
            </a:rPr>
            <a:t>TIM6</a:t>
          </a:r>
          <a:r>
            <a:rPr lang="en-US" altLang="zh-CN" sz="1600" kern="1200" dirty="0"/>
            <a:t>(</a:t>
          </a:r>
          <a:r>
            <a:rPr lang="zh-CN" altLang="en-US" sz="1600" kern="1200" dirty="0"/>
            <a:t>编码器计数查询中断</a:t>
          </a:r>
          <a:r>
            <a:rPr lang="en-US" altLang="zh-CN" sz="1600" kern="1200" dirty="0"/>
            <a:t>)</a:t>
          </a:r>
          <a:endParaRPr lang="zh-C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PF10</a:t>
          </a:r>
          <a:r>
            <a:rPr lang="zh-CN" sz="1600" kern="1200" dirty="0"/>
            <a:t>（</a:t>
          </a:r>
          <a:r>
            <a:rPr lang="en-US" sz="1600" kern="1200" dirty="0"/>
            <a:t>PM1_Ctrl)</a:t>
          </a:r>
          <a:endParaRPr lang="zh-CN" sz="1600" kern="1200" dirty="0"/>
        </a:p>
      </dsp:txBody>
      <dsp:txXfrm>
        <a:off x="0" y="316067"/>
        <a:ext cx="6209210" cy="1260000"/>
      </dsp:txXfrm>
    </dsp:sp>
    <dsp:sp modelId="{EA951934-F6FE-4F61-B57C-00056B6126F9}">
      <dsp:nvSpPr>
        <dsp:cNvPr id="0" name=""/>
        <dsp:cNvSpPr/>
      </dsp:nvSpPr>
      <dsp:spPr>
        <a:xfrm>
          <a:off x="310460" y="79907"/>
          <a:ext cx="4346447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285" tIns="0" rIns="16428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电机相关</a:t>
          </a:r>
        </a:p>
      </dsp:txBody>
      <dsp:txXfrm>
        <a:off x="333517" y="102964"/>
        <a:ext cx="4300333" cy="426206"/>
      </dsp:txXfrm>
    </dsp:sp>
    <dsp:sp modelId="{18AE9A2E-AA89-4E3C-8315-B8485599B43A}">
      <dsp:nvSpPr>
        <dsp:cNvPr id="0" name=""/>
        <dsp:cNvSpPr/>
      </dsp:nvSpPr>
      <dsp:spPr>
        <a:xfrm>
          <a:off x="0" y="1898627"/>
          <a:ext cx="6209210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904" tIns="333248" rIns="48190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/>
            <a:t>FSMC</a:t>
          </a:r>
          <a:endParaRPr lang="zh-C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/>
            <a:t>PH9</a:t>
          </a:r>
          <a:r>
            <a:rPr lang="zh-CN" altLang="en-US" sz="1600" kern="1200" dirty="0"/>
            <a:t>（背光）</a:t>
          </a:r>
          <a:endParaRPr lang="zh-CN" sz="1600" kern="1200" dirty="0"/>
        </a:p>
      </dsp:txBody>
      <dsp:txXfrm>
        <a:off x="0" y="1898627"/>
        <a:ext cx="6209210" cy="1008000"/>
      </dsp:txXfrm>
    </dsp:sp>
    <dsp:sp modelId="{FE7B9C63-FF32-4C64-AE97-1D66B0EC8FCE}">
      <dsp:nvSpPr>
        <dsp:cNvPr id="0" name=""/>
        <dsp:cNvSpPr/>
      </dsp:nvSpPr>
      <dsp:spPr>
        <a:xfrm>
          <a:off x="310460" y="1662467"/>
          <a:ext cx="4346447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285" tIns="0" rIns="16428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屏幕相关</a:t>
          </a:r>
        </a:p>
      </dsp:txBody>
      <dsp:txXfrm>
        <a:off x="333517" y="1685524"/>
        <a:ext cx="4300333" cy="426206"/>
      </dsp:txXfrm>
    </dsp:sp>
    <dsp:sp modelId="{D44616DA-9D59-4BD6-A3CA-6C2946808525}">
      <dsp:nvSpPr>
        <dsp:cNvPr id="0" name=""/>
        <dsp:cNvSpPr/>
      </dsp:nvSpPr>
      <dsp:spPr>
        <a:xfrm>
          <a:off x="0" y="3229187"/>
          <a:ext cx="620921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904" tIns="333248" rIns="48190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USART1</a:t>
          </a:r>
          <a:r>
            <a:rPr lang="zh-CN" altLang="en-US" sz="1600" kern="1200" dirty="0"/>
            <a:t>（用于上位</a:t>
          </a:r>
          <a:r>
            <a:rPr lang="en-US" altLang="zh-CN" sz="1600" kern="1200" dirty="0"/>
            <a:t>PC</a:t>
          </a:r>
          <a:r>
            <a:rPr lang="zh-CN" altLang="en-US" sz="1600" kern="1200" dirty="0"/>
            <a:t>机显示信息）</a:t>
          </a:r>
          <a:endParaRPr lang="zh-CN" sz="1600" kern="1200" dirty="0"/>
        </a:p>
      </dsp:txBody>
      <dsp:txXfrm>
        <a:off x="0" y="3229187"/>
        <a:ext cx="6209210" cy="705600"/>
      </dsp:txXfrm>
    </dsp:sp>
    <dsp:sp modelId="{7324CE14-3F0B-46F9-9D0F-62D2D0CD89B4}">
      <dsp:nvSpPr>
        <dsp:cNvPr id="0" name=""/>
        <dsp:cNvSpPr/>
      </dsp:nvSpPr>
      <dsp:spPr>
        <a:xfrm>
          <a:off x="310460" y="2993027"/>
          <a:ext cx="4346447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285" tIns="0" rIns="16428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串口通信</a:t>
          </a:r>
        </a:p>
      </dsp:txBody>
      <dsp:txXfrm>
        <a:off x="333517" y="3016084"/>
        <a:ext cx="4300333" cy="426206"/>
      </dsp:txXfrm>
    </dsp:sp>
    <dsp:sp modelId="{6DD8C30E-F56F-404E-9B28-B72B34D96B02}">
      <dsp:nvSpPr>
        <dsp:cNvPr id="0" name=""/>
        <dsp:cNvSpPr/>
      </dsp:nvSpPr>
      <dsp:spPr>
        <a:xfrm>
          <a:off x="0" y="4257347"/>
          <a:ext cx="6209210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904" tIns="333248" rIns="48190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PE0\PE1\PE2\PE3</a:t>
          </a:r>
          <a:r>
            <a:rPr lang="zh-CN" sz="1600" kern="1200" dirty="0"/>
            <a:t>（</a:t>
          </a:r>
          <a:r>
            <a:rPr lang="en-US" sz="1600" kern="1200" dirty="0"/>
            <a:t>LED</a:t>
          </a:r>
          <a:r>
            <a:rPr lang="zh-CN" sz="1600" kern="1200" dirty="0"/>
            <a:t>、</a:t>
          </a:r>
          <a:r>
            <a:rPr lang="en-US" sz="1600" kern="1200" dirty="0"/>
            <a:t>Key</a:t>
          </a:r>
          <a:r>
            <a:rPr lang="zh-CN" sz="1600" kern="1200" dirty="0"/>
            <a:t>）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/>
            <a:t>Debug-&gt;Serial Wire</a:t>
          </a:r>
          <a:endParaRPr lang="zh-CN" sz="1600" kern="1200" dirty="0"/>
        </a:p>
      </dsp:txBody>
      <dsp:txXfrm>
        <a:off x="0" y="4257347"/>
        <a:ext cx="6209210" cy="1008000"/>
      </dsp:txXfrm>
    </dsp:sp>
    <dsp:sp modelId="{41B24C45-5453-44E3-9FD9-A3FD87E28CBA}">
      <dsp:nvSpPr>
        <dsp:cNvPr id="0" name=""/>
        <dsp:cNvSpPr/>
      </dsp:nvSpPr>
      <dsp:spPr>
        <a:xfrm>
          <a:off x="310460" y="4021187"/>
          <a:ext cx="4346447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285" tIns="0" rIns="16428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/>
            <a:t>其它</a:t>
          </a:r>
        </a:p>
      </dsp:txBody>
      <dsp:txXfrm>
        <a:off x="333517" y="4044244"/>
        <a:ext cx="4300333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40C86-44EC-7DB8-E4EE-02F34509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A50481-8647-D038-D5D9-EEE95CBBE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D9F97B-A22B-B2F8-5060-2BE1EF9A7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457D6D-E0E7-EAF4-D4F9-8A2DB1852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537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59DE-F316-88BA-5B67-DCF4224F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05C667-A7B3-EB26-B415-C6063BCA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5BD9EB-4EE7-9D54-E7FE-77EFE6B9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B81FF-9D84-3E4B-5080-84427EFF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4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392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175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497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959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0554F-DDD7-BC19-56A2-D355EA3A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E75453-7399-F6F3-7CE8-C3464BB68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566C69-FF6A-8B4C-AAFA-50BC64AA2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ADB384-A0CB-F3F1-7C3F-2C3CA40E6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105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EC367-7A41-62AD-1214-A0F081FBA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4D977F-AD5F-30EA-6C39-9529CD6FF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C3CFDE-7685-A3E2-6F04-9BFBBAE33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66EBF1-AEE1-4218-FEA2-0B764BFC2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810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B5BC4-4B88-BDF1-0DF2-1AFBDD73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F3A636-F6F4-B02E-7CEB-91BEF964B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74A983-A762-69A8-41D8-CDAD1F63F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77D944-D278-5D2D-CF8B-BEDF4DB2A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7267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146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1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11" Type="http://schemas.microsoft.com/office/2007/relationships/hdphoto" Target="../media/hdphoto1.wdp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4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4" y="2818708"/>
            <a:ext cx="7297052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检测电机转速、位置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【08-03】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2454-5040-107F-089D-48039DE1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C202676-74CC-074E-22CE-4F6342F61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</a:p>
        </p:txBody>
      </p:sp>
      <p:graphicFrame>
        <p:nvGraphicFramePr>
          <p:cNvPr id="8" name="内容占位符 4">
            <a:extLst>
              <a:ext uri="{FF2B5EF4-FFF2-40B4-BE49-F238E27FC236}">
                <a16:creationId xmlns:a16="http://schemas.microsoft.com/office/drawing/2014/main" id="{2237BFD1-F6F0-ED19-B50E-8018829D51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9349891"/>
              </p:ext>
            </p:extLst>
          </p:nvPr>
        </p:nvGraphicFramePr>
        <p:xfrm>
          <a:off x="838199" y="1349829"/>
          <a:ext cx="11127377" cy="5143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046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实验准备</a:t>
            </a:r>
            <a:r>
              <a:rPr lang="en-US" altLang="zh-CN" dirty="0"/>
              <a:t>——</a:t>
            </a:r>
            <a:r>
              <a:rPr lang="zh-CN" altLang="en-US" dirty="0"/>
              <a:t>硬件准备</a:t>
            </a:r>
          </a:p>
        </p:txBody>
      </p:sp>
      <p:graphicFrame>
        <p:nvGraphicFramePr>
          <p:cNvPr id="26" name="内容占位符 25">
            <a:extLst>
              <a:ext uri="{FF2B5EF4-FFF2-40B4-BE49-F238E27FC236}">
                <a16:creationId xmlns:a16="http://schemas.microsoft.com/office/drawing/2014/main" id="{B184800F-3EE7-DBE3-CC9E-0C25A884F59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234462941"/>
              </p:ext>
            </p:extLst>
          </p:nvPr>
        </p:nvGraphicFramePr>
        <p:xfrm>
          <a:off x="1" y="1062446"/>
          <a:ext cx="12192000" cy="2860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C3ACC16A-7A60-B147-BBA8-B41C18FDE9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988" y="3922594"/>
            <a:ext cx="3562350" cy="2209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C1916F5-76B9-74C0-AA0B-8FC035FE3A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6377" y="4550335"/>
            <a:ext cx="2154555" cy="158205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3E610E4-BA2D-2E4C-EAAE-C3EC6040FA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78" b="89871" l="3646" r="95573">
                        <a14:foregroundMark x1="53159" y1="6617" x2="54792" y2="5931"/>
                        <a14:foregroundMark x1="51700" y1="7230" x2="52622" y2="6843"/>
                        <a14:foregroundMark x1="38889" y1="12608" x2="46099" y2="9581"/>
                        <a14:foregroundMark x1="69618" y1="3556" x2="75694" y2="8190"/>
                        <a14:foregroundMark x1="86103" y1="27781" x2="86458" y2="28448"/>
                        <a14:foregroundMark x1="77729" y1="12021" x2="85594" y2="26822"/>
                        <a14:foregroundMark x1="86458" y1="28448" x2="92188" y2="25108"/>
                        <a14:foregroundMark x1="92188" y1="25108" x2="97483" y2="30496"/>
                        <a14:foregroundMark x1="60956" y1="70549" x2="55033" y2="73390"/>
                        <a14:foregroundMark x1="61415" y1="70329" x2="60989" y2="70533"/>
                        <a14:foregroundMark x1="67475" y1="67424" x2="67031" y2="67637"/>
                        <a14:foregroundMark x1="43419" y1="10884" x2="44786" y2="10236"/>
                        <a14:foregroundMark x1="68988" y1="3331" x2="71928" y2="5032"/>
                        <a14:foregroundMark x1="7390" y1="33905" x2="11533" y2="30966"/>
                        <a14:foregroundMark x1="33946" y1="17577" x2="34872" y2="16267"/>
                        <a14:foregroundMark x1="53620" y1="6097" x2="54475" y2="5737"/>
                        <a14:foregroundMark x1="51880" y1="6831" x2="52766" y2="6458"/>
                        <a14:foregroundMark x1="44380" y1="9993" x2="45017" y2="9725"/>
                        <a14:foregroundMark x1="69825" y1="3306" x2="71805" y2="4135"/>
                        <a14:foregroundMark x1="94627" y1="26889" x2="97135" y2="30172"/>
                        <a14:foregroundMark x1="92651" y1="24302" x2="94195" y2="26323"/>
                        <a14:foregroundMark x1="94632" y1="33335" x2="94253" y2="33814"/>
                        <a14:foregroundMark x1="95999" y1="31607" x2="94710" y2="33237"/>
                        <a14:foregroundMark x1="97135" y1="30172" x2="96611" y2="30834"/>
                        <a14:foregroundMark x1="86036" y1="51726" x2="85796" y2="52164"/>
                        <a14:foregroundMark x1="67549" y1="67254" x2="67061" y2="67559"/>
                        <a14:foregroundMark x1="61024" y1="71336" x2="54688" y2="72091"/>
                        <a14:foregroundMark x1="5227" y1="38296" x2="5469" y2="35237"/>
                        <a14:foregroundMark x1="93229" y1="24677" x2="94097" y2="32651"/>
                        <a14:foregroundMark x1="94097" y1="32651" x2="92795" y2="23491"/>
                        <a14:foregroundMark x1="92795" y1="23491" x2="92361" y2="24138"/>
                        <a14:foregroundMark x1="95486" y1="26724" x2="95573" y2="32004"/>
                        <a14:backgroundMark x1="9635" y1="29310" x2="9635" y2="29310"/>
                        <a14:backgroundMark x1="9635" y1="29310" x2="6858" y2="30280"/>
                        <a14:backgroundMark x1="9462" y1="31034" x2="44878" y2="8728"/>
                        <a14:backgroundMark x1="7378" y1="28448" x2="24045" y2="19289"/>
                        <a14:backgroundMark x1="24045" y1="19289" x2="26302" y2="19504"/>
                        <a14:backgroundMark x1="26997" y1="17026" x2="24566" y2="20366"/>
                        <a14:backgroundMark x1="27604" y1="19504" x2="30295" y2="18211"/>
                        <a14:backgroundMark x1="33420" y1="16918" x2="27517" y2="21552"/>
                        <a14:backgroundMark x1="27517" y1="21552" x2="32986" y2="17349"/>
                        <a14:backgroundMark x1="32986" y1="17349" x2="33073" y2="16918"/>
                        <a14:backgroundMark x1="25000" y1="21767" x2="22135" y2="24353"/>
                        <a14:backgroundMark x1="25434" y1="23060" x2="25521" y2="22845"/>
                        <a14:backgroundMark x1="25608" y1="23060" x2="27865" y2="21659"/>
                        <a14:backgroundMark x1="6944" y1="31034" x2="3819" y2="38362"/>
                        <a14:backgroundMark x1="3819" y1="38362" x2="4601" y2="64224"/>
                        <a14:backgroundMark x1="4601" y1="64224" x2="4167" y2="64116"/>
                        <a14:backgroundMark x1="5556" y1="29203" x2="4601" y2="31358"/>
                        <a14:backgroundMark x1="5295" y1="65841" x2="19705" y2="84375"/>
                        <a14:backgroundMark x1="19705" y1="84375" x2="11458" y2="80927"/>
                        <a14:backgroundMark x1="11458" y1="80927" x2="5469" y2="73168"/>
                        <a14:backgroundMark x1="5469" y1="73168" x2="4601" y2="64763"/>
                        <a14:backgroundMark x1="4601" y1="64763" x2="6163" y2="65733"/>
                        <a14:backgroundMark x1="8420" y1="72091" x2="8073" y2="73815"/>
                        <a14:backgroundMark x1="9462" y1="74784" x2="9375" y2="76509"/>
                        <a14:backgroundMark x1="10069" y1="75108" x2="9028" y2="75970"/>
                        <a14:backgroundMark x1="19792" y1="85129" x2="27257" y2="86746"/>
                        <a14:backgroundMark x1="27257" y1="86746" x2="33420" y2="83405"/>
                        <a14:backgroundMark x1="33420" y1="83405" x2="27865" y2="89655"/>
                        <a14:backgroundMark x1="27865" y1="89655" x2="21007" y2="88578"/>
                        <a14:backgroundMark x1="21007" y1="88578" x2="20052" y2="85776"/>
                        <a14:backgroundMark x1="19618" y1="83836" x2="20399" y2="85022"/>
                        <a14:backgroundMark x1="33594" y1="82974" x2="54427" y2="72953"/>
                        <a14:backgroundMark x1="54427" y1="72953" x2="50781" y2="79849"/>
                        <a14:backgroundMark x1="50781" y1="79849" x2="36892" y2="84914"/>
                        <a14:backgroundMark x1="36892" y1="84914" x2="33767" y2="82543"/>
                        <a14:backgroundMark x1="71094" y1="68858" x2="71094" y2="68858"/>
                        <a14:backgroundMark x1="68663" y1="67134" x2="88715" y2="52586"/>
                        <a14:backgroundMark x1="88715" y1="52586" x2="85417" y2="60129"/>
                        <a14:backgroundMark x1="85417" y1="60129" x2="77951" y2="66918"/>
                        <a14:backgroundMark x1="77951" y1="66918" x2="68750" y2="70366"/>
                        <a14:backgroundMark x1="68750" y1="70366" x2="68750" y2="67780"/>
                        <a14:backgroundMark x1="74566" y1="64332" x2="81337" y2="63039"/>
                        <a14:backgroundMark x1="81337" y1="63039" x2="74566" y2="64978"/>
                        <a14:backgroundMark x1="74566" y1="64978" x2="74566" y2="64978"/>
                        <a14:backgroundMark x1="82031" y1="59591" x2="80295" y2="60560"/>
                        <a14:backgroundMark x1="84028" y1="57543" x2="84028" y2="57543"/>
                        <a14:backgroundMark x1="84028" y1="57543" x2="84809" y2="56789"/>
                        <a14:backgroundMark x1="84201" y1="56897" x2="82986" y2="57866"/>
                        <a14:backgroundMark x1="80382" y1="60668" x2="79340" y2="61746"/>
                        <a14:backgroundMark x1="81858" y1="59806" x2="81684" y2="61099"/>
                        <a14:backgroundMark x1="83160" y1="58944" x2="82031" y2="60991"/>
                        <a14:backgroundMark x1="83767" y1="58513" x2="83767" y2="58944"/>
                        <a14:backgroundMark x1="79253" y1="62608" x2="79253" y2="62608"/>
                        <a14:backgroundMark x1="79253" y1="62716" x2="78906" y2="62177"/>
                        <a14:backgroundMark x1="78646" y1="62284" x2="78733" y2="63685"/>
                        <a14:backgroundMark x1="78299" y1="62284" x2="79427" y2="63578"/>
                        <a14:backgroundMark x1="85243" y1="53448" x2="90191" y2="38039"/>
                        <a14:backgroundMark x1="90191" y1="38039" x2="96094" y2="33621"/>
                        <a14:backgroundMark x1="96094" y1="33621" x2="94358" y2="43103"/>
                        <a14:backgroundMark x1="94358" y1="43103" x2="90104" y2="51832"/>
                        <a14:backgroundMark x1="90104" y1="51832" x2="84462" y2="54741"/>
                        <a14:backgroundMark x1="87326" y1="39655" x2="88628" y2="47737"/>
                        <a14:backgroundMark x1="88628" y1="47737" x2="91667" y2="40086"/>
                        <a14:backgroundMark x1="91667" y1="40086" x2="87326" y2="39116"/>
                        <a14:backgroundMark x1="90712" y1="37392" x2="90712" y2="39655"/>
                        <a14:backgroundMark x1="90799" y1="38362" x2="91840" y2="39116"/>
                        <a14:backgroundMark x1="92708" y1="38362" x2="92014" y2="39116"/>
                        <a14:backgroundMark x1="91667" y1="36746" x2="90799" y2="39978"/>
                        <a14:backgroundMark x1="86979" y1="48922" x2="86806" y2="51293"/>
                        <a14:backgroundMark x1="88021" y1="47414" x2="87153" y2="49138"/>
                        <a14:backgroundMark x1="86806" y1="50754" x2="85938" y2="51616"/>
                        <a14:backgroundMark x1="60938" y1="71552" x2="67101" y2="67457"/>
                        <a14:backgroundMark x1="67101" y1="67457" x2="61979" y2="73599"/>
                        <a14:backgroundMark x1="61979" y1="73599" x2="61285" y2="71659"/>
                        <a14:backgroundMark x1="67274" y1="67888" x2="68750" y2="67349"/>
                        <a14:backgroundMark x1="56337" y1="1832" x2="56337" y2="1832"/>
                        <a14:backgroundMark x1="56337" y1="1832" x2="55903" y2="3341"/>
                        <a14:backgroundMark x1="55816" y1="4634" x2="61806" y2="1832"/>
                        <a14:backgroundMark x1="61806" y1="1832" x2="69444" y2="2478"/>
                        <a14:backgroundMark x1="69444" y1="2478" x2="61892" y2="754"/>
                        <a14:backgroundMark x1="61892" y1="754" x2="55990" y2="3772"/>
                        <a14:backgroundMark x1="55990" y1="3772" x2="55903" y2="4526"/>
                        <a14:backgroundMark x1="53125" y1="5496" x2="54167" y2="4634"/>
                        <a14:backgroundMark x1="72830" y1="4095" x2="78993" y2="10991"/>
                        <a14:backgroundMark x1="78993" y1="10991" x2="85590" y2="26832"/>
                        <a14:backgroundMark x1="85590" y1="26832" x2="91406" y2="23384"/>
                        <a14:backgroundMark x1="91264" y1="22921" x2="88021" y2="12392"/>
                        <a14:backgroundMark x1="88021" y1="12392" x2="80729" y2="4310"/>
                        <a14:backgroundMark x1="80729" y1="4310" x2="73872" y2="2802"/>
                        <a14:backgroundMark x1="73872" y1="2802" x2="73090" y2="5065"/>
                        <a14:backgroundMark x1="91319" y1="23491" x2="91059" y2="24353"/>
                        <a14:backgroundMark x1="54514" y1="3987" x2="53906" y2="5388"/>
                        <a14:backgroundMark x1="45660" y1="8297" x2="51997" y2="6573"/>
                        <a14:backgroundMark x1="94878" y1="25216" x2="95833" y2="25539"/>
                        <a14:backgroundMark x1="97309" y1="30603" x2="97569" y2="31789"/>
                        <a14:backgroundMark x1="95052" y1="33728" x2="95052" y2="33728"/>
                        <a14:backgroundMark x1="94444" y1="34375" x2="94444" y2="34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470045">
            <a:off x="9316373" y="4819720"/>
            <a:ext cx="2011612" cy="162046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FB6FEAC-A540-FAD0-6986-32DF1C3E864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740981" y="2944364"/>
            <a:ext cx="442225" cy="136221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16428B7-F4E5-3ED0-8488-210F5FD881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2580" y="4794905"/>
            <a:ext cx="2154555" cy="133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15F-63FE-6F61-0F73-8CA63639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6492E2-8391-BB84-0BF6-CF9F25B5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实验准备</a:t>
            </a:r>
            <a:r>
              <a:rPr lang="en-US" altLang="zh-CN" dirty="0"/>
              <a:t>——</a:t>
            </a:r>
            <a:r>
              <a:rPr lang="zh-CN" altLang="en-US" dirty="0"/>
              <a:t>硬件接线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38E4984-C491-6DB2-5478-D571330D3438}"/>
              </a:ext>
            </a:extLst>
          </p:cNvPr>
          <p:cNvSpPr/>
          <p:nvPr/>
        </p:nvSpPr>
        <p:spPr>
          <a:xfrm>
            <a:off x="1325661" y="1025432"/>
            <a:ext cx="2835092" cy="9252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开发电脑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9D491C1-F2C0-77FF-979A-1D32344D67BF}"/>
              </a:ext>
            </a:extLst>
          </p:cNvPr>
          <p:cNvSpPr/>
          <p:nvPr/>
        </p:nvSpPr>
        <p:spPr>
          <a:xfrm>
            <a:off x="1252280" y="2307770"/>
            <a:ext cx="1155564" cy="52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4011602-DF62-E2FC-0F39-12F7AC99EA2C}"/>
              </a:ext>
            </a:extLst>
          </p:cNvPr>
          <p:cNvSpPr/>
          <p:nvPr/>
        </p:nvSpPr>
        <p:spPr>
          <a:xfrm>
            <a:off x="2710665" y="2343635"/>
            <a:ext cx="1438516" cy="52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type-C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40DC721-0AE7-F53F-4250-4C7FC1A44220}"/>
              </a:ext>
            </a:extLst>
          </p:cNvPr>
          <p:cNvSpPr/>
          <p:nvPr/>
        </p:nvSpPr>
        <p:spPr>
          <a:xfrm>
            <a:off x="1325661" y="3328583"/>
            <a:ext cx="2835092" cy="86246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电机开发板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141F68F-851A-7AE2-55E6-4A9FC10300C2}"/>
              </a:ext>
            </a:extLst>
          </p:cNvPr>
          <p:cNvSpPr/>
          <p:nvPr/>
        </p:nvSpPr>
        <p:spPr>
          <a:xfrm>
            <a:off x="4835209" y="3415824"/>
            <a:ext cx="3082834" cy="6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直流有刷电机驱动板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7020655-2E0B-F6EA-34E4-FAB2CF51F448}"/>
              </a:ext>
            </a:extLst>
          </p:cNvPr>
          <p:cNvSpPr/>
          <p:nvPr/>
        </p:nvSpPr>
        <p:spPr>
          <a:xfrm>
            <a:off x="8695058" y="3415823"/>
            <a:ext cx="3082834" cy="6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19473CC-B9D3-A510-92B0-45A77542E055}"/>
              </a:ext>
            </a:extLst>
          </p:cNvPr>
          <p:cNvSpPr/>
          <p:nvPr/>
        </p:nvSpPr>
        <p:spPr>
          <a:xfrm>
            <a:off x="1325661" y="4587235"/>
            <a:ext cx="2835092" cy="6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7605F84-BDF5-08FC-C2DE-79B2208BB585}"/>
              </a:ext>
            </a:extLst>
          </p:cNvPr>
          <p:cNvCxnSpPr>
            <a:cxnSpLocks/>
            <a:stCxn id="18" idx="0"/>
            <a:endCxn id="10" idx="2"/>
          </p:cNvCxnSpPr>
          <p:nvPr/>
        </p:nvCxnSpPr>
        <p:spPr>
          <a:xfrm flipV="1">
            <a:off x="2743207" y="4191043"/>
            <a:ext cx="0" cy="396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E67B0259-09AA-DBAF-9AFB-21505F308AD4}"/>
              </a:ext>
            </a:extLst>
          </p:cNvPr>
          <p:cNvCxnSpPr>
            <a:cxnSpLocks/>
            <a:stCxn id="18" idx="3"/>
            <a:endCxn id="13" idx="2"/>
          </p:cNvCxnSpPr>
          <p:nvPr/>
        </p:nvCxnSpPr>
        <p:spPr>
          <a:xfrm flipV="1">
            <a:off x="4160753" y="4103801"/>
            <a:ext cx="2215873" cy="8274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5BD1C17-1EC7-58A4-DECC-A596EEBE5EDC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 flipV="1">
            <a:off x="7918043" y="3759812"/>
            <a:ext cx="7770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8DB1297A-47A0-2C8B-2423-64EEC82F8F6D}"/>
              </a:ext>
            </a:extLst>
          </p:cNvPr>
          <p:cNvCxnSpPr>
            <a:stCxn id="15" idx="0"/>
            <a:endCxn id="13" idx="0"/>
          </p:cNvCxnSpPr>
          <p:nvPr/>
        </p:nvCxnSpPr>
        <p:spPr>
          <a:xfrm rot="16200000" flipH="1" flipV="1">
            <a:off x="8306550" y="1485898"/>
            <a:ext cx="1" cy="3859849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9B9D91E-9BC4-99AA-C302-EBDA8DB06C68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>
            <a:off x="4160753" y="3759813"/>
            <a:ext cx="674456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5E72424-D340-477F-55D4-C9F04371047B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3429923" y="2866149"/>
            <a:ext cx="0" cy="462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85EF0D6-D56E-2520-7D06-C12F429BD65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830062" y="2830284"/>
            <a:ext cx="0" cy="49829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3EF280C9-41D1-0FF0-82BD-110C3BCAF55B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3429922" y="1950717"/>
            <a:ext cx="1" cy="392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7F37E826-2AB3-7A66-378A-0AE9F6A150C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830061" y="1959516"/>
            <a:ext cx="1" cy="34825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526038D7-0A0E-03CF-9464-484EE2C2F1E1}"/>
              </a:ext>
            </a:extLst>
          </p:cNvPr>
          <p:cNvSpPr txBox="1"/>
          <p:nvPr/>
        </p:nvSpPr>
        <p:spPr>
          <a:xfrm>
            <a:off x="10302236" y="3059668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霍尔编码器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6B8137F-832F-6D98-C315-F87BDBE4B323}"/>
              </a:ext>
            </a:extLst>
          </p:cNvPr>
          <p:cNvSpPr txBox="1"/>
          <p:nvPr/>
        </p:nvSpPr>
        <p:spPr>
          <a:xfrm>
            <a:off x="6376626" y="2733279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霍尔编码器接口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2B9F7F7-BC77-DAF4-A578-437455B76C60}"/>
              </a:ext>
            </a:extLst>
          </p:cNvPr>
          <p:cNvSpPr txBox="1"/>
          <p:nvPr/>
        </p:nvSpPr>
        <p:spPr>
          <a:xfrm>
            <a:off x="7175471" y="4080540"/>
            <a:ext cx="1744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电机驱动接口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M+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M-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9DFC18D-5AA0-F2D7-AC76-E526D45AB343}"/>
              </a:ext>
            </a:extLst>
          </p:cNvPr>
          <p:cNvSpPr txBox="1"/>
          <p:nvPr/>
        </p:nvSpPr>
        <p:spPr>
          <a:xfrm>
            <a:off x="6376626" y="4387726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电源接口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8266383-C15F-E6DB-7B2B-74591798087D}"/>
              </a:ext>
            </a:extLst>
          </p:cNvPr>
          <p:cNvSpPr txBox="1"/>
          <p:nvPr/>
        </p:nvSpPr>
        <p:spPr>
          <a:xfrm>
            <a:off x="4149183" y="376524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排线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0CA4C03-CCB2-D943-76A7-B3C396B91FAF}"/>
              </a:ext>
            </a:extLst>
          </p:cNvPr>
          <p:cNvSpPr txBox="1"/>
          <p:nvPr/>
        </p:nvSpPr>
        <p:spPr>
          <a:xfrm>
            <a:off x="3417663" y="3597606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513304B-ADA7-4689-A0D9-7A3E2B8F1DCA}"/>
              </a:ext>
            </a:extLst>
          </p:cNvPr>
          <p:cNvSpPr txBox="1"/>
          <p:nvPr/>
        </p:nvSpPr>
        <p:spPr>
          <a:xfrm>
            <a:off x="3529136" y="2981497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F71B15A-BDDE-29BD-19E7-6F284ED6BF00}"/>
              </a:ext>
            </a:extLst>
          </p:cNvPr>
          <p:cNvSpPr txBox="1"/>
          <p:nvPr/>
        </p:nvSpPr>
        <p:spPr>
          <a:xfrm>
            <a:off x="3450915" y="2005080"/>
            <a:ext cx="638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B3BA712-5608-8610-FD12-96543DB4C86B}"/>
              </a:ext>
            </a:extLst>
          </p:cNvPr>
          <p:cNvSpPr txBox="1"/>
          <p:nvPr/>
        </p:nvSpPr>
        <p:spPr>
          <a:xfrm>
            <a:off x="1929275" y="2970190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SWD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C77FAB3-687A-CE13-32F4-CF01421C27AF}"/>
              </a:ext>
            </a:extLst>
          </p:cNvPr>
          <p:cNvSpPr txBox="1"/>
          <p:nvPr/>
        </p:nvSpPr>
        <p:spPr>
          <a:xfrm>
            <a:off x="1884392" y="1970556"/>
            <a:ext cx="638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AD886A79-1D4F-6C56-0DAF-B1B75ED00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76" y="5039790"/>
            <a:ext cx="2865047" cy="1777248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F8BB8EA7-F19D-5BF0-401C-8D40E79F9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246" y="5234979"/>
            <a:ext cx="2154555" cy="1582059"/>
          </a:xfrm>
          <a:prstGeom prst="rect">
            <a:avLst/>
          </a:prstGeom>
        </p:spPr>
      </p:pic>
      <p:sp>
        <p:nvSpPr>
          <p:cNvPr id="79" name="文本框 78">
            <a:extLst>
              <a:ext uri="{FF2B5EF4-FFF2-40B4-BE49-F238E27FC236}">
                <a16:creationId xmlns:a16="http://schemas.microsoft.com/office/drawing/2014/main" id="{AAB31A68-4F14-04D7-AE45-13F7B4129802}"/>
              </a:ext>
            </a:extLst>
          </p:cNvPr>
          <p:cNvSpPr txBox="1"/>
          <p:nvPr/>
        </p:nvSpPr>
        <p:spPr>
          <a:xfrm>
            <a:off x="8695058" y="3636078"/>
            <a:ext cx="412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1/6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ED3A4F88-2CD4-304F-C29E-7618D3F82A78}"/>
              </a:ext>
            </a:extLst>
          </p:cNvPr>
          <p:cNvSpPr txBox="1"/>
          <p:nvPr/>
        </p:nvSpPr>
        <p:spPr>
          <a:xfrm>
            <a:off x="11434918" y="3097366"/>
            <a:ext cx="4555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2~5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739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B4F5C-ED5F-FED8-0E6B-A81E5C9C4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本实验需要用到的外设</a:t>
            </a:r>
          </a:p>
        </p:txBody>
      </p:sp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2613EC53-813C-0DDC-AF52-13016D0AB709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608445531"/>
              </p:ext>
            </p:extLst>
          </p:nvPr>
        </p:nvGraphicFramePr>
        <p:xfrm>
          <a:off x="0" y="1053857"/>
          <a:ext cx="6209210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A9BB90CB-052F-3DE7-090D-1BC5251FFB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9210" y="986003"/>
            <a:ext cx="5982789" cy="587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28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  代码实现</a:t>
            </a:r>
            <a:r>
              <a:rPr lang="en-US" altLang="zh-CN" dirty="0"/>
              <a:t>——</a:t>
            </a:r>
            <a:r>
              <a:rPr lang="zh-CN" altLang="en-US" dirty="0"/>
              <a:t>架构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C7024D9-EB7F-0775-142F-5DF95A4304C5}"/>
              </a:ext>
            </a:extLst>
          </p:cNvPr>
          <p:cNvSpPr/>
          <p:nvPr/>
        </p:nvSpPr>
        <p:spPr>
          <a:xfrm>
            <a:off x="598381" y="844697"/>
            <a:ext cx="513807" cy="100379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719D1EC-8073-FA5B-5543-C3F2B569A167}"/>
              </a:ext>
            </a:extLst>
          </p:cNvPr>
          <p:cNvSpPr/>
          <p:nvPr/>
        </p:nvSpPr>
        <p:spPr>
          <a:xfrm>
            <a:off x="598381" y="1950699"/>
            <a:ext cx="513807" cy="12965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板级支持包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34C8A1B-7E47-E21E-861A-48BE6B563F47}"/>
              </a:ext>
            </a:extLst>
          </p:cNvPr>
          <p:cNvSpPr/>
          <p:nvPr/>
        </p:nvSpPr>
        <p:spPr>
          <a:xfrm>
            <a:off x="598381" y="3349451"/>
            <a:ext cx="513807" cy="100379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硬件抽象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FDD2E8E-D5D8-806A-BD77-3282F7B22ED3}"/>
              </a:ext>
            </a:extLst>
          </p:cNvPr>
          <p:cNvSpPr/>
          <p:nvPr/>
        </p:nvSpPr>
        <p:spPr>
          <a:xfrm>
            <a:off x="598381" y="5561455"/>
            <a:ext cx="513807" cy="12965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硬件外设映射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B08CFE4-DAA4-B935-EB46-EF690A4945BC}"/>
              </a:ext>
            </a:extLst>
          </p:cNvPr>
          <p:cNvSpPr/>
          <p:nvPr/>
        </p:nvSpPr>
        <p:spPr>
          <a:xfrm>
            <a:off x="598381" y="4455453"/>
            <a:ext cx="513807" cy="100379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</a:p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4740DA-69D7-6BB7-BCE3-1F37BC9C6ADC}"/>
              </a:ext>
            </a:extLst>
          </p:cNvPr>
          <p:cNvSpPr txBox="1"/>
          <p:nvPr/>
        </p:nvSpPr>
        <p:spPr>
          <a:xfrm>
            <a:off x="1388738" y="1154874"/>
            <a:ext cx="3378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实现核心业务逻辑和程序流程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BF52ED-6DA1-8F99-7A19-C98E154C4F48}"/>
              </a:ext>
            </a:extLst>
          </p:cNvPr>
          <p:cNvSpPr txBox="1"/>
          <p:nvPr/>
        </p:nvSpPr>
        <p:spPr>
          <a:xfrm>
            <a:off x="5044214" y="1154874"/>
            <a:ext cx="37291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altLang="zh-CN" sz="1800" dirty="0">
                <a:effectLst/>
                <a:latin typeface="var(--ds-font-family-code)"/>
              </a:rPr>
              <a:t>Application/User/Core/</a:t>
            </a:r>
            <a:r>
              <a:rPr lang="fr-FR" altLang="zh-CN" sz="1800" dirty="0">
                <a:effectLst/>
              </a:rPr>
              <a:t> (如 </a:t>
            </a:r>
            <a:r>
              <a:rPr lang="fr-FR" altLang="zh-CN" sz="1800" dirty="0">
                <a:effectLst/>
                <a:latin typeface="var(--ds-font-family-code)"/>
              </a:rPr>
              <a:t>main.c</a:t>
            </a:r>
            <a:r>
              <a:rPr lang="fr-FR" altLang="zh-CN" sz="1800" dirty="0">
                <a:effectLst/>
              </a:rPr>
              <a:t>, </a:t>
            </a:r>
            <a:r>
              <a:rPr lang="fr-FR" altLang="zh-CN" sz="1800" dirty="0">
                <a:effectLst/>
                <a:latin typeface="var(--ds-font-family-code)"/>
              </a:rPr>
              <a:t>*.c</a:t>
            </a:r>
            <a:r>
              <a:rPr lang="fr-FR" altLang="zh-CN" sz="1800" dirty="0">
                <a:effectLst/>
              </a:rPr>
              <a:t>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63E62E-A029-5529-2707-A96372FFE9D5}"/>
              </a:ext>
            </a:extLst>
          </p:cNvPr>
          <p:cNvSpPr txBox="1"/>
          <p:nvPr/>
        </p:nvSpPr>
        <p:spPr>
          <a:xfrm>
            <a:off x="1388738" y="2287222"/>
            <a:ext cx="3239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effectLst/>
              </a:rPr>
              <a:t>封装板级外设功能，提供简洁</a:t>
            </a:r>
            <a:r>
              <a:rPr lang="en-US" altLang="zh-CN" sz="1800" dirty="0">
                <a:effectLst/>
              </a:rPr>
              <a:t>API</a:t>
            </a:r>
            <a:r>
              <a:rPr lang="zh-CN" altLang="en-US" sz="1800" dirty="0">
                <a:effectLst/>
              </a:rPr>
              <a:t>给应用层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F42ED5-2129-4EC9-F6F2-FBD528FD25A6}"/>
              </a:ext>
            </a:extLst>
          </p:cNvPr>
          <p:cNvSpPr txBox="1"/>
          <p:nvPr/>
        </p:nvSpPr>
        <p:spPr>
          <a:xfrm>
            <a:off x="5044214" y="2287222"/>
            <a:ext cx="37291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effectLst/>
                <a:latin typeface="var(--ds-font-family-code)"/>
              </a:rPr>
              <a:t>Drivers/BSP/</a:t>
            </a:r>
            <a:r>
              <a:rPr lang="en-US" altLang="zh-CN" sz="1800" dirty="0">
                <a:effectLst/>
              </a:rPr>
              <a:t> (</a:t>
            </a:r>
            <a:r>
              <a:rPr lang="zh-CN" altLang="en-US" sz="1800" dirty="0">
                <a:effectLst/>
              </a:rPr>
              <a:t>如 </a:t>
            </a:r>
            <a:r>
              <a:rPr lang="en-US" altLang="zh-CN" sz="1800" dirty="0" err="1">
                <a:effectLst/>
                <a:latin typeface="var(--ds-font-family-code)"/>
              </a:rPr>
              <a:t>bsp_led.c</a:t>
            </a:r>
            <a:r>
              <a:rPr lang="en-US" altLang="zh-CN" sz="1800" dirty="0">
                <a:effectLst/>
              </a:rPr>
              <a:t>, </a:t>
            </a:r>
            <a:r>
              <a:rPr lang="en-US" altLang="zh-CN" sz="1800" dirty="0" err="1">
                <a:effectLst/>
                <a:latin typeface="var(--ds-font-family-code)"/>
              </a:rPr>
              <a:t>bsp_brush_motor.c</a:t>
            </a:r>
            <a:r>
              <a:rPr lang="en-US" altLang="zh-CN" sz="1800" dirty="0">
                <a:effectLst/>
              </a:rPr>
              <a:t>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3F08E50-8D7C-1A08-C840-49C099FE1031}"/>
              </a:ext>
            </a:extLst>
          </p:cNvPr>
          <p:cNvSpPr txBox="1"/>
          <p:nvPr/>
        </p:nvSpPr>
        <p:spPr>
          <a:xfrm>
            <a:off x="1377852" y="3666682"/>
            <a:ext cx="3250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effectLst/>
              </a:rPr>
              <a:t>提供芯片系列通用的外设驱动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22431FF-30A3-97BA-B909-8539EFC12FA8}"/>
              </a:ext>
            </a:extLst>
          </p:cNvPr>
          <p:cNvSpPr txBox="1"/>
          <p:nvPr/>
        </p:nvSpPr>
        <p:spPr>
          <a:xfrm>
            <a:off x="5044214" y="3666682"/>
            <a:ext cx="4430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effectLst/>
                <a:latin typeface="var(--ds-font-family-code)"/>
              </a:rPr>
              <a:t>Drivers/STM32F4xx_HAL_Driver/</a:t>
            </a:r>
            <a:endParaRPr lang="en-US" altLang="zh-CN" sz="1800" dirty="0">
              <a:effectLst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E630EF-6A2B-C521-876C-174BD15457BE}"/>
              </a:ext>
            </a:extLst>
          </p:cNvPr>
          <p:cNvSpPr txBox="1"/>
          <p:nvPr/>
        </p:nvSpPr>
        <p:spPr>
          <a:xfrm>
            <a:off x="1377852" y="4653681"/>
            <a:ext cx="3250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effectLst/>
              </a:rPr>
              <a:t>提供处理器内核、中断等标准访问接口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180B1D6-D275-CC47-4156-53001F51EEE9}"/>
              </a:ext>
            </a:extLst>
          </p:cNvPr>
          <p:cNvSpPr txBox="1"/>
          <p:nvPr/>
        </p:nvSpPr>
        <p:spPr>
          <a:xfrm>
            <a:off x="5044214" y="4588018"/>
            <a:ext cx="6196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effectLst/>
                <a:latin typeface="var(--ds-font-family-code)"/>
              </a:rPr>
              <a:t>Drivers/CMSIS/</a:t>
            </a:r>
            <a:endParaRPr lang="en-US" altLang="zh-CN" sz="1800" dirty="0"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F27F3A-6B96-5FD7-497A-66188F4EDB4D}"/>
              </a:ext>
            </a:extLst>
          </p:cNvPr>
          <p:cNvSpPr txBox="1"/>
          <p:nvPr/>
        </p:nvSpPr>
        <p:spPr>
          <a:xfrm>
            <a:off x="1377852" y="6025061"/>
            <a:ext cx="3250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effectLst/>
              </a:rPr>
              <a:t>芯片寄存器的地址定义（由头文件实现）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5CDE30F-04A8-07DF-BA39-A81ABE58DDA7}"/>
              </a:ext>
            </a:extLst>
          </p:cNvPr>
          <p:cNvSpPr txBox="1"/>
          <p:nvPr/>
        </p:nvSpPr>
        <p:spPr>
          <a:xfrm>
            <a:off x="5044214" y="6025061"/>
            <a:ext cx="37291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effectLst/>
              </a:rPr>
              <a:t>隐含在</a:t>
            </a:r>
            <a:r>
              <a:rPr lang="en-US" altLang="zh-CN" sz="1800" dirty="0">
                <a:effectLst/>
                <a:latin typeface="var(--ds-font-family-code)"/>
              </a:rPr>
              <a:t>Drivers/CMSIS</a:t>
            </a:r>
            <a:r>
              <a:rPr lang="en-US" altLang="zh-CN" sz="1800" dirty="0">
                <a:effectLst/>
              </a:rPr>
              <a:t> </a:t>
            </a:r>
            <a:r>
              <a:rPr lang="zh-CN" altLang="en-US" sz="1800" dirty="0">
                <a:effectLst/>
              </a:rPr>
              <a:t>和 </a:t>
            </a:r>
            <a:r>
              <a:rPr lang="en-US" altLang="zh-CN" sz="1800" dirty="0" err="1">
                <a:effectLst/>
                <a:latin typeface="var(--ds-font-family-code)"/>
              </a:rPr>
              <a:t>HAL_Driver</a:t>
            </a:r>
            <a:endParaRPr lang="en-US" altLang="zh-CN" sz="1800" dirty="0">
              <a:effectLst/>
              <a:latin typeface="var(--ds-font-family-code)"/>
            </a:endParaRPr>
          </a:p>
          <a:p>
            <a:pPr>
              <a:buNone/>
            </a:pPr>
            <a:r>
              <a:rPr lang="zh-CN" altLang="en-US" sz="1800" dirty="0">
                <a:effectLst/>
              </a:rPr>
              <a:t>的头文件中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7F41CCD-53FF-6672-B460-0CA361EA1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926" y="1339540"/>
            <a:ext cx="246697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843CA-7F1F-D5EF-2E42-AB38CF44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GPIO</a:t>
            </a:r>
            <a:r>
              <a:rPr lang="zh-CN" altLang="en-US" dirty="0"/>
              <a:t>的外设配置</a:t>
            </a:r>
          </a:p>
        </p:txBody>
      </p:sp>
      <p:pic>
        <p:nvPicPr>
          <p:cNvPr id="20" name="内容占位符 19">
            <a:extLst>
              <a:ext uri="{FF2B5EF4-FFF2-40B4-BE49-F238E27FC236}">
                <a16:creationId xmlns:a16="http://schemas.microsoft.com/office/drawing/2014/main" id="{F9590B07-0C8D-8160-5A19-204CF015826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228850" y="1345949"/>
            <a:ext cx="11786426" cy="292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30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 </a:t>
            </a:r>
            <a:r>
              <a:rPr lang="en-US" altLang="zh-CN" dirty="0"/>
              <a:t>NVIC</a:t>
            </a:r>
            <a:r>
              <a:rPr lang="zh-CN" altLang="en-US" dirty="0"/>
              <a:t>的</a:t>
            </a:r>
            <a:r>
              <a:rPr lang="en-US" altLang="zh-CN" dirty="0" err="1"/>
              <a:t>CubeMX</a:t>
            </a:r>
            <a:r>
              <a:rPr lang="zh-CN" altLang="en-US" dirty="0"/>
              <a:t>配置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1A90C7-AFBB-0CAE-A911-E46C7EC85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67" y="1266825"/>
            <a:ext cx="1025842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RCC</a:t>
            </a:r>
            <a:r>
              <a:rPr lang="zh-CN" altLang="en-US" dirty="0"/>
              <a:t>、</a:t>
            </a:r>
            <a:r>
              <a:rPr lang="en-US" altLang="zh-CN" dirty="0"/>
              <a:t>Clock</a:t>
            </a:r>
            <a:r>
              <a:rPr lang="zh-CN" altLang="en-US" dirty="0"/>
              <a:t>、</a:t>
            </a:r>
            <a:r>
              <a:rPr lang="en-US" altLang="zh-CN" dirty="0"/>
              <a:t>SYS</a:t>
            </a:r>
            <a:r>
              <a:rPr lang="zh-CN" altLang="en-US" dirty="0"/>
              <a:t>配置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800AAB34-2DC4-B81A-27C8-A9198DC1704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034859" y="984433"/>
            <a:ext cx="8119343" cy="587356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73885EE-FD8A-A438-E5EF-7297D686E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664" y="984433"/>
            <a:ext cx="2057400" cy="11620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7E282-4BE2-F17C-4C38-277FC8AF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 TIM1</a:t>
            </a:r>
            <a:r>
              <a:rPr lang="zh-CN" altLang="en-US" dirty="0"/>
              <a:t>配置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8737485B-FCDA-FBEA-DD22-173BDE72DFF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391409" y="897345"/>
            <a:ext cx="5577504" cy="45368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EB502A3-B383-E8DB-B8AF-FAC07DBCAD27}"/>
              </a:ext>
            </a:extLst>
          </p:cNvPr>
          <p:cNvSpPr txBox="1"/>
          <p:nvPr/>
        </p:nvSpPr>
        <p:spPr>
          <a:xfrm>
            <a:off x="8804367" y="1349829"/>
            <a:ext cx="2926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给驱动板上的</a:t>
            </a:r>
            <a:r>
              <a:rPr lang="en-US" altLang="zh-CN" dirty="0"/>
              <a:t>H</a:t>
            </a:r>
            <a:r>
              <a:rPr lang="zh-CN" altLang="en-US" dirty="0"/>
              <a:t>桥驱动输出控制信号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2D251CE-D935-070A-E460-8DC8BA1A4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409" y="5845030"/>
            <a:ext cx="101917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43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CF16A-142E-F019-A4B3-C1FA96757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DEEC4-FCC0-613B-BF8B-C1E9B68E8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 TIM3</a:t>
            </a:r>
            <a:r>
              <a:rPr lang="zh-CN" altLang="en-US" dirty="0"/>
              <a:t>配置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C7BD29F-E377-4E75-53E6-998D19C42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17" y="5670926"/>
            <a:ext cx="6225000" cy="5433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DF9A892-5FFB-8CD3-46F1-77DE485B6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17" y="6287941"/>
            <a:ext cx="6224999" cy="390527"/>
          </a:xfrm>
          <a:prstGeom prst="rect">
            <a:avLst/>
          </a:prstGeom>
        </p:spPr>
      </p:pic>
      <p:pic>
        <p:nvPicPr>
          <p:cNvPr id="20" name="内容占位符 19">
            <a:extLst>
              <a:ext uri="{FF2B5EF4-FFF2-40B4-BE49-F238E27FC236}">
                <a16:creationId xmlns:a16="http://schemas.microsoft.com/office/drawing/2014/main" id="{09168025-4CB5-E2DD-7054-CA40E67BE06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5"/>
          <a:stretch>
            <a:fillRect/>
          </a:stretch>
        </p:blipFill>
        <p:spPr>
          <a:xfrm>
            <a:off x="265116" y="977301"/>
            <a:ext cx="5223211" cy="46279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61070F61-5ACB-44DC-3602-7AA0125A2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506252"/>
              </p:ext>
            </p:extLst>
          </p:nvPr>
        </p:nvGraphicFramePr>
        <p:xfrm>
          <a:off x="6490116" y="977301"/>
          <a:ext cx="5562547" cy="5715278"/>
        </p:xfrm>
        <a:graphic>
          <a:graphicData uri="http://schemas.openxmlformats.org/drawingml/2006/table">
            <a:tbl>
              <a:tblPr/>
              <a:tblGrid>
                <a:gridCol w="851210">
                  <a:extLst>
                    <a:ext uri="{9D8B030D-6E8A-4147-A177-3AD203B41FA5}">
                      <a16:colId xmlns:a16="http://schemas.microsoft.com/office/drawing/2014/main" val="426883227"/>
                    </a:ext>
                  </a:extLst>
                </a:gridCol>
                <a:gridCol w="1654628">
                  <a:extLst>
                    <a:ext uri="{9D8B030D-6E8A-4147-A177-3AD203B41FA5}">
                      <a16:colId xmlns:a16="http://schemas.microsoft.com/office/drawing/2014/main" val="2055017622"/>
                    </a:ext>
                  </a:extLst>
                </a:gridCol>
                <a:gridCol w="3056709">
                  <a:extLst>
                    <a:ext uri="{9D8B030D-6E8A-4147-A177-3AD203B41FA5}">
                      <a16:colId xmlns:a16="http://schemas.microsoft.com/office/drawing/2014/main" val="2823785075"/>
                    </a:ext>
                  </a:extLst>
                </a:gridCol>
              </a:tblGrid>
              <a:tr h="232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1">
                          <a:effectLst/>
                        </a:rPr>
                        <a:t>参数分类</a:t>
                      </a: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1">
                          <a:effectLst/>
                        </a:rPr>
                        <a:t>参数名称</a:t>
                      </a:r>
                      <a:endParaRPr lang="zh-CN" altLang="en-US" sz="1000">
                        <a:effectLst/>
                      </a:endParaRP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1">
                          <a:effectLst/>
                        </a:rPr>
                        <a:t>含义说明</a:t>
                      </a:r>
                      <a:endParaRPr lang="zh-CN" altLang="en-US" sz="1000">
                        <a:effectLst/>
                      </a:endParaRP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051310"/>
                  </a:ext>
                </a:extLst>
              </a:tr>
              <a:tr h="593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effectLst/>
                        </a:rPr>
                        <a:t>编码器模式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Encoder Mode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effectLst/>
                        </a:rPr>
                        <a:t>选择编码器的工作模式：</a:t>
                      </a:r>
                      <a:br>
                        <a:rPr lang="zh-CN" altLang="en-US" sz="1000" dirty="0">
                          <a:effectLst/>
                        </a:rPr>
                      </a:br>
                      <a:r>
                        <a:rPr lang="en-US" altLang="zh-CN" sz="1000" dirty="0">
                          <a:effectLst/>
                        </a:rPr>
                        <a:t>• T1 </a:t>
                      </a:r>
                      <a:r>
                        <a:rPr lang="zh-CN" altLang="en-US" sz="1000" dirty="0">
                          <a:effectLst/>
                        </a:rPr>
                        <a:t>和 </a:t>
                      </a:r>
                      <a:r>
                        <a:rPr lang="en-US" altLang="zh-CN" sz="1000" dirty="0">
                          <a:effectLst/>
                        </a:rPr>
                        <a:t>T2</a:t>
                      </a:r>
                      <a:r>
                        <a:rPr lang="zh-CN" altLang="en-US" sz="1000" dirty="0">
                          <a:effectLst/>
                        </a:rPr>
                        <a:t>：同时使用两个通道进行编码计数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451742"/>
                  </a:ext>
                </a:extLst>
              </a:tr>
              <a:tr h="385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 dirty="0">
                          <a:effectLst/>
                        </a:rPr>
                        <a:t>计数器设置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effectLst/>
                        </a:rPr>
                        <a:t>Prescaler</a:t>
                      </a:r>
                      <a:r>
                        <a:rPr lang="en-US" sz="1000" dirty="0">
                          <a:effectLst/>
                        </a:rPr>
                        <a:t> (PSC)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effectLst/>
                        </a:rPr>
                        <a:t>对输入时钟进行预分频（编码器模式下通常设为</a:t>
                      </a:r>
                      <a:r>
                        <a:rPr lang="en-US" altLang="zh-CN" sz="1000" dirty="0">
                          <a:effectLst/>
                        </a:rPr>
                        <a:t>0</a:t>
                      </a:r>
                      <a:r>
                        <a:rPr lang="zh-CN" altLang="en-US" sz="1000" dirty="0">
                          <a:effectLst/>
                        </a:rPr>
                        <a:t>）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659462"/>
                  </a:ext>
                </a:extLst>
              </a:tr>
              <a:tr h="3853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Counter Mode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effectLst/>
                        </a:rPr>
                        <a:t>计数器模式（编码器模式下自动设置为上下计数）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387208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Counter Period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effectLst/>
                        </a:rPr>
                        <a:t>自动重装载值，决定计数器的最大计数值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964728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Clock Division (CKD)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effectLst/>
                        </a:rPr>
                        <a:t>内部时钟分频，用于数字滤波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76841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Auto-reload Preload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effectLst/>
                        </a:rPr>
                        <a:t>是否启用自动重装载预装载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78059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>
                          <a:effectLst/>
                        </a:rPr>
                        <a:t>通道</a:t>
                      </a:r>
                      <a:r>
                        <a:rPr lang="en-US" altLang="zh-CN" sz="1000" b="1">
                          <a:effectLst/>
                        </a:rPr>
                        <a:t>1</a:t>
                      </a:r>
                      <a:r>
                        <a:rPr lang="zh-CN" altLang="en-US" sz="1000" b="1">
                          <a:effectLst/>
                        </a:rPr>
                        <a:t>参数</a:t>
                      </a: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Polarity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effectLst/>
                        </a:rPr>
                        <a:t>通道</a:t>
                      </a:r>
                      <a:r>
                        <a:rPr lang="en-US" altLang="zh-CN" sz="1000" dirty="0">
                          <a:effectLst/>
                        </a:rPr>
                        <a:t>1</a:t>
                      </a:r>
                      <a:r>
                        <a:rPr lang="zh-CN" altLang="en-US" sz="1000" dirty="0">
                          <a:effectLst/>
                        </a:rPr>
                        <a:t>的输入极性（上升沿</a:t>
                      </a:r>
                      <a:r>
                        <a:rPr lang="en-US" altLang="zh-CN" sz="1000" dirty="0">
                          <a:effectLst/>
                        </a:rPr>
                        <a:t>/</a:t>
                      </a:r>
                      <a:r>
                        <a:rPr lang="zh-CN" altLang="en-US" sz="1000" dirty="0">
                          <a:effectLst/>
                        </a:rPr>
                        <a:t>下降沿）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98090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IC Selection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effectLst/>
                        </a:rPr>
                        <a:t>输入捕获选择（直接</a:t>
                      </a:r>
                      <a:r>
                        <a:rPr lang="en-US" altLang="zh-CN" sz="1000">
                          <a:effectLst/>
                        </a:rPr>
                        <a:t>/</a:t>
                      </a:r>
                      <a:r>
                        <a:rPr lang="zh-CN" altLang="en-US" sz="1000">
                          <a:effectLst/>
                        </a:rPr>
                        <a:t>交叉）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719809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Prescaler Division Ratio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effectLst/>
                        </a:rPr>
                        <a:t>输入信号预分频比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43247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Input Filter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effectLst/>
                        </a:rPr>
                        <a:t>输入滤波器值，用于去抖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54382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>
                          <a:effectLst/>
                        </a:rPr>
                        <a:t>通道</a:t>
                      </a:r>
                      <a:r>
                        <a:rPr lang="en-US" altLang="zh-CN" sz="1000" b="1">
                          <a:effectLst/>
                        </a:rPr>
                        <a:t>2</a:t>
                      </a:r>
                      <a:r>
                        <a:rPr lang="zh-CN" altLang="en-US" sz="1000" b="1">
                          <a:effectLst/>
                        </a:rPr>
                        <a:t>参数</a:t>
                      </a: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Polarity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effectLst/>
                        </a:rPr>
                        <a:t>通道</a:t>
                      </a:r>
                      <a:r>
                        <a:rPr lang="en-US" altLang="zh-CN" sz="1000">
                          <a:effectLst/>
                        </a:rPr>
                        <a:t>2</a:t>
                      </a:r>
                      <a:r>
                        <a:rPr lang="zh-CN" altLang="en-US" sz="1000">
                          <a:effectLst/>
                        </a:rPr>
                        <a:t>的输入极性（上升沿</a:t>
                      </a:r>
                      <a:r>
                        <a:rPr lang="en-US" altLang="zh-CN" sz="1000">
                          <a:effectLst/>
                        </a:rPr>
                        <a:t>/</a:t>
                      </a:r>
                      <a:r>
                        <a:rPr lang="zh-CN" altLang="en-US" sz="1000">
                          <a:effectLst/>
                        </a:rPr>
                        <a:t>下降沿）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285956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IC Selection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effectLst/>
                        </a:rPr>
                        <a:t>输入捕获选择（直接</a:t>
                      </a:r>
                      <a:r>
                        <a:rPr lang="en-US" altLang="zh-CN" sz="1000">
                          <a:effectLst/>
                        </a:rPr>
                        <a:t>/</a:t>
                      </a:r>
                      <a:r>
                        <a:rPr lang="zh-CN" altLang="en-US" sz="1000">
                          <a:effectLst/>
                        </a:rPr>
                        <a:t>交叉）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18526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Prescaler Division Ratio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effectLst/>
                        </a:rPr>
                        <a:t>输入信号预分频比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842043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Input Filter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effectLst/>
                        </a:rPr>
                        <a:t>输入滤波器值，用于去抖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1446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>
                          <a:effectLst/>
                        </a:rPr>
                        <a:t>触发设置</a:t>
                      </a: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Master/Slave Mode (MSM)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effectLst/>
                        </a:rPr>
                        <a:t>主从模式使能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320107"/>
                  </a:ext>
                </a:extLst>
              </a:tr>
              <a:tr h="2810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Trigger Event Selection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effectLst/>
                        </a:rPr>
                        <a:t>触发事件选择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659789"/>
                  </a:ext>
                </a:extLst>
              </a:tr>
              <a:tr h="232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1">
                          <a:effectLst/>
                        </a:rPr>
                        <a:t>其他</a:t>
                      </a: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Reset Configuration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effectLst/>
                        </a:rPr>
                        <a:t>复位所有配置参数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77786"/>
                  </a:ext>
                </a:extLst>
              </a:tr>
              <a:tr h="232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22565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Display</a:t>
                      </a:r>
                    </a:p>
                  </a:txBody>
                  <a:tcPr marL="37609" marR="37609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>
                          <a:effectLst/>
                        </a:rPr>
                        <a:t>显示模式设置</a:t>
                      </a:r>
                    </a:p>
                  </a:txBody>
                  <a:tcPr marL="37609" marR="22565" marT="23505" marB="235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999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543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EB5BB-51D7-BC8D-FAB2-4E24AA0E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6AEAC3-AB19-7AEE-EF59-9568C23A8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 TIM6</a:t>
            </a:r>
            <a:r>
              <a:rPr lang="zh-CN" altLang="en-US" dirty="0"/>
              <a:t>配置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877B8F-6BF5-24B2-90C3-37125101E7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053858"/>
            <a:ext cx="6470469" cy="1576132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 b="1" dirty="0"/>
              <a:t>APB1</a:t>
            </a:r>
            <a:r>
              <a:rPr lang="zh-CN" altLang="en-US" b="1" dirty="0"/>
              <a:t>总线（低速外设）：</a:t>
            </a:r>
          </a:p>
          <a:p>
            <a:pPr lvl="1"/>
            <a:r>
              <a:rPr lang="en-US" altLang="zh-CN" b="1" dirty="0"/>
              <a:t>TIM2, TIM3, TIM4, TIM5, TIM6, TIM7, TIM12, TIM13, TIM14</a:t>
            </a:r>
            <a:endParaRPr lang="en-US" altLang="zh-CN" dirty="0"/>
          </a:p>
          <a:p>
            <a:pPr lvl="1"/>
            <a:r>
              <a:rPr lang="zh-CN" altLang="en-US" dirty="0"/>
              <a:t>最大时钟频率：</a:t>
            </a:r>
            <a:r>
              <a:rPr lang="en-US" altLang="zh-CN" dirty="0"/>
              <a:t>84 MHz</a:t>
            </a:r>
          </a:p>
          <a:p>
            <a:r>
              <a:rPr lang="en-US" altLang="zh-CN" b="1" dirty="0"/>
              <a:t>APB2</a:t>
            </a:r>
            <a:r>
              <a:rPr lang="zh-CN" altLang="en-US" b="1" dirty="0"/>
              <a:t>总线（高速外设）：</a:t>
            </a:r>
          </a:p>
          <a:p>
            <a:pPr lvl="1"/>
            <a:r>
              <a:rPr lang="en-US" altLang="zh-CN" b="1" dirty="0"/>
              <a:t>TIM1, TIM8, TIM9, TIM10, TIM11</a:t>
            </a:r>
            <a:endParaRPr lang="en-US" altLang="zh-CN" dirty="0"/>
          </a:p>
          <a:p>
            <a:pPr lvl="1"/>
            <a:r>
              <a:rPr lang="zh-CN" altLang="en-US" dirty="0"/>
              <a:t>最大时钟频率：</a:t>
            </a:r>
            <a:r>
              <a:rPr lang="en-US" altLang="zh-CN" dirty="0"/>
              <a:t>168 MHz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888F40-B382-BA4F-44FA-449EB49AF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09" y="2629990"/>
            <a:ext cx="4768759" cy="305266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570A74D-5754-DC1D-7D45-2F65EA238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09" y="5890532"/>
            <a:ext cx="6648450" cy="4762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F9FFD6A-631A-E129-0464-6BC62ACFB48B}"/>
              </a:ext>
            </a:extLst>
          </p:cNvPr>
          <p:cNvSpPr txBox="1"/>
          <p:nvPr/>
        </p:nvSpPr>
        <p:spPr>
          <a:xfrm>
            <a:off x="6897190" y="3709851"/>
            <a:ext cx="4768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APB1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总线的频率一起决定相邻两次进入速度更新中断的间隔时间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5D4064D-3CAE-E67D-06A8-424660BF217D}"/>
              </a:ext>
            </a:extLst>
          </p:cNvPr>
          <p:cNvCxnSpPr>
            <a:stCxn id="9" idx="1"/>
          </p:cNvCxnSpPr>
          <p:nvPr/>
        </p:nvCxnSpPr>
        <p:spPr>
          <a:xfrm flipH="1">
            <a:off x="4014651" y="4033017"/>
            <a:ext cx="2882539" cy="669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BEBA02F-9C28-F64B-9F1A-03CDDF65C844}"/>
              </a:ext>
            </a:extLst>
          </p:cNvPr>
          <p:cNvCxnSpPr>
            <a:stCxn id="9" idx="1"/>
          </p:cNvCxnSpPr>
          <p:nvPr/>
        </p:nvCxnSpPr>
        <p:spPr>
          <a:xfrm flipH="1">
            <a:off x="4014651" y="4033017"/>
            <a:ext cx="2882539" cy="974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15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1B973-7C2F-A644-9B48-0BF2AAD04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0D66B-6C9B-A1C8-6305-3F7C995E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 </a:t>
            </a:r>
            <a:r>
              <a:rPr lang="zh-CN" altLang="en-US" dirty="0"/>
              <a:t>工程代码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3E36947-D966-88F3-E1D8-14881F8BFF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参考</a:t>
            </a:r>
            <a:endParaRPr lang="en-US" altLang="zh-CN" dirty="0"/>
          </a:p>
          <a:p>
            <a:r>
              <a:rPr lang="en-US" altLang="zh-CN" sz="2000"/>
              <a:t>…\</a:t>
            </a:r>
            <a:r>
              <a:rPr lang="en-US" altLang="zh-CN" sz="2000" dirty="0" err="1"/>
              <a:t>genbotter_motor_tutorial</a:t>
            </a:r>
            <a:r>
              <a:rPr lang="en-US" altLang="zh-CN" sz="2000" dirty="0"/>
              <a:t>\3.Embedded_Examples\brush_motor_2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80807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2025.11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6769</TotalTime>
  <Words>711</Words>
  <Application>Microsoft Office PowerPoint</Application>
  <PresentationFormat>宽屏</PresentationFormat>
  <Paragraphs>161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quote-cjk-patch</vt:lpstr>
      <vt:lpstr>Source Han Sans</vt:lpstr>
      <vt:lpstr>Source Han Sans CN Regular</vt:lpstr>
      <vt:lpstr>var(--ds-font-family-code)</vt:lpstr>
      <vt:lpstr>等线</vt:lpstr>
      <vt:lpstr>微软雅黑</vt:lpstr>
      <vt:lpstr>Arial</vt:lpstr>
      <vt:lpstr>Office 主题​​</vt:lpstr>
      <vt:lpstr>PowerPoint 演示文稿</vt:lpstr>
      <vt:lpstr>目标</vt:lpstr>
      <vt:lpstr>1. 实验准备——硬件准备</vt:lpstr>
      <vt:lpstr>2. 实验准备——硬件接线</vt:lpstr>
      <vt:lpstr>3. 本实验需要用到的外设</vt:lpstr>
      <vt:lpstr>4.  代码实现——架构</vt:lpstr>
      <vt:lpstr>5. GPIO的外设配置</vt:lpstr>
      <vt:lpstr>6. NVIC的CubeMX配置</vt:lpstr>
      <vt:lpstr>7. RCC、Clock、SYS配置</vt:lpstr>
      <vt:lpstr>8. TIM1配置</vt:lpstr>
      <vt:lpstr>9. TIM3配置</vt:lpstr>
      <vt:lpstr>10. TIM6配置</vt:lpstr>
      <vt:lpstr>11. 工程代码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177</cp:revision>
  <dcterms:created xsi:type="dcterms:W3CDTF">2025-05-21T06:55:53Z</dcterms:created>
  <dcterms:modified xsi:type="dcterms:W3CDTF">2025-11-17T07:38:40Z</dcterms:modified>
</cp:coreProperties>
</file>