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9" r:id="rId2"/>
    <p:sldId id="299" r:id="rId3"/>
    <p:sldId id="301" r:id="rId4"/>
    <p:sldId id="300" r:id="rId5"/>
    <p:sldId id="28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652" autoAdjust="0"/>
  </p:normalViewPr>
  <p:slideViewPr>
    <p:cSldViewPr snapToGrid="0">
      <p:cViewPr varScale="1">
        <p:scale>
          <a:sx n="124" d="100"/>
          <a:sy n="124" d="100"/>
        </p:scale>
        <p:origin x="70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2025/7/30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FA423-769F-0D50-8978-A746DD19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365125"/>
            <a:ext cx="10267950" cy="7588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C781BF-EA3C-EF47-1469-E52350BD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82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0A28E4B-8D0A-4608-9DAE-00FBA1A70945}" type="datetimeFigureOut">
              <a:rPr lang="zh-CN" altLang="en-US" smtClean="0"/>
              <a:pPr/>
              <a:t>2025/7/30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2C1EA7-1D5B-5D35-7386-B82F0D299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397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FCB2E52-3EBE-40F1-B7CA-E76F5B1CA9D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FF2483-EB6F-58CF-4D52-6F2A86B457C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4825" y="1362076"/>
            <a:ext cx="11182350" cy="4867274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678FE9D-492D-106D-E13C-D12CAD8B8FBE}"/>
              </a:ext>
            </a:extLst>
          </p:cNvPr>
          <p:cNvSpPr/>
          <p:nvPr userDrawn="1"/>
        </p:nvSpPr>
        <p:spPr>
          <a:xfrm>
            <a:off x="7334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9CBF875-8197-1C4D-2759-669F3DCB4C7B}"/>
              </a:ext>
            </a:extLst>
          </p:cNvPr>
          <p:cNvSpPr/>
          <p:nvPr userDrawn="1"/>
        </p:nvSpPr>
        <p:spPr>
          <a:xfrm>
            <a:off x="504825" y="511177"/>
            <a:ext cx="319087" cy="374648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6FF394C-7213-6672-5B4E-FFAA7ABC0724}"/>
              </a:ext>
            </a:extLst>
          </p:cNvPr>
          <p:cNvSpPr/>
          <p:nvPr userDrawn="1"/>
        </p:nvSpPr>
        <p:spPr>
          <a:xfrm>
            <a:off x="9620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76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-834428" y="-28011"/>
            <a:ext cx="2564716" cy="2564716"/>
          </a:xfrm>
          <a:prstGeom prst="ellipse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2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467233" y="4365752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01" y="661753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23146" y="2531649"/>
            <a:ext cx="4816609" cy="152654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2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直流有刷电机驱动案例</a:t>
            </a:r>
            <a:r>
              <a:rPr kumimoji="1" lang="en-US" altLang="zh-CN" sz="2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编码演示（下）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6693" y="1806581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【02-07】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6830CC9B-B954-E8DE-0F3F-428CCBCEF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276" y="1428253"/>
            <a:ext cx="3582272" cy="300844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72901271-68CB-F3E4-2A06-5C755674B969}"/>
              </a:ext>
            </a:extLst>
          </p:cNvPr>
          <p:cNvSpPr/>
          <p:nvPr/>
        </p:nvSpPr>
        <p:spPr>
          <a:xfrm>
            <a:off x="372635" y="5121468"/>
            <a:ext cx="2521640" cy="1190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开发板硬件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0A17968-FAC5-C9E7-02A8-BE7AC1A0E6FE}"/>
              </a:ext>
            </a:extLst>
          </p:cNvPr>
          <p:cNvSpPr/>
          <p:nvPr/>
        </p:nvSpPr>
        <p:spPr>
          <a:xfrm>
            <a:off x="372635" y="3429001"/>
            <a:ext cx="2521640" cy="1413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驱动层（</a:t>
            </a:r>
            <a:r>
              <a:rPr lang="en-US" altLang="zh-CN" dirty="0"/>
              <a:t>BSP(key-led\</a:t>
            </a:r>
            <a:r>
              <a:rPr lang="en-US" altLang="zh-CN" dirty="0" err="1"/>
              <a:t>brush_motor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CMSIS</a:t>
            </a:r>
            <a:r>
              <a:rPr lang="zh-CN" altLang="en-US" dirty="0"/>
              <a:t>。。。）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490FC0D-DC44-1534-AB2F-F9EB2BE4F39A}"/>
              </a:ext>
            </a:extLst>
          </p:cNvPr>
          <p:cNvSpPr/>
          <p:nvPr/>
        </p:nvSpPr>
        <p:spPr>
          <a:xfrm>
            <a:off x="372635" y="1559118"/>
            <a:ext cx="2521640" cy="1190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应用层（</a:t>
            </a:r>
            <a:r>
              <a:rPr lang="en-US" altLang="zh-CN" dirty="0" err="1"/>
              <a:t>main.c</a:t>
            </a:r>
            <a:r>
              <a:rPr lang="zh-CN" altLang="en-US" dirty="0"/>
              <a:t>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61A2D3E-0323-093C-5F36-33D3316B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直流有刷电机驱动模块升级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5D77DFD-F5D7-23DF-E9F3-426F05529190}"/>
              </a:ext>
            </a:extLst>
          </p:cNvPr>
          <p:cNvSpPr/>
          <p:nvPr/>
        </p:nvSpPr>
        <p:spPr>
          <a:xfrm>
            <a:off x="3228578" y="3429001"/>
            <a:ext cx="3963677" cy="1413260"/>
          </a:xfrm>
          <a:prstGeom prst="roundRect">
            <a:avLst>
              <a:gd name="adj" fmla="val 1266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 err="1"/>
              <a:t>brush_motor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使能</a:t>
            </a:r>
            <a:r>
              <a:rPr lang="en-US" altLang="zh-CN" sz="2000" b="1" dirty="0">
                <a:solidFill>
                  <a:srgbClr val="FF0000"/>
                </a:solidFill>
              </a:rPr>
              <a:t>H</a:t>
            </a:r>
            <a:r>
              <a:rPr lang="zh-CN" altLang="en-US" sz="2000" b="1" dirty="0">
                <a:solidFill>
                  <a:srgbClr val="FF0000"/>
                </a:solidFill>
              </a:rPr>
              <a:t>桥驱动、更改电机转速、更改电机转向、停止电机</a:t>
            </a:r>
            <a:r>
              <a:rPr lang="zh-CN" altLang="en-US" dirty="0"/>
              <a:t>、一些反馈信号的检测、</a:t>
            </a:r>
            <a:r>
              <a:rPr lang="en-US" altLang="zh-CN" dirty="0"/>
              <a:t>PID</a:t>
            </a:r>
            <a:r>
              <a:rPr lang="zh-CN" altLang="en-US" dirty="0"/>
              <a:t>控制相关的一些接口函数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E26CCD-358C-177D-A63D-D4F7A9FBB2B1}"/>
              </a:ext>
            </a:extLst>
          </p:cNvPr>
          <p:cNvSpPr txBox="1"/>
          <p:nvPr/>
        </p:nvSpPr>
        <p:spPr>
          <a:xfrm>
            <a:off x="7322884" y="4195930"/>
            <a:ext cx="44964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</a:rPr>
              <a:t>要让中间的驱动层更具有一般性，提高可扩展性、降低耦合性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2649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D86FEF-D482-7BE9-1860-6C61D1FE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PM2</a:t>
            </a:r>
            <a:r>
              <a:rPr lang="zh-CN" altLang="en-US" dirty="0"/>
              <a:t>电机接口的一些参数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B5DA1EBD-B7FB-712F-BCED-85E187362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062" y="3330840"/>
            <a:ext cx="2161905" cy="742857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86900097-085F-8D54-689A-E6ED22CB4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062" y="1877587"/>
            <a:ext cx="2219048" cy="1304762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A108A00B-ED1F-3E0D-FD3B-A2218941D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062" y="4589724"/>
            <a:ext cx="3676190" cy="55238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0808DFEC-F331-8644-813B-3A5D421D39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748" y="1633762"/>
            <a:ext cx="7314286" cy="34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746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BC784-9ED9-F5AE-F86A-B04DF528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3. TIM</a:t>
            </a:r>
            <a:r>
              <a:rPr lang="zh-CN" altLang="en-US" sz="3600" dirty="0"/>
              <a:t>通道使能、改变</a:t>
            </a:r>
            <a:r>
              <a:rPr lang="en-US" altLang="zh-CN" sz="3600" dirty="0"/>
              <a:t>PWM</a:t>
            </a:r>
            <a:r>
              <a:rPr lang="zh-CN" altLang="en-US" sz="3600" dirty="0"/>
              <a:t>占空比的</a:t>
            </a:r>
            <a:r>
              <a:rPr lang="en-US" altLang="zh-CN" sz="3600" dirty="0"/>
              <a:t>HAL</a:t>
            </a:r>
            <a:r>
              <a:rPr lang="zh-CN" altLang="en-US" sz="3600" dirty="0"/>
              <a:t>函数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5721DC1-AF6F-A706-2113-55A8BF7F32D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419225" y="1239130"/>
            <a:ext cx="4676775" cy="5538287"/>
          </a:xfrm>
        </p:spPr>
      </p:pic>
    </p:spTree>
    <p:extLst>
      <p:ext uri="{BB962C8B-B14F-4D97-AF65-F5344CB8AC3E}">
        <p14:creationId xmlns:p14="http://schemas.microsoft.com/office/powerpoint/2010/main" val="310429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2025.7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3809</TotalTime>
  <Words>138</Words>
  <Application>Microsoft Office PowerPoint</Application>
  <PresentationFormat>宽屏</PresentationFormat>
  <Paragraphs>23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1. 直流有刷电机驱动模块升级</vt:lpstr>
      <vt:lpstr>2. PM2电机接口的一些参数</vt:lpstr>
      <vt:lpstr>3. TIM通道使能、改变PWM占空比的HAL函数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77</cp:revision>
  <dcterms:created xsi:type="dcterms:W3CDTF">2025-05-21T06:55:53Z</dcterms:created>
  <dcterms:modified xsi:type="dcterms:W3CDTF">2025-07-30T09:03:19Z</dcterms:modified>
</cp:coreProperties>
</file>