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9" r:id="rId2"/>
    <p:sldId id="292" r:id="rId3"/>
    <p:sldId id="287" r:id="rId4"/>
    <p:sldId id="282" r:id="rId5"/>
    <p:sldId id="283" r:id="rId6"/>
    <p:sldId id="293" r:id="rId7"/>
    <p:sldId id="28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61" autoAdjust="0"/>
    <p:restoredTop sz="96652" autoAdjust="0"/>
  </p:normalViewPr>
  <p:slideViewPr>
    <p:cSldViewPr snapToGrid="0">
      <p:cViewPr varScale="1">
        <p:scale>
          <a:sx n="110" d="100"/>
          <a:sy n="110" d="100"/>
        </p:scale>
        <p:origin x="114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8E69A0-E354-4B70-B5E8-44F8A639C99E}" type="doc">
      <dgm:prSet loTypeId="urn:microsoft.com/office/officeart/2005/8/layout/vList5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zh-CN" altLang="en-US"/>
        </a:p>
      </dgm:t>
    </dgm:pt>
    <dgm:pt modelId="{20D3E222-37E2-4F07-94C1-BE3B4B2C2CDF}">
      <dgm:prSet/>
      <dgm:spPr/>
      <dgm:t>
        <a:bodyPr/>
        <a:lstStyle/>
        <a:p>
          <a:r>
            <a:rPr 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找到关键模块</a:t>
          </a:r>
        </a:p>
      </dgm:t>
    </dgm:pt>
    <dgm:pt modelId="{AC1FB93F-4BF8-409A-9E51-2148C91BD4C7}" type="parTrans" cxnId="{A651AE79-7846-4049-A0A6-A230E768C58F}">
      <dgm:prSet/>
      <dgm:spPr/>
      <dgm:t>
        <a:bodyPr/>
        <a:lstStyle/>
        <a:p>
          <a:endParaRPr lang="zh-CN" altLang="en-US"/>
        </a:p>
      </dgm:t>
    </dgm:pt>
    <dgm:pt modelId="{CF5F3342-FE9F-4C26-B4D6-66B5952DB81A}" type="sibTrans" cxnId="{A651AE79-7846-4049-A0A6-A230E768C58F}">
      <dgm:prSet/>
      <dgm:spPr/>
      <dgm:t>
        <a:bodyPr/>
        <a:lstStyle/>
        <a:p>
          <a:endParaRPr lang="zh-CN" altLang="en-US"/>
        </a:p>
      </dgm:t>
    </dgm:pt>
    <dgm:pt modelId="{72F6BC82-96B8-4049-8344-112446ACC61D}">
      <dgm:prSet/>
      <dgm:spPr/>
      <dgm:t>
        <a:bodyPr/>
        <a:lstStyle/>
        <a:p>
          <a:r>
            <a:rPr lang="zh-CN"/>
            <a:t>认出 控制输入（</a:t>
          </a:r>
          <a:r>
            <a:rPr lang="en-US"/>
            <a:t>PWM </a:t>
          </a:r>
          <a:r>
            <a:rPr lang="zh-CN"/>
            <a:t>信号从哪来，比如 </a:t>
          </a:r>
          <a:r>
            <a:rPr lang="en-US"/>
            <a:t>MCU </a:t>
          </a:r>
          <a:r>
            <a:rPr lang="zh-CN"/>
            <a:t>引脚）、驱动芯片（如 </a:t>
          </a:r>
          <a:r>
            <a:rPr lang="en-US"/>
            <a:t>IR2104</a:t>
          </a:r>
          <a:r>
            <a:rPr lang="zh-CN"/>
            <a:t>，负责放大控制信号）、功率桥（</a:t>
          </a:r>
          <a:r>
            <a:rPr lang="en-US"/>
            <a:t>H </a:t>
          </a:r>
          <a:r>
            <a:rPr lang="zh-CN"/>
            <a:t>桥的 </a:t>
          </a:r>
          <a:r>
            <a:rPr lang="en-US"/>
            <a:t>MOS </a:t>
          </a:r>
          <a:r>
            <a:rPr lang="zh-CN"/>
            <a:t>管，直接驱动电机）、保护电路（过流、欠压检测）。</a:t>
          </a:r>
        </a:p>
      </dgm:t>
    </dgm:pt>
    <dgm:pt modelId="{D6E0F155-A9CB-4AA4-AD08-48F5951BA44E}" type="parTrans" cxnId="{BD788320-B8AE-4B78-B184-F9770EF5D945}">
      <dgm:prSet/>
      <dgm:spPr/>
      <dgm:t>
        <a:bodyPr/>
        <a:lstStyle/>
        <a:p>
          <a:endParaRPr lang="zh-CN" altLang="en-US"/>
        </a:p>
      </dgm:t>
    </dgm:pt>
    <dgm:pt modelId="{1939DDCE-094B-4C99-927F-1737191712C7}" type="sibTrans" cxnId="{BD788320-B8AE-4B78-B184-F9770EF5D945}">
      <dgm:prSet/>
      <dgm:spPr/>
      <dgm:t>
        <a:bodyPr/>
        <a:lstStyle/>
        <a:p>
          <a:endParaRPr lang="zh-CN" altLang="en-US"/>
        </a:p>
      </dgm:t>
    </dgm:pt>
    <dgm:pt modelId="{C6BBF706-E0BE-4379-8001-3B08F07398DC}">
      <dgm:prSet/>
      <dgm:spPr/>
      <dgm:t>
        <a:bodyPr/>
        <a:lstStyle/>
        <a:p>
          <a:r>
            <a:rPr lang="zh-CN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理清信号流向</a:t>
          </a:r>
        </a:p>
      </dgm:t>
    </dgm:pt>
    <dgm:pt modelId="{CEE777BA-1BFE-4E02-8D32-58B26967951D}" type="parTrans" cxnId="{E6A9C53C-3475-42E3-B6FF-9A44F27B4961}">
      <dgm:prSet/>
      <dgm:spPr/>
      <dgm:t>
        <a:bodyPr/>
        <a:lstStyle/>
        <a:p>
          <a:endParaRPr lang="zh-CN" altLang="en-US"/>
        </a:p>
      </dgm:t>
    </dgm:pt>
    <dgm:pt modelId="{141A1F73-4598-4536-AB76-D766D1972ED7}" type="sibTrans" cxnId="{E6A9C53C-3475-42E3-B6FF-9A44F27B4961}">
      <dgm:prSet/>
      <dgm:spPr/>
      <dgm:t>
        <a:bodyPr/>
        <a:lstStyle/>
        <a:p>
          <a:endParaRPr lang="zh-CN" altLang="en-US"/>
        </a:p>
      </dgm:t>
    </dgm:pt>
    <dgm:pt modelId="{3D7BB349-5B07-4F06-8E5D-92C7F80F8098}">
      <dgm:prSet/>
      <dgm:spPr/>
      <dgm:t>
        <a:bodyPr/>
        <a:lstStyle/>
        <a:p>
          <a:r>
            <a:rPr lang="zh-CN" dirty="0"/>
            <a:t>从 </a:t>
          </a:r>
          <a:r>
            <a:rPr lang="en-US" dirty="0"/>
            <a:t>PWM </a:t>
          </a:r>
          <a:r>
            <a:rPr lang="zh-CN" dirty="0"/>
            <a:t>控制信号开始，看它怎么进驱动芯片，再怎么控制 </a:t>
          </a:r>
          <a:r>
            <a:rPr lang="en-US" dirty="0"/>
            <a:t>H </a:t>
          </a:r>
          <a:r>
            <a:rPr lang="zh-CN" dirty="0"/>
            <a:t>桥 </a:t>
          </a:r>
          <a:r>
            <a:rPr lang="en-US" dirty="0"/>
            <a:t>MOS </a:t>
          </a:r>
          <a:r>
            <a:rPr lang="zh-CN" dirty="0"/>
            <a:t>管的通断，让电机 “正反转、调速”；</a:t>
          </a:r>
        </a:p>
      </dgm:t>
    </dgm:pt>
    <dgm:pt modelId="{B6C93F39-BD60-4D35-97CD-42CB11AAB5EF}" type="parTrans" cxnId="{817EC3C4-32B1-459F-92D6-531D995DD452}">
      <dgm:prSet/>
      <dgm:spPr/>
      <dgm:t>
        <a:bodyPr/>
        <a:lstStyle/>
        <a:p>
          <a:endParaRPr lang="zh-CN" altLang="en-US"/>
        </a:p>
      </dgm:t>
    </dgm:pt>
    <dgm:pt modelId="{F853783B-C270-4EAC-9D5F-2DCB9564AF22}" type="sibTrans" cxnId="{817EC3C4-32B1-459F-92D6-531D995DD452}">
      <dgm:prSet/>
      <dgm:spPr/>
      <dgm:t>
        <a:bodyPr/>
        <a:lstStyle/>
        <a:p>
          <a:endParaRPr lang="zh-CN" altLang="en-US"/>
        </a:p>
      </dgm:t>
    </dgm:pt>
    <dgm:pt modelId="{2396D76B-880B-463B-9604-7A6201A4C036}">
      <dgm:prSet/>
      <dgm:spPr/>
      <dgm:t>
        <a:bodyPr/>
        <a:lstStyle/>
        <a:p>
          <a:r>
            <a:rPr lang="zh-CN"/>
            <a:t>同时盯 保护信号（过流时怎么反馈、怎么关停驱动）。</a:t>
          </a:r>
        </a:p>
      </dgm:t>
    </dgm:pt>
    <dgm:pt modelId="{3102F1D4-F604-4E9D-87C9-7AC413D5BFEF}" type="parTrans" cxnId="{0920F460-17C6-4D17-9DBA-094A459F7109}">
      <dgm:prSet/>
      <dgm:spPr/>
      <dgm:t>
        <a:bodyPr/>
        <a:lstStyle/>
        <a:p>
          <a:endParaRPr lang="zh-CN" altLang="en-US"/>
        </a:p>
      </dgm:t>
    </dgm:pt>
    <dgm:pt modelId="{CCDA4CFE-1AD2-4EA3-9F7B-7A7852539348}" type="sibTrans" cxnId="{0920F460-17C6-4D17-9DBA-094A459F7109}">
      <dgm:prSet/>
      <dgm:spPr/>
      <dgm:t>
        <a:bodyPr/>
        <a:lstStyle/>
        <a:p>
          <a:endParaRPr lang="zh-CN" altLang="en-US"/>
        </a:p>
      </dgm:t>
    </dgm:pt>
    <dgm:pt modelId="{F33557A0-2A7F-45BF-9F26-F8BE61572931}">
      <dgm:prSet/>
      <dgm:spPr/>
      <dgm:t>
        <a:bodyPr/>
        <a:lstStyle/>
        <a:p>
          <a:r>
            <a:rPr 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关联实际需求</a:t>
          </a:r>
        </a:p>
      </dgm:t>
    </dgm:pt>
    <dgm:pt modelId="{E05D59BD-825B-4446-8E01-F613BCAD0076}" type="parTrans" cxnId="{48AD9C8A-289D-43AE-8D01-AB993AE18342}">
      <dgm:prSet/>
      <dgm:spPr/>
      <dgm:t>
        <a:bodyPr/>
        <a:lstStyle/>
        <a:p>
          <a:endParaRPr lang="zh-CN" altLang="en-US"/>
        </a:p>
      </dgm:t>
    </dgm:pt>
    <dgm:pt modelId="{F583C4BD-AC0C-42FE-B5DF-CED6115DA1AA}" type="sibTrans" cxnId="{48AD9C8A-289D-43AE-8D01-AB993AE18342}">
      <dgm:prSet/>
      <dgm:spPr/>
      <dgm:t>
        <a:bodyPr/>
        <a:lstStyle/>
        <a:p>
          <a:endParaRPr lang="zh-CN" altLang="en-US"/>
        </a:p>
      </dgm:t>
    </dgm:pt>
    <dgm:pt modelId="{64299B9C-AA47-4CE4-8ECE-D9D8FD789A3A}">
      <dgm:prSet/>
      <dgm:spPr/>
      <dgm:t>
        <a:bodyPr/>
        <a:lstStyle/>
        <a:p>
          <a:r>
            <a:rPr lang="zh-CN"/>
            <a:t>电机要 “正反转”→ 对应 </a:t>
          </a:r>
          <a:r>
            <a:rPr lang="en-US"/>
            <a:t>H </a:t>
          </a:r>
          <a:r>
            <a:rPr lang="zh-CN"/>
            <a:t>桥 “哪两个 </a:t>
          </a:r>
          <a:r>
            <a:rPr lang="en-US"/>
            <a:t>MOS </a:t>
          </a:r>
          <a:r>
            <a:rPr lang="zh-CN"/>
            <a:t>管导通”；</a:t>
          </a:r>
        </a:p>
      </dgm:t>
    </dgm:pt>
    <dgm:pt modelId="{CD858577-48B1-4578-92A4-7161CBCED434}" type="parTrans" cxnId="{C101D792-53A1-4331-9C19-EEA2F3952628}">
      <dgm:prSet/>
      <dgm:spPr/>
      <dgm:t>
        <a:bodyPr/>
        <a:lstStyle/>
        <a:p>
          <a:endParaRPr lang="zh-CN" altLang="en-US"/>
        </a:p>
      </dgm:t>
    </dgm:pt>
    <dgm:pt modelId="{1FE77B28-0D43-482E-82B6-65E2FF083D9B}" type="sibTrans" cxnId="{C101D792-53A1-4331-9C19-EEA2F3952628}">
      <dgm:prSet/>
      <dgm:spPr/>
      <dgm:t>
        <a:bodyPr/>
        <a:lstStyle/>
        <a:p>
          <a:endParaRPr lang="zh-CN" altLang="en-US"/>
        </a:p>
      </dgm:t>
    </dgm:pt>
    <dgm:pt modelId="{29DD35B6-0ECE-4999-BD9B-4A0DC0DDC845}">
      <dgm:prSet/>
      <dgm:spPr/>
      <dgm:t>
        <a:bodyPr/>
        <a:lstStyle/>
        <a:p>
          <a:r>
            <a:rPr lang="zh-CN"/>
            <a:t>电机要 “调速”→ 对应 </a:t>
          </a:r>
          <a:r>
            <a:rPr lang="en-US"/>
            <a:t>PWM </a:t>
          </a:r>
          <a:r>
            <a:rPr lang="zh-CN"/>
            <a:t>占空比怎么被驱动电路转化为电压；</a:t>
          </a:r>
        </a:p>
      </dgm:t>
    </dgm:pt>
    <dgm:pt modelId="{ED572C8D-467B-4ABB-8C7C-BF58383DB2A3}" type="parTrans" cxnId="{78EE6B29-6E5C-40AC-9DED-3CE95778F11B}">
      <dgm:prSet/>
      <dgm:spPr/>
      <dgm:t>
        <a:bodyPr/>
        <a:lstStyle/>
        <a:p>
          <a:endParaRPr lang="zh-CN" altLang="en-US"/>
        </a:p>
      </dgm:t>
    </dgm:pt>
    <dgm:pt modelId="{468E130A-1FED-4B3A-80EF-6A3090080179}" type="sibTrans" cxnId="{78EE6B29-6E5C-40AC-9DED-3CE95778F11B}">
      <dgm:prSet/>
      <dgm:spPr/>
      <dgm:t>
        <a:bodyPr/>
        <a:lstStyle/>
        <a:p>
          <a:endParaRPr lang="zh-CN" altLang="en-US"/>
        </a:p>
      </dgm:t>
    </dgm:pt>
    <dgm:pt modelId="{B1A6BBB3-0821-448B-B42F-8729E6769F8B}">
      <dgm:prSet/>
      <dgm:spPr/>
      <dgm:t>
        <a:bodyPr/>
        <a:lstStyle/>
        <a:p>
          <a:r>
            <a:rPr lang="zh-CN"/>
            <a:t>电机怕 “烧”→ 对应保护电路怎么检测异常、切断电源。</a:t>
          </a:r>
        </a:p>
      </dgm:t>
    </dgm:pt>
    <dgm:pt modelId="{8E947F8B-FC4C-4D09-9CB9-4BE5EB1F89EE}" type="parTrans" cxnId="{0F8AB889-FA1C-4743-AC6D-8A90A9DDBC00}">
      <dgm:prSet/>
      <dgm:spPr/>
      <dgm:t>
        <a:bodyPr/>
        <a:lstStyle/>
        <a:p>
          <a:endParaRPr lang="zh-CN" altLang="en-US"/>
        </a:p>
      </dgm:t>
    </dgm:pt>
    <dgm:pt modelId="{23FD23B2-0DA0-4D04-922A-F701F84AEF3A}" type="sibTrans" cxnId="{0F8AB889-FA1C-4743-AC6D-8A90A9DDBC00}">
      <dgm:prSet/>
      <dgm:spPr/>
      <dgm:t>
        <a:bodyPr/>
        <a:lstStyle/>
        <a:p>
          <a:endParaRPr lang="zh-CN" altLang="en-US"/>
        </a:p>
      </dgm:t>
    </dgm:pt>
    <dgm:pt modelId="{886A481A-48DC-43B0-ADB9-69369979328A}" type="pres">
      <dgm:prSet presAssocID="{A58E69A0-E354-4B70-B5E8-44F8A639C99E}" presName="Name0" presStyleCnt="0">
        <dgm:presLayoutVars>
          <dgm:dir/>
          <dgm:animLvl val="lvl"/>
          <dgm:resizeHandles val="exact"/>
        </dgm:presLayoutVars>
      </dgm:prSet>
      <dgm:spPr/>
    </dgm:pt>
    <dgm:pt modelId="{2D11D10F-64F5-4C92-9448-371D19600E44}" type="pres">
      <dgm:prSet presAssocID="{20D3E222-37E2-4F07-94C1-BE3B4B2C2CDF}" presName="linNode" presStyleCnt="0"/>
      <dgm:spPr/>
    </dgm:pt>
    <dgm:pt modelId="{1400A3A1-9A57-414D-A049-00FA710524F5}" type="pres">
      <dgm:prSet presAssocID="{20D3E222-37E2-4F07-94C1-BE3B4B2C2CDF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B249A10D-FD14-47D6-BEE0-A6294EF35883}" type="pres">
      <dgm:prSet presAssocID="{20D3E222-37E2-4F07-94C1-BE3B4B2C2CDF}" presName="descendantText" presStyleLbl="alignAccFollowNode1" presStyleIdx="0" presStyleCnt="3">
        <dgm:presLayoutVars>
          <dgm:bulletEnabled val="1"/>
        </dgm:presLayoutVars>
      </dgm:prSet>
      <dgm:spPr/>
    </dgm:pt>
    <dgm:pt modelId="{51358E32-20D0-4D0C-AE5C-F544B579E6D5}" type="pres">
      <dgm:prSet presAssocID="{CF5F3342-FE9F-4C26-B4D6-66B5952DB81A}" presName="sp" presStyleCnt="0"/>
      <dgm:spPr/>
    </dgm:pt>
    <dgm:pt modelId="{914D05AB-07C3-4E46-A62F-14E5D887014C}" type="pres">
      <dgm:prSet presAssocID="{C6BBF706-E0BE-4379-8001-3B08F07398DC}" presName="linNode" presStyleCnt="0"/>
      <dgm:spPr/>
    </dgm:pt>
    <dgm:pt modelId="{618DF220-E460-450E-87DB-00D7F1FD74B0}" type="pres">
      <dgm:prSet presAssocID="{C6BBF706-E0BE-4379-8001-3B08F07398DC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7C1C646C-A117-414A-9854-F29E1AE097E4}" type="pres">
      <dgm:prSet presAssocID="{C6BBF706-E0BE-4379-8001-3B08F07398DC}" presName="descendantText" presStyleLbl="alignAccFollowNode1" presStyleIdx="1" presStyleCnt="3">
        <dgm:presLayoutVars>
          <dgm:bulletEnabled val="1"/>
        </dgm:presLayoutVars>
      </dgm:prSet>
      <dgm:spPr/>
    </dgm:pt>
    <dgm:pt modelId="{C16C9D1C-DF6C-4F82-A20B-8EC664779E6C}" type="pres">
      <dgm:prSet presAssocID="{141A1F73-4598-4536-AB76-D766D1972ED7}" presName="sp" presStyleCnt="0"/>
      <dgm:spPr/>
    </dgm:pt>
    <dgm:pt modelId="{766A26DE-9B20-4B19-9586-185F3BF8F514}" type="pres">
      <dgm:prSet presAssocID="{F33557A0-2A7F-45BF-9F26-F8BE61572931}" presName="linNode" presStyleCnt="0"/>
      <dgm:spPr/>
    </dgm:pt>
    <dgm:pt modelId="{E085A328-F2A1-4902-ABE4-68F3508D7137}" type="pres">
      <dgm:prSet presAssocID="{F33557A0-2A7F-45BF-9F26-F8BE61572931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04A2B40D-32B4-4033-9126-E751E87411B9}" type="pres">
      <dgm:prSet presAssocID="{F33557A0-2A7F-45BF-9F26-F8BE61572931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3966BD15-C7F0-4541-99D9-F9B9D4D80596}" type="presOf" srcId="{C6BBF706-E0BE-4379-8001-3B08F07398DC}" destId="{618DF220-E460-450E-87DB-00D7F1FD74B0}" srcOrd="0" destOrd="0" presId="urn:microsoft.com/office/officeart/2005/8/layout/vList5"/>
    <dgm:cxn modelId="{E17A2D1B-050A-4F01-B407-A5C25053B2A8}" type="presOf" srcId="{72F6BC82-96B8-4049-8344-112446ACC61D}" destId="{B249A10D-FD14-47D6-BEE0-A6294EF35883}" srcOrd="0" destOrd="0" presId="urn:microsoft.com/office/officeart/2005/8/layout/vList5"/>
    <dgm:cxn modelId="{BD788320-B8AE-4B78-B184-F9770EF5D945}" srcId="{20D3E222-37E2-4F07-94C1-BE3B4B2C2CDF}" destId="{72F6BC82-96B8-4049-8344-112446ACC61D}" srcOrd="0" destOrd="0" parTransId="{D6E0F155-A9CB-4AA4-AD08-48F5951BA44E}" sibTransId="{1939DDCE-094B-4C99-927F-1737191712C7}"/>
    <dgm:cxn modelId="{78EE6B29-6E5C-40AC-9DED-3CE95778F11B}" srcId="{F33557A0-2A7F-45BF-9F26-F8BE61572931}" destId="{29DD35B6-0ECE-4999-BD9B-4A0DC0DDC845}" srcOrd="1" destOrd="0" parTransId="{ED572C8D-467B-4ABB-8C7C-BF58383DB2A3}" sibTransId="{468E130A-1FED-4B3A-80EF-6A3090080179}"/>
    <dgm:cxn modelId="{E6A9C53C-3475-42E3-B6FF-9A44F27B4961}" srcId="{A58E69A0-E354-4B70-B5E8-44F8A639C99E}" destId="{C6BBF706-E0BE-4379-8001-3B08F07398DC}" srcOrd="1" destOrd="0" parTransId="{CEE777BA-1BFE-4E02-8D32-58B26967951D}" sibTransId="{141A1F73-4598-4536-AB76-D766D1972ED7}"/>
    <dgm:cxn modelId="{79C91F3F-CF9D-41D3-B1EC-BD51E17AD106}" type="presOf" srcId="{B1A6BBB3-0821-448B-B42F-8729E6769F8B}" destId="{04A2B40D-32B4-4033-9126-E751E87411B9}" srcOrd="0" destOrd="2" presId="urn:microsoft.com/office/officeart/2005/8/layout/vList5"/>
    <dgm:cxn modelId="{0920F460-17C6-4D17-9DBA-094A459F7109}" srcId="{C6BBF706-E0BE-4379-8001-3B08F07398DC}" destId="{2396D76B-880B-463B-9604-7A6201A4C036}" srcOrd="1" destOrd="0" parTransId="{3102F1D4-F604-4E9D-87C9-7AC413D5BFEF}" sibTransId="{CCDA4CFE-1AD2-4EA3-9F7B-7A7852539348}"/>
    <dgm:cxn modelId="{08DD9764-30A2-4DFC-AD7E-763870C63B37}" type="presOf" srcId="{20D3E222-37E2-4F07-94C1-BE3B4B2C2CDF}" destId="{1400A3A1-9A57-414D-A049-00FA710524F5}" srcOrd="0" destOrd="0" presId="urn:microsoft.com/office/officeart/2005/8/layout/vList5"/>
    <dgm:cxn modelId="{A651AE79-7846-4049-A0A6-A230E768C58F}" srcId="{A58E69A0-E354-4B70-B5E8-44F8A639C99E}" destId="{20D3E222-37E2-4F07-94C1-BE3B4B2C2CDF}" srcOrd="0" destOrd="0" parTransId="{AC1FB93F-4BF8-409A-9E51-2148C91BD4C7}" sibTransId="{CF5F3342-FE9F-4C26-B4D6-66B5952DB81A}"/>
    <dgm:cxn modelId="{C2ED5980-E82C-46FA-9342-43A2D2737747}" type="presOf" srcId="{29DD35B6-0ECE-4999-BD9B-4A0DC0DDC845}" destId="{04A2B40D-32B4-4033-9126-E751E87411B9}" srcOrd="0" destOrd="1" presId="urn:microsoft.com/office/officeart/2005/8/layout/vList5"/>
    <dgm:cxn modelId="{0F8AB889-FA1C-4743-AC6D-8A90A9DDBC00}" srcId="{F33557A0-2A7F-45BF-9F26-F8BE61572931}" destId="{B1A6BBB3-0821-448B-B42F-8729E6769F8B}" srcOrd="2" destOrd="0" parTransId="{8E947F8B-FC4C-4D09-9CB9-4BE5EB1F89EE}" sibTransId="{23FD23B2-0DA0-4D04-922A-F701F84AEF3A}"/>
    <dgm:cxn modelId="{48AD9C8A-289D-43AE-8D01-AB993AE18342}" srcId="{A58E69A0-E354-4B70-B5E8-44F8A639C99E}" destId="{F33557A0-2A7F-45BF-9F26-F8BE61572931}" srcOrd="2" destOrd="0" parTransId="{E05D59BD-825B-4446-8E01-F613BCAD0076}" sibTransId="{F583C4BD-AC0C-42FE-B5DF-CED6115DA1AA}"/>
    <dgm:cxn modelId="{C101D792-53A1-4331-9C19-EEA2F3952628}" srcId="{F33557A0-2A7F-45BF-9F26-F8BE61572931}" destId="{64299B9C-AA47-4CE4-8ECE-D9D8FD789A3A}" srcOrd="0" destOrd="0" parTransId="{CD858577-48B1-4578-92A4-7161CBCED434}" sibTransId="{1FE77B28-0D43-482E-82B6-65E2FF083D9B}"/>
    <dgm:cxn modelId="{817EC3C4-32B1-459F-92D6-531D995DD452}" srcId="{C6BBF706-E0BE-4379-8001-3B08F07398DC}" destId="{3D7BB349-5B07-4F06-8E5D-92C7F80F8098}" srcOrd="0" destOrd="0" parTransId="{B6C93F39-BD60-4D35-97CD-42CB11AAB5EF}" sibTransId="{F853783B-C270-4EAC-9D5F-2DCB9564AF22}"/>
    <dgm:cxn modelId="{78A130D2-3B1E-42F7-90D0-3B83709076B7}" type="presOf" srcId="{A58E69A0-E354-4B70-B5E8-44F8A639C99E}" destId="{886A481A-48DC-43B0-ADB9-69369979328A}" srcOrd="0" destOrd="0" presId="urn:microsoft.com/office/officeart/2005/8/layout/vList5"/>
    <dgm:cxn modelId="{918F31D5-E141-4F2B-B6BF-250B0D691608}" type="presOf" srcId="{2396D76B-880B-463B-9604-7A6201A4C036}" destId="{7C1C646C-A117-414A-9854-F29E1AE097E4}" srcOrd="0" destOrd="1" presId="urn:microsoft.com/office/officeart/2005/8/layout/vList5"/>
    <dgm:cxn modelId="{EDA38DD6-D089-4AC5-AFD4-2B2FCBFCB77D}" type="presOf" srcId="{64299B9C-AA47-4CE4-8ECE-D9D8FD789A3A}" destId="{04A2B40D-32B4-4033-9126-E751E87411B9}" srcOrd="0" destOrd="0" presId="urn:microsoft.com/office/officeart/2005/8/layout/vList5"/>
    <dgm:cxn modelId="{74D7ADD8-95A4-44D6-998F-4E7F73207C69}" type="presOf" srcId="{F33557A0-2A7F-45BF-9F26-F8BE61572931}" destId="{E085A328-F2A1-4902-ABE4-68F3508D7137}" srcOrd="0" destOrd="0" presId="urn:microsoft.com/office/officeart/2005/8/layout/vList5"/>
    <dgm:cxn modelId="{1032D0FB-139C-448F-94DA-10B57D329899}" type="presOf" srcId="{3D7BB349-5B07-4F06-8E5D-92C7F80F8098}" destId="{7C1C646C-A117-414A-9854-F29E1AE097E4}" srcOrd="0" destOrd="0" presId="urn:microsoft.com/office/officeart/2005/8/layout/vList5"/>
    <dgm:cxn modelId="{1BCB4127-1F09-4D3F-B527-042977DBC600}" type="presParOf" srcId="{886A481A-48DC-43B0-ADB9-69369979328A}" destId="{2D11D10F-64F5-4C92-9448-371D19600E44}" srcOrd="0" destOrd="0" presId="urn:microsoft.com/office/officeart/2005/8/layout/vList5"/>
    <dgm:cxn modelId="{99DEE4D2-DF5E-429A-8796-3915D1553E49}" type="presParOf" srcId="{2D11D10F-64F5-4C92-9448-371D19600E44}" destId="{1400A3A1-9A57-414D-A049-00FA710524F5}" srcOrd="0" destOrd="0" presId="urn:microsoft.com/office/officeart/2005/8/layout/vList5"/>
    <dgm:cxn modelId="{76F108D8-C94F-4DE4-85B2-B982BE2CD35A}" type="presParOf" srcId="{2D11D10F-64F5-4C92-9448-371D19600E44}" destId="{B249A10D-FD14-47D6-BEE0-A6294EF35883}" srcOrd="1" destOrd="0" presId="urn:microsoft.com/office/officeart/2005/8/layout/vList5"/>
    <dgm:cxn modelId="{6E007C1D-069E-49FD-A543-431CACE65013}" type="presParOf" srcId="{886A481A-48DC-43B0-ADB9-69369979328A}" destId="{51358E32-20D0-4D0C-AE5C-F544B579E6D5}" srcOrd="1" destOrd="0" presId="urn:microsoft.com/office/officeart/2005/8/layout/vList5"/>
    <dgm:cxn modelId="{86D1D80D-11BA-4062-9754-061B1FB076F5}" type="presParOf" srcId="{886A481A-48DC-43B0-ADB9-69369979328A}" destId="{914D05AB-07C3-4E46-A62F-14E5D887014C}" srcOrd="2" destOrd="0" presId="urn:microsoft.com/office/officeart/2005/8/layout/vList5"/>
    <dgm:cxn modelId="{681F75C3-61D1-4C2A-974C-EF9FFEFBC90F}" type="presParOf" srcId="{914D05AB-07C3-4E46-A62F-14E5D887014C}" destId="{618DF220-E460-450E-87DB-00D7F1FD74B0}" srcOrd="0" destOrd="0" presId="urn:microsoft.com/office/officeart/2005/8/layout/vList5"/>
    <dgm:cxn modelId="{9BA99D8A-89B5-4059-88D6-147559BE5B78}" type="presParOf" srcId="{914D05AB-07C3-4E46-A62F-14E5D887014C}" destId="{7C1C646C-A117-414A-9854-F29E1AE097E4}" srcOrd="1" destOrd="0" presId="urn:microsoft.com/office/officeart/2005/8/layout/vList5"/>
    <dgm:cxn modelId="{12CACD63-6A68-493A-9735-19E61765F5BD}" type="presParOf" srcId="{886A481A-48DC-43B0-ADB9-69369979328A}" destId="{C16C9D1C-DF6C-4F82-A20B-8EC664779E6C}" srcOrd="3" destOrd="0" presId="urn:microsoft.com/office/officeart/2005/8/layout/vList5"/>
    <dgm:cxn modelId="{8EE310BB-CB3A-4461-A194-92FAE6AD83B5}" type="presParOf" srcId="{886A481A-48DC-43B0-ADB9-69369979328A}" destId="{766A26DE-9B20-4B19-9586-185F3BF8F514}" srcOrd="4" destOrd="0" presId="urn:microsoft.com/office/officeart/2005/8/layout/vList5"/>
    <dgm:cxn modelId="{1BD24DC1-3721-4E15-90BB-E64BC73E7AE5}" type="presParOf" srcId="{766A26DE-9B20-4B19-9586-185F3BF8F514}" destId="{E085A328-F2A1-4902-ABE4-68F3508D7137}" srcOrd="0" destOrd="0" presId="urn:microsoft.com/office/officeart/2005/8/layout/vList5"/>
    <dgm:cxn modelId="{55F658E2-6BCF-4A84-B129-F3D311076A4D}" type="presParOf" srcId="{766A26DE-9B20-4B19-9586-185F3BF8F514}" destId="{04A2B40D-32B4-4033-9126-E751E87411B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49A10D-FD14-47D6-BEE0-A6294EF35883}">
      <dsp:nvSpPr>
        <dsp:cNvPr id="0" name=""/>
        <dsp:cNvSpPr/>
      </dsp:nvSpPr>
      <dsp:spPr>
        <a:xfrm rot="5400000">
          <a:off x="4730824" y="-1757128"/>
          <a:ext cx="1198012" cy="5016311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500" kern="1200"/>
            <a:t>认出 控制输入（</a:t>
          </a:r>
          <a:r>
            <a:rPr lang="en-US" sz="1500" kern="1200"/>
            <a:t>PWM </a:t>
          </a:r>
          <a:r>
            <a:rPr lang="zh-CN" sz="1500" kern="1200"/>
            <a:t>信号从哪来，比如 </a:t>
          </a:r>
          <a:r>
            <a:rPr lang="en-US" sz="1500" kern="1200"/>
            <a:t>MCU </a:t>
          </a:r>
          <a:r>
            <a:rPr lang="zh-CN" sz="1500" kern="1200"/>
            <a:t>引脚）、驱动芯片（如 </a:t>
          </a:r>
          <a:r>
            <a:rPr lang="en-US" sz="1500" kern="1200"/>
            <a:t>IR2104</a:t>
          </a:r>
          <a:r>
            <a:rPr lang="zh-CN" sz="1500" kern="1200"/>
            <a:t>，负责放大控制信号）、功率桥（</a:t>
          </a:r>
          <a:r>
            <a:rPr lang="en-US" sz="1500" kern="1200"/>
            <a:t>H </a:t>
          </a:r>
          <a:r>
            <a:rPr lang="zh-CN" sz="1500" kern="1200"/>
            <a:t>桥的 </a:t>
          </a:r>
          <a:r>
            <a:rPr lang="en-US" sz="1500" kern="1200"/>
            <a:t>MOS </a:t>
          </a:r>
          <a:r>
            <a:rPr lang="zh-CN" sz="1500" kern="1200"/>
            <a:t>管，直接驱动电机）、保护电路（过流、欠压检测）。</a:t>
          </a:r>
        </a:p>
      </dsp:txBody>
      <dsp:txXfrm rot="-5400000">
        <a:off x="2821675" y="210503"/>
        <a:ext cx="4957829" cy="1081048"/>
      </dsp:txXfrm>
    </dsp:sp>
    <dsp:sp modelId="{1400A3A1-9A57-414D-A049-00FA710524F5}">
      <dsp:nvSpPr>
        <dsp:cNvPr id="0" name=""/>
        <dsp:cNvSpPr/>
      </dsp:nvSpPr>
      <dsp:spPr>
        <a:xfrm>
          <a:off x="0" y="2268"/>
          <a:ext cx="2821674" cy="149751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100" b="1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找到关键模块</a:t>
          </a:r>
        </a:p>
      </dsp:txBody>
      <dsp:txXfrm>
        <a:off x="73103" y="75371"/>
        <a:ext cx="2675468" cy="1351310"/>
      </dsp:txXfrm>
    </dsp:sp>
    <dsp:sp modelId="{7C1C646C-A117-414A-9854-F29E1AE097E4}">
      <dsp:nvSpPr>
        <dsp:cNvPr id="0" name=""/>
        <dsp:cNvSpPr/>
      </dsp:nvSpPr>
      <dsp:spPr>
        <a:xfrm rot="5400000">
          <a:off x="4730824" y="-184736"/>
          <a:ext cx="1198012" cy="5016311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500" kern="1200" dirty="0"/>
            <a:t>从 </a:t>
          </a:r>
          <a:r>
            <a:rPr lang="en-US" sz="1500" kern="1200" dirty="0"/>
            <a:t>PWM </a:t>
          </a:r>
          <a:r>
            <a:rPr lang="zh-CN" sz="1500" kern="1200" dirty="0"/>
            <a:t>控制信号开始，看它怎么进驱动芯片，再怎么控制 </a:t>
          </a:r>
          <a:r>
            <a:rPr lang="en-US" sz="1500" kern="1200" dirty="0"/>
            <a:t>H </a:t>
          </a:r>
          <a:r>
            <a:rPr lang="zh-CN" sz="1500" kern="1200" dirty="0"/>
            <a:t>桥 </a:t>
          </a:r>
          <a:r>
            <a:rPr lang="en-US" sz="1500" kern="1200" dirty="0"/>
            <a:t>MOS </a:t>
          </a:r>
          <a:r>
            <a:rPr lang="zh-CN" sz="1500" kern="1200" dirty="0"/>
            <a:t>管的通断，让电机 “正反转、调速”；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500" kern="1200"/>
            <a:t>同时盯 保护信号（过流时怎么反馈、怎么关停驱动）。</a:t>
          </a:r>
        </a:p>
      </dsp:txBody>
      <dsp:txXfrm rot="-5400000">
        <a:off x="2821675" y="1782895"/>
        <a:ext cx="4957829" cy="1081048"/>
      </dsp:txXfrm>
    </dsp:sp>
    <dsp:sp modelId="{618DF220-E460-450E-87DB-00D7F1FD74B0}">
      <dsp:nvSpPr>
        <dsp:cNvPr id="0" name=""/>
        <dsp:cNvSpPr/>
      </dsp:nvSpPr>
      <dsp:spPr>
        <a:xfrm>
          <a:off x="0" y="1574660"/>
          <a:ext cx="2821674" cy="149751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100" b="1" kern="12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理清信号流向</a:t>
          </a:r>
        </a:p>
      </dsp:txBody>
      <dsp:txXfrm>
        <a:off x="73103" y="1647763"/>
        <a:ext cx="2675468" cy="1351310"/>
      </dsp:txXfrm>
    </dsp:sp>
    <dsp:sp modelId="{04A2B40D-32B4-4033-9126-E751E87411B9}">
      <dsp:nvSpPr>
        <dsp:cNvPr id="0" name=""/>
        <dsp:cNvSpPr/>
      </dsp:nvSpPr>
      <dsp:spPr>
        <a:xfrm rot="5400000">
          <a:off x="4730824" y="1387655"/>
          <a:ext cx="1198012" cy="5016311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500" kern="1200"/>
            <a:t>电机要 “正反转”→ 对应 </a:t>
          </a:r>
          <a:r>
            <a:rPr lang="en-US" sz="1500" kern="1200"/>
            <a:t>H </a:t>
          </a:r>
          <a:r>
            <a:rPr lang="zh-CN" sz="1500" kern="1200"/>
            <a:t>桥 “哪两个 </a:t>
          </a:r>
          <a:r>
            <a:rPr lang="en-US" sz="1500" kern="1200"/>
            <a:t>MOS </a:t>
          </a:r>
          <a:r>
            <a:rPr lang="zh-CN" sz="1500" kern="1200"/>
            <a:t>管导通”；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500" kern="1200"/>
            <a:t>电机要 “调速”→ 对应 </a:t>
          </a:r>
          <a:r>
            <a:rPr lang="en-US" sz="1500" kern="1200"/>
            <a:t>PWM </a:t>
          </a:r>
          <a:r>
            <a:rPr lang="zh-CN" sz="1500" kern="1200"/>
            <a:t>占空比怎么被驱动电路转化为电压；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500" kern="1200"/>
            <a:t>电机怕 “烧”→ 对应保护电路怎么检测异常、切断电源。</a:t>
          </a:r>
        </a:p>
      </dsp:txBody>
      <dsp:txXfrm rot="-5400000">
        <a:off x="2821675" y="3355286"/>
        <a:ext cx="4957829" cy="1081048"/>
      </dsp:txXfrm>
    </dsp:sp>
    <dsp:sp modelId="{E085A328-F2A1-4902-ABE4-68F3508D7137}">
      <dsp:nvSpPr>
        <dsp:cNvPr id="0" name=""/>
        <dsp:cNvSpPr/>
      </dsp:nvSpPr>
      <dsp:spPr>
        <a:xfrm>
          <a:off x="0" y="3147052"/>
          <a:ext cx="2821674" cy="149751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100" b="1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关联实际需求</a:t>
          </a:r>
        </a:p>
      </dsp:txBody>
      <dsp:txXfrm>
        <a:off x="73103" y="3220155"/>
        <a:ext cx="2675468" cy="1351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FA423-769F-0D50-8978-A746DD19C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365125"/>
            <a:ext cx="10267950" cy="7588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C781BF-EA3C-EF47-1469-E52350BDD7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825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0A28E4B-8D0A-4608-9DAE-00FBA1A70945}" type="datetimeFigureOut">
              <a:rPr lang="zh-CN" altLang="en-US" smtClean="0"/>
              <a:pPr/>
              <a:t>2025/6/20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2C1EA7-1D5B-5D35-7386-B82F0D2999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43975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FCB2E52-3EBE-40F1-B7CA-E76F5B1CA9D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FF2483-EB6F-58CF-4D52-6F2A86B457C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4825" y="1362076"/>
            <a:ext cx="11182350" cy="4867274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678FE9D-492D-106D-E13C-D12CAD8B8FBE}"/>
              </a:ext>
            </a:extLst>
          </p:cNvPr>
          <p:cNvSpPr/>
          <p:nvPr userDrawn="1"/>
        </p:nvSpPr>
        <p:spPr>
          <a:xfrm>
            <a:off x="733425" y="511177"/>
            <a:ext cx="319087" cy="374648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9CBF875-8197-1C4D-2759-669F3DCB4C7B}"/>
              </a:ext>
            </a:extLst>
          </p:cNvPr>
          <p:cNvSpPr/>
          <p:nvPr userDrawn="1"/>
        </p:nvSpPr>
        <p:spPr>
          <a:xfrm>
            <a:off x="504825" y="511177"/>
            <a:ext cx="319087" cy="374648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E6FF394C-7213-6672-5B4E-FFAA7ABC0724}"/>
              </a:ext>
            </a:extLst>
          </p:cNvPr>
          <p:cNvSpPr/>
          <p:nvPr userDrawn="1"/>
        </p:nvSpPr>
        <p:spPr>
          <a:xfrm>
            <a:off x="962025" y="511177"/>
            <a:ext cx="319087" cy="374648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76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-834428" y="-28011"/>
            <a:ext cx="2564716" cy="2564716"/>
          </a:xfrm>
          <a:prstGeom prst="ellipse">
            <a:avLst/>
          </a:prstGeom>
          <a:gradFill>
            <a:gsLst>
              <a:gs pos="0">
                <a:schemeClr val="accent1">
                  <a:alpha val="30000"/>
                </a:schemeClr>
              </a:gs>
              <a:gs pos="72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7116953" y="4414372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01" y="661753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23146" y="2531649"/>
            <a:ext cx="4816609" cy="152654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28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搞懂电机驱动板上的</a:t>
            </a:r>
            <a:endParaRPr kumimoji="1" lang="en-US" altLang="zh-CN" sz="28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kumimoji="1" lang="en-US" altLang="zh-CN" sz="48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1" lang="zh-CN" altLang="en-US" sz="48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桥电路</a:t>
            </a:r>
            <a:endParaRPr kumimoji="1" lang="en-US" altLang="zh-CN" sz="48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6693" y="1806581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【02-02】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6830CC9B-B954-E8DE-0F3F-428CCBCEF3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263" y="1303077"/>
            <a:ext cx="3582272" cy="30084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B134942-3E80-939C-3E88-5B5D5468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79A089-F6A9-4016-56A4-4543CDC9AA5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1. H</a:t>
            </a:r>
            <a:r>
              <a:rPr lang="zh-CN" altLang="en-US" dirty="0"/>
              <a:t>桥电路的初级安保措施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2. </a:t>
            </a:r>
            <a:r>
              <a:rPr lang="zh-CN" altLang="en-US" dirty="0"/>
              <a:t>驱动板上的</a:t>
            </a:r>
            <a:r>
              <a:rPr lang="en-US" altLang="zh-CN" dirty="0"/>
              <a:t>H</a:t>
            </a:r>
            <a:r>
              <a:rPr lang="zh-CN" altLang="en-US" dirty="0"/>
              <a:t>桥电路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3. </a:t>
            </a:r>
            <a:r>
              <a:rPr lang="zh-CN" altLang="en-US" dirty="0"/>
              <a:t>半桥驱动芯片</a:t>
            </a:r>
            <a:r>
              <a:rPr lang="en-US" altLang="zh-CN" dirty="0"/>
              <a:t>IR2104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4. </a:t>
            </a:r>
            <a:r>
              <a:rPr lang="zh-CN" altLang="en-US" dirty="0"/>
              <a:t>延展：怎么看电路原理图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51845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B134942-3E80-939C-3E88-5B5D5468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 </a:t>
            </a:r>
            <a:r>
              <a:rPr lang="en-US" altLang="zh-CN" dirty="0"/>
              <a:t>H</a:t>
            </a:r>
            <a:r>
              <a:rPr lang="zh-CN" altLang="en-US" dirty="0"/>
              <a:t>桥电路的初级安保措施</a:t>
            </a:r>
            <a:endParaRPr lang="zh-CN" altLang="en-US" b="1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94DB70C-00AB-5A97-E8AD-BDDCE530396F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445634" y="1715452"/>
            <a:ext cx="7512838" cy="4180250"/>
          </a:xfrm>
        </p:spPr>
      </p:pic>
    </p:spTree>
    <p:extLst>
      <p:ext uri="{BB962C8B-B14F-4D97-AF65-F5344CB8AC3E}">
        <p14:creationId xmlns:p14="http://schemas.microsoft.com/office/powerpoint/2010/main" val="3327626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1D8D4-C8D3-DEF9-D2A5-9B668B1A7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66C5EB8B-62A7-8475-BACC-A7222A44C8B9}"/>
              </a:ext>
            </a:extLst>
          </p:cNvPr>
          <p:cNvSpPr txBox="1"/>
          <p:nvPr/>
        </p:nvSpPr>
        <p:spPr>
          <a:xfrm rot="2544951">
            <a:off x="415546" y="374372"/>
            <a:ext cx="134622" cy="197908"/>
          </a:xfrm>
          <a:custGeom>
            <a:avLst/>
            <a:gdLst>
              <a:gd name="connsiteX0" fmla="*/ 265175 w 356639"/>
              <a:gd name="connsiteY0" fmla="*/ 0 h 524296"/>
              <a:gd name="connsiteX1" fmla="*/ 356639 w 356639"/>
              <a:gd name="connsiteY1" fmla="*/ 0 h 524296"/>
              <a:gd name="connsiteX2" fmla="*/ 356639 w 356639"/>
              <a:gd name="connsiteY2" fmla="*/ 521734 h 524296"/>
              <a:gd name="connsiteX3" fmla="*/ 345917 w 356639"/>
              <a:gd name="connsiteY3" fmla="*/ 521734 h 524296"/>
              <a:gd name="connsiteX4" fmla="*/ 345921 w 356639"/>
              <a:gd name="connsiteY4" fmla="*/ 522433 h 524296"/>
              <a:gd name="connsiteX5" fmla="*/ 493 w 356639"/>
              <a:gd name="connsiteY5" fmla="*/ 524296 h 524296"/>
              <a:gd name="connsiteX6" fmla="*/ 0 w 356639"/>
              <a:gd name="connsiteY6" fmla="*/ 432834 h 524296"/>
              <a:gd name="connsiteX7" fmla="*/ 265175 w 356639"/>
              <a:gd name="connsiteY7" fmla="*/ 431403 h 524296"/>
            </a:gdLst>
            <a:ahLst/>
            <a:cxnLst/>
            <a:rect l="l" t="t" r="r" b="b"/>
            <a:pathLst>
              <a:path w="356639" h="524296">
                <a:moveTo>
                  <a:pt x="265175" y="0"/>
                </a:moveTo>
                <a:lnTo>
                  <a:pt x="356639" y="0"/>
                </a:lnTo>
                <a:lnTo>
                  <a:pt x="356639" y="521734"/>
                </a:lnTo>
                <a:lnTo>
                  <a:pt x="345917" y="521734"/>
                </a:lnTo>
                <a:lnTo>
                  <a:pt x="345921" y="522433"/>
                </a:lnTo>
                <a:lnTo>
                  <a:pt x="493" y="524296"/>
                </a:lnTo>
                <a:lnTo>
                  <a:pt x="0" y="432834"/>
                </a:lnTo>
                <a:lnTo>
                  <a:pt x="265175" y="431403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97A6495-4001-1ED7-C76C-4CA0F2C65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驱动板上的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桥</a:t>
            </a:r>
            <a:endParaRPr lang="zh-CN" altLang="en-US" dirty="0"/>
          </a:p>
        </p:txBody>
      </p:sp>
      <p:pic>
        <p:nvPicPr>
          <p:cNvPr id="13" name="内容占位符 12">
            <a:extLst>
              <a:ext uri="{FF2B5EF4-FFF2-40B4-BE49-F238E27FC236}">
                <a16:creationId xmlns:a16="http://schemas.microsoft.com/office/drawing/2014/main" id="{A087CEE4-DF3D-4964-C9B8-A9244E261211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982784" y="1202327"/>
            <a:ext cx="8422473" cy="5384192"/>
          </a:xfrm>
        </p:spPr>
      </p:pic>
    </p:spTree>
    <p:extLst>
      <p:ext uri="{BB962C8B-B14F-4D97-AF65-F5344CB8AC3E}">
        <p14:creationId xmlns:p14="http://schemas.microsoft.com/office/powerpoint/2010/main" val="3475483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B67C3-7F25-CE38-3717-66DB1DEE6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6E1134A-407D-8A1A-DFD7-3F6EF1A55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149" y="1123950"/>
            <a:ext cx="7640964" cy="4884601"/>
          </a:xfrm>
          <a:prstGeom prst="rect">
            <a:avLst/>
          </a:prstGeom>
        </p:spPr>
      </p:pic>
      <p:sp>
        <p:nvSpPr>
          <p:cNvPr id="6" name="标题 5">
            <a:extLst>
              <a:ext uri="{FF2B5EF4-FFF2-40B4-BE49-F238E27FC236}">
                <a16:creationId xmlns:a16="http://schemas.microsoft.com/office/drawing/2014/main" id="{2337FCA5-89C3-90DB-07A7-57C471042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365125"/>
            <a:ext cx="10267950" cy="758825"/>
          </a:xfrm>
        </p:spPr>
        <p:txBody>
          <a:bodyPr>
            <a:noAutofit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半桥驱动芯片</a:t>
            </a:r>
            <a:r>
              <a:rPr lang="en-US" altLang="zh-CN" dirty="0"/>
              <a:t>IR2104</a:t>
            </a:r>
            <a:endParaRPr lang="zh-CN" altLang="en-US" dirty="0"/>
          </a:p>
        </p:txBody>
      </p:sp>
      <p:graphicFrame>
        <p:nvGraphicFramePr>
          <p:cNvPr id="11" name="内容占位符 10">
            <a:extLst>
              <a:ext uri="{FF2B5EF4-FFF2-40B4-BE49-F238E27FC236}">
                <a16:creationId xmlns:a16="http://schemas.microsoft.com/office/drawing/2014/main" id="{0E9115B4-01F9-A15F-436F-73290E70FB7B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907275534"/>
              </p:ext>
            </p:extLst>
          </p:nvPr>
        </p:nvGraphicFramePr>
        <p:xfrm>
          <a:off x="78104" y="4732695"/>
          <a:ext cx="5477690" cy="2002709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1319901">
                  <a:extLst>
                    <a:ext uri="{9D8B030D-6E8A-4147-A177-3AD203B41FA5}">
                      <a16:colId xmlns:a16="http://schemas.microsoft.com/office/drawing/2014/main" val="1291569679"/>
                    </a:ext>
                  </a:extLst>
                </a:gridCol>
                <a:gridCol w="1465887">
                  <a:extLst>
                    <a:ext uri="{9D8B030D-6E8A-4147-A177-3AD203B41FA5}">
                      <a16:colId xmlns:a16="http://schemas.microsoft.com/office/drawing/2014/main" val="3868594682"/>
                    </a:ext>
                  </a:extLst>
                </a:gridCol>
                <a:gridCol w="1359277">
                  <a:extLst>
                    <a:ext uri="{9D8B030D-6E8A-4147-A177-3AD203B41FA5}">
                      <a16:colId xmlns:a16="http://schemas.microsoft.com/office/drawing/2014/main" val="2036380667"/>
                    </a:ext>
                  </a:extLst>
                </a:gridCol>
                <a:gridCol w="1332625">
                  <a:extLst>
                    <a:ext uri="{9D8B030D-6E8A-4147-A177-3AD203B41FA5}">
                      <a16:colId xmlns:a16="http://schemas.microsoft.com/office/drawing/2014/main" val="1818092943"/>
                    </a:ext>
                  </a:extLst>
                </a:gridCol>
              </a:tblGrid>
              <a:tr h="418813">
                <a:tc gridSpan="2">
                  <a:txBody>
                    <a:bodyPr/>
                    <a:lstStyle/>
                    <a:p>
                      <a:pPr indent="228600" algn="ctr">
                        <a:lnSpc>
                          <a:spcPts val="1200"/>
                        </a:lnSpc>
                        <a:buNone/>
                      </a:pPr>
                      <a:r>
                        <a:rPr lang="zh-CN" sz="1800" dirty="0">
                          <a:effectLst/>
                        </a:rPr>
                        <a:t>输入</a:t>
                      </a:r>
                      <a:endParaRPr lang="zh-CN" sz="18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indent="1270" algn="ctr">
                        <a:lnSpc>
                          <a:spcPts val="1200"/>
                        </a:lnSpc>
                        <a:buNone/>
                      </a:pPr>
                      <a:r>
                        <a:rPr lang="zh-CN" sz="1800">
                          <a:effectLst/>
                        </a:rPr>
                        <a:t>输出</a:t>
                      </a:r>
                      <a:endParaRPr lang="zh-CN" sz="18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624576"/>
                  </a:ext>
                </a:extLst>
              </a:tr>
              <a:tr h="367308"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IN</a:t>
                      </a:r>
                      <a:r>
                        <a:rPr lang="en-US" altLang="zh-CN" sz="1800" b="0" dirty="0">
                          <a:effectLst/>
                        </a:rPr>
                        <a:t>(</a:t>
                      </a:r>
                      <a:r>
                        <a:rPr lang="zh-CN" sz="1800" b="0" dirty="0">
                          <a:effectLst/>
                        </a:rPr>
                        <a:t>引脚 </a:t>
                      </a:r>
                      <a:r>
                        <a:rPr lang="en-US" sz="1800" b="0" dirty="0">
                          <a:effectLst/>
                        </a:rPr>
                        <a:t>2</a:t>
                      </a:r>
                      <a:r>
                        <a:rPr lang="en-US" altLang="zh-CN" sz="1800" b="0" dirty="0">
                          <a:effectLst/>
                        </a:rPr>
                        <a:t>)</a:t>
                      </a:r>
                      <a:endParaRPr lang="zh-CN" sz="1800" b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800" dirty="0">
                          <a:effectLst/>
                        </a:rPr>
                        <a:t> SD</a:t>
                      </a:r>
                      <a:r>
                        <a:rPr lang="en-US" altLang="zh-CN" sz="1800" dirty="0">
                          <a:effectLst/>
                        </a:rPr>
                        <a:t>(</a:t>
                      </a:r>
                      <a:r>
                        <a:rPr lang="zh-CN" sz="1800" dirty="0">
                          <a:effectLst/>
                        </a:rPr>
                        <a:t>引脚 </a:t>
                      </a:r>
                      <a:r>
                        <a:rPr lang="en-US" sz="1800" dirty="0">
                          <a:effectLst/>
                        </a:rPr>
                        <a:t>3</a:t>
                      </a:r>
                      <a:r>
                        <a:rPr lang="en-US" altLang="zh-CN" sz="1800" dirty="0">
                          <a:effectLst/>
                        </a:rPr>
                        <a:t>)</a:t>
                      </a:r>
                      <a:endParaRPr lang="zh-CN" sz="18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800" dirty="0">
                          <a:effectLst/>
                        </a:rPr>
                        <a:t>HO</a:t>
                      </a:r>
                      <a:r>
                        <a:rPr lang="en-US" altLang="zh-CN" sz="1800" dirty="0">
                          <a:effectLst/>
                        </a:rPr>
                        <a:t>(</a:t>
                      </a:r>
                      <a:r>
                        <a:rPr lang="zh-CN" sz="1800" dirty="0">
                          <a:effectLst/>
                        </a:rPr>
                        <a:t>引脚</a:t>
                      </a:r>
                      <a:r>
                        <a:rPr lang="en-US" sz="1800" dirty="0">
                          <a:effectLst/>
                        </a:rPr>
                        <a:t>7</a:t>
                      </a:r>
                      <a:r>
                        <a:rPr lang="en-US" altLang="zh-CN" sz="1800" dirty="0">
                          <a:effectLst/>
                        </a:rPr>
                        <a:t>)</a:t>
                      </a:r>
                      <a:endParaRPr lang="zh-CN" sz="18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800" dirty="0">
                          <a:effectLst/>
                        </a:rPr>
                        <a:t>LO</a:t>
                      </a:r>
                      <a:r>
                        <a:rPr lang="en-US" altLang="zh-CN" sz="1800" dirty="0">
                          <a:effectLst/>
                        </a:rPr>
                        <a:t>(</a:t>
                      </a:r>
                      <a:r>
                        <a:rPr lang="zh-CN" sz="1800" dirty="0">
                          <a:effectLst/>
                        </a:rPr>
                        <a:t>引脚</a:t>
                      </a:r>
                      <a:r>
                        <a:rPr lang="en-US" sz="1800" dirty="0">
                          <a:effectLst/>
                        </a:rPr>
                        <a:t>5</a:t>
                      </a:r>
                      <a:r>
                        <a:rPr lang="en-US" altLang="zh-CN" sz="1800" dirty="0">
                          <a:effectLst/>
                        </a:rPr>
                        <a:t>)</a:t>
                      </a:r>
                      <a:endParaRPr lang="zh-CN" sz="18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74265613"/>
                  </a:ext>
                </a:extLst>
              </a:tr>
              <a:tr h="304147"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0</a:t>
                      </a:r>
                      <a:endParaRPr lang="zh-CN" sz="1800" b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zh-CN" sz="18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zh-CN" sz="18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zh-CN" sz="18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85576697"/>
                  </a:ext>
                </a:extLst>
              </a:tr>
              <a:tr h="304147"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1</a:t>
                      </a:r>
                      <a:endParaRPr lang="zh-CN" sz="1800" b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zh-CN" sz="18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zh-CN" sz="18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zh-CN" sz="18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97434321"/>
                  </a:ext>
                </a:extLst>
              </a:tr>
              <a:tr h="304147"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0</a:t>
                      </a:r>
                      <a:endParaRPr lang="zh-CN" sz="1800" b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zh-CN" sz="18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zh-CN" sz="18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zh-CN" sz="18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06203882"/>
                  </a:ext>
                </a:extLst>
              </a:tr>
              <a:tr h="304147"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1</a:t>
                      </a:r>
                      <a:endParaRPr lang="zh-CN" sz="1800" b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zh-CN" sz="18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zh-CN" sz="18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zh-CN" sz="18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637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6252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E8484-2992-5C7E-4075-FEEDE972E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88B10F6B-9E37-B630-B493-2CCCC5F20379}"/>
              </a:ext>
            </a:extLst>
          </p:cNvPr>
          <p:cNvSpPr txBox="1"/>
          <p:nvPr/>
        </p:nvSpPr>
        <p:spPr>
          <a:xfrm rot="2544951">
            <a:off x="415546" y="374372"/>
            <a:ext cx="134622" cy="197908"/>
          </a:xfrm>
          <a:custGeom>
            <a:avLst/>
            <a:gdLst>
              <a:gd name="connsiteX0" fmla="*/ 265175 w 356639"/>
              <a:gd name="connsiteY0" fmla="*/ 0 h 524296"/>
              <a:gd name="connsiteX1" fmla="*/ 356639 w 356639"/>
              <a:gd name="connsiteY1" fmla="*/ 0 h 524296"/>
              <a:gd name="connsiteX2" fmla="*/ 356639 w 356639"/>
              <a:gd name="connsiteY2" fmla="*/ 521734 h 524296"/>
              <a:gd name="connsiteX3" fmla="*/ 345917 w 356639"/>
              <a:gd name="connsiteY3" fmla="*/ 521734 h 524296"/>
              <a:gd name="connsiteX4" fmla="*/ 345921 w 356639"/>
              <a:gd name="connsiteY4" fmla="*/ 522433 h 524296"/>
              <a:gd name="connsiteX5" fmla="*/ 493 w 356639"/>
              <a:gd name="connsiteY5" fmla="*/ 524296 h 524296"/>
              <a:gd name="connsiteX6" fmla="*/ 0 w 356639"/>
              <a:gd name="connsiteY6" fmla="*/ 432834 h 524296"/>
              <a:gd name="connsiteX7" fmla="*/ 265175 w 356639"/>
              <a:gd name="connsiteY7" fmla="*/ 431403 h 524296"/>
            </a:gdLst>
            <a:ahLst/>
            <a:cxnLst/>
            <a:rect l="l" t="t" r="r" b="b"/>
            <a:pathLst>
              <a:path w="356639" h="524296">
                <a:moveTo>
                  <a:pt x="265175" y="0"/>
                </a:moveTo>
                <a:lnTo>
                  <a:pt x="356639" y="0"/>
                </a:lnTo>
                <a:lnTo>
                  <a:pt x="356639" y="521734"/>
                </a:lnTo>
                <a:lnTo>
                  <a:pt x="345917" y="521734"/>
                </a:lnTo>
                <a:lnTo>
                  <a:pt x="345921" y="522433"/>
                </a:lnTo>
                <a:lnTo>
                  <a:pt x="493" y="524296"/>
                </a:lnTo>
                <a:lnTo>
                  <a:pt x="0" y="432834"/>
                </a:lnTo>
                <a:lnTo>
                  <a:pt x="265175" y="431403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F4E49EF-8965-8ED1-174B-55D67DAB4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365125"/>
            <a:ext cx="10267950" cy="758825"/>
          </a:xfrm>
        </p:spPr>
        <p:txBody>
          <a:bodyPr>
            <a:normAutofit/>
          </a:bodyPr>
          <a:lstStyle/>
          <a:p>
            <a:r>
              <a:rPr lang="en-US" altLang="zh-CN" dirty="0"/>
              <a:t>4.  </a:t>
            </a:r>
            <a:r>
              <a:rPr lang="zh-CN" altLang="en-US" dirty="0"/>
              <a:t>延展：怎么看电路原理图</a:t>
            </a:r>
          </a:p>
        </p:txBody>
      </p:sp>
      <p:graphicFrame>
        <p:nvGraphicFramePr>
          <p:cNvPr id="9" name="内容占位符 8">
            <a:extLst>
              <a:ext uri="{FF2B5EF4-FFF2-40B4-BE49-F238E27FC236}">
                <a16:creationId xmlns:a16="http://schemas.microsoft.com/office/drawing/2014/main" id="{C40F569F-2BE0-93B6-ED3D-1D3ADF42A3AA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717617000"/>
              </p:ext>
            </p:extLst>
          </p:nvPr>
        </p:nvGraphicFramePr>
        <p:xfrm>
          <a:off x="504826" y="1362076"/>
          <a:ext cx="7837986" cy="4646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31133836-4D80-A8FC-7696-F82831546339}"/>
              </a:ext>
            </a:extLst>
          </p:cNvPr>
          <p:cNvSpPr txBox="1"/>
          <p:nvPr/>
        </p:nvSpPr>
        <p:spPr>
          <a:xfrm>
            <a:off x="8569233" y="1463040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查看数据手册</a:t>
            </a:r>
          </a:p>
        </p:txBody>
      </p:sp>
    </p:spTree>
    <p:extLst>
      <p:ext uri="{BB962C8B-B14F-4D97-AF65-F5344CB8AC3E}">
        <p14:creationId xmlns:p14="http://schemas.microsoft.com/office/powerpoint/2010/main" val="1254531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2025.5</a:t>
            </a:r>
            <a:endParaRPr kumimoji="1" lang="zh-CN" altLang="en-US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1902</TotalTime>
  <Words>289</Words>
  <Application>Microsoft Office PowerPoint</Application>
  <PresentationFormat>宽屏</PresentationFormat>
  <Paragraphs>54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Source Han Sans</vt:lpstr>
      <vt:lpstr>Source Han Sans CN Regular</vt:lpstr>
      <vt:lpstr>等线</vt:lpstr>
      <vt:lpstr>宋体</vt:lpstr>
      <vt:lpstr>微软雅黑</vt:lpstr>
      <vt:lpstr>Arial</vt:lpstr>
      <vt:lpstr>Office 主题​​</vt:lpstr>
      <vt:lpstr>PowerPoint 演示文稿</vt:lpstr>
      <vt:lpstr>目录</vt:lpstr>
      <vt:lpstr>1. H桥电路的初级安保措施</vt:lpstr>
      <vt:lpstr>2. 驱动板上的H桥</vt:lpstr>
      <vt:lpstr>3. 半桥驱动芯片IR2104</vt:lpstr>
      <vt:lpstr>4.  延展：怎么看电路原理图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41</cp:revision>
  <dcterms:created xsi:type="dcterms:W3CDTF">2025-05-21T06:55:53Z</dcterms:created>
  <dcterms:modified xsi:type="dcterms:W3CDTF">2025-06-20T02:18:53Z</dcterms:modified>
</cp:coreProperties>
</file>