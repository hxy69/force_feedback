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9" r:id="rId2"/>
    <p:sldId id="800" r:id="rId3"/>
    <p:sldId id="801" r:id="rId4"/>
    <p:sldId id="28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6238" autoAdjust="0"/>
  </p:normalViewPr>
  <p:slideViewPr>
    <p:cSldViewPr snapToGrid="0">
      <p:cViewPr varScale="1">
        <p:scale>
          <a:sx n="119" d="100"/>
          <a:sy n="119" d="100"/>
        </p:scale>
        <p:origin x="96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848766" y="4726795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39612" y="2818707"/>
            <a:ext cx="4364935" cy="131392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（上）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——CubeMX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【05-08】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551252" y="2077462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5668733" y="1726092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开发板上的接口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D306A12-E2FF-1C19-691C-D354D4A2631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97746620"/>
              </p:ext>
            </p:extLst>
          </p:nvPr>
        </p:nvGraphicFramePr>
        <p:xfrm>
          <a:off x="450336" y="1008200"/>
          <a:ext cx="6351059" cy="555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439">
                  <a:extLst>
                    <a:ext uri="{9D8B030D-6E8A-4147-A177-3AD203B41FA5}">
                      <a16:colId xmlns:a16="http://schemas.microsoft.com/office/drawing/2014/main" val="3854383031"/>
                    </a:ext>
                  </a:extLst>
                </a:gridCol>
                <a:gridCol w="2062029">
                  <a:extLst>
                    <a:ext uri="{9D8B030D-6E8A-4147-A177-3AD203B41FA5}">
                      <a16:colId xmlns:a16="http://schemas.microsoft.com/office/drawing/2014/main" val="2043378029"/>
                    </a:ext>
                  </a:extLst>
                </a:gridCol>
                <a:gridCol w="1603377">
                  <a:extLst>
                    <a:ext uri="{9D8B030D-6E8A-4147-A177-3AD203B41FA5}">
                      <a16:colId xmlns:a16="http://schemas.microsoft.com/office/drawing/2014/main" val="2874893832"/>
                    </a:ext>
                  </a:extLst>
                </a:gridCol>
                <a:gridCol w="1838214">
                  <a:extLst>
                    <a:ext uri="{9D8B030D-6E8A-4147-A177-3AD203B41FA5}">
                      <a16:colId xmlns:a16="http://schemas.microsoft.com/office/drawing/2014/main" val="1489490609"/>
                    </a:ext>
                  </a:extLst>
                </a:gridCol>
              </a:tblGrid>
              <a:tr h="357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PM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接口名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IO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TIM</a:t>
                      </a:r>
                      <a:r>
                        <a:rPr lang="zh-CN" altLang="en-US" dirty="0"/>
                        <a:t>通道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76874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PM1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PM1_PWM_UH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24981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PM1_PWM_UL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TIM1_CH1N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97840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PM1_PWM_VH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024084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PM1_PWM_VL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TIM1_CH2N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35836"/>
                  </a:ext>
                </a:extLst>
              </a:tr>
              <a:tr h="4279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PM1_PWM_WH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89495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PM1_PWM_WL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PB15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TIM1_CH3N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18971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PM1_CTRL_SD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PF10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84924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PM2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PM2_PWM_UH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674399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PM2_PWM_UL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TIM8_CH1N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35846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PM2_PWM_VH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020585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PM2_PWM_VL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TIM8_CH2N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783860"/>
                  </a:ext>
                </a:extLst>
              </a:tr>
              <a:tr h="37491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PM2_PWM_WH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PI7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640057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PM2_PWM_WL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PH15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TIM8_CH3N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2749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PM1_CTRL_SD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PF2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95735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E5E7A81-4C48-5109-7E5F-D298143CF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04178"/>
              </p:ext>
            </p:extLst>
          </p:nvPr>
        </p:nvGraphicFramePr>
        <p:xfrm>
          <a:off x="7639594" y="1008200"/>
          <a:ext cx="366540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029">
                  <a:extLst>
                    <a:ext uri="{9D8B030D-6E8A-4147-A177-3AD203B41FA5}">
                      <a16:colId xmlns:a16="http://schemas.microsoft.com/office/drawing/2014/main" val="244013779"/>
                    </a:ext>
                  </a:extLst>
                </a:gridCol>
                <a:gridCol w="1603377">
                  <a:extLst>
                    <a:ext uri="{9D8B030D-6E8A-4147-A177-3AD203B41FA5}">
                      <a16:colId xmlns:a16="http://schemas.microsoft.com/office/drawing/2014/main" val="1148169281"/>
                    </a:ext>
                  </a:extLst>
                </a:gridCol>
              </a:tblGrid>
              <a:tr h="357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按键</a:t>
                      </a:r>
                      <a:r>
                        <a:rPr lang="en-US" altLang="zh-CN" dirty="0"/>
                        <a:t>/LED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IO</a:t>
                      </a:r>
                      <a:r>
                        <a:rPr lang="zh-CN" altLang="en-US" dirty="0"/>
                        <a:t>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95302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LED1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30170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LED2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204528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91181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32657"/>
                  </a:ext>
                </a:extLst>
              </a:tr>
              <a:tr h="357869">
                <a:tc>
                  <a:txBody>
                    <a:bodyPr/>
                    <a:lstStyle/>
                    <a:p>
                      <a:r>
                        <a:rPr lang="en-US" altLang="zh-CN" dirty="0"/>
                        <a:t>K2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PE4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14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4DCEA-191C-D307-23A6-C7A35A06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TIM1</a:t>
            </a:r>
            <a:r>
              <a:rPr lang="zh-CN" altLang="en-US" dirty="0"/>
              <a:t>基础参数的配置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484F19-4965-792E-898C-B7CDBC63A03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740467" y="695571"/>
            <a:ext cx="5975087" cy="578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4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5820</TotalTime>
  <Words>595</Words>
  <Application>Microsoft Office PowerPoint</Application>
  <PresentationFormat>宽屏</PresentationFormat>
  <Paragraphs>92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开发板上的接口</vt:lpstr>
      <vt:lpstr>TIM1基础参数的配置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139</cp:revision>
  <dcterms:created xsi:type="dcterms:W3CDTF">2025-05-21T06:55:53Z</dcterms:created>
  <dcterms:modified xsi:type="dcterms:W3CDTF">2025-09-15T07:05:25Z</dcterms:modified>
</cp:coreProperties>
</file>