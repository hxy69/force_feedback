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800" r:id="rId3"/>
    <p:sldId id="799" r:id="rId4"/>
    <p:sldId id="810" r:id="rId5"/>
    <p:sldId id="809" r:id="rId6"/>
    <p:sldId id="805" r:id="rId7"/>
    <p:sldId id="804" r:id="rId8"/>
    <p:sldId id="806" r:id="rId9"/>
    <p:sldId id="807" r:id="rId10"/>
    <p:sldId id="808" r:id="rId11"/>
    <p:sldId id="28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DAED8-3BD3-486B-BDAD-42275EE564AA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54EE1E7-BB1C-42E7-9D09-D8CBA1BCD808}">
      <dgm:prSet custT="1"/>
      <dgm:spPr/>
      <dgm:t>
        <a:bodyPr/>
        <a:lstStyle/>
        <a:p>
          <a:r>
            <a:rPr lang="zh-CN" altLang="en-US" sz="2800" dirty="0"/>
            <a:t>参数</a:t>
          </a:r>
        </a:p>
      </dgm:t>
    </dgm:pt>
    <dgm:pt modelId="{6A22FB5F-B092-40B3-B396-A954E75B2820}" type="parTrans" cxnId="{7CD82EAB-6BD6-42D4-817F-9EFD56B80491}">
      <dgm:prSet/>
      <dgm:spPr/>
      <dgm:t>
        <a:bodyPr/>
        <a:lstStyle/>
        <a:p>
          <a:endParaRPr lang="zh-CN" altLang="en-US" sz="1800"/>
        </a:p>
      </dgm:t>
    </dgm:pt>
    <dgm:pt modelId="{FBBB2238-9384-474D-BF46-AFE0C1605575}" type="sibTrans" cxnId="{7CD82EAB-6BD6-42D4-817F-9EFD56B80491}">
      <dgm:prSet custT="1"/>
      <dgm:spPr/>
      <dgm:t>
        <a:bodyPr/>
        <a:lstStyle/>
        <a:p>
          <a:endParaRPr lang="zh-CN" altLang="en-US" sz="2400"/>
        </a:p>
      </dgm:t>
    </dgm:pt>
    <dgm:pt modelId="{BF879666-4A3B-45BD-A93C-2E0F53460138}">
      <dgm:prSet custT="1"/>
      <dgm:spPr/>
      <dgm:t>
        <a:bodyPr/>
        <a:lstStyle/>
        <a:p>
          <a:r>
            <a:rPr lang="en-US" sz="2800" dirty="0"/>
            <a:t>KV</a:t>
          </a:r>
          <a:r>
            <a:rPr lang="zh-CN" sz="2800" dirty="0"/>
            <a:t>值</a:t>
          </a:r>
        </a:p>
      </dgm:t>
    </dgm:pt>
    <dgm:pt modelId="{D48CD8D1-0DD8-4498-9BBE-89D08AD4BB09}" type="parTrans" cxnId="{A87D638E-9B47-428D-8F18-DCE23CC29055}">
      <dgm:prSet/>
      <dgm:spPr/>
      <dgm:t>
        <a:bodyPr/>
        <a:lstStyle/>
        <a:p>
          <a:endParaRPr lang="zh-CN" altLang="en-US" sz="1800"/>
        </a:p>
      </dgm:t>
    </dgm:pt>
    <dgm:pt modelId="{C71C2CF5-B804-43E1-A1C0-8BC8664A4FD6}" type="sibTrans" cxnId="{A87D638E-9B47-428D-8F18-DCE23CC29055}">
      <dgm:prSet/>
      <dgm:spPr/>
      <dgm:t>
        <a:bodyPr/>
        <a:lstStyle/>
        <a:p>
          <a:endParaRPr lang="zh-CN" altLang="en-US" sz="1800"/>
        </a:p>
      </dgm:t>
    </dgm:pt>
    <dgm:pt modelId="{BE1C0C26-EA11-43B0-89E3-D0A9611446ED}">
      <dgm:prSet custT="1"/>
      <dgm:spPr/>
      <dgm:t>
        <a:bodyPr/>
        <a:lstStyle/>
        <a:p>
          <a:r>
            <a:rPr lang="zh-CN" sz="2800" dirty="0"/>
            <a:t>转矩常数</a:t>
          </a:r>
          <a:r>
            <a:rPr lang="en-US" altLang="zh-CN" sz="2800" dirty="0"/>
            <a:t>Kt</a:t>
          </a:r>
          <a:endParaRPr lang="zh-CN" sz="2800" dirty="0"/>
        </a:p>
      </dgm:t>
    </dgm:pt>
    <dgm:pt modelId="{9D8AFF5F-F5C6-40EB-9286-77EBE0F3FA47}" type="parTrans" cxnId="{9ED2253D-3D3B-4819-813C-0179A97D444B}">
      <dgm:prSet/>
      <dgm:spPr/>
      <dgm:t>
        <a:bodyPr/>
        <a:lstStyle/>
        <a:p>
          <a:endParaRPr lang="zh-CN" altLang="en-US" sz="1800"/>
        </a:p>
      </dgm:t>
    </dgm:pt>
    <dgm:pt modelId="{6B2BD86B-A3DA-43C0-A53E-2F36A0BE528D}" type="sibTrans" cxnId="{9ED2253D-3D3B-4819-813C-0179A97D444B}">
      <dgm:prSet/>
      <dgm:spPr/>
      <dgm:t>
        <a:bodyPr/>
        <a:lstStyle/>
        <a:p>
          <a:endParaRPr lang="zh-CN" altLang="en-US" sz="1800"/>
        </a:p>
      </dgm:t>
    </dgm:pt>
    <dgm:pt modelId="{049803DC-D046-4DCA-AA7F-0C19E9A3A12A}">
      <dgm:prSet custT="1"/>
      <dgm:spPr/>
      <dgm:t>
        <a:bodyPr/>
        <a:lstStyle/>
        <a:p>
          <a:r>
            <a:rPr lang="zh-CN" altLang="en-US" sz="2800" dirty="0"/>
            <a:t>小结</a:t>
          </a:r>
        </a:p>
      </dgm:t>
    </dgm:pt>
    <dgm:pt modelId="{E64221FD-8D28-4781-A811-EBBC730519B5}" type="parTrans" cxnId="{002BBBF6-43E6-49DD-9D83-EFB41D642EDA}">
      <dgm:prSet/>
      <dgm:spPr/>
      <dgm:t>
        <a:bodyPr/>
        <a:lstStyle/>
        <a:p>
          <a:endParaRPr lang="zh-CN" altLang="en-US" sz="1800"/>
        </a:p>
      </dgm:t>
    </dgm:pt>
    <dgm:pt modelId="{DA250F16-A7FA-4F06-A6E8-72444B6A9F8E}" type="sibTrans" cxnId="{002BBBF6-43E6-49DD-9D83-EFB41D642EDA}">
      <dgm:prSet/>
      <dgm:spPr/>
      <dgm:t>
        <a:bodyPr/>
        <a:lstStyle/>
        <a:p>
          <a:endParaRPr lang="zh-CN" altLang="en-US" sz="1800"/>
        </a:p>
      </dgm:t>
    </dgm:pt>
    <dgm:pt modelId="{D358EBDD-7A9F-482A-BDF1-E59C6B30138E}">
      <dgm:prSet custT="1"/>
      <dgm:spPr/>
      <dgm:t>
        <a:bodyPr/>
        <a:lstStyle/>
        <a:p>
          <a:r>
            <a:rPr lang="zh-CN" altLang="en-US" sz="2800" dirty="0"/>
            <a:t>极对数</a:t>
          </a:r>
        </a:p>
      </dgm:t>
    </dgm:pt>
    <dgm:pt modelId="{3DD3CC5F-D00C-46A4-BD08-DF738E77956E}" type="parTrans" cxnId="{7015A55E-AF2D-4ACA-A4C5-E4B4DC625F04}">
      <dgm:prSet/>
      <dgm:spPr/>
      <dgm:t>
        <a:bodyPr/>
        <a:lstStyle/>
        <a:p>
          <a:endParaRPr lang="zh-CN" altLang="en-US" sz="1800"/>
        </a:p>
      </dgm:t>
    </dgm:pt>
    <dgm:pt modelId="{2912B165-6821-4BA1-B6D4-043630283A27}" type="sibTrans" cxnId="{7015A55E-AF2D-4ACA-A4C5-E4B4DC625F04}">
      <dgm:prSet/>
      <dgm:spPr/>
      <dgm:t>
        <a:bodyPr/>
        <a:lstStyle/>
        <a:p>
          <a:endParaRPr lang="zh-CN" altLang="en-US" sz="1800"/>
        </a:p>
      </dgm:t>
    </dgm:pt>
    <dgm:pt modelId="{8DB65D9C-92D0-4F28-BF1A-96B661E8EED4}">
      <dgm:prSet custT="1"/>
      <dgm:spPr/>
      <dgm:t>
        <a:bodyPr/>
        <a:lstStyle/>
        <a:p>
          <a:r>
            <a:rPr lang="zh-CN" sz="2800" dirty="0"/>
            <a:t>如何根据应用选择合适的</a:t>
          </a:r>
          <a:r>
            <a:rPr lang="en-US" sz="2800" dirty="0"/>
            <a:t>BLDC</a:t>
          </a:r>
          <a:endParaRPr lang="zh-CN" sz="2800" dirty="0"/>
        </a:p>
      </dgm:t>
    </dgm:pt>
    <dgm:pt modelId="{811EBC18-59B1-4873-BC25-68834FAC177F}" type="parTrans" cxnId="{2F9EF0ED-9A5F-441D-87E2-3C74405FA31A}">
      <dgm:prSet/>
      <dgm:spPr/>
      <dgm:t>
        <a:bodyPr/>
        <a:lstStyle/>
        <a:p>
          <a:endParaRPr lang="zh-CN" altLang="en-US" sz="1800"/>
        </a:p>
      </dgm:t>
    </dgm:pt>
    <dgm:pt modelId="{3B132F38-EB77-40B5-B1D6-69E1582B3CD3}" type="sibTrans" cxnId="{2F9EF0ED-9A5F-441D-87E2-3C74405FA31A}">
      <dgm:prSet/>
      <dgm:spPr/>
      <dgm:t>
        <a:bodyPr/>
        <a:lstStyle/>
        <a:p>
          <a:endParaRPr lang="zh-CN" altLang="en-US" sz="1800"/>
        </a:p>
      </dgm:t>
    </dgm:pt>
    <dgm:pt modelId="{2AB474C8-B669-40E9-A140-B66FD39DE83A}">
      <dgm:prSet custT="1"/>
      <dgm:spPr/>
      <dgm:t>
        <a:bodyPr/>
        <a:lstStyle/>
        <a:p>
          <a:r>
            <a:rPr lang="zh-CN" altLang="en-US" sz="2800"/>
            <a:t>相</a:t>
          </a:r>
          <a:r>
            <a:rPr lang="zh-CN" altLang="en-US" sz="2800" dirty="0"/>
            <a:t>数</a:t>
          </a:r>
        </a:p>
      </dgm:t>
    </dgm:pt>
    <dgm:pt modelId="{C7A886E2-FF45-47CC-A296-CE173B10C8FB}" type="parTrans" cxnId="{7447AC46-B102-4C06-A855-694BC6114F16}">
      <dgm:prSet/>
      <dgm:spPr/>
      <dgm:t>
        <a:bodyPr/>
        <a:lstStyle/>
        <a:p>
          <a:endParaRPr lang="zh-CN" altLang="en-US" sz="1800"/>
        </a:p>
      </dgm:t>
    </dgm:pt>
    <dgm:pt modelId="{2FEACC59-E778-4279-B9CE-3366B6C0B199}" type="sibTrans" cxnId="{7447AC46-B102-4C06-A855-694BC6114F16}">
      <dgm:prSet/>
      <dgm:spPr/>
      <dgm:t>
        <a:bodyPr/>
        <a:lstStyle/>
        <a:p>
          <a:endParaRPr lang="zh-CN" altLang="en-US" sz="1800"/>
        </a:p>
      </dgm:t>
    </dgm:pt>
    <dgm:pt modelId="{6AC640FE-23B2-44BA-ACA7-8F8213541640}">
      <dgm:prSet custT="1"/>
      <dgm:spPr/>
      <dgm:t>
        <a:bodyPr/>
        <a:lstStyle/>
        <a:p>
          <a:r>
            <a:rPr lang="zh-CN" altLang="en-US" sz="2800" dirty="0"/>
            <a:t>额定电流</a:t>
          </a:r>
        </a:p>
      </dgm:t>
    </dgm:pt>
    <dgm:pt modelId="{1CE3BFFF-8510-4233-8029-29F20FDB8678}" type="parTrans" cxnId="{AFE764DB-05FE-4C29-B463-39869361DEF6}">
      <dgm:prSet/>
      <dgm:spPr/>
      <dgm:t>
        <a:bodyPr/>
        <a:lstStyle/>
        <a:p>
          <a:endParaRPr lang="zh-CN" altLang="en-US"/>
        </a:p>
      </dgm:t>
    </dgm:pt>
    <dgm:pt modelId="{F5A19EAB-01BE-4543-B2B2-E32592559D95}" type="sibTrans" cxnId="{AFE764DB-05FE-4C29-B463-39869361DEF6}">
      <dgm:prSet/>
      <dgm:spPr/>
      <dgm:t>
        <a:bodyPr/>
        <a:lstStyle/>
        <a:p>
          <a:endParaRPr lang="zh-CN" altLang="en-US"/>
        </a:p>
      </dgm:t>
    </dgm:pt>
    <dgm:pt modelId="{D61EC0CF-B33D-4712-8524-A5AB400BE8C0}">
      <dgm:prSet custT="1"/>
      <dgm:spPr/>
      <dgm:t>
        <a:bodyPr/>
        <a:lstStyle/>
        <a:p>
          <a:r>
            <a:rPr lang="zh-CN" altLang="en-US" sz="2800"/>
            <a:t>额定电压</a:t>
          </a:r>
          <a:endParaRPr lang="zh-CN" sz="2800" dirty="0"/>
        </a:p>
      </dgm:t>
    </dgm:pt>
    <dgm:pt modelId="{1C512891-93B2-4F8F-9CA8-51D4A2E70103}" type="parTrans" cxnId="{67E62261-F716-42EB-9463-543D44E150FA}">
      <dgm:prSet/>
      <dgm:spPr/>
      <dgm:t>
        <a:bodyPr/>
        <a:lstStyle/>
        <a:p>
          <a:endParaRPr lang="zh-CN" altLang="en-US"/>
        </a:p>
      </dgm:t>
    </dgm:pt>
    <dgm:pt modelId="{38521E41-4483-4E91-A882-F015A9EB2D77}" type="sibTrans" cxnId="{67E62261-F716-42EB-9463-543D44E150FA}">
      <dgm:prSet/>
      <dgm:spPr/>
      <dgm:t>
        <a:bodyPr/>
        <a:lstStyle/>
        <a:p>
          <a:endParaRPr lang="zh-CN" altLang="en-US"/>
        </a:p>
      </dgm:t>
    </dgm:pt>
    <dgm:pt modelId="{E97FD901-B062-4DAD-B815-D12ABF36288E}" type="pres">
      <dgm:prSet presAssocID="{105DAED8-3BD3-486B-BDAD-42275EE564AA}" presName="linearFlow" presStyleCnt="0">
        <dgm:presLayoutVars>
          <dgm:dir/>
          <dgm:animLvl val="lvl"/>
          <dgm:resizeHandles val="exact"/>
        </dgm:presLayoutVars>
      </dgm:prSet>
      <dgm:spPr/>
    </dgm:pt>
    <dgm:pt modelId="{6837E2B6-B170-4B30-9B17-7C108C824C7B}" type="pres">
      <dgm:prSet presAssocID="{C54EE1E7-BB1C-42E7-9D09-D8CBA1BCD808}" presName="composite" presStyleCnt="0"/>
      <dgm:spPr/>
    </dgm:pt>
    <dgm:pt modelId="{D48D0676-6486-4C0F-873B-6BC9ED6CB925}" type="pres">
      <dgm:prSet presAssocID="{C54EE1E7-BB1C-42E7-9D09-D8CBA1BCD808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2BF257B5-F1EB-4A4B-A9DB-7F247A6AF856}" type="pres">
      <dgm:prSet presAssocID="{C54EE1E7-BB1C-42E7-9D09-D8CBA1BCD808}" presName="parSh" presStyleLbl="node1" presStyleIdx="0" presStyleCnt="2"/>
      <dgm:spPr/>
    </dgm:pt>
    <dgm:pt modelId="{0A192E96-475C-4B2F-9F6A-2F51FA2A04A5}" type="pres">
      <dgm:prSet presAssocID="{C54EE1E7-BB1C-42E7-9D09-D8CBA1BCD808}" presName="desTx" presStyleLbl="fgAcc1" presStyleIdx="0" presStyleCnt="2">
        <dgm:presLayoutVars>
          <dgm:bulletEnabled val="1"/>
        </dgm:presLayoutVars>
      </dgm:prSet>
      <dgm:spPr/>
    </dgm:pt>
    <dgm:pt modelId="{B0C283EC-C6A8-4AC1-9306-8BC2BEB0A1D2}" type="pres">
      <dgm:prSet presAssocID="{FBBB2238-9384-474D-BF46-AFE0C1605575}" presName="sibTrans" presStyleLbl="sibTrans2D1" presStyleIdx="0" presStyleCnt="1"/>
      <dgm:spPr/>
    </dgm:pt>
    <dgm:pt modelId="{83B46F42-D7A8-4727-BFF4-5F43F0967731}" type="pres">
      <dgm:prSet presAssocID="{FBBB2238-9384-474D-BF46-AFE0C1605575}" presName="connTx" presStyleLbl="sibTrans2D1" presStyleIdx="0" presStyleCnt="1"/>
      <dgm:spPr/>
    </dgm:pt>
    <dgm:pt modelId="{81437A44-ABEA-46A6-8134-E4D7EC51E6FE}" type="pres">
      <dgm:prSet presAssocID="{049803DC-D046-4DCA-AA7F-0C19E9A3A12A}" presName="composite" presStyleCnt="0"/>
      <dgm:spPr/>
    </dgm:pt>
    <dgm:pt modelId="{B8131789-3479-4B32-B143-C6A468477C9B}" type="pres">
      <dgm:prSet presAssocID="{049803DC-D046-4DCA-AA7F-0C19E9A3A12A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880A16DD-D418-46E8-86B2-CEF5D484CBF8}" type="pres">
      <dgm:prSet presAssocID="{049803DC-D046-4DCA-AA7F-0C19E9A3A12A}" presName="parSh" presStyleLbl="node1" presStyleIdx="1" presStyleCnt="2"/>
      <dgm:spPr/>
    </dgm:pt>
    <dgm:pt modelId="{14E034D0-B7C2-4E61-A37C-2DCEA6004FC9}" type="pres">
      <dgm:prSet presAssocID="{049803DC-D046-4DCA-AA7F-0C19E9A3A12A}" presName="desTx" presStyleLbl="fgAcc1" presStyleIdx="1" presStyleCnt="2">
        <dgm:presLayoutVars>
          <dgm:bulletEnabled val="1"/>
        </dgm:presLayoutVars>
      </dgm:prSet>
      <dgm:spPr/>
    </dgm:pt>
  </dgm:ptLst>
  <dgm:cxnLst>
    <dgm:cxn modelId="{AE5B4707-DBE1-482A-8DF2-9FFB22E2C6BF}" type="presOf" srcId="{BE1C0C26-EA11-43B0-89E3-D0A9611446ED}" destId="{0A192E96-475C-4B2F-9F6A-2F51FA2A04A5}" srcOrd="0" destOrd="5" presId="urn:microsoft.com/office/officeart/2005/8/layout/process3"/>
    <dgm:cxn modelId="{8D7D6216-7548-4FB5-BCA4-F9340BE3145F}" type="presOf" srcId="{FBBB2238-9384-474D-BF46-AFE0C1605575}" destId="{B0C283EC-C6A8-4AC1-9306-8BC2BEB0A1D2}" srcOrd="0" destOrd="0" presId="urn:microsoft.com/office/officeart/2005/8/layout/process3"/>
    <dgm:cxn modelId="{DA2A3319-9F17-4DC8-8545-E6D64CD92677}" type="presOf" srcId="{2AB474C8-B669-40E9-A140-B66FD39DE83A}" destId="{0A192E96-475C-4B2F-9F6A-2F51FA2A04A5}" srcOrd="0" destOrd="1" presId="urn:microsoft.com/office/officeart/2005/8/layout/process3"/>
    <dgm:cxn modelId="{EA68221E-BAEA-4B6D-B84D-487E462F96C2}" type="presOf" srcId="{6AC640FE-23B2-44BA-ACA7-8F8213541640}" destId="{0A192E96-475C-4B2F-9F6A-2F51FA2A04A5}" srcOrd="0" destOrd="4" presId="urn:microsoft.com/office/officeart/2005/8/layout/process3"/>
    <dgm:cxn modelId="{9ED2253D-3D3B-4819-813C-0179A97D444B}" srcId="{C54EE1E7-BB1C-42E7-9D09-D8CBA1BCD808}" destId="{BE1C0C26-EA11-43B0-89E3-D0A9611446ED}" srcOrd="5" destOrd="0" parTransId="{9D8AFF5F-F5C6-40EB-9286-77EBE0F3FA47}" sibTransId="{6B2BD86B-A3DA-43C0-A53E-2F36A0BE528D}"/>
    <dgm:cxn modelId="{704A8A3D-BA09-4CF5-9D86-B63FD47ADB10}" type="presOf" srcId="{BF879666-4A3B-45BD-A93C-2E0F53460138}" destId="{0A192E96-475C-4B2F-9F6A-2F51FA2A04A5}" srcOrd="0" destOrd="2" presId="urn:microsoft.com/office/officeart/2005/8/layout/process3"/>
    <dgm:cxn modelId="{7015A55E-AF2D-4ACA-A4C5-E4B4DC625F04}" srcId="{C54EE1E7-BB1C-42E7-9D09-D8CBA1BCD808}" destId="{D358EBDD-7A9F-482A-BDF1-E59C6B30138E}" srcOrd="0" destOrd="0" parTransId="{3DD3CC5F-D00C-46A4-BD08-DF738E77956E}" sibTransId="{2912B165-6821-4BA1-B6D4-043630283A27}"/>
    <dgm:cxn modelId="{09784C60-F265-4A61-9034-CF4DF30AA75C}" type="presOf" srcId="{C54EE1E7-BB1C-42E7-9D09-D8CBA1BCD808}" destId="{2BF257B5-F1EB-4A4B-A9DB-7F247A6AF856}" srcOrd="1" destOrd="0" presId="urn:microsoft.com/office/officeart/2005/8/layout/process3"/>
    <dgm:cxn modelId="{67E62261-F716-42EB-9463-543D44E150FA}" srcId="{C54EE1E7-BB1C-42E7-9D09-D8CBA1BCD808}" destId="{D61EC0CF-B33D-4712-8524-A5AB400BE8C0}" srcOrd="3" destOrd="0" parTransId="{1C512891-93B2-4F8F-9CA8-51D4A2E70103}" sibTransId="{38521E41-4483-4E91-A882-F015A9EB2D77}"/>
    <dgm:cxn modelId="{7447AC46-B102-4C06-A855-694BC6114F16}" srcId="{C54EE1E7-BB1C-42E7-9D09-D8CBA1BCD808}" destId="{2AB474C8-B669-40E9-A140-B66FD39DE83A}" srcOrd="1" destOrd="0" parTransId="{C7A886E2-FF45-47CC-A296-CE173B10C8FB}" sibTransId="{2FEACC59-E778-4279-B9CE-3366B6C0B199}"/>
    <dgm:cxn modelId="{06F98078-5160-426A-B17F-3D7C01021C68}" type="presOf" srcId="{C54EE1E7-BB1C-42E7-9D09-D8CBA1BCD808}" destId="{D48D0676-6486-4C0F-873B-6BC9ED6CB925}" srcOrd="0" destOrd="0" presId="urn:microsoft.com/office/officeart/2005/8/layout/process3"/>
    <dgm:cxn modelId="{D96D7459-849F-449A-8AF3-FF8C17A08C8D}" type="presOf" srcId="{105DAED8-3BD3-486B-BDAD-42275EE564AA}" destId="{E97FD901-B062-4DAD-B815-D12ABF36288E}" srcOrd="0" destOrd="0" presId="urn:microsoft.com/office/officeart/2005/8/layout/process3"/>
    <dgm:cxn modelId="{6CA9DA8B-964F-4C65-AA03-B88FB401447E}" type="presOf" srcId="{8DB65D9C-92D0-4F28-BF1A-96B661E8EED4}" destId="{14E034D0-B7C2-4E61-A37C-2DCEA6004FC9}" srcOrd="0" destOrd="0" presId="urn:microsoft.com/office/officeart/2005/8/layout/process3"/>
    <dgm:cxn modelId="{A87D638E-9B47-428D-8F18-DCE23CC29055}" srcId="{C54EE1E7-BB1C-42E7-9D09-D8CBA1BCD808}" destId="{BF879666-4A3B-45BD-A93C-2E0F53460138}" srcOrd="2" destOrd="0" parTransId="{D48CD8D1-0DD8-4498-9BBE-89D08AD4BB09}" sibTransId="{C71C2CF5-B804-43E1-A1C0-8BC8664A4FD6}"/>
    <dgm:cxn modelId="{7CD82EAB-6BD6-42D4-817F-9EFD56B80491}" srcId="{105DAED8-3BD3-486B-BDAD-42275EE564AA}" destId="{C54EE1E7-BB1C-42E7-9D09-D8CBA1BCD808}" srcOrd="0" destOrd="0" parTransId="{6A22FB5F-B092-40B3-B396-A954E75B2820}" sibTransId="{FBBB2238-9384-474D-BF46-AFE0C1605575}"/>
    <dgm:cxn modelId="{CCCA09B1-18AA-4A50-B4C3-7F750B20CE3D}" type="presOf" srcId="{D61EC0CF-B33D-4712-8524-A5AB400BE8C0}" destId="{0A192E96-475C-4B2F-9F6A-2F51FA2A04A5}" srcOrd="0" destOrd="3" presId="urn:microsoft.com/office/officeart/2005/8/layout/process3"/>
    <dgm:cxn modelId="{87AB9FB7-8B0F-4A64-B87C-29ADDEA7C512}" type="presOf" srcId="{FBBB2238-9384-474D-BF46-AFE0C1605575}" destId="{83B46F42-D7A8-4727-BFF4-5F43F0967731}" srcOrd="1" destOrd="0" presId="urn:microsoft.com/office/officeart/2005/8/layout/process3"/>
    <dgm:cxn modelId="{389ADCC8-A6AB-4A9C-A735-9FB344F1F804}" type="presOf" srcId="{049803DC-D046-4DCA-AA7F-0C19E9A3A12A}" destId="{B8131789-3479-4B32-B143-C6A468477C9B}" srcOrd="0" destOrd="0" presId="urn:microsoft.com/office/officeart/2005/8/layout/process3"/>
    <dgm:cxn modelId="{3A5B0DD6-ACF6-42DF-AA79-AA70EBA04D54}" type="presOf" srcId="{049803DC-D046-4DCA-AA7F-0C19E9A3A12A}" destId="{880A16DD-D418-46E8-86B2-CEF5D484CBF8}" srcOrd="1" destOrd="0" presId="urn:microsoft.com/office/officeart/2005/8/layout/process3"/>
    <dgm:cxn modelId="{C397A8DA-9C9A-448C-A2DD-81F8DF3F6A20}" type="presOf" srcId="{D358EBDD-7A9F-482A-BDF1-E59C6B30138E}" destId="{0A192E96-475C-4B2F-9F6A-2F51FA2A04A5}" srcOrd="0" destOrd="0" presId="urn:microsoft.com/office/officeart/2005/8/layout/process3"/>
    <dgm:cxn modelId="{AFE764DB-05FE-4C29-B463-39869361DEF6}" srcId="{C54EE1E7-BB1C-42E7-9D09-D8CBA1BCD808}" destId="{6AC640FE-23B2-44BA-ACA7-8F8213541640}" srcOrd="4" destOrd="0" parTransId="{1CE3BFFF-8510-4233-8029-29F20FDB8678}" sibTransId="{F5A19EAB-01BE-4543-B2B2-E32592559D95}"/>
    <dgm:cxn modelId="{2F9EF0ED-9A5F-441D-87E2-3C74405FA31A}" srcId="{049803DC-D046-4DCA-AA7F-0C19E9A3A12A}" destId="{8DB65D9C-92D0-4F28-BF1A-96B661E8EED4}" srcOrd="0" destOrd="0" parTransId="{811EBC18-59B1-4873-BC25-68834FAC177F}" sibTransId="{3B132F38-EB77-40B5-B1D6-69E1582B3CD3}"/>
    <dgm:cxn modelId="{002BBBF6-43E6-49DD-9D83-EFB41D642EDA}" srcId="{105DAED8-3BD3-486B-BDAD-42275EE564AA}" destId="{049803DC-D046-4DCA-AA7F-0C19E9A3A12A}" srcOrd="1" destOrd="0" parTransId="{E64221FD-8D28-4781-A811-EBBC730519B5}" sibTransId="{DA250F16-A7FA-4F06-A6E8-72444B6A9F8E}"/>
    <dgm:cxn modelId="{D659378A-7F89-4098-A211-E5CCC25FEDBB}" type="presParOf" srcId="{E97FD901-B062-4DAD-B815-D12ABF36288E}" destId="{6837E2B6-B170-4B30-9B17-7C108C824C7B}" srcOrd="0" destOrd="0" presId="urn:microsoft.com/office/officeart/2005/8/layout/process3"/>
    <dgm:cxn modelId="{A5D89299-C0C6-4901-968C-70279392BE53}" type="presParOf" srcId="{6837E2B6-B170-4B30-9B17-7C108C824C7B}" destId="{D48D0676-6486-4C0F-873B-6BC9ED6CB925}" srcOrd="0" destOrd="0" presId="urn:microsoft.com/office/officeart/2005/8/layout/process3"/>
    <dgm:cxn modelId="{E39CC001-B1F9-45E9-A3B7-1A4DDA80E129}" type="presParOf" srcId="{6837E2B6-B170-4B30-9B17-7C108C824C7B}" destId="{2BF257B5-F1EB-4A4B-A9DB-7F247A6AF856}" srcOrd="1" destOrd="0" presId="urn:microsoft.com/office/officeart/2005/8/layout/process3"/>
    <dgm:cxn modelId="{CA939548-E9CC-4F6E-8D10-5B13D9E0E17D}" type="presParOf" srcId="{6837E2B6-B170-4B30-9B17-7C108C824C7B}" destId="{0A192E96-475C-4B2F-9F6A-2F51FA2A04A5}" srcOrd="2" destOrd="0" presId="urn:microsoft.com/office/officeart/2005/8/layout/process3"/>
    <dgm:cxn modelId="{8393BF60-A106-4C6B-8C21-9524E2C6FDC3}" type="presParOf" srcId="{E97FD901-B062-4DAD-B815-D12ABF36288E}" destId="{B0C283EC-C6A8-4AC1-9306-8BC2BEB0A1D2}" srcOrd="1" destOrd="0" presId="urn:microsoft.com/office/officeart/2005/8/layout/process3"/>
    <dgm:cxn modelId="{DC72FC11-4F96-4B61-ABA7-51D4756F36F2}" type="presParOf" srcId="{B0C283EC-C6A8-4AC1-9306-8BC2BEB0A1D2}" destId="{83B46F42-D7A8-4727-BFF4-5F43F0967731}" srcOrd="0" destOrd="0" presId="urn:microsoft.com/office/officeart/2005/8/layout/process3"/>
    <dgm:cxn modelId="{8535AD20-29E3-4525-AAC6-ACB0DA62ED04}" type="presParOf" srcId="{E97FD901-B062-4DAD-B815-D12ABF36288E}" destId="{81437A44-ABEA-46A6-8134-E4D7EC51E6FE}" srcOrd="2" destOrd="0" presId="urn:microsoft.com/office/officeart/2005/8/layout/process3"/>
    <dgm:cxn modelId="{BE32EBAF-000D-4C2D-9AA7-2DD77657CC3E}" type="presParOf" srcId="{81437A44-ABEA-46A6-8134-E4D7EC51E6FE}" destId="{B8131789-3479-4B32-B143-C6A468477C9B}" srcOrd="0" destOrd="0" presId="urn:microsoft.com/office/officeart/2005/8/layout/process3"/>
    <dgm:cxn modelId="{56C3B735-8D14-401B-B09D-04D42296C24A}" type="presParOf" srcId="{81437A44-ABEA-46A6-8134-E4D7EC51E6FE}" destId="{880A16DD-D418-46E8-86B2-CEF5D484CBF8}" srcOrd="1" destOrd="0" presId="urn:microsoft.com/office/officeart/2005/8/layout/process3"/>
    <dgm:cxn modelId="{23587450-161B-4B2D-AFC8-C55D9320B6F1}" type="presParOf" srcId="{81437A44-ABEA-46A6-8134-E4D7EC51E6FE}" destId="{14E034D0-B7C2-4E61-A37C-2DCEA6004FC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30985D-5FC0-476D-899C-25F342CA1FE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AF60286-1FEF-4E4C-8B27-F1390054F7EF}">
      <dgm:prSet custT="1"/>
      <dgm:spPr/>
      <dgm:t>
        <a:bodyPr/>
        <a:lstStyle/>
        <a:p>
          <a:r>
            <a:rPr lang="zh-CN" altLang="en-US" sz="1800" b="1" i="0" baseline="0"/>
            <a:t>额定电压 </a:t>
          </a:r>
          <a:r>
            <a:rPr lang="en-US" altLang="zh-CN" sz="1800" b="1" i="0" baseline="0"/>
            <a:t>(Rated Voltage)</a:t>
          </a:r>
          <a:endParaRPr lang="zh-CN" altLang="en-US" sz="1800"/>
        </a:p>
      </dgm:t>
    </dgm:pt>
    <dgm:pt modelId="{6D2764F0-5B9C-4C38-A5FD-B8ADA7CB03CC}" type="parTrans" cxnId="{514D6ED6-C21D-41CA-AA29-770226845EBA}">
      <dgm:prSet/>
      <dgm:spPr/>
      <dgm:t>
        <a:bodyPr/>
        <a:lstStyle/>
        <a:p>
          <a:endParaRPr lang="zh-CN" altLang="en-US" sz="1600"/>
        </a:p>
      </dgm:t>
    </dgm:pt>
    <dgm:pt modelId="{96E443A8-45FF-40DB-BCE8-8699438B6137}" type="sibTrans" cxnId="{514D6ED6-C21D-41CA-AA29-770226845EBA}">
      <dgm:prSet/>
      <dgm:spPr/>
      <dgm:t>
        <a:bodyPr/>
        <a:lstStyle/>
        <a:p>
          <a:endParaRPr lang="zh-CN" altLang="en-US" sz="1600"/>
        </a:p>
      </dgm:t>
    </dgm:pt>
    <dgm:pt modelId="{52BB3EFC-B4EC-425F-AC6D-536C1995231D}">
      <dgm:prSet custT="1"/>
      <dgm:spPr/>
      <dgm:t>
        <a:bodyPr/>
        <a:lstStyle/>
        <a:p>
          <a:r>
            <a:rPr lang="zh-CN" altLang="en-US" sz="1800" b="1" i="0" baseline="0" dirty="0"/>
            <a:t>额定条件下</a:t>
          </a:r>
          <a:r>
            <a:rPr lang="zh-CN" altLang="en-US" sz="1800" b="0" i="0" baseline="0" dirty="0"/>
            <a:t> 推荐使用的电压</a:t>
          </a:r>
          <a:endParaRPr lang="zh-CN" altLang="en-US" sz="1800" dirty="0"/>
        </a:p>
      </dgm:t>
    </dgm:pt>
    <dgm:pt modelId="{F8915E21-7093-49D5-BD99-CCD35974A86E}" type="parTrans" cxnId="{1B790172-905A-4CE2-AD77-596E2CE4E6D1}">
      <dgm:prSet/>
      <dgm:spPr/>
      <dgm:t>
        <a:bodyPr/>
        <a:lstStyle/>
        <a:p>
          <a:endParaRPr lang="zh-CN" altLang="en-US" sz="1600"/>
        </a:p>
      </dgm:t>
    </dgm:pt>
    <dgm:pt modelId="{6F2ED37D-9AC0-441A-9BDC-EFC2BE74EBAE}" type="sibTrans" cxnId="{1B790172-905A-4CE2-AD77-596E2CE4E6D1}">
      <dgm:prSet/>
      <dgm:spPr/>
      <dgm:t>
        <a:bodyPr/>
        <a:lstStyle/>
        <a:p>
          <a:endParaRPr lang="zh-CN" altLang="en-US" sz="1600"/>
        </a:p>
      </dgm:t>
    </dgm:pt>
    <dgm:pt modelId="{D180FD46-8DED-4AC2-A297-0E5AAB70B734}">
      <dgm:prSet custT="1"/>
      <dgm:spPr/>
      <dgm:t>
        <a:bodyPr/>
        <a:lstStyle/>
        <a:p>
          <a:r>
            <a:rPr lang="zh-CN" altLang="en-US" sz="1800" b="0" i="0" baseline="0" dirty="0"/>
            <a:t>过低 → 电机力矩不足</a:t>
          </a:r>
          <a:endParaRPr lang="zh-CN" altLang="en-US" sz="1800" dirty="0"/>
        </a:p>
      </dgm:t>
    </dgm:pt>
    <dgm:pt modelId="{109555A7-92C1-405C-B2F9-C119F84F45AA}" type="parTrans" cxnId="{461AB31A-FF3B-4848-A9AD-688CEC2D9BC2}">
      <dgm:prSet/>
      <dgm:spPr/>
      <dgm:t>
        <a:bodyPr/>
        <a:lstStyle/>
        <a:p>
          <a:endParaRPr lang="zh-CN" altLang="en-US" sz="1600"/>
        </a:p>
      </dgm:t>
    </dgm:pt>
    <dgm:pt modelId="{48EA53D7-8D49-469C-8816-2B859DB92504}" type="sibTrans" cxnId="{461AB31A-FF3B-4848-A9AD-688CEC2D9BC2}">
      <dgm:prSet/>
      <dgm:spPr/>
      <dgm:t>
        <a:bodyPr/>
        <a:lstStyle/>
        <a:p>
          <a:endParaRPr lang="zh-CN" altLang="en-US" sz="1600"/>
        </a:p>
      </dgm:t>
    </dgm:pt>
    <dgm:pt modelId="{10D20B46-F67F-4AE9-8252-C9044658978A}">
      <dgm:prSet custT="1"/>
      <dgm:spPr/>
      <dgm:t>
        <a:bodyPr/>
        <a:lstStyle/>
        <a:p>
          <a:r>
            <a:rPr lang="zh-CN" altLang="en-US" sz="1800" b="0" i="0" baseline="0"/>
            <a:t>过高 → 电机过热或损坏</a:t>
          </a:r>
          <a:endParaRPr lang="zh-CN" altLang="en-US" sz="1800"/>
        </a:p>
      </dgm:t>
    </dgm:pt>
    <dgm:pt modelId="{7B09DC31-C8CF-4E98-A901-859393672343}" type="parTrans" cxnId="{478518C6-26AD-43BD-9D4B-26F87A84509C}">
      <dgm:prSet/>
      <dgm:spPr/>
      <dgm:t>
        <a:bodyPr/>
        <a:lstStyle/>
        <a:p>
          <a:endParaRPr lang="zh-CN" altLang="en-US" sz="1600"/>
        </a:p>
      </dgm:t>
    </dgm:pt>
    <dgm:pt modelId="{FE648E23-6D0F-4C04-A054-7601B593F4D1}" type="sibTrans" cxnId="{478518C6-26AD-43BD-9D4B-26F87A84509C}">
      <dgm:prSet/>
      <dgm:spPr/>
      <dgm:t>
        <a:bodyPr/>
        <a:lstStyle/>
        <a:p>
          <a:endParaRPr lang="zh-CN" altLang="en-US" sz="1600"/>
        </a:p>
      </dgm:t>
    </dgm:pt>
    <dgm:pt modelId="{600A4C50-05CB-47AD-8A81-9F9108C2F75C}">
      <dgm:prSet custT="1"/>
      <dgm:spPr/>
      <dgm:t>
        <a:bodyPr/>
        <a:lstStyle/>
        <a:p>
          <a:r>
            <a:rPr lang="zh-CN" altLang="en-US" sz="1800" b="1" i="0" baseline="0"/>
            <a:t>额定电流 </a:t>
          </a:r>
          <a:r>
            <a:rPr lang="en-US" altLang="zh-CN" sz="1800" b="1" i="0" baseline="0"/>
            <a:t>(Rated Current)</a:t>
          </a:r>
          <a:endParaRPr lang="zh-CN" altLang="en-US" sz="1800"/>
        </a:p>
      </dgm:t>
    </dgm:pt>
    <dgm:pt modelId="{3125CCD7-33F9-4B92-9FD4-F4FF13B8F204}" type="parTrans" cxnId="{30C0823B-055F-4980-8799-3BE2AA3B7330}">
      <dgm:prSet/>
      <dgm:spPr/>
      <dgm:t>
        <a:bodyPr/>
        <a:lstStyle/>
        <a:p>
          <a:endParaRPr lang="zh-CN" altLang="en-US" sz="1600"/>
        </a:p>
      </dgm:t>
    </dgm:pt>
    <dgm:pt modelId="{049B6393-21F6-4779-BEED-CE32463754EA}" type="sibTrans" cxnId="{30C0823B-055F-4980-8799-3BE2AA3B7330}">
      <dgm:prSet/>
      <dgm:spPr/>
      <dgm:t>
        <a:bodyPr/>
        <a:lstStyle/>
        <a:p>
          <a:endParaRPr lang="zh-CN" altLang="en-US" sz="1600"/>
        </a:p>
      </dgm:t>
    </dgm:pt>
    <dgm:pt modelId="{646A95F2-F013-4812-95DD-5346ACEF0686}">
      <dgm:prSet custT="1"/>
      <dgm:spPr/>
      <dgm:t>
        <a:bodyPr/>
        <a:lstStyle/>
        <a:p>
          <a:r>
            <a:rPr lang="zh-CN" altLang="en-US" sz="1800" b="1" i="0" baseline="0" dirty="0"/>
            <a:t>额定负载转速下</a:t>
          </a:r>
          <a:r>
            <a:rPr lang="zh-CN" altLang="en-US" sz="1800" b="0" i="0" baseline="0" dirty="0"/>
            <a:t> 的正常电流</a:t>
          </a:r>
          <a:endParaRPr lang="zh-CN" altLang="en-US" sz="1800" dirty="0"/>
        </a:p>
      </dgm:t>
    </dgm:pt>
    <dgm:pt modelId="{9821D641-6DCA-4ECC-9257-AB18322D4703}" type="parTrans" cxnId="{76E6333E-8229-41D8-B3B2-677B78D0B0A9}">
      <dgm:prSet/>
      <dgm:spPr/>
      <dgm:t>
        <a:bodyPr/>
        <a:lstStyle/>
        <a:p>
          <a:endParaRPr lang="zh-CN" altLang="en-US" sz="1600"/>
        </a:p>
      </dgm:t>
    </dgm:pt>
    <dgm:pt modelId="{EE7A248B-90CE-4D83-A678-1438ECDC2FE2}" type="sibTrans" cxnId="{76E6333E-8229-41D8-B3B2-677B78D0B0A9}">
      <dgm:prSet/>
      <dgm:spPr/>
      <dgm:t>
        <a:bodyPr/>
        <a:lstStyle/>
        <a:p>
          <a:endParaRPr lang="zh-CN" altLang="en-US" sz="1600"/>
        </a:p>
      </dgm:t>
    </dgm:pt>
    <dgm:pt modelId="{DC837AB8-F92C-47CF-819A-950F83034269}">
      <dgm:prSet custT="1"/>
      <dgm:spPr/>
      <dgm:t>
        <a:bodyPr/>
        <a:lstStyle/>
        <a:p>
          <a:r>
            <a:rPr lang="zh-CN" altLang="en-US" sz="1800" b="0" i="0" baseline="0" dirty="0"/>
            <a:t>决定电机的发热、扭矩能力</a:t>
          </a:r>
          <a:endParaRPr lang="zh-CN" altLang="en-US" sz="1800" dirty="0"/>
        </a:p>
      </dgm:t>
    </dgm:pt>
    <dgm:pt modelId="{610F210F-6692-46AA-A7CF-E57C6C0F1135}" type="parTrans" cxnId="{76D270A0-AB14-4BEC-A39A-526361F0B9A9}">
      <dgm:prSet/>
      <dgm:spPr/>
      <dgm:t>
        <a:bodyPr/>
        <a:lstStyle/>
        <a:p>
          <a:endParaRPr lang="zh-CN" altLang="en-US" sz="1600"/>
        </a:p>
      </dgm:t>
    </dgm:pt>
    <dgm:pt modelId="{50BC8CE0-0CC3-4C70-9043-486BAD4736B6}" type="sibTrans" cxnId="{76D270A0-AB14-4BEC-A39A-526361F0B9A9}">
      <dgm:prSet/>
      <dgm:spPr/>
      <dgm:t>
        <a:bodyPr/>
        <a:lstStyle/>
        <a:p>
          <a:endParaRPr lang="zh-CN" altLang="en-US" sz="1600"/>
        </a:p>
      </dgm:t>
    </dgm:pt>
    <dgm:pt modelId="{B2487044-FD47-4C83-9FBE-9776351FA857}" type="pres">
      <dgm:prSet presAssocID="{5430985D-5FC0-476D-899C-25F342CA1FE4}" presName="linear" presStyleCnt="0">
        <dgm:presLayoutVars>
          <dgm:dir/>
          <dgm:animLvl val="lvl"/>
          <dgm:resizeHandles val="exact"/>
        </dgm:presLayoutVars>
      </dgm:prSet>
      <dgm:spPr/>
    </dgm:pt>
    <dgm:pt modelId="{2ACDC9CB-BCB6-49AB-8CF5-E577891F458B}" type="pres">
      <dgm:prSet presAssocID="{5AF60286-1FEF-4E4C-8B27-F1390054F7EF}" presName="parentLin" presStyleCnt="0"/>
      <dgm:spPr/>
    </dgm:pt>
    <dgm:pt modelId="{922AE821-8914-4C74-A407-53F2E12EDAA1}" type="pres">
      <dgm:prSet presAssocID="{5AF60286-1FEF-4E4C-8B27-F1390054F7EF}" presName="parentLeftMargin" presStyleLbl="node1" presStyleIdx="0" presStyleCnt="2"/>
      <dgm:spPr/>
    </dgm:pt>
    <dgm:pt modelId="{34E0F059-A467-40F1-890E-DDF79C659B55}" type="pres">
      <dgm:prSet presAssocID="{5AF60286-1FEF-4E4C-8B27-F1390054F7E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17616C-93EF-42C8-8EBD-97401016A86F}" type="pres">
      <dgm:prSet presAssocID="{5AF60286-1FEF-4E4C-8B27-F1390054F7EF}" presName="negativeSpace" presStyleCnt="0"/>
      <dgm:spPr/>
    </dgm:pt>
    <dgm:pt modelId="{D331D2E2-8DAB-41D6-9406-C1D9CE803474}" type="pres">
      <dgm:prSet presAssocID="{5AF60286-1FEF-4E4C-8B27-F1390054F7EF}" presName="childText" presStyleLbl="conFgAcc1" presStyleIdx="0" presStyleCnt="2">
        <dgm:presLayoutVars>
          <dgm:bulletEnabled val="1"/>
        </dgm:presLayoutVars>
      </dgm:prSet>
      <dgm:spPr/>
    </dgm:pt>
    <dgm:pt modelId="{CF5A894D-F2FF-40E1-91DC-14CC88BD3E14}" type="pres">
      <dgm:prSet presAssocID="{96E443A8-45FF-40DB-BCE8-8699438B6137}" presName="spaceBetweenRectangles" presStyleCnt="0"/>
      <dgm:spPr/>
    </dgm:pt>
    <dgm:pt modelId="{486D7D3B-6797-471E-B5EF-D3BDE097A6A2}" type="pres">
      <dgm:prSet presAssocID="{600A4C50-05CB-47AD-8A81-9F9108C2F75C}" presName="parentLin" presStyleCnt="0"/>
      <dgm:spPr/>
    </dgm:pt>
    <dgm:pt modelId="{C145872D-A46E-46A3-991C-BF47DFDC2E6D}" type="pres">
      <dgm:prSet presAssocID="{600A4C50-05CB-47AD-8A81-9F9108C2F75C}" presName="parentLeftMargin" presStyleLbl="node1" presStyleIdx="0" presStyleCnt="2"/>
      <dgm:spPr/>
    </dgm:pt>
    <dgm:pt modelId="{2F099BE2-34CD-4915-9336-49A8C45FA762}" type="pres">
      <dgm:prSet presAssocID="{600A4C50-05CB-47AD-8A81-9F9108C2F75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342672F-178D-4405-B5B8-E0DF319C619D}" type="pres">
      <dgm:prSet presAssocID="{600A4C50-05CB-47AD-8A81-9F9108C2F75C}" presName="negativeSpace" presStyleCnt="0"/>
      <dgm:spPr/>
    </dgm:pt>
    <dgm:pt modelId="{3CCBF643-F13F-4AD5-87B9-BB1547C25197}" type="pres">
      <dgm:prSet presAssocID="{600A4C50-05CB-47AD-8A81-9F9108C2F75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61AB31A-FF3B-4848-A9AD-688CEC2D9BC2}" srcId="{5AF60286-1FEF-4E4C-8B27-F1390054F7EF}" destId="{D180FD46-8DED-4AC2-A297-0E5AAB70B734}" srcOrd="1" destOrd="0" parTransId="{109555A7-92C1-405C-B2F9-C119F84F45AA}" sibTransId="{48EA53D7-8D49-469C-8816-2B859DB92504}"/>
    <dgm:cxn modelId="{AE242D2C-11B0-470D-BA9C-72911D5DFA29}" type="presOf" srcId="{5AF60286-1FEF-4E4C-8B27-F1390054F7EF}" destId="{34E0F059-A467-40F1-890E-DDF79C659B55}" srcOrd="1" destOrd="0" presId="urn:microsoft.com/office/officeart/2005/8/layout/list1"/>
    <dgm:cxn modelId="{30C0823B-055F-4980-8799-3BE2AA3B7330}" srcId="{5430985D-5FC0-476D-899C-25F342CA1FE4}" destId="{600A4C50-05CB-47AD-8A81-9F9108C2F75C}" srcOrd="1" destOrd="0" parTransId="{3125CCD7-33F9-4B92-9FD4-F4FF13B8F204}" sibTransId="{049B6393-21F6-4779-BEED-CE32463754EA}"/>
    <dgm:cxn modelId="{76E6333E-8229-41D8-B3B2-677B78D0B0A9}" srcId="{600A4C50-05CB-47AD-8A81-9F9108C2F75C}" destId="{646A95F2-F013-4812-95DD-5346ACEF0686}" srcOrd="0" destOrd="0" parTransId="{9821D641-6DCA-4ECC-9257-AB18322D4703}" sibTransId="{EE7A248B-90CE-4D83-A678-1438ECDC2FE2}"/>
    <dgm:cxn modelId="{37D53E4A-A4E7-42A8-9453-64CDE8E0360A}" type="presOf" srcId="{600A4C50-05CB-47AD-8A81-9F9108C2F75C}" destId="{2F099BE2-34CD-4915-9336-49A8C45FA762}" srcOrd="1" destOrd="0" presId="urn:microsoft.com/office/officeart/2005/8/layout/list1"/>
    <dgm:cxn modelId="{83B4EA6A-8132-4105-B789-433F31B6AA81}" type="presOf" srcId="{600A4C50-05CB-47AD-8A81-9F9108C2F75C}" destId="{C145872D-A46E-46A3-991C-BF47DFDC2E6D}" srcOrd="0" destOrd="0" presId="urn:microsoft.com/office/officeart/2005/8/layout/list1"/>
    <dgm:cxn modelId="{1B790172-905A-4CE2-AD77-596E2CE4E6D1}" srcId="{5AF60286-1FEF-4E4C-8B27-F1390054F7EF}" destId="{52BB3EFC-B4EC-425F-AC6D-536C1995231D}" srcOrd="0" destOrd="0" parTransId="{F8915E21-7093-49D5-BD99-CCD35974A86E}" sibTransId="{6F2ED37D-9AC0-441A-9BDC-EFC2BE74EBAE}"/>
    <dgm:cxn modelId="{76D270A0-AB14-4BEC-A39A-526361F0B9A9}" srcId="{600A4C50-05CB-47AD-8A81-9F9108C2F75C}" destId="{DC837AB8-F92C-47CF-819A-950F83034269}" srcOrd="1" destOrd="0" parTransId="{610F210F-6692-46AA-A7CF-E57C6C0F1135}" sibTransId="{50BC8CE0-0CC3-4C70-9043-486BAD4736B6}"/>
    <dgm:cxn modelId="{EAE82DB5-8C0B-45A5-B222-CDD7F2DDF4EA}" type="presOf" srcId="{D180FD46-8DED-4AC2-A297-0E5AAB70B734}" destId="{D331D2E2-8DAB-41D6-9406-C1D9CE803474}" srcOrd="0" destOrd="1" presId="urn:microsoft.com/office/officeart/2005/8/layout/list1"/>
    <dgm:cxn modelId="{EC550CC3-AA70-4CEB-ACBD-25AA646FF4E9}" type="presOf" srcId="{5430985D-5FC0-476D-899C-25F342CA1FE4}" destId="{B2487044-FD47-4C83-9FBE-9776351FA857}" srcOrd="0" destOrd="0" presId="urn:microsoft.com/office/officeart/2005/8/layout/list1"/>
    <dgm:cxn modelId="{478518C6-26AD-43BD-9D4B-26F87A84509C}" srcId="{5AF60286-1FEF-4E4C-8B27-F1390054F7EF}" destId="{10D20B46-F67F-4AE9-8252-C9044658978A}" srcOrd="2" destOrd="0" parTransId="{7B09DC31-C8CF-4E98-A901-859393672343}" sibTransId="{FE648E23-6D0F-4C04-A054-7601B593F4D1}"/>
    <dgm:cxn modelId="{9360E9C8-C35A-4A6A-BAC1-3F8E972ACCAC}" type="presOf" srcId="{5AF60286-1FEF-4E4C-8B27-F1390054F7EF}" destId="{922AE821-8914-4C74-A407-53F2E12EDAA1}" srcOrd="0" destOrd="0" presId="urn:microsoft.com/office/officeart/2005/8/layout/list1"/>
    <dgm:cxn modelId="{5EEC30C9-A9F3-4725-BAC2-FE87632B8C61}" type="presOf" srcId="{10D20B46-F67F-4AE9-8252-C9044658978A}" destId="{D331D2E2-8DAB-41D6-9406-C1D9CE803474}" srcOrd="0" destOrd="2" presId="urn:microsoft.com/office/officeart/2005/8/layout/list1"/>
    <dgm:cxn modelId="{514D6ED6-C21D-41CA-AA29-770226845EBA}" srcId="{5430985D-5FC0-476D-899C-25F342CA1FE4}" destId="{5AF60286-1FEF-4E4C-8B27-F1390054F7EF}" srcOrd="0" destOrd="0" parTransId="{6D2764F0-5B9C-4C38-A5FD-B8ADA7CB03CC}" sibTransId="{96E443A8-45FF-40DB-BCE8-8699438B6137}"/>
    <dgm:cxn modelId="{208059E4-0C19-4B70-82A0-32155BDB26C6}" type="presOf" srcId="{DC837AB8-F92C-47CF-819A-950F83034269}" destId="{3CCBF643-F13F-4AD5-87B9-BB1547C25197}" srcOrd="0" destOrd="1" presId="urn:microsoft.com/office/officeart/2005/8/layout/list1"/>
    <dgm:cxn modelId="{8A6822EF-5910-4510-8CE1-6BB8E41F427A}" type="presOf" srcId="{52BB3EFC-B4EC-425F-AC6D-536C1995231D}" destId="{D331D2E2-8DAB-41D6-9406-C1D9CE803474}" srcOrd="0" destOrd="0" presId="urn:microsoft.com/office/officeart/2005/8/layout/list1"/>
    <dgm:cxn modelId="{63CEC1F5-D23A-45BE-A2C4-38DEDA225E34}" type="presOf" srcId="{646A95F2-F013-4812-95DD-5346ACEF0686}" destId="{3CCBF643-F13F-4AD5-87B9-BB1547C25197}" srcOrd="0" destOrd="0" presId="urn:microsoft.com/office/officeart/2005/8/layout/list1"/>
    <dgm:cxn modelId="{766F4096-2B88-4D88-BC73-8EA1154B8235}" type="presParOf" srcId="{B2487044-FD47-4C83-9FBE-9776351FA857}" destId="{2ACDC9CB-BCB6-49AB-8CF5-E577891F458B}" srcOrd="0" destOrd="0" presId="urn:microsoft.com/office/officeart/2005/8/layout/list1"/>
    <dgm:cxn modelId="{CE08F003-114F-4708-9F15-BF11A3E5CCF0}" type="presParOf" srcId="{2ACDC9CB-BCB6-49AB-8CF5-E577891F458B}" destId="{922AE821-8914-4C74-A407-53F2E12EDAA1}" srcOrd="0" destOrd="0" presId="urn:microsoft.com/office/officeart/2005/8/layout/list1"/>
    <dgm:cxn modelId="{51F90F02-0AF7-46A7-9195-DA44DC4C460D}" type="presParOf" srcId="{2ACDC9CB-BCB6-49AB-8CF5-E577891F458B}" destId="{34E0F059-A467-40F1-890E-DDF79C659B55}" srcOrd="1" destOrd="0" presId="urn:microsoft.com/office/officeart/2005/8/layout/list1"/>
    <dgm:cxn modelId="{E3BF8179-CAB0-46C8-B925-82FC0B5F896C}" type="presParOf" srcId="{B2487044-FD47-4C83-9FBE-9776351FA857}" destId="{3D17616C-93EF-42C8-8EBD-97401016A86F}" srcOrd="1" destOrd="0" presId="urn:microsoft.com/office/officeart/2005/8/layout/list1"/>
    <dgm:cxn modelId="{6A13B58B-2CF5-46AE-9E9C-370380251F2F}" type="presParOf" srcId="{B2487044-FD47-4C83-9FBE-9776351FA857}" destId="{D331D2E2-8DAB-41D6-9406-C1D9CE803474}" srcOrd="2" destOrd="0" presId="urn:microsoft.com/office/officeart/2005/8/layout/list1"/>
    <dgm:cxn modelId="{25A14E5C-0BB1-4FAB-A773-72AEF7206D20}" type="presParOf" srcId="{B2487044-FD47-4C83-9FBE-9776351FA857}" destId="{CF5A894D-F2FF-40E1-91DC-14CC88BD3E14}" srcOrd="3" destOrd="0" presId="urn:microsoft.com/office/officeart/2005/8/layout/list1"/>
    <dgm:cxn modelId="{A806B839-96AC-4589-B195-6EE7330EA877}" type="presParOf" srcId="{B2487044-FD47-4C83-9FBE-9776351FA857}" destId="{486D7D3B-6797-471E-B5EF-D3BDE097A6A2}" srcOrd="4" destOrd="0" presId="urn:microsoft.com/office/officeart/2005/8/layout/list1"/>
    <dgm:cxn modelId="{8B467026-D00D-4200-8612-91041909147C}" type="presParOf" srcId="{486D7D3B-6797-471E-B5EF-D3BDE097A6A2}" destId="{C145872D-A46E-46A3-991C-BF47DFDC2E6D}" srcOrd="0" destOrd="0" presId="urn:microsoft.com/office/officeart/2005/8/layout/list1"/>
    <dgm:cxn modelId="{F371FEB1-6F08-4106-9DDC-EC606F5F10D8}" type="presParOf" srcId="{486D7D3B-6797-471E-B5EF-D3BDE097A6A2}" destId="{2F099BE2-34CD-4915-9336-49A8C45FA762}" srcOrd="1" destOrd="0" presId="urn:microsoft.com/office/officeart/2005/8/layout/list1"/>
    <dgm:cxn modelId="{B9EBF386-682B-4822-A20D-6D7C3A4E1A7F}" type="presParOf" srcId="{B2487044-FD47-4C83-9FBE-9776351FA857}" destId="{8342672F-178D-4405-B5B8-E0DF319C619D}" srcOrd="5" destOrd="0" presId="urn:microsoft.com/office/officeart/2005/8/layout/list1"/>
    <dgm:cxn modelId="{C5DE2AD6-3E56-42B2-B6A4-13C03A231A03}" type="presParOf" srcId="{B2487044-FD47-4C83-9FBE-9776351FA857}" destId="{3CCBF643-F13F-4AD5-87B9-BB1547C2519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4C4639-5BBD-4E14-9BAD-13B4908A683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DE720C56-7DD8-420E-A930-5189D44859EF}">
      <dgm:prSet/>
      <dgm:spPr/>
      <dgm:t>
        <a:bodyPr/>
        <a:lstStyle/>
        <a:p>
          <a:r>
            <a:rPr lang="zh-CN"/>
            <a:t>应用需求 </a:t>
          </a:r>
        </a:p>
      </dgm:t>
    </dgm:pt>
    <dgm:pt modelId="{C0D10A7F-CA51-44AD-B8B2-AD695B8E23C4}" type="parTrans" cxnId="{7EB75533-8D8A-49E6-89B5-5B42B5C00C6B}">
      <dgm:prSet/>
      <dgm:spPr/>
      <dgm:t>
        <a:bodyPr/>
        <a:lstStyle/>
        <a:p>
          <a:endParaRPr lang="zh-CN" altLang="en-US"/>
        </a:p>
      </dgm:t>
    </dgm:pt>
    <dgm:pt modelId="{4788C4A9-9FD9-4A9F-B125-5D7A973269C2}" type="sibTrans" cxnId="{7EB75533-8D8A-49E6-89B5-5B42B5C00C6B}">
      <dgm:prSet/>
      <dgm:spPr/>
      <dgm:t>
        <a:bodyPr/>
        <a:lstStyle/>
        <a:p>
          <a:endParaRPr lang="zh-CN" altLang="en-US"/>
        </a:p>
      </dgm:t>
    </dgm:pt>
    <dgm:pt modelId="{F2E67B8E-B82C-41B7-AE1B-5F583A308565}">
      <dgm:prSet/>
      <dgm:spPr/>
      <dgm:t>
        <a:bodyPr/>
        <a:lstStyle/>
        <a:p>
          <a:r>
            <a:rPr lang="zh-CN"/>
            <a:t>关键参数</a:t>
          </a:r>
        </a:p>
      </dgm:t>
    </dgm:pt>
    <dgm:pt modelId="{C60D9A29-DFDC-4F14-AB2D-5E22153FF852}" type="parTrans" cxnId="{116F6952-EC50-4EFE-8A30-13768A2E7967}">
      <dgm:prSet/>
      <dgm:spPr/>
      <dgm:t>
        <a:bodyPr/>
        <a:lstStyle/>
        <a:p>
          <a:endParaRPr lang="zh-CN" altLang="en-US"/>
        </a:p>
      </dgm:t>
    </dgm:pt>
    <dgm:pt modelId="{CFD23C8A-39CF-4839-9343-77776FA8DD26}" type="sibTrans" cxnId="{116F6952-EC50-4EFE-8A30-13768A2E7967}">
      <dgm:prSet/>
      <dgm:spPr/>
      <dgm:t>
        <a:bodyPr/>
        <a:lstStyle/>
        <a:p>
          <a:endParaRPr lang="zh-CN" altLang="en-US"/>
        </a:p>
      </dgm:t>
    </dgm:pt>
    <dgm:pt modelId="{EF74CD65-3534-43BA-B20D-B679AE149F14}">
      <dgm:prSet/>
      <dgm:spPr/>
      <dgm:t>
        <a:bodyPr/>
        <a:lstStyle/>
        <a:p>
          <a:r>
            <a:rPr lang="zh-CN"/>
            <a:t>计算或查表</a:t>
          </a:r>
        </a:p>
      </dgm:t>
    </dgm:pt>
    <dgm:pt modelId="{6AF1F623-3368-4CCB-86E6-595789D99FE2}" type="parTrans" cxnId="{E2CFEF09-EF99-4CFF-BA98-B14160E710D3}">
      <dgm:prSet/>
      <dgm:spPr/>
      <dgm:t>
        <a:bodyPr/>
        <a:lstStyle/>
        <a:p>
          <a:endParaRPr lang="zh-CN" altLang="en-US"/>
        </a:p>
      </dgm:t>
    </dgm:pt>
    <dgm:pt modelId="{35208BBD-DDD0-4D90-B18E-6DFF76357D7A}" type="sibTrans" cxnId="{E2CFEF09-EF99-4CFF-BA98-B14160E710D3}">
      <dgm:prSet/>
      <dgm:spPr/>
      <dgm:t>
        <a:bodyPr/>
        <a:lstStyle/>
        <a:p>
          <a:endParaRPr lang="zh-CN" altLang="en-US"/>
        </a:p>
      </dgm:t>
    </dgm:pt>
    <dgm:pt modelId="{85DBDC13-D25C-4EC3-A1B0-C5C438B536E6}">
      <dgm:prSet/>
      <dgm:spPr/>
      <dgm:t>
        <a:bodyPr/>
        <a:lstStyle/>
        <a:p>
          <a:r>
            <a:rPr lang="zh-CN"/>
            <a:t>电机型号</a:t>
          </a:r>
        </a:p>
      </dgm:t>
    </dgm:pt>
    <dgm:pt modelId="{97B3E73B-86F5-44DE-9CBF-6D9AF5BED057}" type="parTrans" cxnId="{F82046E5-0948-494A-B4B4-B8127F9A1894}">
      <dgm:prSet/>
      <dgm:spPr/>
      <dgm:t>
        <a:bodyPr/>
        <a:lstStyle/>
        <a:p>
          <a:endParaRPr lang="zh-CN" altLang="en-US"/>
        </a:p>
      </dgm:t>
    </dgm:pt>
    <dgm:pt modelId="{F1107329-F771-4425-967E-3F996A9DD479}" type="sibTrans" cxnId="{F82046E5-0948-494A-B4B4-B8127F9A1894}">
      <dgm:prSet/>
      <dgm:spPr/>
      <dgm:t>
        <a:bodyPr/>
        <a:lstStyle/>
        <a:p>
          <a:endParaRPr lang="zh-CN" altLang="en-US"/>
        </a:p>
      </dgm:t>
    </dgm:pt>
    <dgm:pt modelId="{1A5770FF-B5BE-4CD7-A9D4-A1395072C7C0}">
      <dgm:prSet/>
      <dgm:spPr/>
      <dgm:t>
        <a:bodyPr/>
        <a:lstStyle/>
        <a:p>
          <a:r>
            <a:rPr lang="zh-CN"/>
            <a:t>验证</a:t>
          </a:r>
        </a:p>
      </dgm:t>
    </dgm:pt>
    <dgm:pt modelId="{6B19AA53-F01D-4882-977A-88C8BD9A70D3}" type="parTrans" cxnId="{EC38AAC3-7371-458E-BDB7-1A5AF376093C}">
      <dgm:prSet/>
      <dgm:spPr/>
      <dgm:t>
        <a:bodyPr/>
        <a:lstStyle/>
        <a:p>
          <a:endParaRPr lang="zh-CN" altLang="en-US"/>
        </a:p>
      </dgm:t>
    </dgm:pt>
    <dgm:pt modelId="{D3B1FD56-5C41-4000-9BC9-374841F1EF47}" type="sibTrans" cxnId="{EC38AAC3-7371-458E-BDB7-1A5AF376093C}">
      <dgm:prSet/>
      <dgm:spPr/>
      <dgm:t>
        <a:bodyPr/>
        <a:lstStyle/>
        <a:p>
          <a:endParaRPr lang="zh-CN" altLang="en-US"/>
        </a:p>
      </dgm:t>
    </dgm:pt>
    <dgm:pt modelId="{A1C60724-F87F-400E-B6D6-B2D7AAB5BB9B}" type="pres">
      <dgm:prSet presAssocID="{E04C4639-5BBD-4E14-9BAD-13B4908A683C}" presName="Name0" presStyleCnt="0">
        <dgm:presLayoutVars>
          <dgm:dir/>
          <dgm:resizeHandles val="exact"/>
        </dgm:presLayoutVars>
      </dgm:prSet>
      <dgm:spPr/>
    </dgm:pt>
    <dgm:pt modelId="{C8108E9E-59E6-45C5-AD5D-8C25289398BB}" type="pres">
      <dgm:prSet presAssocID="{E04C4639-5BBD-4E14-9BAD-13B4908A683C}" presName="arrow" presStyleLbl="bgShp" presStyleIdx="0" presStyleCnt="1"/>
      <dgm:spPr/>
    </dgm:pt>
    <dgm:pt modelId="{C72C44AE-A09A-4727-9DAC-EDD36C638C18}" type="pres">
      <dgm:prSet presAssocID="{E04C4639-5BBD-4E14-9BAD-13B4908A683C}" presName="points" presStyleCnt="0"/>
      <dgm:spPr/>
    </dgm:pt>
    <dgm:pt modelId="{9F177DA1-6A66-471A-997F-8A3B20B526FA}" type="pres">
      <dgm:prSet presAssocID="{DE720C56-7DD8-420E-A930-5189D44859EF}" presName="compositeA" presStyleCnt="0"/>
      <dgm:spPr/>
    </dgm:pt>
    <dgm:pt modelId="{DE8EDEE5-CA26-430B-8A40-C589D31A95D8}" type="pres">
      <dgm:prSet presAssocID="{DE720C56-7DD8-420E-A930-5189D44859EF}" presName="textA" presStyleLbl="revTx" presStyleIdx="0" presStyleCnt="5">
        <dgm:presLayoutVars>
          <dgm:bulletEnabled val="1"/>
        </dgm:presLayoutVars>
      </dgm:prSet>
      <dgm:spPr/>
    </dgm:pt>
    <dgm:pt modelId="{BE75547C-C34F-40F2-9771-77AA65352217}" type="pres">
      <dgm:prSet presAssocID="{DE720C56-7DD8-420E-A930-5189D44859EF}" presName="circleA" presStyleLbl="node1" presStyleIdx="0" presStyleCnt="5"/>
      <dgm:spPr/>
    </dgm:pt>
    <dgm:pt modelId="{FF67CD48-194E-4859-A321-11396603B529}" type="pres">
      <dgm:prSet presAssocID="{DE720C56-7DD8-420E-A930-5189D44859EF}" presName="spaceA" presStyleCnt="0"/>
      <dgm:spPr/>
    </dgm:pt>
    <dgm:pt modelId="{986C5BE5-FB5C-47D1-AE9A-25AB41F518C1}" type="pres">
      <dgm:prSet presAssocID="{4788C4A9-9FD9-4A9F-B125-5D7A973269C2}" presName="space" presStyleCnt="0"/>
      <dgm:spPr/>
    </dgm:pt>
    <dgm:pt modelId="{12AAF337-F2EC-4534-9936-0BADCA4BBD26}" type="pres">
      <dgm:prSet presAssocID="{F2E67B8E-B82C-41B7-AE1B-5F583A308565}" presName="compositeB" presStyleCnt="0"/>
      <dgm:spPr/>
    </dgm:pt>
    <dgm:pt modelId="{15233631-D219-4BC0-BD40-2F27D2767987}" type="pres">
      <dgm:prSet presAssocID="{F2E67B8E-B82C-41B7-AE1B-5F583A308565}" presName="textB" presStyleLbl="revTx" presStyleIdx="1" presStyleCnt="5">
        <dgm:presLayoutVars>
          <dgm:bulletEnabled val="1"/>
        </dgm:presLayoutVars>
      </dgm:prSet>
      <dgm:spPr/>
    </dgm:pt>
    <dgm:pt modelId="{2084BA73-7EDD-4362-A78E-B0996E77A0D1}" type="pres">
      <dgm:prSet presAssocID="{F2E67B8E-B82C-41B7-AE1B-5F583A308565}" presName="circleB" presStyleLbl="node1" presStyleIdx="1" presStyleCnt="5"/>
      <dgm:spPr/>
    </dgm:pt>
    <dgm:pt modelId="{AF590197-E4AA-42CC-84B3-8A8E18F0754B}" type="pres">
      <dgm:prSet presAssocID="{F2E67B8E-B82C-41B7-AE1B-5F583A308565}" presName="spaceB" presStyleCnt="0"/>
      <dgm:spPr/>
    </dgm:pt>
    <dgm:pt modelId="{71453E17-117E-48E0-BD88-1523ABE3B081}" type="pres">
      <dgm:prSet presAssocID="{CFD23C8A-39CF-4839-9343-77776FA8DD26}" presName="space" presStyleCnt="0"/>
      <dgm:spPr/>
    </dgm:pt>
    <dgm:pt modelId="{7D98160B-8B15-43DB-8178-EE3DF05C2A0A}" type="pres">
      <dgm:prSet presAssocID="{EF74CD65-3534-43BA-B20D-B679AE149F14}" presName="compositeA" presStyleCnt="0"/>
      <dgm:spPr/>
    </dgm:pt>
    <dgm:pt modelId="{97F49AFC-1B50-4EA5-A9CE-B43312355FF2}" type="pres">
      <dgm:prSet presAssocID="{EF74CD65-3534-43BA-B20D-B679AE149F14}" presName="textA" presStyleLbl="revTx" presStyleIdx="2" presStyleCnt="5">
        <dgm:presLayoutVars>
          <dgm:bulletEnabled val="1"/>
        </dgm:presLayoutVars>
      </dgm:prSet>
      <dgm:spPr/>
    </dgm:pt>
    <dgm:pt modelId="{221DE507-4863-4754-BCDF-F9D711CC29B5}" type="pres">
      <dgm:prSet presAssocID="{EF74CD65-3534-43BA-B20D-B679AE149F14}" presName="circleA" presStyleLbl="node1" presStyleIdx="2" presStyleCnt="5"/>
      <dgm:spPr/>
    </dgm:pt>
    <dgm:pt modelId="{E9FCEF2A-0B72-4238-A52C-C2E8C5F8E3A8}" type="pres">
      <dgm:prSet presAssocID="{EF74CD65-3534-43BA-B20D-B679AE149F14}" presName="spaceA" presStyleCnt="0"/>
      <dgm:spPr/>
    </dgm:pt>
    <dgm:pt modelId="{96C482E3-CFA1-4C86-9528-5772984FEBC6}" type="pres">
      <dgm:prSet presAssocID="{35208BBD-DDD0-4D90-B18E-6DFF76357D7A}" presName="space" presStyleCnt="0"/>
      <dgm:spPr/>
    </dgm:pt>
    <dgm:pt modelId="{BDA9799D-6720-4DA1-832F-E0491ECC4FF5}" type="pres">
      <dgm:prSet presAssocID="{85DBDC13-D25C-4EC3-A1B0-C5C438B536E6}" presName="compositeB" presStyleCnt="0"/>
      <dgm:spPr/>
    </dgm:pt>
    <dgm:pt modelId="{FCB415DD-B5F5-40BF-A648-704A128AA79C}" type="pres">
      <dgm:prSet presAssocID="{85DBDC13-D25C-4EC3-A1B0-C5C438B536E6}" presName="textB" presStyleLbl="revTx" presStyleIdx="3" presStyleCnt="5">
        <dgm:presLayoutVars>
          <dgm:bulletEnabled val="1"/>
        </dgm:presLayoutVars>
      </dgm:prSet>
      <dgm:spPr/>
    </dgm:pt>
    <dgm:pt modelId="{3EE03953-C885-4FAE-A26C-1450E9A8A934}" type="pres">
      <dgm:prSet presAssocID="{85DBDC13-D25C-4EC3-A1B0-C5C438B536E6}" presName="circleB" presStyleLbl="node1" presStyleIdx="3" presStyleCnt="5"/>
      <dgm:spPr/>
    </dgm:pt>
    <dgm:pt modelId="{AC4FFD44-7E59-477B-925F-9F56CC87B6E1}" type="pres">
      <dgm:prSet presAssocID="{85DBDC13-D25C-4EC3-A1B0-C5C438B536E6}" presName="spaceB" presStyleCnt="0"/>
      <dgm:spPr/>
    </dgm:pt>
    <dgm:pt modelId="{0518C4A7-D689-4ABF-9B10-3A50F7E44343}" type="pres">
      <dgm:prSet presAssocID="{F1107329-F771-4425-967E-3F996A9DD479}" presName="space" presStyleCnt="0"/>
      <dgm:spPr/>
    </dgm:pt>
    <dgm:pt modelId="{21FF3CDA-63AB-456E-B6FF-CA841BF69818}" type="pres">
      <dgm:prSet presAssocID="{1A5770FF-B5BE-4CD7-A9D4-A1395072C7C0}" presName="compositeA" presStyleCnt="0"/>
      <dgm:spPr/>
    </dgm:pt>
    <dgm:pt modelId="{F378FF4D-4563-4907-9B22-9596EC6B32B5}" type="pres">
      <dgm:prSet presAssocID="{1A5770FF-B5BE-4CD7-A9D4-A1395072C7C0}" presName="textA" presStyleLbl="revTx" presStyleIdx="4" presStyleCnt="5">
        <dgm:presLayoutVars>
          <dgm:bulletEnabled val="1"/>
        </dgm:presLayoutVars>
      </dgm:prSet>
      <dgm:spPr/>
    </dgm:pt>
    <dgm:pt modelId="{B58A40A6-7D81-4A02-A48F-B7788A53B168}" type="pres">
      <dgm:prSet presAssocID="{1A5770FF-B5BE-4CD7-A9D4-A1395072C7C0}" presName="circleA" presStyleLbl="node1" presStyleIdx="4" presStyleCnt="5"/>
      <dgm:spPr/>
    </dgm:pt>
    <dgm:pt modelId="{E56F9A83-BCDD-4DED-BEA8-C43B793777E1}" type="pres">
      <dgm:prSet presAssocID="{1A5770FF-B5BE-4CD7-A9D4-A1395072C7C0}" presName="spaceA" presStyleCnt="0"/>
      <dgm:spPr/>
    </dgm:pt>
  </dgm:ptLst>
  <dgm:cxnLst>
    <dgm:cxn modelId="{E2CFEF09-EF99-4CFF-BA98-B14160E710D3}" srcId="{E04C4639-5BBD-4E14-9BAD-13B4908A683C}" destId="{EF74CD65-3534-43BA-B20D-B679AE149F14}" srcOrd="2" destOrd="0" parTransId="{6AF1F623-3368-4CCB-86E6-595789D99FE2}" sibTransId="{35208BBD-DDD0-4D90-B18E-6DFF76357D7A}"/>
    <dgm:cxn modelId="{AF6D692D-60D8-4196-BCFD-0076CA7F3F27}" type="presOf" srcId="{1A5770FF-B5BE-4CD7-A9D4-A1395072C7C0}" destId="{F378FF4D-4563-4907-9B22-9596EC6B32B5}" srcOrd="0" destOrd="0" presId="urn:microsoft.com/office/officeart/2005/8/layout/hProcess11"/>
    <dgm:cxn modelId="{D565DB30-A0A0-4B63-9870-4881579F1ECA}" type="presOf" srcId="{E04C4639-5BBD-4E14-9BAD-13B4908A683C}" destId="{A1C60724-F87F-400E-B6D6-B2D7AAB5BB9B}" srcOrd="0" destOrd="0" presId="urn:microsoft.com/office/officeart/2005/8/layout/hProcess11"/>
    <dgm:cxn modelId="{7EB75533-8D8A-49E6-89B5-5B42B5C00C6B}" srcId="{E04C4639-5BBD-4E14-9BAD-13B4908A683C}" destId="{DE720C56-7DD8-420E-A930-5189D44859EF}" srcOrd="0" destOrd="0" parTransId="{C0D10A7F-CA51-44AD-B8B2-AD695B8E23C4}" sibTransId="{4788C4A9-9FD9-4A9F-B125-5D7A973269C2}"/>
    <dgm:cxn modelId="{116F6952-EC50-4EFE-8A30-13768A2E7967}" srcId="{E04C4639-5BBD-4E14-9BAD-13B4908A683C}" destId="{F2E67B8E-B82C-41B7-AE1B-5F583A308565}" srcOrd="1" destOrd="0" parTransId="{C60D9A29-DFDC-4F14-AB2D-5E22153FF852}" sibTransId="{CFD23C8A-39CF-4839-9343-77776FA8DD26}"/>
    <dgm:cxn modelId="{CDC46758-0A11-4810-B5E7-547DDBF09E30}" type="presOf" srcId="{EF74CD65-3534-43BA-B20D-B679AE149F14}" destId="{97F49AFC-1B50-4EA5-A9CE-B43312355FF2}" srcOrd="0" destOrd="0" presId="urn:microsoft.com/office/officeart/2005/8/layout/hProcess11"/>
    <dgm:cxn modelId="{53BB417F-2CBF-4907-AAEF-8F29B3454F74}" type="presOf" srcId="{DE720C56-7DD8-420E-A930-5189D44859EF}" destId="{DE8EDEE5-CA26-430B-8A40-C589D31A95D8}" srcOrd="0" destOrd="0" presId="urn:microsoft.com/office/officeart/2005/8/layout/hProcess11"/>
    <dgm:cxn modelId="{EC38AAC3-7371-458E-BDB7-1A5AF376093C}" srcId="{E04C4639-5BBD-4E14-9BAD-13B4908A683C}" destId="{1A5770FF-B5BE-4CD7-A9D4-A1395072C7C0}" srcOrd="4" destOrd="0" parTransId="{6B19AA53-F01D-4882-977A-88C8BD9A70D3}" sibTransId="{D3B1FD56-5C41-4000-9BC9-374841F1EF47}"/>
    <dgm:cxn modelId="{F82046E5-0948-494A-B4B4-B8127F9A1894}" srcId="{E04C4639-5BBD-4E14-9BAD-13B4908A683C}" destId="{85DBDC13-D25C-4EC3-A1B0-C5C438B536E6}" srcOrd="3" destOrd="0" parTransId="{97B3E73B-86F5-44DE-9CBF-6D9AF5BED057}" sibTransId="{F1107329-F771-4425-967E-3F996A9DD479}"/>
    <dgm:cxn modelId="{08CC4BE8-1759-404F-816A-F2347E7066AE}" type="presOf" srcId="{F2E67B8E-B82C-41B7-AE1B-5F583A308565}" destId="{15233631-D219-4BC0-BD40-2F27D2767987}" srcOrd="0" destOrd="0" presId="urn:microsoft.com/office/officeart/2005/8/layout/hProcess11"/>
    <dgm:cxn modelId="{AD848AEB-55CD-458A-AB1C-E0AF1A1E2EBE}" type="presOf" srcId="{85DBDC13-D25C-4EC3-A1B0-C5C438B536E6}" destId="{FCB415DD-B5F5-40BF-A648-704A128AA79C}" srcOrd="0" destOrd="0" presId="urn:microsoft.com/office/officeart/2005/8/layout/hProcess11"/>
    <dgm:cxn modelId="{CADD68E8-8BD6-4481-B42B-18BD8076D25C}" type="presParOf" srcId="{A1C60724-F87F-400E-B6D6-B2D7AAB5BB9B}" destId="{C8108E9E-59E6-45C5-AD5D-8C25289398BB}" srcOrd="0" destOrd="0" presId="urn:microsoft.com/office/officeart/2005/8/layout/hProcess11"/>
    <dgm:cxn modelId="{32A83F39-0831-4340-A43D-F2F191F82B39}" type="presParOf" srcId="{A1C60724-F87F-400E-B6D6-B2D7AAB5BB9B}" destId="{C72C44AE-A09A-4727-9DAC-EDD36C638C18}" srcOrd="1" destOrd="0" presId="urn:microsoft.com/office/officeart/2005/8/layout/hProcess11"/>
    <dgm:cxn modelId="{C021D059-9938-4902-8C50-F7CF44332498}" type="presParOf" srcId="{C72C44AE-A09A-4727-9DAC-EDD36C638C18}" destId="{9F177DA1-6A66-471A-997F-8A3B20B526FA}" srcOrd="0" destOrd="0" presId="urn:microsoft.com/office/officeart/2005/8/layout/hProcess11"/>
    <dgm:cxn modelId="{FDE0EA94-3494-4A4A-892B-624FD0091A66}" type="presParOf" srcId="{9F177DA1-6A66-471A-997F-8A3B20B526FA}" destId="{DE8EDEE5-CA26-430B-8A40-C589D31A95D8}" srcOrd="0" destOrd="0" presId="urn:microsoft.com/office/officeart/2005/8/layout/hProcess11"/>
    <dgm:cxn modelId="{83682E07-A1EE-4A11-9B57-DC8D845BE741}" type="presParOf" srcId="{9F177DA1-6A66-471A-997F-8A3B20B526FA}" destId="{BE75547C-C34F-40F2-9771-77AA65352217}" srcOrd="1" destOrd="0" presId="urn:microsoft.com/office/officeart/2005/8/layout/hProcess11"/>
    <dgm:cxn modelId="{6F690FBC-701E-480E-A91B-61CC4EA184B5}" type="presParOf" srcId="{9F177DA1-6A66-471A-997F-8A3B20B526FA}" destId="{FF67CD48-194E-4859-A321-11396603B529}" srcOrd="2" destOrd="0" presId="urn:microsoft.com/office/officeart/2005/8/layout/hProcess11"/>
    <dgm:cxn modelId="{2CC160FA-30F0-4C54-894C-0C14D967FDD4}" type="presParOf" srcId="{C72C44AE-A09A-4727-9DAC-EDD36C638C18}" destId="{986C5BE5-FB5C-47D1-AE9A-25AB41F518C1}" srcOrd="1" destOrd="0" presId="urn:microsoft.com/office/officeart/2005/8/layout/hProcess11"/>
    <dgm:cxn modelId="{3A7975AD-BEF8-47F7-96C5-728A759673F8}" type="presParOf" srcId="{C72C44AE-A09A-4727-9DAC-EDD36C638C18}" destId="{12AAF337-F2EC-4534-9936-0BADCA4BBD26}" srcOrd="2" destOrd="0" presId="urn:microsoft.com/office/officeart/2005/8/layout/hProcess11"/>
    <dgm:cxn modelId="{D4DFF3ED-2EEA-4DCF-AFBD-D305DB3F95D0}" type="presParOf" srcId="{12AAF337-F2EC-4534-9936-0BADCA4BBD26}" destId="{15233631-D219-4BC0-BD40-2F27D2767987}" srcOrd="0" destOrd="0" presId="urn:microsoft.com/office/officeart/2005/8/layout/hProcess11"/>
    <dgm:cxn modelId="{E469E5A4-E986-4A77-8253-C9D25659D4A3}" type="presParOf" srcId="{12AAF337-F2EC-4534-9936-0BADCA4BBD26}" destId="{2084BA73-7EDD-4362-A78E-B0996E77A0D1}" srcOrd="1" destOrd="0" presId="urn:microsoft.com/office/officeart/2005/8/layout/hProcess11"/>
    <dgm:cxn modelId="{59A94480-C36C-4F82-A39A-13B8540E1FDA}" type="presParOf" srcId="{12AAF337-F2EC-4534-9936-0BADCA4BBD26}" destId="{AF590197-E4AA-42CC-84B3-8A8E18F0754B}" srcOrd="2" destOrd="0" presId="urn:microsoft.com/office/officeart/2005/8/layout/hProcess11"/>
    <dgm:cxn modelId="{CC247C51-38C7-4173-AFC7-09B83E6F7EF5}" type="presParOf" srcId="{C72C44AE-A09A-4727-9DAC-EDD36C638C18}" destId="{71453E17-117E-48E0-BD88-1523ABE3B081}" srcOrd="3" destOrd="0" presId="urn:microsoft.com/office/officeart/2005/8/layout/hProcess11"/>
    <dgm:cxn modelId="{45686AC0-D7B7-4056-9EF2-03169E131EB9}" type="presParOf" srcId="{C72C44AE-A09A-4727-9DAC-EDD36C638C18}" destId="{7D98160B-8B15-43DB-8178-EE3DF05C2A0A}" srcOrd="4" destOrd="0" presId="urn:microsoft.com/office/officeart/2005/8/layout/hProcess11"/>
    <dgm:cxn modelId="{A5D7A20C-B41F-49FE-8158-2867F761C1D9}" type="presParOf" srcId="{7D98160B-8B15-43DB-8178-EE3DF05C2A0A}" destId="{97F49AFC-1B50-4EA5-A9CE-B43312355FF2}" srcOrd="0" destOrd="0" presId="urn:microsoft.com/office/officeart/2005/8/layout/hProcess11"/>
    <dgm:cxn modelId="{3EF5D0BE-D073-4F06-9AB6-B488DA531F99}" type="presParOf" srcId="{7D98160B-8B15-43DB-8178-EE3DF05C2A0A}" destId="{221DE507-4863-4754-BCDF-F9D711CC29B5}" srcOrd="1" destOrd="0" presId="urn:microsoft.com/office/officeart/2005/8/layout/hProcess11"/>
    <dgm:cxn modelId="{C3A37D1A-6469-46DC-B069-181507ACBD09}" type="presParOf" srcId="{7D98160B-8B15-43DB-8178-EE3DF05C2A0A}" destId="{E9FCEF2A-0B72-4238-A52C-C2E8C5F8E3A8}" srcOrd="2" destOrd="0" presId="urn:microsoft.com/office/officeart/2005/8/layout/hProcess11"/>
    <dgm:cxn modelId="{67ECA656-286A-491C-8A77-5B79EA89626B}" type="presParOf" srcId="{C72C44AE-A09A-4727-9DAC-EDD36C638C18}" destId="{96C482E3-CFA1-4C86-9528-5772984FEBC6}" srcOrd="5" destOrd="0" presId="urn:microsoft.com/office/officeart/2005/8/layout/hProcess11"/>
    <dgm:cxn modelId="{01BB3244-4B6A-4DE1-B8B9-CC185E7551E1}" type="presParOf" srcId="{C72C44AE-A09A-4727-9DAC-EDD36C638C18}" destId="{BDA9799D-6720-4DA1-832F-E0491ECC4FF5}" srcOrd="6" destOrd="0" presId="urn:microsoft.com/office/officeart/2005/8/layout/hProcess11"/>
    <dgm:cxn modelId="{2EEC3407-D92C-462F-8A6C-D7E354E6A24F}" type="presParOf" srcId="{BDA9799D-6720-4DA1-832F-E0491ECC4FF5}" destId="{FCB415DD-B5F5-40BF-A648-704A128AA79C}" srcOrd="0" destOrd="0" presId="urn:microsoft.com/office/officeart/2005/8/layout/hProcess11"/>
    <dgm:cxn modelId="{E3FA3168-27A7-45C1-9BAE-1CBE5864438F}" type="presParOf" srcId="{BDA9799D-6720-4DA1-832F-E0491ECC4FF5}" destId="{3EE03953-C885-4FAE-A26C-1450E9A8A934}" srcOrd="1" destOrd="0" presId="urn:microsoft.com/office/officeart/2005/8/layout/hProcess11"/>
    <dgm:cxn modelId="{862F6C54-8D2E-4910-A401-E00DFD0B5D61}" type="presParOf" srcId="{BDA9799D-6720-4DA1-832F-E0491ECC4FF5}" destId="{AC4FFD44-7E59-477B-925F-9F56CC87B6E1}" srcOrd="2" destOrd="0" presId="urn:microsoft.com/office/officeart/2005/8/layout/hProcess11"/>
    <dgm:cxn modelId="{BFA86FD6-C2CB-408E-9DB2-36ADC26AAF24}" type="presParOf" srcId="{C72C44AE-A09A-4727-9DAC-EDD36C638C18}" destId="{0518C4A7-D689-4ABF-9B10-3A50F7E44343}" srcOrd="7" destOrd="0" presId="urn:microsoft.com/office/officeart/2005/8/layout/hProcess11"/>
    <dgm:cxn modelId="{ECD7E52E-96CF-4D42-8A10-81AB2F278FD3}" type="presParOf" srcId="{C72C44AE-A09A-4727-9DAC-EDD36C638C18}" destId="{21FF3CDA-63AB-456E-B6FF-CA841BF69818}" srcOrd="8" destOrd="0" presId="urn:microsoft.com/office/officeart/2005/8/layout/hProcess11"/>
    <dgm:cxn modelId="{2A5A1CC3-3829-4DFB-B924-329751F056B8}" type="presParOf" srcId="{21FF3CDA-63AB-456E-B6FF-CA841BF69818}" destId="{F378FF4D-4563-4907-9B22-9596EC6B32B5}" srcOrd="0" destOrd="0" presId="urn:microsoft.com/office/officeart/2005/8/layout/hProcess11"/>
    <dgm:cxn modelId="{6C2936B4-1816-4E9E-BE34-3E043DEF8D44}" type="presParOf" srcId="{21FF3CDA-63AB-456E-B6FF-CA841BF69818}" destId="{B58A40A6-7D81-4A02-A48F-B7788A53B168}" srcOrd="1" destOrd="0" presId="urn:microsoft.com/office/officeart/2005/8/layout/hProcess11"/>
    <dgm:cxn modelId="{D8102020-A1AB-4B60-B6C1-89013FC01A52}" type="presParOf" srcId="{21FF3CDA-63AB-456E-B6FF-CA841BF69818}" destId="{E56F9A83-BCDD-4DED-BEA8-C43B793777E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257B5-F1EB-4A4B-A9DB-7F247A6AF856}">
      <dsp:nvSpPr>
        <dsp:cNvPr id="0" name=""/>
        <dsp:cNvSpPr/>
      </dsp:nvSpPr>
      <dsp:spPr>
        <a:xfrm>
          <a:off x="4577" y="14676"/>
          <a:ext cx="392975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参数</a:t>
          </a:r>
        </a:p>
      </dsp:txBody>
      <dsp:txXfrm>
        <a:off x="4577" y="14676"/>
        <a:ext cx="3929752" cy="1571901"/>
      </dsp:txXfrm>
    </dsp:sp>
    <dsp:sp modelId="{0A192E96-475C-4B2F-9F6A-2F51FA2A04A5}">
      <dsp:nvSpPr>
        <dsp:cNvPr id="0" name=""/>
        <dsp:cNvSpPr/>
      </dsp:nvSpPr>
      <dsp:spPr>
        <a:xfrm>
          <a:off x="809466" y="1586578"/>
          <a:ext cx="392975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/>
            <a:t>极对数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/>
            <a:t>相</a:t>
          </a:r>
          <a:r>
            <a:rPr lang="zh-CN" altLang="en-US" sz="2800" kern="1200" dirty="0"/>
            <a:t>数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KV</a:t>
          </a:r>
          <a:r>
            <a:rPr lang="zh-CN" sz="2800" kern="1200" dirty="0"/>
            <a:t>值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/>
            <a:t>额定电压</a:t>
          </a:r>
          <a:endParaRPr lang="zh-CN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/>
            <a:t>额定电流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800" kern="1200" dirty="0"/>
            <a:t>转矩常数</a:t>
          </a:r>
          <a:r>
            <a:rPr lang="en-US" altLang="zh-CN" sz="2800" kern="1200" dirty="0"/>
            <a:t>Kt</a:t>
          </a:r>
          <a:endParaRPr lang="zh-CN" sz="2800" kern="1200" dirty="0"/>
        </a:p>
      </dsp:txBody>
      <dsp:txXfrm>
        <a:off x="919124" y="1696236"/>
        <a:ext cx="3710436" cy="3524684"/>
      </dsp:txXfrm>
    </dsp:sp>
    <dsp:sp modelId="{B0C283EC-C6A8-4AC1-9306-8BC2BEB0A1D2}">
      <dsp:nvSpPr>
        <dsp:cNvPr id="0" name=""/>
        <dsp:cNvSpPr/>
      </dsp:nvSpPr>
      <dsp:spPr>
        <a:xfrm>
          <a:off x="4530067" y="311430"/>
          <a:ext cx="1262961" cy="9783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/>
        </a:p>
      </dsp:txBody>
      <dsp:txXfrm>
        <a:off x="4530067" y="507109"/>
        <a:ext cx="969443" cy="587036"/>
      </dsp:txXfrm>
    </dsp:sp>
    <dsp:sp modelId="{880A16DD-D418-46E8-86B2-CEF5D484CBF8}">
      <dsp:nvSpPr>
        <dsp:cNvPr id="0" name=""/>
        <dsp:cNvSpPr/>
      </dsp:nvSpPr>
      <dsp:spPr>
        <a:xfrm>
          <a:off x="6317276" y="14676"/>
          <a:ext cx="392975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小结</a:t>
          </a:r>
        </a:p>
      </dsp:txBody>
      <dsp:txXfrm>
        <a:off x="6317276" y="14676"/>
        <a:ext cx="3929752" cy="1571901"/>
      </dsp:txXfrm>
    </dsp:sp>
    <dsp:sp modelId="{14E034D0-B7C2-4E61-A37C-2DCEA6004FC9}">
      <dsp:nvSpPr>
        <dsp:cNvPr id="0" name=""/>
        <dsp:cNvSpPr/>
      </dsp:nvSpPr>
      <dsp:spPr>
        <a:xfrm>
          <a:off x="7122165" y="1586578"/>
          <a:ext cx="392975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800" kern="1200" dirty="0"/>
            <a:t>如何根据应用选择合适的</a:t>
          </a:r>
          <a:r>
            <a:rPr lang="en-US" sz="2800" kern="1200" dirty="0"/>
            <a:t>BLDC</a:t>
          </a:r>
          <a:endParaRPr lang="zh-CN" sz="2800" kern="1200" dirty="0"/>
        </a:p>
      </dsp:txBody>
      <dsp:txXfrm>
        <a:off x="7231823" y="1696236"/>
        <a:ext cx="3710436" cy="3524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1D2E2-8DAB-41D6-9406-C1D9CE803474}">
      <dsp:nvSpPr>
        <dsp:cNvPr id="0" name=""/>
        <dsp:cNvSpPr/>
      </dsp:nvSpPr>
      <dsp:spPr>
        <a:xfrm>
          <a:off x="0" y="392068"/>
          <a:ext cx="4345578" cy="1614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7265" tIns="520700" rIns="33726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i="0" kern="1200" baseline="0" dirty="0"/>
            <a:t>额定条件下</a:t>
          </a:r>
          <a:r>
            <a:rPr lang="zh-CN" altLang="en-US" sz="1800" b="0" i="0" kern="1200" baseline="0" dirty="0"/>
            <a:t> 推荐使用的电压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i="0" kern="1200" baseline="0" dirty="0"/>
            <a:t>过低 → 电机力矩不足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i="0" kern="1200" baseline="0"/>
            <a:t>过高 → 电机过热或损坏</a:t>
          </a:r>
          <a:endParaRPr lang="zh-CN" altLang="en-US" sz="1800" kern="1200"/>
        </a:p>
      </dsp:txBody>
      <dsp:txXfrm>
        <a:off x="0" y="392068"/>
        <a:ext cx="4345578" cy="1614375"/>
      </dsp:txXfrm>
    </dsp:sp>
    <dsp:sp modelId="{34E0F059-A467-40F1-890E-DDF79C659B55}">
      <dsp:nvSpPr>
        <dsp:cNvPr id="0" name=""/>
        <dsp:cNvSpPr/>
      </dsp:nvSpPr>
      <dsp:spPr>
        <a:xfrm>
          <a:off x="217278" y="23068"/>
          <a:ext cx="3041904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977" tIns="0" rIns="11497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i="0" kern="1200" baseline="0"/>
            <a:t>额定电压 </a:t>
          </a:r>
          <a:r>
            <a:rPr lang="en-US" altLang="zh-CN" sz="1800" b="1" i="0" kern="1200" baseline="0"/>
            <a:t>(Rated Voltage)</a:t>
          </a:r>
          <a:endParaRPr lang="zh-CN" altLang="en-US" sz="1800" kern="1200"/>
        </a:p>
      </dsp:txBody>
      <dsp:txXfrm>
        <a:off x="253304" y="59094"/>
        <a:ext cx="2969852" cy="665948"/>
      </dsp:txXfrm>
    </dsp:sp>
    <dsp:sp modelId="{3CCBF643-F13F-4AD5-87B9-BB1547C25197}">
      <dsp:nvSpPr>
        <dsp:cNvPr id="0" name=""/>
        <dsp:cNvSpPr/>
      </dsp:nvSpPr>
      <dsp:spPr>
        <a:xfrm>
          <a:off x="0" y="2510443"/>
          <a:ext cx="4345578" cy="1299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7265" tIns="520700" rIns="33726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i="0" kern="1200" baseline="0" dirty="0"/>
            <a:t>额定负载转速下</a:t>
          </a:r>
          <a:r>
            <a:rPr lang="zh-CN" altLang="en-US" sz="1800" b="0" i="0" kern="1200" baseline="0" dirty="0"/>
            <a:t> 的正常电流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i="0" kern="1200" baseline="0" dirty="0"/>
            <a:t>决定电机的发热、扭矩能力</a:t>
          </a:r>
          <a:endParaRPr lang="zh-CN" altLang="en-US" sz="1800" kern="1200" dirty="0"/>
        </a:p>
      </dsp:txBody>
      <dsp:txXfrm>
        <a:off x="0" y="2510443"/>
        <a:ext cx="4345578" cy="1299375"/>
      </dsp:txXfrm>
    </dsp:sp>
    <dsp:sp modelId="{2F099BE2-34CD-4915-9336-49A8C45FA762}">
      <dsp:nvSpPr>
        <dsp:cNvPr id="0" name=""/>
        <dsp:cNvSpPr/>
      </dsp:nvSpPr>
      <dsp:spPr>
        <a:xfrm>
          <a:off x="217278" y="2141443"/>
          <a:ext cx="3041904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977" tIns="0" rIns="11497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i="0" kern="1200" baseline="0"/>
            <a:t>额定电流 </a:t>
          </a:r>
          <a:r>
            <a:rPr lang="en-US" altLang="zh-CN" sz="1800" b="1" i="0" kern="1200" baseline="0"/>
            <a:t>(Rated Current)</a:t>
          </a:r>
          <a:endParaRPr lang="zh-CN" altLang="en-US" sz="1800" kern="1200"/>
        </a:p>
      </dsp:txBody>
      <dsp:txXfrm>
        <a:off x="253304" y="2177469"/>
        <a:ext cx="2969852" cy="665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08E9E-59E6-45C5-AD5D-8C25289398BB}">
      <dsp:nvSpPr>
        <dsp:cNvPr id="0" name=""/>
        <dsp:cNvSpPr/>
      </dsp:nvSpPr>
      <dsp:spPr>
        <a:xfrm>
          <a:off x="0" y="471532"/>
          <a:ext cx="10600841" cy="62871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EDEE5-CA26-430B-8A40-C589D31A95D8}">
      <dsp:nvSpPr>
        <dsp:cNvPr id="0" name=""/>
        <dsp:cNvSpPr/>
      </dsp:nvSpPr>
      <dsp:spPr>
        <a:xfrm>
          <a:off x="4192" y="0"/>
          <a:ext cx="1833148" cy="62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应用需求 </a:t>
          </a:r>
        </a:p>
      </dsp:txBody>
      <dsp:txXfrm>
        <a:off x="4192" y="0"/>
        <a:ext cx="1833148" cy="628710"/>
      </dsp:txXfrm>
    </dsp:sp>
    <dsp:sp modelId="{BE75547C-C34F-40F2-9771-77AA65352217}">
      <dsp:nvSpPr>
        <dsp:cNvPr id="0" name=""/>
        <dsp:cNvSpPr/>
      </dsp:nvSpPr>
      <dsp:spPr>
        <a:xfrm>
          <a:off x="842178" y="707298"/>
          <a:ext cx="157177" cy="1571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33631-D219-4BC0-BD40-2F27D2767987}">
      <dsp:nvSpPr>
        <dsp:cNvPr id="0" name=""/>
        <dsp:cNvSpPr/>
      </dsp:nvSpPr>
      <dsp:spPr>
        <a:xfrm>
          <a:off x="1928998" y="943065"/>
          <a:ext cx="1833148" cy="62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关键参数</a:t>
          </a:r>
        </a:p>
      </dsp:txBody>
      <dsp:txXfrm>
        <a:off x="1928998" y="943065"/>
        <a:ext cx="1833148" cy="628710"/>
      </dsp:txXfrm>
    </dsp:sp>
    <dsp:sp modelId="{2084BA73-7EDD-4362-A78E-B0996E77A0D1}">
      <dsp:nvSpPr>
        <dsp:cNvPr id="0" name=""/>
        <dsp:cNvSpPr/>
      </dsp:nvSpPr>
      <dsp:spPr>
        <a:xfrm>
          <a:off x="2766983" y="707298"/>
          <a:ext cx="157177" cy="1571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49AFC-1B50-4EA5-A9CE-B43312355FF2}">
      <dsp:nvSpPr>
        <dsp:cNvPr id="0" name=""/>
        <dsp:cNvSpPr/>
      </dsp:nvSpPr>
      <dsp:spPr>
        <a:xfrm>
          <a:off x="3853804" y="0"/>
          <a:ext cx="1833148" cy="62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计算或查表</a:t>
          </a:r>
        </a:p>
      </dsp:txBody>
      <dsp:txXfrm>
        <a:off x="3853804" y="0"/>
        <a:ext cx="1833148" cy="628710"/>
      </dsp:txXfrm>
    </dsp:sp>
    <dsp:sp modelId="{221DE507-4863-4754-BCDF-F9D711CC29B5}">
      <dsp:nvSpPr>
        <dsp:cNvPr id="0" name=""/>
        <dsp:cNvSpPr/>
      </dsp:nvSpPr>
      <dsp:spPr>
        <a:xfrm>
          <a:off x="4691789" y="707298"/>
          <a:ext cx="157177" cy="1571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415DD-B5F5-40BF-A648-704A128AA79C}">
      <dsp:nvSpPr>
        <dsp:cNvPr id="0" name=""/>
        <dsp:cNvSpPr/>
      </dsp:nvSpPr>
      <dsp:spPr>
        <a:xfrm>
          <a:off x="5778610" y="943065"/>
          <a:ext cx="1833148" cy="62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电机型号</a:t>
          </a:r>
        </a:p>
      </dsp:txBody>
      <dsp:txXfrm>
        <a:off x="5778610" y="943065"/>
        <a:ext cx="1833148" cy="628710"/>
      </dsp:txXfrm>
    </dsp:sp>
    <dsp:sp modelId="{3EE03953-C885-4FAE-A26C-1450E9A8A934}">
      <dsp:nvSpPr>
        <dsp:cNvPr id="0" name=""/>
        <dsp:cNvSpPr/>
      </dsp:nvSpPr>
      <dsp:spPr>
        <a:xfrm>
          <a:off x="6616595" y="707298"/>
          <a:ext cx="157177" cy="1571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8FF4D-4563-4907-9B22-9596EC6B32B5}">
      <dsp:nvSpPr>
        <dsp:cNvPr id="0" name=""/>
        <dsp:cNvSpPr/>
      </dsp:nvSpPr>
      <dsp:spPr>
        <a:xfrm>
          <a:off x="7703415" y="0"/>
          <a:ext cx="1833148" cy="62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验证</a:t>
          </a:r>
        </a:p>
      </dsp:txBody>
      <dsp:txXfrm>
        <a:off x="7703415" y="0"/>
        <a:ext cx="1833148" cy="628710"/>
      </dsp:txXfrm>
    </dsp:sp>
    <dsp:sp modelId="{B58A40A6-7D81-4A02-A48F-B7788A53B168}">
      <dsp:nvSpPr>
        <dsp:cNvPr id="0" name=""/>
        <dsp:cNvSpPr/>
      </dsp:nvSpPr>
      <dsp:spPr>
        <a:xfrm>
          <a:off x="8541401" y="707298"/>
          <a:ext cx="157177" cy="1571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一、虽然前面把步距角从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，但工业里像芯片制造、精密仪器，还需要更小的步距角！实际的步进电机在原有基础上，使用了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“齿牙错位术”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的终极大招。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二、拆解 “齿牙错位” 核心：定子转子的 “齿数游戏”：定子（灰色）和转子（蓝色）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；定子轮齿：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；转子轮齿：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齿数不一样，但齿间距相等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三、步距角计算：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每齿角度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360/50=7.2°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；定子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缺口角度共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7.2°×2=14.4°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；然后定子缺口被分成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每个缺口角度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14.4°÷8=1.8°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简单说：定子把 “大缺口” 切成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 “小牙缝”，转子每步只能 “挤过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个牙缝”（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），步距角直接砍到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，比之前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倍多！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四、旋转对齐：当定子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齿对齐转子齿，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3.6°…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定子齿 “接力对齐” 时，转子只能 “一步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地挪，像被齿牙 “咬着走”，超精准！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五、增加扭矩：实际的转子继续进化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极齿和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极齿交叉拼接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，相邻齿差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！当定子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吸引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吸引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极齿，相当于 “左右一起拉”，扭矩直接翻倍！</a:t>
            </a: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20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这就是团结的力量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0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33295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954732" y="2239385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6107869" y="1883520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A6E76C00-BB75-C744-461E-FFF467F2C55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16275710"/>
              </p:ext>
            </p:extLst>
          </p:nvPr>
        </p:nvGraphicFramePr>
        <p:xfrm>
          <a:off x="952624" y="1053857"/>
          <a:ext cx="11056496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209007"/>
            <a:ext cx="8097925" cy="556316"/>
          </a:xfrm>
        </p:spPr>
        <p:txBody>
          <a:bodyPr/>
          <a:lstStyle/>
          <a:p>
            <a:r>
              <a:rPr lang="en-US" altLang="zh-CN" sz="3200" dirty="0"/>
              <a:t>1. </a:t>
            </a:r>
            <a:r>
              <a:rPr lang="zh-CN" altLang="en-US" sz="3200" dirty="0"/>
              <a:t>极对数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7F3294-8B69-82E1-48EA-6D69E02A0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716" y="1607230"/>
            <a:ext cx="4014541" cy="3874448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06AC9905-F68D-E39B-18BD-AD0E89C1E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86" y="1634457"/>
            <a:ext cx="3405049" cy="199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转子极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数（Rotor Poles）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指转子永磁体的磁极数（N/S）。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例如一个电机转子上有 8 个磁极（4 个 N，4 个 S），那么转子极对数 p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=4。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作用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：决定电角度与机械角度的对应关系、反电势频率。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5490C7EA-F724-A8B0-92FD-51074D50E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86" y="4170349"/>
            <a:ext cx="3405049" cy="199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定子极数（Stator Poles / Slots）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指定子铁心上齿槽（绕组槽）的数量。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例如常见的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 槽定子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，就表示定子有 12 个极齿。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作用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：影响电机的绕组布置方式、磁路设计、转矩波动（齿槽转矩）、效率。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CEA06D-C6F1-0483-467F-FF0242D4CB0C}"/>
              </a:ext>
            </a:extLst>
          </p:cNvPr>
          <p:cNvSpPr txBox="1"/>
          <p:nvPr/>
        </p:nvSpPr>
        <p:spPr>
          <a:xfrm>
            <a:off x="8456872" y="1727808"/>
            <a:ext cx="307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以转子上此点的</a:t>
            </a:r>
            <a:r>
              <a:rPr lang="en-US" altLang="zh-CN" dirty="0"/>
              <a:t>S</a:t>
            </a:r>
            <a:r>
              <a:rPr lang="zh-CN" altLang="en-US" dirty="0"/>
              <a:t>极为观察点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1E5ED9-5A4D-544D-6028-723838DBDF19}"/>
              </a:ext>
            </a:extLst>
          </p:cNvPr>
          <p:cNvSpPr txBox="1"/>
          <p:nvPr/>
        </p:nvSpPr>
        <p:spPr>
          <a:xfrm>
            <a:off x="8456872" y="2091380"/>
            <a:ext cx="32474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从与它相邻的</a:t>
            </a:r>
            <a:r>
              <a:rPr lang="en-US" altLang="zh-CN" sz="1600" dirty="0"/>
              <a:t>A</a:t>
            </a:r>
            <a:r>
              <a:rPr lang="zh-CN" altLang="en-US" sz="1600" dirty="0"/>
              <a:t>转到下一个</a:t>
            </a:r>
            <a:r>
              <a:rPr lang="en-US" altLang="zh-CN" sz="1600" dirty="0"/>
              <a:t>A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r>
              <a:rPr lang="zh-CN" altLang="en-US" sz="1600" dirty="0"/>
              <a:t>转子转了</a:t>
            </a:r>
            <a:r>
              <a:rPr lang="en-US" altLang="zh-CN" sz="1600" dirty="0"/>
              <a:t>90°</a:t>
            </a:r>
            <a:r>
              <a:rPr lang="zh-CN" altLang="en-US" sz="1600" dirty="0"/>
              <a:t>（</a:t>
            </a:r>
            <a:r>
              <a:rPr lang="en-US" altLang="zh-CN" sz="1600" dirty="0"/>
              <a:t>=360°/4</a:t>
            </a:r>
            <a:r>
              <a:rPr lang="zh-CN" altLang="en-US" sz="1600" dirty="0"/>
              <a:t>），而定子上的电经过了一个</a:t>
            </a:r>
            <a:r>
              <a:rPr lang="en-US" altLang="zh-CN" sz="1600" dirty="0"/>
              <a:t>A\B\C</a:t>
            </a:r>
            <a:r>
              <a:rPr lang="zh-CN" altLang="en-US" sz="1600" dirty="0"/>
              <a:t>周期的变化（</a:t>
            </a:r>
            <a:r>
              <a:rPr lang="en-US" altLang="zh-CN" sz="1600" dirty="0"/>
              <a:t>360°</a:t>
            </a:r>
            <a:r>
              <a:rPr lang="zh-CN" altLang="en-US" sz="1600" dirty="0"/>
              <a:t>）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EE74932-FF14-4994-C9B6-365F3731818C}"/>
              </a:ext>
            </a:extLst>
          </p:cNvPr>
          <p:cNvCxnSpPr>
            <a:stCxn id="13" idx="1"/>
          </p:cNvCxnSpPr>
          <p:nvPr/>
        </p:nvCxnSpPr>
        <p:spPr>
          <a:xfrm flipH="1">
            <a:off x="5956663" y="1912474"/>
            <a:ext cx="2500209" cy="71751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AC022EB-2931-C79B-56EC-7BCCD5FA2FCF}"/>
              </a:ext>
            </a:extLst>
          </p:cNvPr>
          <p:cNvSpPr txBox="1"/>
          <p:nvPr/>
        </p:nvSpPr>
        <p:spPr>
          <a:xfrm>
            <a:off x="7358742" y="5992945"/>
            <a:ext cx="4554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q</a:t>
            </a:r>
            <a:r>
              <a:rPr lang="zh-CN" altLang="en-US" sz="1400" dirty="0"/>
              <a:t>：每相在每极上占多少槽”，决定绕组的稀疏</a:t>
            </a:r>
            <a:r>
              <a:rPr lang="en-US" altLang="zh-CN" sz="1400" dirty="0"/>
              <a:t>/</a:t>
            </a:r>
            <a:r>
              <a:rPr lang="zh-CN" altLang="en-US" sz="1400" dirty="0"/>
              <a:t>密集程度，影响扭矩平稳性、噪声、谐波及换相控制方式。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331F4F7-3262-8EA3-B743-FDF43A133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420" y="4179374"/>
            <a:ext cx="2020090" cy="1346726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8DD25206-730A-5E8D-90A6-E33337755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596" y="4314128"/>
            <a:ext cx="188105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每相每极槽数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定子总槽数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相数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极对数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B231CC-BE04-9277-FC93-65C640C04540}"/>
              </a:ext>
            </a:extLst>
          </p:cNvPr>
          <p:cNvSpPr txBox="1"/>
          <p:nvPr/>
        </p:nvSpPr>
        <p:spPr>
          <a:xfrm>
            <a:off x="8456872" y="3231588"/>
            <a:ext cx="3247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无传感器控制、速度闭环、位置闭环以及状态监测的桥梁</a:t>
            </a:r>
            <a:r>
              <a:rPr lang="zh-CN" altLang="en-US" sz="1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5EC4D-000D-B2A0-308A-0DE9388B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内转子</a:t>
            </a:r>
            <a:r>
              <a:rPr lang="en-US" altLang="zh-CN" dirty="0"/>
              <a:t>BLDC</a:t>
            </a:r>
            <a:r>
              <a:rPr lang="zh-CN" altLang="en-US" dirty="0"/>
              <a:t>电机内部拆解图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C347728-C702-4F08-18A7-C7E4B21EE24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53528" y="1708295"/>
            <a:ext cx="6314286" cy="412380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0007EA7-1AA1-1F4B-D975-E018B5692E74}"/>
              </a:ext>
            </a:extLst>
          </p:cNvPr>
          <p:cNvSpPr txBox="1"/>
          <p:nvPr/>
        </p:nvSpPr>
        <p:spPr>
          <a:xfrm>
            <a:off x="2360024" y="2699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2253C4-F313-2DD4-0E29-6659D512D386}"/>
              </a:ext>
            </a:extLst>
          </p:cNvPr>
          <p:cNvSpPr txBox="1"/>
          <p:nvPr/>
        </p:nvSpPr>
        <p:spPr>
          <a:xfrm>
            <a:off x="2053530" y="24209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34FCB1-B184-FB8F-A897-A9F35A3AA76B}"/>
              </a:ext>
            </a:extLst>
          </p:cNvPr>
          <p:cNvSpPr txBox="1"/>
          <p:nvPr/>
        </p:nvSpPr>
        <p:spPr>
          <a:xfrm>
            <a:off x="2666518" y="21909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F848D1-C269-DDCD-3617-813289392531}"/>
              </a:ext>
            </a:extLst>
          </p:cNvPr>
          <p:cNvSpPr txBox="1"/>
          <p:nvPr/>
        </p:nvSpPr>
        <p:spPr>
          <a:xfrm>
            <a:off x="3506779" y="2260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A91737-575E-4A5C-203B-C93B52E63CDA}"/>
              </a:ext>
            </a:extLst>
          </p:cNvPr>
          <p:cNvSpPr txBox="1"/>
          <p:nvPr/>
        </p:nvSpPr>
        <p:spPr>
          <a:xfrm>
            <a:off x="4119767" y="282515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6249AC-6366-0658-7D64-27441A55867F}"/>
              </a:ext>
            </a:extLst>
          </p:cNvPr>
          <p:cNvSpPr txBox="1"/>
          <p:nvPr/>
        </p:nvSpPr>
        <p:spPr>
          <a:xfrm>
            <a:off x="4273014" y="358553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881872-A75A-7C64-5A5B-DFE326C81B71}"/>
              </a:ext>
            </a:extLst>
          </p:cNvPr>
          <p:cNvSpPr txBox="1"/>
          <p:nvPr/>
        </p:nvSpPr>
        <p:spPr>
          <a:xfrm>
            <a:off x="4119767" y="431133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2C194D-E3D7-63B1-6928-DC1E52799DC3}"/>
              </a:ext>
            </a:extLst>
          </p:cNvPr>
          <p:cNvSpPr txBox="1"/>
          <p:nvPr/>
        </p:nvSpPr>
        <p:spPr>
          <a:xfrm>
            <a:off x="3604177" y="486745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572193-FD85-0685-DE0E-4424B1B6E1EA}"/>
              </a:ext>
            </a:extLst>
          </p:cNvPr>
          <p:cNvSpPr txBox="1"/>
          <p:nvPr/>
        </p:nvSpPr>
        <p:spPr>
          <a:xfrm>
            <a:off x="2819765" y="51769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8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2D8A4F-DAED-2206-9674-021E4B7045AA}"/>
              </a:ext>
            </a:extLst>
          </p:cNvPr>
          <p:cNvSpPr txBox="1"/>
          <p:nvPr/>
        </p:nvSpPr>
        <p:spPr>
          <a:xfrm>
            <a:off x="2086447" y="49459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9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FF6928-EA01-41A8-3D31-0A27A854F3E3}"/>
              </a:ext>
            </a:extLst>
          </p:cNvPr>
          <p:cNvSpPr txBox="1"/>
          <p:nvPr/>
        </p:nvSpPr>
        <p:spPr>
          <a:xfrm>
            <a:off x="1513569" y="449600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CD3B4F-03E4-F395-8E47-957E8E0E7FE2}"/>
              </a:ext>
            </a:extLst>
          </p:cNvPr>
          <p:cNvSpPr txBox="1"/>
          <p:nvPr/>
        </p:nvSpPr>
        <p:spPr>
          <a:xfrm>
            <a:off x="1314061" y="366147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BAAD34-E0C1-DBA7-48F4-66AD9F96EAA6}"/>
              </a:ext>
            </a:extLst>
          </p:cNvPr>
          <p:cNvSpPr txBox="1"/>
          <p:nvPr/>
        </p:nvSpPr>
        <p:spPr>
          <a:xfrm>
            <a:off x="1478214" y="285790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15647F-5DF0-4EDC-0333-0DE7BC15C9BF}"/>
              </a:ext>
            </a:extLst>
          </p:cNvPr>
          <p:cNvSpPr txBox="1"/>
          <p:nvPr/>
        </p:nvSpPr>
        <p:spPr>
          <a:xfrm>
            <a:off x="3120006" y="2699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A14EC4-3A21-059E-AA7A-4907D3A2175C}"/>
              </a:ext>
            </a:extLst>
          </p:cNvPr>
          <p:cNvSpPr txBox="1"/>
          <p:nvPr/>
        </p:nvSpPr>
        <p:spPr>
          <a:xfrm>
            <a:off x="3660026" y="31600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880187-C265-48B5-F72C-9A10C0115AC9}"/>
              </a:ext>
            </a:extLst>
          </p:cNvPr>
          <p:cNvSpPr txBox="1"/>
          <p:nvPr/>
        </p:nvSpPr>
        <p:spPr>
          <a:xfrm>
            <a:off x="3683984" y="391805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B1BE60-12BF-F640-F6F3-9E7F8B21A1C9}"/>
              </a:ext>
            </a:extLst>
          </p:cNvPr>
          <p:cNvSpPr txBox="1"/>
          <p:nvPr/>
        </p:nvSpPr>
        <p:spPr>
          <a:xfrm>
            <a:off x="3200285" y="44447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D7C3DF-B742-3F28-E94E-85B64433940E}"/>
              </a:ext>
            </a:extLst>
          </p:cNvPr>
          <p:cNvSpPr txBox="1"/>
          <p:nvPr/>
        </p:nvSpPr>
        <p:spPr>
          <a:xfrm>
            <a:off x="2417841" y="448275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7C041B-E419-26F4-78B4-18F7C0CB2E72}"/>
              </a:ext>
            </a:extLst>
          </p:cNvPr>
          <p:cNvSpPr txBox="1"/>
          <p:nvPr/>
        </p:nvSpPr>
        <p:spPr>
          <a:xfrm>
            <a:off x="1847618" y="401585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71BB5C2-884F-CB4B-DEAD-10B833F0219E}"/>
              </a:ext>
            </a:extLst>
          </p:cNvPr>
          <p:cNvSpPr txBox="1"/>
          <p:nvPr/>
        </p:nvSpPr>
        <p:spPr>
          <a:xfrm>
            <a:off x="1847618" y="32691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8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5C716E5-A25A-0812-8A8A-886C50652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370" y="2912170"/>
            <a:ext cx="2020090" cy="1346726"/>
          </a:xfrm>
          <a:prstGeom prst="rect">
            <a:avLst/>
          </a:prstGeom>
        </p:spPr>
      </p:pic>
      <p:sp>
        <p:nvSpPr>
          <p:cNvPr id="26" name="Rectangle 7">
            <a:extLst>
              <a:ext uri="{FF2B5EF4-FFF2-40B4-BE49-F238E27FC236}">
                <a16:creationId xmlns:a16="http://schemas.microsoft.com/office/drawing/2014/main" id="{C0A8CB14-0DE8-216B-50CE-4B054C75C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46" y="3046924"/>
            <a:ext cx="188105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每相每极槽数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定子总槽数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相数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极对数</a:t>
            </a:r>
          </a:p>
        </p:txBody>
      </p:sp>
    </p:spTree>
    <p:extLst>
      <p:ext uri="{BB962C8B-B14F-4D97-AF65-F5344CB8AC3E}">
        <p14:creationId xmlns:p14="http://schemas.microsoft.com/office/powerpoint/2010/main" val="93770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561AD-5FA4-CFDE-07F6-33EA2B1C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相数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A6DB91-8BBF-BDBE-85BA-34D79A5809AE}"/>
              </a:ext>
            </a:extLst>
          </p:cNvPr>
          <p:cNvSpPr txBox="1"/>
          <p:nvPr/>
        </p:nvSpPr>
        <p:spPr>
          <a:xfrm>
            <a:off x="924256" y="1132004"/>
            <a:ext cx="10632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定子绕组相互独立的线圈组数量。</a:t>
            </a:r>
            <a:endParaRPr lang="en-US" altLang="zh-CN" sz="1800" dirty="0"/>
          </a:p>
          <a:p>
            <a:r>
              <a:rPr lang="zh-CN" altLang="en-US" sz="1800" dirty="0"/>
              <a:t>常见 </a:t>
            </a:r>
            <a:r>
              <a:rPr lang="en-US" altLang="zh-CN" sz="1800" dirty="0"/>
              <a:t>BLDC </a:t>
            </a:r>
            <a:r>
              <a:rPr lang="zh-CN" altLang="en-US" sz="1800" dirty="0"/>
              <a:t>电机为三相（</a:t>
            </a:r>
            <a:r>
              <a:rPr lang="en-US" altLang="zh-CN" sz="1800" dirty="0"/>
              <a:t>m=3</a:t>
            </a:r>
            <a:r>
              <a:rPr lang="zh-CN" altLang="en-US" sz="1800" dirty="0"/>
              <a:t>）。</a:t>
            </a:r>
            <a:endParaRPr lang="en-US" altLang="zh-CN" sz="1800" dirty="0"/>
          </a:p>
          <a:p>
            <a:r>
              <a:rPr lang="zh-CN" altLang="en-US" sz="1800" dirty="0"/>
              <a:t>相数决定绕组连接方式、扭矩平滑度及换相频率。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0E39A9-91F1-BCA2-FC7D-C4A1BDB81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419" y="2422016"/>
            <a:ext cx="3906086" cy="37697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03ACF8-45B4-6C55-5939-EA924D169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323" y="3633542"/>
            <a:ext cx="2020090" cy="1346726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CA1DD1BB-6139-571A-D34E-93B56B33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0013" y="3768296"/>
            <a:ext cx="188105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每相每极槽数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定子总槽数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相数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p: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极对数</a:t>
            </a:r>
          </a:p>
        </p:txBody>
      </p:sp>
    </p:spTree>
    <p:extLst>
      <p:ext uri="{BB962C8B-B14F-4D97-AF65-F5344CB8AC3E}">
        <p14:creationId xmlns:p14="http://schemas.microsoft.com/office/powerpoint/2010/main" val="1382722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FE295-B88D-6950-3E97-15CC6053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KV</a:t>
            </a:r>
            <a:r>
              <a:rPr lang="zh-CN" altLang="en-US" dirty="0"/>
              <a:t>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A315AE-1DA8-8544-BB56-8444AF7432AC}"/>
              </a:ext>
            </a:extLst>
          </p:cNvPr>
          <p:cNvSpPr txBox="1"/>
          <p:nvPr/>
        </p:nvSpPr>
        <p:spPr>
          <a:xfrm>
            <a:off x="1112188" y="1086786"/>
            <a:ext cx="3660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KV = “RPM per Volt”</a:t>
            </a:r>
            <a:r>
              <a:rPr lang="zh-CN" altLang="en-US" dirty="0"/>
              <a:t>（转速常数）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014CAE-B93C-65D2-1177-CC6F6F774F6C}"/>
              </a:ext>
            </a:extLst>
          </p:cNvPr>
          <p:cNvSpPr txBox="1"/>
          <p:nvPr/>
        </p:nvSpPr>
        <p:spPr>
          <a:xfrm>
            <a:off x="5146766" y="1086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单位：</a:t>
            </a:r>
            <a:r>
              <a:rPr lang="en-US" altLang="zh-CN" b="1" dirty="0"/>
              <a:t>rpm/V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C7D198-6383-B302-8C2F-438FB9B68DA8}"/>
              </a:ext>
            </a:extLst>
          </p:cNvPr>
          <p:cNvSpPr txBox="1"/>
          <p:nvPr/>
        </p:nvSpPr>
        <p:spPr>
          <a:xfrm>
            <a:off x="1112187" y="1845269"/>
            <a:ext cx="10417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KV </a:t>
            </a:r>
            <a:r>
              <a:rPr lang="zh-CN" altLang="en-US" dirty="0"/>
              <a:t>值表示 </a:t>
            </a:r>
            <a:r>
              <a:rPr lang="zh-CN" altLang="en-US" b="1" dirty="0"/>
              <a:t>每施加 </a:t>
            </a:r>
            <a:r>
              <a:rPr lang="en-US" altLang="zh-CN" b="1" dirty="0"/>
              <a:t>1V </a:t>
            </a:r>
            <a:r>
              <a:rPr lang="zh-CN" altLang="en-US" b="1" dirty="0"/>
              <a:t>电压，电机无负载下产生的转速（</a:t>
            </a:r>
            <a:r>
              <a:rPr lang="en-US" altLang="zh-CN" b="1" dirty="0"/>
              <a:t>RPM</a:t>
            </a:r>
            <a:r>
              <a:rPr lang="zh-CN" altLang="en-US" b="1" dirty="0"/>
              <a:t>，</a:t>
            </a:r>
            <a:r>
              <a:rPr lang="en-US" altLang="zh-CN" b="1" dirty="0"/>
              <a:t>revolutions per minute, </a:t>
            </a:r>
            <a:r>
              <a:rPr lang="zh-CN" altLang="en-US" b="1" dirty="0"/>
              <a:t>转每分钟）</a:t>
            </a:r>
            <a:r>
              <a:rPr lang="zh-CN" altLang="en-US" dirty="0"/>
              <a:t>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DDC684A-2CB3-D58F-786C-26FF5979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484" y="2681176"/>
            <a:ext cx="3034583" cy="879588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21F44826-09E7-31FA-53C6-D41EB1299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452" y="3818710"/>
            <a:ext cx="33092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= 无负载转速 (rpm)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 = 施加电压 (V)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191FBE8-42BD-A319-3160-5282A5EB0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467" y="4592674"/>
            <a:ext cx="582603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KV 高 → 极少 → 高转速、低扭矩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KV 低 → 极多 → 低转速、高扭矩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7CBC5A-894E-789B-C672-4FEA5A2BFC33}"/>
              </a:ext>
            </a:extLst>
          </p:cNvPr>
          <p:cNvSpPr txBox="1"/>
          <p:nvPr/>
        </p:nvSpPr>
        <p:spPr>
          <a:xfrm>
            <a:off x="1132467" y="5496951"/>
            <a:ext cx="10397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KV </a:t>
            </a:r>
            <a:r>
              <a:rPr lang="zh-CN" altLang="en-US" dirty="0"/>
              <a:t>给出了 </a:t>
            </a:r>
            <a:r>
              <a:rPr lang="zh-CN" altLang="en-US" b="1" dirty="0"/>
              <a:t>理论上电机每伏特能达到的最高转速，这个理想值决定了所对应的定子上电流换相的最大速度，如果超过哪个速度，转子转动就跟不上定子上磁场变化的速度了。</a:t>
            </a:r>
            <a:endParaRPr lang="en-US" altLang="zh-CN" b="1" dirty="0"/>
          </a:p>
          <a:p>
            <a:r>
              <a:rPr lang="zh-CN" altLang="en-US" b="1" dirty="0"/>
              <a:t>同一个电机，你给它施加的电压越大，它所能达到的理论最大空载转速也就最大。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B7FC57-3F99-F3C9-A010-6D47470D5546}"/>
              </a:ext>
            </a:extLst>
          </p:cNvPr>
          <p:cNvSpPr txBox="1"/>
          <p:nvPr/>
        </p:nvSpPr>
        <p:spPr>
          <a:xfrm>
            <a:off x="7628709" y="3237598"/>
            <a:ext cx="3666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电机的线圈匝数、极数、槽数等特性综合决定了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值。</a:t>
            </a:r>
          </a:p>
        </p:txBody>
      </p:sp>
    </p:spTree>
    <p:extLst>
      <p:ext uri="{BB962C8B-B14F-4D97-AF65-F5344CB8AC3E}">
        <p14:creationId xmlns:p14="http://schemas.microsoft.com/office/powerpoint/2010/main" val="314302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06430-0F64-3BAD-A3B5-20B34711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b="1" dirty="0"/>
              <a:t>额定电压</a:t>
            </a:r>
            <a:r>
              <a:rPr lang="en-US" altLang="zh-CN" b="1" dirty="0"/>
              <a:t>/</a:t>
            </a:r>
            <a:r>
              <a:rPr lang="zh-CN" altLang="en-US" b="1" dirty="0"/>
              <a:t>电流</a:t>
            </a:r>
            <a:endParaRPr lang="zh-CN" altLang="en-US" sz="3600" dirty="0"/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11C3CC21-A76F-86D9-FB7A-C4AB74023F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1460959"/>
              </p:ext>
            </p:extLst>
          </p:nvPr>
        </p:nvGraphicFramePr>
        <p:xfrm>
          <a:off x="452845" y="1218084"/>
          <a:ext cx="4345578" cy="383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931C51CE-CB76-7C4E-04F7-815B1C8B7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4412" y="1489891"/>
                <a:ext cx="4720045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额定电压 → 决定转速潜力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结合 KV，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可以知道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无负载转速的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潜力</a:t>
                </a: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额定电流 → 决定最大连续扭矩</a:t>
                </a:r>
                <a:endPara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kumimoji="0" lang="en-US" altLang="zh-CN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𝑻</m:t>
                    </m:r>
                    <m:r>
                      <a:rPr kumimoji="0" lang="en-US" altLang="zh-CN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zh-CN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𝑲𝒕</m:t>
                    </m:r>
                    <m:r>
                      <a:rPr kumimoji="0" lang="en-US" altLang="zh-CN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0" lang="en-US" altLang="zh-CN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931C51CE-CB76-7C4E-04F7-815B1C8B77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4412" y="1489891"/>
                <a:ext cx="4720045" cy="1200329"/>
              </a:xfrm>
              <a:prstGeom prst="rect">
                <a:avLst/>
              </a:prstGeom>
              <a:blipFill>
                <a:blip r:embed="rId8"/>
                <a:stretch>
                  <a:fillRect l="-904" t="-2538" b="-659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62A4AA55-13E8-3FEC-FD6E-F52B9FAEF5B2}"/>
              </a:ext>
            </a:extLst>
          </p:cNvPr>
          <p:cNvSpPr txBox="1"/>
          <p:nvPr/>
        </p:nvSpPr>
        <p:spPr>
          <a:xfrm>
            <a:off x="6376626" y="2953124"/>
            <a:ext cx="36535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T: </a:t>
            </a:r>
            <a:r>
              <a:rPr lang="zh-CN" altLang="en-US" dirty="0"/>
              <a:t>电机输出的转矩（</a:t>
            </a:r>
            <a:r>
              <a:rPr lang="en-US" altLang="zh-CN" dirty="0" err="1"/>
              <a:t>N·m</a:t>
            </a:r>
            <a:r>
              <a:rPr lang="zh-CN" altLang="en-US" dirty="0"/>
              <a:t>，牛</a:t>
            </a:r>
            <a:r>
              <a:rPr lang="en-US" altLang="zh-CN" dirty="0"/>
              <a:t>·</a:t>
            </a:r>
            <a:r>
              <a:rPr lang="zh-CN" altLang="en-US" dirty="0"/>
              <a:t>米）</a:t>
            </a:r>
            <a:endParaRPr lang="en-US" altLang="zh-CN" dirty="0"/>
          </a:p>
          <a:p>
            <a:r>
              <a:rPr lang="en-US" altLang="zh-CN" dirty="0"/>
              <a:t>Kt: </a:t>
            </a:r>
            <a:r>
              <a:rPr lang="zh-CN" altLang="en-US" dirty="0"/>
              <a:t>转矩常数</a:t>
            </a:r>
            <a:endParaRPr lang="en-US" altLang="zh-CN" dirty="0"/>
          </a:p>
          <a:p>
            <a:r>
              <a:rPr lang="en-US" altLang="zh-CN" dirty="0"/>
              <a:t>I</a:t>
            </a:r>
            <a:r>
              <a:rPr lang="zh-CN" altLang="en-US" dirty="0"/>
              <a:t>：流过绕组的电流 </a:t>
            </a:r>
          </a:p>
        </p:txBody>
      </p:sp>
    </p:spTree>
    <p:extLst>
      <p:ext uri="{BB962C8B-B14F-4D97-AF65-F5344CB8AC3E}">
        <p14:creationId xmlns:p14="http://schemas.microsoft.com/office/powerpoint/2010/main" val="333176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C525F-06CC-DEB5-EB90-AFC92AB9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Kt</a:t>
            </a:r>
            <a:r>
              <a:rPr lang="zh-CN" altLang="en-US" dirty="0"/>
              <a:t>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670210-5C12-A1FE-EF34-B4D49D95022C}"/>
              </a:ext>
            </a:extLst>
          </p:cNvPr>
          <p:cNvSpPr txBox="1"/>
          <p:nvPr/>
        </p:nvSpPr>
        <p:spPr>
          <a:xfrm>
            <a:off x="966652" y="12522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转矩常数，描述电机每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电流输出多少转矩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86E1577-2A78-F298-0401-5B6CFBE6D3FA}"/>
                  </a:ext>
                </a:extLst>
              </p:cNvPr>
              <p:cNvSpPr txBox="1"/>
              <p:nvPr/>
            </p:nvSpPr>
            <p:spPr>
              <a:xfrm>
                <a:off x="1843814" y="2108506"/>
                <a:ext cx="1632857" cy="9187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T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86E1577-2A78-F298-0401-5B6CFBE6D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814" y="2108506"/>
                <a:ext cx="1632857" cy="9187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E69CB77A-8732-867D-76BC-B2D3E800D692}"/>
              </a:ext>
            </a:extLst>
          </p:cNvPr>
          <p:cNvSpPr txBox="1"/>
          <p:nvPr/>
        </p:nvSpPr>
        <p:spPr>
          <a:xfrm>
            <a:off x="966652" y="3244334"/>
            <a:ext cx="7515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电流越大，产生的转矩越大；</a:t>
            </a:r>
            <a:r>
              <a:rPr lang="en-US" altLang="zh-CN" dirty="0"/>
              <a:t>Kt </a:t>
            </a:r>
            <a:r>
              <a:rPr lang="zh-CN" altLang="en-US" dirty="0"/>
              <a:t>越大，电机更潜在的力气越大。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F736008-29FD-EB09-83C3-92AFD037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626" y="2115498"/>
            <a:ext cx="65053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Kt 决定电机受电流控制的扭矩能力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高 Kt → 强扭矩电机（适合低速负载）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低 Kt → 高速电机（适合风扇、航模等高速场景）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0CECB9B-2734-425D-750D-9FE2655AB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636574"/>
              </p:ext>
            </p:extLst>
          </p:nvPr>
        </p:nvGraphicFramePr>
        <p:xfrm>
          <a:off x="966652" y="4001980"/>
          <a:ext cx="10387148" cy="21945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903245">
                  <a:extLst>
                    <a:ext uri="{9D8B030D-6E8A-4147-A177-3AD203B41FA5}">
                      <a16:colId xmlns:a16="http://schemas.microsoft.com/office/drawing/2014/main" val="1154543226"/>
                    </a:ext>
                  </a:extLst>
                </a:gridCol>
                <a:gridCol w="6483903">
                  <a:extLst>
                    <a:ext uri="{9D8B030D-6E8A-4147-A177-3AD203B41FA5}">
                      <a16:colId xmlns:a16="http://schemas.microsoft.com/office/drawing/2014/main" val="3849950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因素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说明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70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电机线圈匝数（</a:t>
                      </a:r>
                      <a:r>
                        <a:rPr lang="en-US" altLang="zh-CN" b="1"/>
                        <a:t>N</a:t>
                      </a:r>
                      <a:r>
                        <a:rPr lang="zh-CN" altLang="en-US" b="1"/>
                        <a:t>）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匝数越多，电流通过时产生的磁场越强，</a:t>
                      </a:r>
                      <a:r>
                        <a:rPr lang="en-US" altLang="zh-CN"/>
                        <a:t>Kt </a:t>
                      </a:r>
                      <a:r>
                        <a:rPr lang="zh-CN" altLang="en-US"/>
                        <a:t>越大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971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磁极数 </a:t>
                      </a:r>
                      <a:r>
                        <a:rPr lang="en-US" altLang="zh-CN" b="1" dirty="0"/>
                        <a:t>/ </a:t>
                      </a:r>
                      <a:r>
                        <a:rPr lang="zh-CN" altLang="en-US" b="1" dirty="0"/>
                        <a:t>极对数（</a:t>
                      </a:r>
                      <a:r>
                        <a:rPr lang="en-US" altLang="zh-CN" b="1" dirty="0"/>
                        <a:t>p</a:t>
                      </a:r>
                      <a:r>
                        <a:rPr lang="zh-CN" altLang="en-US" b="1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极数越多，每转一圈的磁力作用更强，</a:t>
                      </a:r>
                      <a:r>
                        <a:rPr lang="en-US" altLang="zh-CN"/>
                        <a:t>Kt </a:t>
                      </a:r>
                      <a:r>
                        <a:rPr lang="zh-CN" altLang="en-US"/>
                        <a:t>较大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818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磁铁磁力（</a:t>
                      </a:r>
                      <a:r>
                        <a:rPr lang="en-US" altLang="zh-CN" b="1"/>
                        <a:t>B</a:t>
                      </a:r>
                      <a:r>
                        <a:rPr lang="zh-CN" altLang="en-US" b="1"/>
                        <a:t>）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永磁体磁通密度越大，产生的转矩越大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637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定子尺寸 </a:t>
                      </a:r>
                      <a:r>
                        <a:rPr lang="en-US" altLang="zh-CN" b="1"/>
                        <a:t>/ </a:t>
                      </a:r>
                      <a:r>
                        <a:rPr lang="zh-CN" altLang="en-US" b="1"/>
                        <a:t>线圈有效长度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转矩 </a:t>
                      </a:r>
                      <a:r>
                        <a:rPr lang="en-US" altLang="zh-CN"/>
                        <a:t>= </a:t>
                      </a:r>
                      <a:r>
                        <a:rPr lang="zh-CN" altLang="en-US"/>
                        <a:t>力 </a:t>
                      </a:r>
                      <a:r>
                        <a:rPr lang="en-US" altLang="zh-CN"/>
                        <a:t>× </a:t>
                      </a:r>
                      <a:r>
                        <a:rPr lang="zh-CN" altLang="en-US"/>
                        <a:t>半径，电机半径越大，线圈作用臂越长 → </a:t>
                      </a:r>
                      <a:r>
                        <a:rPr lang="en-US" altLang="zh-CN"/>
                        <a:t>Kt </a:t>
                      </a:r>
                      <a:r>
                        <a:rPr lang="zh-CN" altLang="en-US"/>
                        <a:t>越大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23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绕组类型（星型</a:t>
                      </a:r>
                      <a:r>
                        <a:rPr lang="en-US" altLang="zh-CN" b="1" dirty="0"/>
                        <a:t>/</a:t>
                      </a:r>
                      <a:r>
                        <a:rPr lang="zh-CN" altLang="en-US" b="1" dirty="0"/>
                        <a:t>三角型）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对应线电压、电流分布不同，会影响转矩输出能力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99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769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2FF70-E825-5209-1579-207949B9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常见的参数表格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91DA5C34-BA22-0AFC-F3AF-83A0D0BF0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8305"/>
              </p:ext>
            </p:extLst>
          </p:nvPr>
        </p:nvGraphicFramePr>
        <p:xfrm>
          <a:off x="1299753" y="1884293"/>
          <a:ext cx="7704908" cy="329184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826624">
                  <a:extLst>
                    <a:ext uri="{9D8B030D-6E8A-4147-A177-3AD203B41FA5}">
                      <a16:colId xmlns:a16="http://schemas.microsoft.com/office/drawing/2014/main" val="4129621341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632627990"/>
                    </a:ext>
                  </a:extLst>
                </a:gridCol>
                <a:gridCol w="966651">
                  <a:extLst>
                    <a:ext uri="{9D8B030D-6E8A-4147-A177-3AD203B41FA5}">
                      <a16:colId xmlns:a16="http://schemas.microsoft.com/office/drawing/2014/main" val="2548931203"/>
                    </a:ext>
                  </a:extLst>
                </a:gridCol>
                <a:gridCol w="3918856">
                  <a:extLst>
                    <a:ext uri="{9D8B030D-6E8A-4147-A177-3AD203B41FA5}">
                      <a16:colId xmlns:a16="http://schemas.microsoft.com/office/drawing/2014/main" val="1726075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参数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符号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单位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说明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058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极对数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电机磁极对数，决定换相和转速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325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相数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电机线圈相数，常见 </a:t>
                      </a:r>
                      <a:r>
                        <a:rPr lang="en-US" altLang="zh-CN"/>
                        <a:t>3 </a:t>
                      </a:r>
                      <a:r>
                        <a:rPr lang="zh-CN" altLang="en-US"/>
                        <a:t>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31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KV </a:t>
                      </a:r>
                      <a:r>
                        <a:rPr lang="zh-CN" altLang="en-US"/>
                        <a:t>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RPM/V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每伏电压理论产生的转速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054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额定电压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V_rated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电机安全连续供电电压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86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额定电流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I_rated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电机额定工作电流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830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转矩常数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N·m/A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每安电流能输出的转矩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175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最大转矩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T_max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N·m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电机允许的峰值转矩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47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最大功率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电机额定功率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122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00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88D9E-31F7-D91B-C580-C85BFEC3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选型案例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0F519092-346F-3FE4-F431-491850F79B4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89207543"/>
              </p:ext>
            </p:extLst>
          </p:nvPr>
        </p:nvGraphicFramePr>
        <p:xfrm>
          <a:off x="1040223" y="2092114"/>
          <a:ext cx="10600841" cy="1571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188FBF16-1F19-DBFB-F7E2-F069A8091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32" y="1348357"/>
            <a:ext cx="102761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例如：一架</a:t>
            </a:r>
            <a:r>
              <a:rPr lang="zh-CN" altLang="en-US" sz="1400" dirty="0"/>
              <a:t>无人机需要每个推进器提供 </a:t>
            </a:r>
            <a:r>
              <a:rPr lang="en-US" altLang="zh-CN" sz="1400" dirty="0"/>
              <a:t>500 g </a:t>
            </a:r>
            <a:r>
              <a:rPr lang="zh-CN" altLang="en-US" sz="1400" dirty="0"/>
              <a:t>推力，飞行速度快，要求轻量化、高速旋转。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5C8A4CE-A1C1-A634-173A-C87A46201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32" y="3732635"/>
            <a:ext cx="89983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推力 → 螺旋桨转速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根据螺旋桨性能（推力-转速曲线或经验公式），计算出实现 500 g 推力所需的转速。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螺旋桨转速 + 电池电压 → 电机 KV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KV = 转速 ÷ 电压，得到电机转速常数，决定每伏电压能提供的理论转速。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推力 → 电机扭矩 → 电机额定电流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根据螺旋桨半径和效率，将推力换算成电机扭矩 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利用电机转矩常数 Kt，计算额定工作电流 I = T / Kt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电池电压 → 电机额定电压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选额定电压与电源匹配，保证高效率和安全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确定相数与型号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三相 BLDC 通常最适合小型无人机，效率高、控制简单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925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5397</TotalTime>
  <Words>2699</Words>
  <Application>Microsoft Office PowerPoint</Application>
  <PresentationFormat>宽屏</PresentationFormat>
  <Paragraphs>201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Source Han Sans</vt:lpstr>
      <vt:lpstr>Source Han Sans CN Regular</vt:lpstr>
      <vt:lpstr>等线</vt:lpstr>
      <vt:lpstr>微软雅黑</vt:lpstr>
      <vt:lpstr>Arial</vt:lpstr>
      <vt:lpstr>Cambria Math</vt:lpstr>
      <vt:lpstr>Office 主题​​</vt:lpstr>
      <vt:lpstr>PowerPoint 演示文稿</vt:lpstr>
      <vt:lpstr>目录</vt:lpstr>
      <vt:lpstr>1. 极对数</vt:lpstr>
      <vt:lpstr>内转子BLDC电机内部拆解图</vt:lpstr>
      <vt:lpstr>2. 相数</vt:lpstr>
      <vt:lpstr>3. KV值</vt:lpstr>
      <vt:lpstr>4.额定电压/电流</vt:lpstr>
      <vt:lpstr>5. Kt值</vt:lpstr>
      <vt:lpstr>6. 常见的参数表格</vt:lpstr>
      <vt:lpstr>7. 选型案例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135</cp:revision>
  <dcterms:created xsi:type="dcterms:W3CDTF">2025-05-21T06:55:53Z</dcterms:created>
  <dcterms:modified xsi:type="dcterms:W3CDTF">2025-08-28T10:03:26Z</dcterms:modified>
</cp:coreProperties>
</file>