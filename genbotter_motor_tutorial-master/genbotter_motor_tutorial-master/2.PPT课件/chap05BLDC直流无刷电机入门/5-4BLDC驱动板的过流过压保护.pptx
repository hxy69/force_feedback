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9" r:id="rId2"/>
    <p:sldId id="799" r:id="rId3"/>
    <p:sldId id="802" r:id="rId4"/>
    <p:sldId id="803" r:id="rId5"/>
    <p:sldId id="804" r:id="rId6"/>
    <p:sldId id="28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FF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68F72B-E103-47A9-B9C8-B8CBCF11746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5EDC3C9-010E-4FBF-A2CC-21EDB86255A6}">
      <dgm:prSet/>
      <dgm:spPr/>
      <dgm:t>
        <a:bodyPr/>
        <a:lstStyle/>
        <a:p>
          <a:r>
            <a:rPr lang="en-US" altLang="zh-CN" dirty="0"/>
            <a:t>1. </a:t>
          </a:r>
          <a:r>
            <a:rPr lang="zh-CN" dirty="0"/>
            <a:t>电源部分</a:t>
          </a:r>
        </a:p>
      </dgm:t>
    </dgm:pt>
    <dgm:pt modelId="{E6DD79C9-5ACB-4640-B4DE-BF080031E1E5}" type="parTrans" cxnId="{531FD62E-12F9-4CDC-A5FD-6DFE9A23DE71}">
      <dgm:prSet/>
      <dgm:spPr/>
      <dgm:t>
        <a:bodyPr/>
        <a:lstStyle/>
        <a:p>
          <a:endParaRPr lang="zh-CN" altLang="en-US"/>
        </a:p>
      </dgm:t>
    </dgm:pt>
    <dgm:pt modelId="{E134A344-FDD2-4B8B-B809-6850ECC32B7E}" type="sibTrans" cxnId="{531FD62E-12F9-4CDC-A5FD-6DFE9A23DE71}">
      <dgm:prSet/>
      <dgm:spPr/>
      <dgm:t>
        <a:bodyPr/>
        <a:lstStyle/>
        <a:p>
          <a:endParaRPr lang="zh-CN" altLang="en-US"/>
        </a:p>
      </dgm:t>
    </dgm:pt>
    <dgm:pt modelId="{74918AA6-24F2-404E-A24D-E639F4C8EC22}">
      <dgm:prSet/>
      <dgm:spPr/>
      <dgm:t>
        <a:bodyPr/>
        <a:lstStyle/>
        <a:p>
          <a:r>
            <a:rPr lang="en-US" altLang="zh-CN" dirty="0"/>
            <a:t>2. </a:t>
          </a:r>
          <a:r>
            <a:rPr lang="zh-CN" dirty="0"/>
            <a:t>保护电路</a:t>
          </a:r>
        </a:p>
      </dgm:t>
    </dgm:pt>
    <dgm:pt modelId="{55E40243-9578-4749-9B8C-9044B8B9430F}" type="parTrans" cxnId="{56211D49-0456-419D-A7BD-A4E2A5644E0B}">
      <dgm:prSet/>
      <dgm:spPr/>
      <dgm:t>
        <a:bodyPr/>
        <a:lstStyle/>
        <a:p>
          <a:endParaRPr lang="zh-CN" altLang="en-US"/>
        </a:p>
      </dgm:t>
    </dgm:pt>
    <dgm:pt modelId="{611D2811-13F7-4222-B32B-3C4A706798E3}" type="sibTrans" cxnId="{56211D49-0456-419D-A7BD-A4E2A5644E0B}">
      <dgm:prSet/>
      <dgm:spPr/>
      <dgm:t>
        <a:bodyPr/>
        <a:lstStyle/>
        <a:p>
          <a:endParaRPr lang="zh-CN" altLang="en-US"/>
        </a:p>
      </dgm:t>
    </dgm:pt>
    <dgm:pt modelId="{61A236F1-1750-40CD-AC8A-0B5EE666C52A}">
      <dgm:prSet/>
      <dgm:spPr/>
      <dgm:t>
        <a:bodyPr/>
        <a:lstStyle/>
        <a:p>
          <a:r>
            <a:rPr lang="en-US" altLang="zh-CN" dirty="0"/>
            <a:t>3. </a:t>
          </a:r>
          <a:r>
            <a:rPr lang="zh-CN" dirty="0"/>
            <a:t>三相驱动信号的产生方式</a:t>
          </a:r>
        </a:p>
      </dgm:t>
    </dgm:pt>
    <dgm:pt modelId="{F380456E-06BE-419E-9747-246B4C640625}" type="parTrans" cxnId="{C47B5CFC-8731-4DCF-997E-F7BE6E248DB1}">
      <dgm:prSet/>
      <dgm:spPr/>
      <dgm:t>
        <a:bodyPr/>
        <a:lstStyle/>
        <a:p>
          <a:endParaRPr lang="zh-CN" altLang="en-US"/>
        </a:p>
      </dgm:t>
    </dgm:pt>
    <dgm:pt modelId="{E953ED03-F798-4EF0-BFD4-BFA470603D2E}" type="sibTrans" cxnId="{C47B5CFC-8731-4DCF-997E-F7BE6E248DB1}">
      <dgm:prSet/>
      <dgm:spPr/>
      <dgm:t>
        <a:bodyPr/>
        <a:lstStyle/>
        <a:p>
          <a:endParaRPr lang="zh-CN" altLang="en-US"/>
        </a:p>
      </dgm:t>
    </dgm:pt>
    <dgm:pt modelId="{54BA8F8F-1608-416C-B609-936269D3E9A2}">
      <dgm:prSet/>
      <dgm:spPr/>
      <dgm:t>
        <a:bodyPr/>
        <a:lstStyle/>
        <a:p>
          <a:r>
            <a:rPr lang="zh-CN" dirty="0"/>
            <a:t>供电电压、滤波、电容</a:t>
          </a:r>
        </a:p>
      </dgm:t>
    </dgm:pt>
    <dgm:pt modelId="{2FB4C2CC-9FB3-41AA-B9B3-C161C99328C8}" type="parTrans" cxnId="{A4F65CB1-21DC-4FF9-A794-091230DC3EFB}">
      <dgm:prSet/>
      <dgm:spPr/>
      <dgm:t>
        <a:bodyPr/>
        <a:lstStyle/>
        <a:p>
          <a:endParaRPr lang="zh-CN" altLang="en-US"/>
        </a:p>
      </dgm:t>
    </dgm:pt>
    <dgm:pt modelId="{5AA0EEA8-7A71-46AA-8963-2699119752EB}" type="sibTrans" cxnId="{A4F65CB1-21DC-4FF9-A794-091230DC3EFB}">
      <dgm:prSet/>
      <dgm:spPr/>
      <dgm:t>
        <a:bodyPr/>
        <a:lstStyle/>
        <a:p>
          <a:endParaRPr lang="zh-CN" altLang="en-US"/>
        </a:p>
      </dgm:t>
    </dgm:pt>
    <dgm:pt modelId="{FFC79DF7-1408-4889-82FF-E5A63AFC891F}">
      <dgm:prSet/>
      <dgm:spPr/>
      <dgm:t>
        <a:bodyPr/>
        <a:lstStyle/>
        <a:p>
          <a:r>
            <a:rPr lang="zh-CN" dirty="0"/>
            <a:t>过流、过压、短路保护</a:t>
          </a:r>
        </a:p>
      </dgm:t>
    </dgm:pt>
    <dgm:pt modelId="{739A4A04-5168-4FC3-B4C9-4A89CBA052A1}" type="parTrans" cxnId="{834C9461-6D2B-4E7A-A1D4-F8490E2B2BD6}">
      <dgm:prSet/>
      <dgm:spPr/>
      <dgm:t>
        <a:bodyPr/>
        <a:lstStyle/>
        <a:p>
          <a:endParaRPr lang="zh-CN" altLang="en-US"/>
        </a:p>
      </dgm:t>
    </dgm:pt>
    <dgm:pt modelId="{7DE02AA4-173C-4C70-B810-5A55CCA2D93B}" type="sibTrans" cxnId="{834C9461-6D2B-4E7A-A1D4-F8490E2B2BD6}">
      <dgm:prSet/>
      <dgm:spPr/>
      <dgm:t>
        <a:bodyPr/>
        <a:lstStyle/>
        <a:p>
          <a:endParaRPr lang="zh-CN" altLang="en-US"/>
        </a:p>
      </dgm:t>
    </dgm:pt>
    <dgm:pt modelId="{986045F2-C210-4C3E-8DFF-18C7CE37D323}">
      <dgm:prSet/>
      <dgm:spPr/>
      <dgm:t>
        <a:bodyPr/>
        <a:lstStyle/>
        <a:p>
          <a:r>
            <a:rPr lang="en-US" dirty="0"/>
            <a:t>PWM</a:t>
          </a:r>
          <a:r>
            <a:rPr lang="zh-CN" dirty="0"/>
            <a:t>调制</a:t>
          </a:r>
        </a:p>
      </dgm:t>
    </dgm:pt>
    <dgm:pt modelId="{21F096C7-967A-4709-ADEB-40D034DDF52F}" type="parTrans" cxnId="{59872BB7-B424-45EC-84F1-371DA021474E}">
      <dgm:prSet/>
      <dgm:spPr/>
      <dgm:t>
        <a:bodyPr/>
        <a:lstStyle/>
        <a:p>
          <a:endParaRPr lang="zh-CN" altLang="en-US"/>
        </a:p>
      </dgm:t>
    </dgm:pt>
    <dgm:pt modelId="{40829D4E-5340-48E1-B629-E3B7448FBCFF}" type="sibTrans" cxnId="{59872BB7-B424-45EC-84F1-371DA021474E}">
      <dgm:prSet/>
      <dgm:spPr/>
      <dgm:t>
        <a:bodyPr/>
        <a:lstStyle/>
        <a:p>
          <a:endParaRPr lang="zh-CN" altLang="en-US"/>
        </a:p>
      </dgm:t>
    </dgm:pt>
    <dgm:pt modelId="{EF0D2A5C-4E9F-471C-BF1A-DC1339F472F1}" type="pres">
      <dgm:prSet presAssocID="{CE68F72B-E103-47A9-B9C8-B8CBCF11746A}" presName="linear" presStyleCnt="0">
        <dgm:presLayoutVars>
          <dgm:dir/>
          <dgm:animLvl val="lvl"/>
          <dgm:resizeHandles val="exact"/>
        </dgm:presLayoutVars>
      </dgm:prSet>
      <dgm:spPr/>
    </dgm:pt>
    <dgm:pt modelId="{3330A16D-8EDA-4157-8101-E1204D7CFA63}" type="pres">
      <dgm:prSet presAssocID="{C5EDC3C9-010E-4FBF-A2CC-21EDB86255A6}" presName="parentLin" presStyleCnt="0"/>
      <dgm:spPr/>
    </dgm:pt>
    <dgm:pt modelId="{E1A6E997-A6CE-459B-A3D8-420255EB4938}" type="pres">
      <dgm:prSet presAssocID="{C5EDC3C9-010E-4FBF-A2CC-21EDB86255A6}" presName="parentLeftMargin" presStyleLbl="node1" presStyleIdx="0" presStyleCnt="3"/>
      <dgm:spPr/>
    </dgm:pt>
    <dgm:pt modelId="{E7628CC5-3F63-4D3A-9B04-E2736D24C03B}" type="pres">
      <dgm:prSet presAssocID="{C5EDC3C9-010E-4FBF-A2CC-21EDB86255A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E8A9D67-F2F4-41EA-86A6-E9BB7EB6100E}" type="pres">
      <dgm:prSet presAssocID="{C5EDC3C9-010E-4FBF-A2CC-21EDB86255A6}" presName="negativeSpace" presStyleCnt="0"/>
      <dgm:spPr/>
    </dgm:pt>
    <dgm:pt modelId="{9DD72BDF-5D4D-4EED-870F-20B46B9394EB}" type="pres">
      <dgm:prSet presAssocID="{C5EDC3C9-010E-4FBF-A2CC-21EDB86255A6}" presName="childText" presStyleLbl="conFgAcc1" presStyleIdx="0" presStyleCnt="3">
        <dgm:presLayoutVars>
          <dgm:bulletEnabled val="1"/>
        </dgm:presLayoutVars>
      </dgm:prSet>
      <dgm:spPr/>
    </dgm:pt>
    <dgm:pt modelId="{2717BDDF-A10A-4E61-82FD-CA2D4904DB35}" type="pres">
      <dgm:prSet presAssocID="{E134A344-FDD2-4B8B-B809-6850ECC32B7E}" presName="spaceBetweenRectangles" presStyleCnt="0"/>
      <dgm:spPr/>
    </dgm:pt>
    <dgm:pt modelId="{10D4F0D6-221A-4403-9FE4-5C64FD09C214}" type="pres">
      <dgm:prSet presAssocID="{74918AA6-24F2-404E-A24D-E639F4C8EC22}" presName="parentLin" presStyleCnt="0"/>
      <dgm:spPr/>
    </dgm:pt>
    <dgm:pt modelId="{1956FCDF-2972-4230-86F2-DAB936A3CAEA}" type="pres">
      <dgm:prSet presAssocID="{74918AA6-24F2-404E-A24D-E639F4C8EC22}" presName="parentLeftMargin" presStyleLbl="node1" presStyleIdx="0" presStyleCnt="3"/>
      <dgm:spPr/>
    </dgm:pt>
    <dgm:pt modelId="{923EA7EA-FC13-48E7-A661-56B91F5F23F1}" type="pres">
      <dgm:prSet presAssocID="{74918AA6-24F2-404E-A24D-E639F4C8EC2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F46A60-DE94-4EC6-A7C0-8BEB0AC24451}" type="pres">
      <dgm:prSet presAssocID="{74918AA6-24F2-404E-A24D-E639F4C8EC22}" presName="negativeSpace" presStyleCnt="0"/>
      <dgm:spPr/>
    </dgm:pt>
    <dgm:pt modelId="{C0592E76-136A-4D7E-8649-FF4925495DEC}" type="pres">
      <dgm:prSet presAssocID="{74918AA6-24F2-404E-A24D-E639F4C8EC22}" presName="childText" presStyleLbl="conFgAcc1" presStyleIdx="1" presStyleCnt="3">
        <dgm:presLayoutVars>
          <dgm:bulletEnabled val="1"/>
        </dgm:presLayoutVars>
      </dgm:prSet>
      <dgm:spPr/>
    </dgm:pt>
    <dgm:pt modelId="{E3B569E1-1E28-431A-AD4E-A169DA337CF4}" type="pres">
      <dgm:prSet presAssocID="{611D2811-13F7-4222-B32B-3C4A706798E3}" presName="spaceBetweenRectangles" presStyleCnt="0"/>
      <dgm:spPr/>
    </dgm:pt>
    <dgm:pt modelId="{045D1207-FA16-45EB-B310-BB8F404F7C7F}" type="pres">
      <dgm:prSet presAssocID="{61A236F1-1750-40CD-AC8A-0B5EE666C52A}" presName="parentLin" presStyleCnt="0"/>
      <dgm:spPr/>
    </dgm:pt>
    <dgm:pt modelId="{0D086F77-5308-49D3-B0F4-2842AAC756D8}" type="pres">
      <dgm:prSet presAssocID="{61A236F1-1750-40CD-AC8A-0B5EE666C52A}" presName="parentLeftMargin" presStyleLbl="node1" presStyleIdx="1" presStyleCnt="3"/>
      <dgm:spPr/>
    </dgm:pt>
    <dgm:pt modelId="{C3AC4964-CCA2-4E2A-BF5A-BC19B359A4AB}" type="pres">
      <dgm:prSet presAssocID="{61A236F1-1750-40CD-AC8A-0B5EE666C52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166DB59-67B8-455A-B4CA-2AE0CA36C1A0}" type="pres">
      <dgm:prSet presAssocID="{61A236F1-1750-40CD-AC8A-0B5EE666C52A}" presName="negativeSpace" presStyleCnt="0"/>
      <dgm:spPr/>
    </dgm:pt>
    <dgm:pt modelId="{ABE5F508-9AEA-40F4-A47B-E821F3E1027F}" type="pres">
      <dgm:prSet presAssocID="{61A236F1-1750-40CD-AC8A-0B5EE666C52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31FD62E-12F9-4CDC-A5FD-6DFE9A23DE71}" srcId="{CE68F72B-E103-47A9-B9C8-B8CBCF11746A}" destId="{C5EDC3C9-010E-4FBF-A2CC-21EDB86255A6}" srcOrd="0" destOrd="0" parTransId="{E6DD79C9-5ACB-4640-B4DE-BF080031E1E5}" sibTransId="{E134A344-FDD2-4B8B-B809-6850ECC32B7E}"/>
    <dgm:cxn modelId="{ABFA5031-7175-4D25-ADFA-9305736CDAB2}" type="presOf" srcId="{986045F2-C210-4C3E-8DFF-18C7CE37D323}" destId="{ABE5F508-9AEA-40F4-A47B-E821F3E1027F}" srcOrd="0" destOrd="0" presId="urn:microsoft.com/office/officeart/2005/8/layout/list1"/>
    <dgm:cxn modelId="{F018085E-8FDC-4B5E-8328-9D25B950248C}" type="presOf" srcId="{61A236F1-1750-40CD-AC8A-0B5EE666C52A}" destId="{C3AC4964-CCA2-4E2A-BF5A-BC19B359A4AB}" srcOrd="1" destOrd="0" presId="urn:microsoft.com/office/officeart/2005/8/layout/list1"/>
    <dgm:cxn modelId="{834C9461-6D2B-4E7A-A1D4-F8490E2B2BD6}" srcId="{74918AA6-24F2-404E-A24D-E639F4C8EC22}" destId="{FFC79DF7-1408-4889-82FF-E5A63AFC891F}" srcOrd="0" destOrd="0" parTransId="{739A4A04-5168-4FC3-B4C9-4A89CBA052A1}" sibTransId="{7DE02AA4-173C-4C70-B810-5A55CCA2D93B}"/>
    <dgm:cxn modelId="{56211D49-0456-419D-A7BD-A4E2A5644E0B}" srcId="{CE68F72B-E103-47A9-B9C8-B8CBCF11746A}" destId="{74918AA6-24F2-404E-A24D-E639F4C8EC22}" srcOrd="1" destOrd="0" parTransId="{55E40243-9578-4749-9B8C-9044B8B9430F}" sibTransId="{611D2811-13F7-4222-B32B-3C4A706798E3}"/>
    <dgm:cxn modelId="{7F8F3654-4807-41E4-A4A0-CD86D09A33C3}" type="presOf" srcId="{C5EDC3C9-010E-4FBF-A2CC-21EDB86255A6}" destId="{E1A6E997-A6CE-459B-A3D8-420255EB4938}" srcOrd="0" destOrd="0" presId="urn:microsoft.com/office/officeart/2005/8/layout/list1"/>
    <dgm:cxn modelId="{3DA4B477-5978-47F5-99BE-BDA8D10B599E}" type="presOf" srcId="{CE68F72B-E103-47A9-B9C8-B8CBCF11746A}" destId="{EF0D2A5C-4E9F-471C-BF1A-DC1339F472F1}" srcOrd="0" destOrd="0" presId="urn:microsoft.com/office/officeart/2005/8/layout/list1"/>
    <dgm:cxn modelId="{438AA858-F3A6-467A-84B2-CB8812CAA0F0}" type="presOf" srcId="{C5EDC3C9-010E-4FBF-A2CC-21EDB86255A6}" destId="{E7628CC5-3F63-4D3A-9B04-E2736D24C03B}" srcOrd="1" destOrd="0" presId="urn:microsoft.com/office/officeart/2005/8/layout/list1"/>
    <dgm:cxn modelId="{C03F658F-34E6-4AD2-8231-1478ED39F8EB}" type="presOf" srcId="{74918AA6-24F2-404E-A24D-E639F4C8EC22}" destId="{1956FCDF-2972-4230-86F2-DAB936A3CAEA}" srcOrd="0" destOrd="0" presId="urn:microsoft.com/office/officeart/2005/8/layout/list1"/>
    <dgm:cxn modelId="{A4F65CB1-21DC-4FF9-A794-091230DC3EFB}" srcId="{C5EDC3C9-010E-4FBF-A2CC-21EDB86255A6}" destId="{54BA8F8F-1608-416C-B609-936269D3E9A2}" srcOrd="0" destOrd="0" parTransId="{2FB4C2CC-9FB3-41AA-B9B3-C161C99328C8}" sibTransId="{5AA0EEA8-7A71-46AA-8963-2699119752EB}"/>
    <dgm:cxn modelId="{59872BB7-B424-45EC-84F1-371DA021474E}" srcId="{61A236F1-1750-40CD-AC8A-0B5EE666C52A}" destId="{986045F2-C210-4C3E-8DFF-18C7CE37D323}" srcOrd="0" destOrd="0" parTransId="{21F096C7-967A-4709-ADEB-40D034DDF52F}" sibTransId="{40829D4E-5340-48E1-B629-E3B7448FBCFF}"/>
    <dgm:cxn modelId="{5EEFD9BA-DB6F-49C1-B21D-FA89B735813F}" type="presOf" srcId="{FFC79DF7-1408-4889-82FF-E5A63AFC891F}" destId="{C0592E76-136A-4D7E-8649-FF4925495DEC}" srcOrd="0" destOrd="0" presId="urn:microsoft.com/office/officeart/2005/8/layout/list1"/>
    <dgm:cxn modelId="{625DAFBB-B1E7-4939-9023-F4025F19EE2B}" type="presOf" srcId="{61A236F1-1750-40CD-AC8A-0B5EE666C52A}" destId="{0D086F77-5308-49D3-B0F4-2842AAC756D8}" srcOrd="0" destOrd="0" presId="urn:microsoft.com/office/officeart/2005/8/layout/list1"/>
    <dgm:cxn modelId="{58AB2CBD-DFBE-4080-B45E-4D46D140F91D}" type="presOf" srcId="{54BA8F8F-1608-416C-B609-936269D3E9A2}" destId="{9DD72BDF-5D4D-4EED-870F-20B46B9394EB}" srcOrd="0" destOrd="0" presId="urn:microsoft.com/office/officeart/2005/8/layout/list1"/>
    <dgm:cxn modelId="{EBC578CF-D615-49AA-AD2B-43F9FE7999A1}" type="presOf" srcId="{74918AA6-24F2-404E-A24D-E639F4C8EC22}" destId="{923EA7EA-FC13-48E7-A661-56B91F5F23F1}" srcOrd="1" destOrd="0" presId="urn:microsoft.com/office/officeart/2005/8/layout/list1"/>
    <dgm:cxn modelId="{C47B5CFC-8731-4DCF-997E-F7BE6E248DB1}" srcId="{CE68F72B-E103-47A9-B9C8-B8CBCF11746A}" destId="{61A236F1-1750-40CD-AC8A-0B5EE666C52A}" srcOrd="2" destOrd="0" parTransId="{F380456E-06BE-419E-9747-246B4C640625}" sibTransId="{E953ED03-F798-4EF0-BFD4-BFA470603D2E}"/>
    <dgm:cxn modelId="{F08AACC7-03D0-4AF3-9522-26EF0302757C}" type="presParOf" srcId="{EF0D2A5C-4E9F-471C-BF1A-DC1339F472F1}" destId="{3330A16D-8EDA-4157-8101-E1204D7CFA63}" srcOrd="0" destOrd="0" presId="urn:microsoft.com/office/officeart/2005/8/layout/list1"/>
    <dgm:cxn modelId="{17C4C58F-327A-443F-8BE4-F87002F071B1}" type="presParOf" srcId="{3330A16D-8EDA-4157-8101-E1204D7CFA63}" destId="{E1A6E997-A6CE-459B-A3D8-420255EB4938}" srcOrd="0" destOrd="0" presId="urn:microsoft.com/office/officeart/2005/8/layout/list1"/>
    <dgm:cxn modelId="{3F0D93D2-C207-47E4-B3B0-2621D9EB55D1}" type="presParOf" srcId="{3330A16D-8EDA-4157-8101-E1204D7CFA63}" destId="{E7628CC5-3F63-4D3A-9B04-E2736D24C03B}" srcOrd="1" destOrd="0" presId="urn:microsoft.com/office/officeart/2005/8/layout/list1"/>
    <dgm:cxn modelId="{08219877-4509-49D0-8A67-45BC0DE19598}" type="presParOf" srcId="{EF0D2A5C-4E9F-471C-BF1A-DC1339F472F1}" destId="{4E8A9D67-F2F4-41EA-86A6-E9BB7EB6100E}" srcOrd="1" destOrd="0" presId="urn:microsoft.com/office/officeart/2005/8/layout/list1"/>
    <dgm:cxn modelId="{BB9B352E-B535-44A7-B98A-7EC6FA6AD897}" type="presParOf" srcId="{EF0D2A5C-4E9F-471C-BF1A-DC1339F472F1}" destId="{9DD72BDF-5D4D-4EED-870F-20B46B9394EB}" srcOrd="2" destOrd="0" presId="urn:microsoft.com/office/officeart/2005/8/layout/list1"/>
    <dgm:cxn modelId="{8DE9F56C-A69F-4371-AC22-8CB93EE9D887}" type="presParOf" srcId="{EF0D2A5C-4E9F-471C-BF1A-DC1339F472F1}" destId="{2717BDDF-A10A-4E61-82FD-CA2D4904DB35}" srcOrd="3" destOrd="0" presId="urn:microsoft.com/office/officeart/2005/8/layout/list1"/>
    <dgm:cxn modelId="{C89057BC-7B78-4575-9BBC-E73C3B70CD7D}" type="presParOf" srcId="{EF0D2A5C-4E9F-471C-BF1A-DC1339F472F1}" destId="{10D4F0D6-221A-4403-9FE4-5C64FD09C214}" srcOrd="4" destOrd="0" presId="urn:microsoft.com/office/officeart/2005/8/layout/list1"/>
    <dgm:cxn modelId="{2D95CA0F-9FDD-4BEB-94C7-FA5B1D561833}" type="presParOf" srcId="{10D4F0D6-221A-4403-9FE4-5C64FD09C214}" destId="{1956FCDF-2972-4230-86F2-DAB936A3CAEA}" srcOrd="0" destOrd="0" presId="urn:microsoft.com/office/officeart/2005/8/layout/list1"/>
    <dgm:cxn modelId="{A28824C3-B9F6-4CDB-A46F-06159C317B23}" type="presParOf" srcId="{10D4F0D6-221A-4403-9FE4-5C64FD09C214}" destId="{923EA7EA-FC13-48E7-A661-56B91F5F23F1}" srcOrd="1" destOrd="0" presId="urn:microsoft.com/office/officeart/2005/8/layout/list1"/>
    <dgm:cxn modelId="{2B4D55C4-B8FB-4631-811E-7785C1B80C2A}" type="presParOf" srcId="{EF0D2A5C-4E9F-471C-BF1A-DC1339F472F1}" destId="{89F46A60-DE94-4EC6-A7C0-8BEB0AC24451}" srcOrd="5" destOrd="0" presId="urn:microsoft.com/office/officeart/2005/8/layout/list1"/>
    <dgm:cxn modelId="{AC2BB9E7-3071-44C6-9543-26A70351E4BF}" type="presParOf" srcId="{EF0D2A5C-4E9F-471C-BF1A-DC1339F472F1}" destId="{C0592E76-136A-4D7E-8649-FF4925495DEC}" srcOrd="6" destOrd="0" presId="urn:microsoft.com/office/officeart/2005/8/layout/list1"/>
    <dgm:cxn modelId="{EA082095-EE7F-465A-B14E-B81BDF67F6CB}" type="presParOf" srcId="{EF0D2A5C-4E9F-471C-BF1A-DC1339F472F1}" destId="{E3B569E1-1E28-431A-AD4E-A169DA337CF4}" srcOrd="7" destOrd="0" presId="urn:microsoft.com/office/officeart/2005/8/layout/list1"/>
    <dgm:cxn modelId="{3E280313-2F7D-4FDF-BF7F-F78F9D4472C2}" type="presParOf" srcId="{EF0D2A5C-4E9F-471C-BF1A-DC1339F472F1}" destId="{045D1207-FA16-45EB-B310-BB8F404F7C7F}" srcOrd="8" destOrd="0" presId="urn:microsoft.com/office/officeart/2005/8/layout/list1"/>
    <dgm:cxn modelId="{05325934-F4E9-4124-B81D-AE5EF331879A}" type="presParOf" srcId="{045D1207-FA16-45EB-B310-BB8F404F7C7F}" destId="{0D086F77-5308-49D3-B0F4-2842AAC756D8}" srcOrd="0" destOrd="0" presId="urn:microsoft.com/office/officeart/2005/8/layout/list1"/>
    <dgm:cxn modelId="{5C738A33-D886-4C01-AC14-0B4A04D85732}" type="presParOf" srcId="{045D1207-FA16-45EB-B310-BB8F404F7C7F}" destId="{C3AC4964-CCA2-4E2A-BF5A-BC19B359A4AB}" srcOrd="1" destOrd="0" presId="urn:microsoft.com/office/officeart/2005/8/layout/list1"/>
    <dgm:cxn modelId="{A3D01330-58F6-4C0F-B6D8-054DBF45393C}" type="presParOf" srcId="{EF0D2A5C-4E9F-471C-BF1A-DC1339F472F1}" destId="{E166DB59-67B8-455A-B4CA-2AE0CA36C1A0}" srcOrd="9" destOrd="0" presId="urn:microsoft.com/office/officeart/2005/8/layout/list1"/>
    <dgm:cxn modelId="{19C04E94-FBD2-4B8F-8E0D-EA1BA4121431}" type="presParOf" srcId="{EF0D2A5C-4E9F-471C-BF1A-DC1339F472F1}" destId="{ABE5F508-9AEA-40F4-A47B-E821F3E1027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D72BDF-5D4D-4EED-870F-20B46B9394EB}">
      <dsp:nvSpPr>
        <dsp:cNvPr id="0" name=""/>
        <dsp:cNvSpPr/>
      </dsp:nvSpPr>
      <dsp:spPr>
        <a:xfrm>
          <a:off x="0" y="462587"/>
          <a:ext cx="10688441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83184" rIns="82954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800" kern="1200" dirty="0"/>
            <a:t>供电电压、滤波、电容</a:t>
          </a:r>
        </a:p>
      </dsp:txBody>
      <dsp:txXfrm>
        <a:off x="0" y="462587"/>
        <a:ext cx="10688441" cy="1234800"/>
      </dsp:txXfrm>
    </dsp:sp>
    <dsp:sp modelId="{E7628CC5-3F63-4D3A-9B04-E2736D24C03B}">
      <dsp:nvSpPr>
        <dsp:cNvPr id="0" name=""/>
        <dsp:cNvSpPr/>
      </dsp:nvSpPr>
      <dsp:spPr>
        <a:xfrm>
          <a:off x="534422" y="49307"/>
          <a:ext cx="7481908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1. </a:t>
          </a:r>
          <a:r>
            <a:rPr lang="zh-CN" sz="2800" kern="1200" dirty="0"/>
            <a:t>电源部分</a:t>
          </a:r>
        </a:p>
      </dsp:txBody>
      <dsp:txXfrm>
        <a:off x="574771" y="89656"/>
        <a:ext cx="7401210" cy="745862"/>
      </dsp:txXfrm>
    </dsp:sp>
    <dsp:sp modelId="{C0592E76-136A-4D7E-8649-FF4925495DEC}">
      <dsp:nvSpPr>
        <dsp:cNvPr id="0" name=""/>
        <dsp:cNvSpPr/>
      </dsp:nvSpPr>
      <dsp:spPr>
        <a:xfrm>
          <a:off x="0" y="2261867"/>
          <a:ext cx="10688441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83184" rIns="82954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800" kern="1200" dirty="0"/>
            <a:t>过流、过压、短路保护</a:t>
          </a:r>
        </a:p>
      </dsp:txBody>
      <dsp:txXfrm>
        <a:off x="0" y="2261867"/>
        <a:ext cx="10688441" cy="1234800"/>
      </dsp:txXfrm>
    </dsp:sp>
    <dsp:sp modelId="{923EA7EA-FC13-48E7-A661-56B91F5F23F1}">
      <dsp:nvSpPr>
        <dsp:cNvPr id="0" name=""/>
        <dsp:cNvSpPr/>
      </dsp:nvSpPr>
      <dsp:spPr>
        <a:xfrm>
          <a:off x="534422" y="1848587"/>
          <a:ext cx="7481908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2. </a:t>
          </a:r>
          <a:r>
            <a:rPr lang="zh-CN" sz="2800" kern="1200" dirty="0"/>
            <a:t>保护电路</a:t>
          </a:r>
        </a:p>
      </dsp:txBody>
      <dsp:txXfrm>
        <a:off x="574771" y="1888936"/>
        <a:ext cx="7401210" cy="745862"/>
      </dsp:txXfrm>
    </dsp:sp>
    <dsp:sp modelId="{ABE5F508-9AEA-40F4-A47B-E821F3E1027F}">
      <dsp:nvSpPr>
        <dsp:cNvPr id="0" name=""/>
        <dsp:cNvSpPr/>
      </dsp:nvSpPr>
      <dsp:spPr>
        <a:xfrm>
          <a:off x="0" y="4061147"/>
          <a:ext cx="10688441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83184" rIns="82954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PWM</a:t>
          </a:r>
          <a:r>
            <a:rPr lang="zh-CN" sz="2800" kern="1200" dirty="0"/>
            <a:t>调制</a:t>
          </a:r>
        </a:p>
      </dsp:txBody>
      <dsp:txXfrm>
        <a:off x="0" y="4061147"/>
        <a:ext cx="10688441" cy="1234800"/>
      </dsp:txXfrm>
    </dsp:sp>
    <dsp:sp modelId="{C3AC4964-CCA2-4E2A-BF5A-BC19B359A4AB}">
      <dsp:nvSpPr>
        <dsp:cNvPr id="0" name=""/>
        <dsp:cNvSpPr/>
      </dsp:nvSpPr>
      <dsp:spPr>
        <a:xfrm>
          <a:off x="534422" y="3647867"/>
          <a:ext cx="7481908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3. </a:t>
          </a:r>
          <a:r>
            <a:rPr lang="zh-CN" sz="2800" kern="1200" dirty="0"/>
            <a:t>三相驱动信号的产生方式</a:t>
          </a:r>
        </a:p>
      </dsp:txBody>
      <dsp:txXfrm>
        <a:off x="574771" y="3688216"/>
        <a:ext cx="7401210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20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18518" y="4841733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4645216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过流保护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【05-04】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B48303-D1E8-62AA-F672-674819AD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6954732" y="2239385"/>
            <a:ext cx="2740564" cy="19931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4F92DA5-8D32-5D50-5C3E-8B64F43B1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" t="2890" r="13453" b="207"/>
          <a:stretch>
            <a:fillRect/>
          </a:stretch>
        </p:blipFill>
        <p:spPr>
          <a:xfrm>
            <a:off x="6107869" y="1883520"/>
            <a:ext cx="1174915" cy="872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782C-1284-81FB-1CB2-9DDCB957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DDFB14-0C9E-E66B-3FB6-874C4B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097925" cy="390527"/>
          </a:xfrm>
        </p:spPr>
        <p:txBody>
          <a:bodyPr/>
          <a:lstStyle/>
          <a:p>
            <a:r>
              <a:rPr lang="zh-CN" altLang="en-US" sz="3200" dirty="0"/>
              <a:t>目录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0E2ED1F3-A677-5884-25BC-D383AD41305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642147350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3485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5D449F-D6C3-2875-9C86-68533B3CE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电源部分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D3E7FA-A317-EB74-664D-CE24045E3BBC}"/>
              </a:ext>
            </a:extLst>
          </p:cNvPr>
          <p:cNvSpPr txBox="1"/>
          <p:nvPr/>
        </p:nvSpPr>
        <p:spPr>
          <a:xfrm>
            <a:off x="792479" y="1148583"/>
            <a:ext cx="9892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为驱动电路提供稳定、洁净的直流供电电源，是电机运行的动力基础。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E0D8A3-5B26-EA37-D95B-51842EF1F027}"/>
              </a:ext>
            </a:extLst>
          </p:cNvPr>
          <p:cNvSpPr txBox="1"/>
          <p:nvPr/>
        </p:nvSpPr>
        <p:spPr>
          <a:xfrm>
            <a:off x="84682" y="1744422"/>
            <a:ext cx="6359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 latinLnBrk="1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var(--hy-font-family)"/>
              </a:rPr>
              <a:t>电源输入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​：明确额定工作电压范围（如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var(--hy-font-family)"/>
              </a:rPr>
              <a:t>12V/24V/48V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）。</a:t>
            </a:r>
          </a:p>
          <a:p>
            <a:pPr algn="l" fontAlgn="base" latinLnBrk="1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var(--hy-font-family)"/>
              </a:rPr>
              <a:t>​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var(--hy-font-family)"/>
              </a:rPr>
              <a:t>滤波电容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​：是</a:t>
            </a:r>
            <a:r>
              <a:rPr lang="zh-CN" altLang="en-US" dirty="0">
                <a:solidFill>
                  <a:srgbClr val="000000"/>
                </a:solidFill>
                <a:latin typeface="var(--hy-font-family)"/>
              </a:rPr>
              <a:t>电源模块的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重中之重。</a:t>
            </a:r>
          </a:p>
          <a:p>
            <a:pPr algn="l" fontAlgn="base" latinLnBrk="1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var(--hy-font-family)"/>
              </a:rPr>
              <a:t>​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var(--hy-font-family)"/>
              </a:rPr>
              <a:t>稳压电路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​：可能需要使用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var(--hy-font-family)"/>
              </a:rPr>
              <a:t>LDO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或开关稳压芯片。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570A002-D249-3FE7-5B0A-242386E5E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3014"/>
            <a:ext cx="12192000" cy="346653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FC1BDDF-C35C-91AC-F7D7-D6462ADB7825}"/>
              </a:ext>
            </a:extLst>
          </p:cNvPr>
          <p:cNvSpPr txBox="1"/>
          <p:nvPr/>
        </p:nvSpPr>
        <p:spPr>
          <a:xfrm>
            <a:off x="3264512" y="5709417"/>
            <a:ext cx="1368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  <a:r>
              <a:rPr lang="en-US" altLang="zh-CN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DC-DC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A311F8-6F01-4A42-E223-EA3B5824C13E}"/>
              </a:ext>
            </a:extLst>
          </p:cNvPr>
          <p:cNvSpPr txBox="1"/>
          <p:nvPr/>
        </p:nvSpPr>
        <p:spPr>
          <a:xfrm>
            <a:off x="8995953" y="2667752"/>
            <a:ext cx="627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LDO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1978A0-61AB-7C1D-FC6B-7F6962FFFDB6}"/>
              </a:ext>
            </a:extLst>
          </p:cNvPr>
          <p:cNvSpPr txBox="1"/>
          <p:nvPr/>
        </p:nvSpPr>
        <p:spPr>
          <a:xfrm>
            <a:off x="10229074" y="6221595"/>
            <a:ext cx="1454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DC-DC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DA82064-5302-13A9-B53A-4C8837DDC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461" y="1137425"/>
            <a:ext cx="2481944" cy="121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2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F67B05-A4FD-6A22-4597-04DF6DE7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保护电路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1C286C-7015-BEDE-7654-E5AF3CEC7C53}"/>
              </a:ext>
            </a:extLst>
          </p:cNvPr>
          <p:cNvSpPr txBox="1"/>
          <p:nvPr/>
        </p:nvSpPr>
        <p:spPr>
          <a:xfrm>
            <a:off x="773809" y="1014285"/>
            <a:ext cx="10937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保护价格昂贵的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MOSFET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和电机，防止意外损坏，提高系统可靠性。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70DAA1-E0F3-4168-775D-0A793FACC86E}"/>
              </a:ext>
            </a:extLst>
          </p:cNvPr>
          <p:cNvSpPr txBox="1"/>
          <p:nvPr/>
        </p:nvSpPr>
        <p:spPr>
          <a:xfrm>
            <a:off x="773809" y="1482887"/>
            <a:ext cx="106443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 latinLnBrk="1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​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var(--hy-font-family)"/>
              </a:rPr>
              <a:t>过流保护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​：最关键的保护。检测电流，通过比较器或运放电路，在电流超标时快速关闭驱动。</a:t>
            </a:r>
          </a:p>
          <a:p>
            <a:pPr algn="l" fontAlgn="base" latinLnBrk="1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var(--hy-font-family)"/>
              </a:rPr>
              <a:t>过压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var(--hy-font-family)"/>
              </a:rPr>
              <a:t>/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var(--hy-font-family)"/>
              </a:rPr>
              <a:t>欠压保护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​：监控电源电压，防止电压过高损坏元件或电压过低导致逻辑错误。</a:t>
            </a:r>
          </a:p>
          <a:p>
            <a:pPr algn="l" fontAlgn="base" latinLnBrk="1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var(--hy-font-family)"/>
              </a:rPr>
              <a:t>​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var(--hy-font-family)"/>
              </a:rPr>
              <a:t>短路保护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​：是过流保护的一种极端情况，但响应速度要求更高。</a:t>
            </a:r>
          </a:p>
          <a:p>
            <a:pPr algn="l" fontAlgn="base" latinLnBrk="1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var(--hy-font-family)"/>
              </a:rPr>
              <a:t>​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var(--hy-font-family)"/>
              </a:rPr>
              <a:t>过热保护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​：可选内容，通过温度传感器监测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var(--hy-font-family)"/>
              </a:rPr>
              <a:t>MOS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ar(--hy-font-family)"/>
              </a:rPr>
              <a:t>管温度。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2C510D9-ADA6-FE95-AABF-9CA8FC422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163" y="2683216"/>
            <a:ext cx="6954966" cy="393106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51E1134-FC60-1651-5A64-DFEDD40BB5E7}"/>
              </a:ext>
            </a:extLst>
          </p:cNvPr>
          <p:cNvSpPr/>
          <p:nvPr/>
        </p:nvSpPr>
        <p:spPr>
          <a:xfrm>
            <a:off x="171161" y="4555072"/>
            <a:ext cx="2873905" cy="565082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/>
              <a:t>接过流检测，当电流超过</a:t>
            </a:r>
            <a:r>
              <a:rPr lang="en-US" altLang="zh-CN" sz="1600" dirty="0"/>
              <a:t>10A</a:t>
            </a:r>
          </a:p>
          <a:p>
            <a:r>
              <a:rPr lang="en-US" altLang="zh-CN" sz="1600" dirty="0"/>
              <a:t>OC_OUT</a:t>
            </a:r>
            <a:r>
              <a:rPr lang="zh-CN" altLang="en-US" sz="1600" dirty="0"/>
              <a:t>为低电平，</a:t>
            </a:r>
            <a:r>
              <a:rPr lang="en-US" altLang="zh-CN" sz="1600" dirty="0"/>
              <a:t>Q7</a:t>
            </a:r>
            <a:r>
              <a:rPr lang="zh-CN" altLang="en-US" sz="1600" dirty="0"/>
              <a:t>截至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575B5D2-AAE2-AC87-E0B7-8F65E410360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045066" y="4837613"/>
            <a:ext cx="464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DED0F14-9598-FEA1-BEC0-154D8EA1394D}"/>
              </a:ext>
            </a:extLst>
          </p:cNvPr>
          <p:cNvSpPr/>
          <p:nvPr/>
        </p:nvSpPr>
        <p:spPr>
          <a:xfrm>
            <a:off x="5050972" y="5268689"/>
            <a:ext cx="3756157" cy="1436914"/>
          </a:xfrm>
          <a:prstGeom prst="roundRect">
            <a:avLst>
              <a:gd name="adj" fmla="val 77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7AB19A-0711-27C8-4838-A82C820DA6D7}"/>
              </a:ext>
            </a:extLst>
          </p:cNvPr>
          <p:cNvSpPr/>
          <p:nvPr/>
        </p:nvSpPr>
        <p:spPr>
          <a:xfrm>
            <a:off x="8975526" y="3640672"/>
            <a:ext cx="2442665" cy="91440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dirty="0"/>
              <a:t>过流保护部分的输出，接后续</a:t>
            </a:r>
            <a:r>
              <a:rPr lang="en-US" altLang="zh-CN" sz="1400" dirty="0"/>
              <a:t>H</a:t>
            </a:r>
            <a:r>
              <a:rPr lang="zh-CN" altLang="en-US" sz="1400" dirty="0"/>
              <a:t>桥驱动芯片，</a:t>
            </a:r>
            <a:endParaRPr lang="en-US" altLang="zh-CN" sz="1400" dirty="0"/>
          </a:p>
          <a:p>
            <a:r>
              <a:rPr lang="en-US" altLang="zh-CN" sz="1400" dirty="0"/>
              <a:t>SD_IN</a:t>
            </a:r>
            <a:r>
              <a:rPr lang="zh-CN" altLang="en-US" sz="1400" dirty="0"/>
              <a:t>低电平时，后续电路正常工作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DBF375C-D22F-4783-7EB5-80669532C1E9}"/>
              </a:ext>
            </a:extLst>
          </p:cNvPr>
          <p:cNvCxnSpPr>
            <a:stCxn id="14" idx="1"/>
          </p:cNvCxnSpPr>
          <p:nvPr/>
        </p:nvCxnSpPr>
        <p:spPr>
          <a:xfrm flipH="1">
            <a:off x="8142514" y="4097872"/>
            <a:ext cx="833012" cy="3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">
            <a:extLst>
              <a:ext uri="{FF2B5EF4-FFF2-40B4-BE49-F238E27FC236}">
                <a16:creationId xmlns:a16="http://schemas.microsoft.com/office/drawing/2014/main" id="{F5302F82-C50F-6426-B620-73E4D9D5A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7129" y="5581933"/>
            <a:ext cx="338487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一旦触发（过流），就必须由主控芯片主动干预（拉低CTRL_SD）才能复位，防止系统自动重启导致反复冲击。​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895E221-CC40-0CE4-6C5A-C80F3028BE22}"/>
              </a:ext>
            </a:extLst>
          </p:cNvPr>
          <p:cNvSpPr txBox="1"/>
          <p:nvPr/>
        </p:nvSpPr>
        <p:spPr>
          <a:xfrm>
            <a:off x="0" y="5904282"/>
            <a:ext cx="32134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Q7</a:t>
            </a:r>
            <a:r>
              <a:rPr lang="zh-CN" altLang="en-US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en-US" altLang="zh-CN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沟道增强型</a:t>
            </a:r>
            <a:r>
              <a:rPr lang="en-US" altLang="zh-CN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MOSFET</a:t>
            </a:r>
            <a:r>
              <a:rPr lang="zh-CN" altLang="en-US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OC_OUT</a:t>
            </a:r>
            <a:r>
              <a:rPr lang="zh-CN" altLang="en-US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大于阈值电压，</a:t>
            </a:r>
            <a:r>
              <a:rPr lang="en-US" altLang="zh-CN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Q7</a:t>
            </a:r>
            <a:r>
              <a:rPr lang="zh-CN" altLang="en-US" sz="160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导通。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6B8F97E-10B2-E0A8-B250-0972B8A796D5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213463" y="5024846"/>
            <a:ext cx="2812868" cy="1171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2E122F00-3C7E-D04B-373B-D8E9634A2628}"/>
              </a:ext>
            </a:extLst>
          </p:cNvPr>
          <p:cNvSpPr/>
          <p:nvPr/>
        </p:nvSpPr>
        <p:spPr>
          <a:xfrm>
            <a:off x="171161" y="3883544"/>
            <a:ext cx="2873905" cy="53582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/>
              <a:t>没有过流时</a:t>
            </a:r>
            <a:endParaRPr lang="en-US" altLang="zh-CN" sz="1600" dirty="0"/>
          </a:p>
          <a:p>
            <a:r>
              <a:rPr lang="en-US" altLang="zh-CN" sz="1600" dirty="0"/>
              <a:t>OC_OUT</a:t>
            </a:r>
            <a:r>
              <a:rPr lang="zh-CN" altLang="en-US" sz="1600" dirty="0"/>
              <a:t>为高，</a:t>
            </a:r>
            <a:r>
              <a:rPr lang="en-US" altLang="zh-CN" sz="1600" dirty="0"/>
              <a:t>Q7</a:t>
            </a:r>
            <a:r>
              <a:rPr lang="zh-CN" altLang="en-US" sz="1600" dirty="0"/>
              <a:t>导通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8F552601-8926-DFC8-F326-390A252AD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7129" y="5120154"/>
            <a:ext cx="33848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自锁电路：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6958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D8E64-8530-688F-B46D-D5550F5C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三相驱动信号的产生方式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B19CF7-528B-7A8A-0B88-FE77B5CC9C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58335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通过调节占空比精确控制施加在电机上的</a:t>
            </a:r>
            <a:r>
              <a:rPr lang="zh-CN" altLang="en-US" sz="2000" b="1" dirty="0"/>
              <a:t>平均电压</a:t>
            </a:r>
            <a:r>
              <a:rPr lang="zh-CN" altLang="en-US" sz="2000" dirty="0"/>
              <a:t>，以实现调速和扭矩控制。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D15933-1BFC-78F4-CABF-E9FEB43A9D6E}"/>
              </a:ext>
            </a:extLst>
          </p:cNvPr>
          <p:cNvSpPr txBox="1"/>
          <p:nvPr/>
        </p:nvSpPr>
        <p:spPr>
          <a:xfrm>
            <a:off x="1384662" y="1653669"/>
            <a:ext cx="102563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solidFill>
                  <a:srgbClr val="000000"/>
                </a:solidFill>
                <a:effectLst/>
                <a:latin typeface="-apple-system"/>
              </a:rPr>
              <a:t>由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-apple-system"/>
              </a:rPr>
              <a:t>MCU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-apple-system"/>
              </a:rPr>
              <a:t>的定时器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-apple-system"/>
              </a:rPr>
              <a:t>/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-apple-system"/>
              </a:rPr>
              <a:t>输出比较单元产生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-apple-system"/>
              </a:rPr>
              <a:t>6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-apple-system"/>
              </a:rPr>
              <a:t>路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-apple-system"/>
              </a:rPr>
              <a:t>PWM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-apple-system"/>
              </a:rPr>
              <a:t>信号，分别控制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-apple-system"/>
              </a:rPr>
              <a:t>H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-apple-system"/>
              </a:rPr>
              <a:t>桥的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-apple-system"/>
              </a:rPr>
              <a:t>6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-apple-system"/>
              </a:rPr>
              <a:t>个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-apple-system"/>
              </a:rPr>
              <a:t>MOSFET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-apple-system"/>
              </a:rPr>
              <a:t>。</a:t>
            </a:r>
            <a:endParaRPr lang="zh-CN" altLang="en-US" sz="16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C00A7E0-CB93-8CDE-A0D4-3C737154E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4"/>
          <a:stretch>
            <a:fillRect/>
          </a:stretch>
        </p:blipFill>
        <p:spPr>
          <a:xfrm>
            <a:off x="1384662" y="2236821"/>
            <a:ext cx="7724504" cy="424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879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6132</TotalTime>
  <Words>390</Words>
  <Application>Microsoft Office PowerPoint</Application>
  <PresentationFormat>宽屏</PresentationFormat>
  <Paragraphs>47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-apple-system</vt:lpstr>
      <vt:lpstr>Source Han Sans</vt:lpstr>
      <vt:lpstr>Source Han Sans CN Regular</vt:lpstr>
      <vt:lpstr>var(--hy-font-family)</vt:lpstr>
      <vt:lpstr>等线</vt:lpstr>
      <vt:lpstr>微软雅黑</vt:lpstr>
      <vt:lpstr>Arial</vt:lpstr>
      <vt:lpstr>Office 主题​​</vt:lpstr>
      <vt:lpstr>PowerPoint 演示文稿</vt:lpstr>
      <vt:lpstr>目录</vt:lpstr>
      <vt:lpstr>1. 电源部分</vt:lpstr>
      <vt:lpstr>2. 保护电路</vt:lpstr>
      <vt:lpstr>3. 三相驱动信号的产生方式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142</cp:revision>
  <dcterms:created xsi:type="dcterms:W3CDTF">2025-05-21T06:55:53Z</dcterms:created>
  <dcterms:modified xsi:type="dcterms:W3CDTF">2025-09-12T06:55:35Z</dcterms:modified>
</cp:coreProperties>
</file>