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89" r:id="rId2"/>
    <p:sldId id="301" r:id="rId3"/>
    <p:sldId id="302" r:id="rId4"/>
    <p:sldId id="291" r:id="rId5"/>
    <p:sldId id="292" r:id="rId6"/>
    <p:sldId id="293" r:id="rId7"/>
    <p:sldId id="303" r:id="rId8"/>
    <p:sldId id="294" r:id="rId9"/>
    <p:sldId id="295" r:id="rId10"/>
    <p:sldId id="296" r:id="rId11"/>
    <p:sldId id="304" r:id="rId12"/>
    <p:sldId id="297" r:id="rId13"/>
    <p:sldId id="298" r:id="rId14"/>
    <p:sldId id="286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193D8"/>
    <a:srgbClr val="F94502"/>
    <a:srgbClr val="0194D4"/>
    <a:srgbClr val="9D9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918" autoAdjust="0"/>
    <p:restoredTop sz="96238" autoAdjust="0"/>
  </p:normalViewPr>
  <p:slideViewPr>
    <p:cSldViewPr snapToGrid="0">
      <p:cViewPr varScale="1">
        <p:scale>
          <a:sx n="110" d="100"/>
          <a:sy n="110" d="100"/>
        </p:scale>
        <p:origin x="36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77D3A5-25E0-4B9B-A0A6-8D5786DFCFE1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8A808288-0161-48A3-A456-C1DF5ED7A3F2}">
      <dgm:prSet/>
      <dgm:spPr/>
      <dgm:t>
        <a:bodyPr/>
        <a:lstStyle/>
        <a:p>
          <a:r>
            <a:rPr lang="en-US" dirty="0"/>
            <a:t>9.4.1 PI</a:t>
          </a:r>
          <a:r>
            <a:rPr lang="zh-CN" dirty="0"/>
            <a:t>控制的不足</a:t>
          </a:r>
        </a:p>
      </dgm:t>
    </dgm:pt>
    <dgm:pt modelId="{B7EDED40-EEC8-40BD-B71A-F2352E79B8D2}" type="parTrans" cxnId="{C2B88DEE-7F76-4E11-9EEB-F5E0CA311BE5}">
      <dgm:prSet/>
      <dgm:spPr/>
      <dgm:t>
        <a:bodyPr/>
        <a:lstStyle/>
        <a:p>
          <a:endParaRPr lang="zh-CN" altLang="en-US"/>
        </a:p>
      </dgm:t>
    </dgm:pt>
    <dgm:pt modelId="{D12486BB-F6FA-4438-AA60-E2214E7BC4CE}" type="sibTrans" cxnId="{C2B88DEE-7F76-4E11-9EEB-F5E0CA311BE5}">
      <dgm:prSet/>
      <dgm:spPr/>
      <dgm:t>
        <a:bodyPr/>
        <a:lstStyle/>
        <a:p>
          <a:endParaRPr lang="zh-CN" altLang="en-US"/>
        </a:p>
      </dgm:t>
    </dgm:pt>
    <dgm:pt modelId="{E06AEB16-C06C-4E95-B63A-E96D8DE7435E}">
      <dgm:prSet/>
      <dgm:spPr/>
      <dgm:t>
        <a:bodyPr/>
        <a:lstStyle/>
        <a:p>
          <a:r>
            <a:rPr lang="en-US" altLang="zh-CN" dirty="0"/>
            <a:t>9.4.2 </a:t>
          </a:r>
          <a:r>
            <a:rPr lang="zh-CN" dirty="0"/>
            <a:t>引入微分项（</a:t>
          </a:r>
          <a:r>
            <a:rPr lang="en-US" dirty="0"/>
            <a:t>D</a:t>
          </a:r>
          <a:r>
            <a:rPr lang="zh-CN" dirty="0"/>
            <a:t>）</a:t>
          </a:r>
        </a:p>
      </dgm:t>
    </dgm:pt>
    <dgm:pt modelId="{1BB68271-FC10-41AB-BB04-8F02C8F260D3}" type="parTrans" cxnId="{F40A2860-4F1D-4862-8BE8-912FCEE2606E}">
      <dgm:prSet/>
      <dgm:spPr/>
      <dgm:t>
        <a:bodyPr/>
        <a:lstStyle/>
        <a:p>
          <a:endParaRPr lang="zh-CN" altLang="en-US"/>
        </a:p>
      </dgm:t>
    </dgm:pt>
    <dgm:pt modelId="{0DD25F74-3FD3-4249-9137-79BE584A0656}" type="sibTrans" cxnId="{F40A2860-4F1D-4862-8BE8-912FCEE2606E}">
      <dgm:prSet/>
      <dgm:spPr/>
      <dgm:t>
        <a:bodyPr/>
        <a:lstStyle/>
        <a:p>
          <a:endParaRPr lang="zh-CN" altLang="en-US"/>
        </a:p>
      </dgm:t>
    </dgm:pt>
    <dgm:pt modelId="{8BAFCC9A-0B28-45D7-A26B-77E1C65914F0}">
      <dgm:prSet/>
      <dgm:spPr/>
      <dgm:t>
        <a:bodyPr/>
        <a:lstStyle/>
        <a:p>
          <a:r>
            <a:rPr lang="zh-CN" dirty="0"/>
            <a:t>超调与震荡</a:t>
          </a:r>
        </a:p>
      </dgm:t>
    </dgm:pt>
    <dgm:pt modelId="{BF74FA2F-8BB3-4B4D-B4EB-B3D50721A6A0}" type="parTrans" cxnId="{D72DA199-3CAD-46E9-A45B-F780986117E6}">
      <dgm:prSet/>
      <dgm:spPr/>
      <dgm:t>
        <a:bodyPr/>
        <a:lstStyle/>
        <a:p>
          <a:endParaRPr lang="zh-CN" altLang="en-US"/>
        </a:p>
      </dgm:t>
    </dgm:pt>
    <dgm:pt modelId="{00550E9C-56F5-4E95-9B3F-076B5FC09702}" type="sibTrans" cxnId="{D72DA199-3CAD-46E9-A45B-F780986117E6}">
      <dgm:prSet/>
      <dgm:spPr/>
      <dgm:t>
        <a:bodyPr/>
        <a:lstStyle/>
        <a:p>
          <a:endParaRPr lang="zh-CN" altLang="en-US"/>
        </a:p>
      </dgm:t>
    </dgm:pt>
    <dgm:pt modelId="{D494E9F1-C62D-4FB0-9D77-8989C872B4FA}">
      <dgm:prSet/>
      <dgm:spPr/>
      <dgm:t>
        <a:bodyPr/>
        <a:lstStyle/>
        <a:p>
          <a:r>
            <a:rPr lang="zh-CN" dirty="0"/>
            <a:t>根据</a:t>
          </a:r>
          <a:r>
            <a:rPr lang="zh-CN" altLang="en-US" dirty="0"/>
            <a:t>误差</a:t>
          </a:r>
          <a:r>
            <a:rPr lang="zh-CN" dirty="0"/>
            <a:t>“趋势”调整</a:t>
          </a:r>
          <a:r>
            <a:rPr lang="zh-CN" altLang="en-US" dirty="0"/>
            <a:t>控制信号</a:t>
          </a:r>
          <a:endParaRPr lang="zh-CN" dirty="0"/>
        </a:p>
      </dgm:t>
    </dgm:pt>
    <dgm:pt modelId="{9944D8FC-C2C7-4BE2-9C65-15C73DC59005}" type="parTrans" cxnId="{A5E5326B-36F6-49FF-9F98-CDDB69509F03}">
      <dgm:prSet/>
      <dgm:spPr/>
      <dgm:t>
        <a:bodyPr/>
        <a:lstStyle/>
        <a:p>
          <a:endParaRPr lang="zh-CN" altLang="en-US"/>
        </a:p>
      </dgm:t>
    </dgm:pt>
    <dgm:pt modelId="{42B0981F-2118-41FD-9040-F6B5A952F195}" type="sibTrans" cxnId="{A5E5326B-36F6-49FF-9F98-CDDB69509F03}">
      <dgm:prSet/>
      <dgm:spPr/>
      <dgm:t>
        <a:bodyPr/>
        <a:lstStyle/>
        <a:p>
          <a:endParaRPr lang="zh-CN" altLang="en-US"/>
        </a:p>
      </dgm:t>
    </dgm:pt>
    <dgm:pt modelId="{0A8B8157-CBB9-4BE6-9996-C7C995831E43}">
      <dgm:prSet/>
      <dgm:spPr/>
      <dgm:t>
        <a:bodyPr/>
        <a:lstStyle/>
        <a:p>
          <a:r>
            <a:rPr lang="en-US" altLang="zh-CN" dirty="0"/>
            <a:t>9.4.3 PID</a:t>
          </a:r>
          <a:r>
            <a:rPr lang="zh-CN" altLang="en-US" dirty="0"/>
            <a:t>公式</a:t>
          </a:r>
          <a:endParaRPr lang="zh-CN" dirty="0"/>
        </a:p>
      </dgm:t>
    </dgm:pt>
    <dgm:pt modelId="{E35C691B-C626-4281-91A3-CE7A13AF22CB}" type="parTrans" cxnId="{23F3CEB6-5287-4B09-A2DB-458B2D06800F}">
      <dgm:prSet/>
      <dgm:spPr/>
      <dgm:t>
        <a:bodyPr/>
        <a:lstStyle/>
        <a:p>
          <a:endParaRPr lang="zh-CN" altLang="en-US"/>
        </a:p>
      </dgm:t>
    </dgm:pt>
    <dgm:pt modelId="{AB4F0590-9C33-4354-A433-2ECABFCCBFBE}" type="sibTrans" cxnId="{23F3CEB6-5287-4B09-A2DB-458B2D06800F}">
      <dgm:prSet/>
      <dgm:spPr/>
      <dgm:t>
        <a:bodyPr/>
        <a:lstStyle/>
        <a:p>
          <a:endParaRPr lang="zh-CN" altLang="en-US"/>
        </a:p>
      </dgm:t>
    </dgm:pt>
    <dgm:pt modelId="{14FFBE78-385C-436F-BFD5-6500E63FA466}">
      <dgm:prSet/>
      <dgm:spPr/>
      <dgm:t>
        <a:bodyPr/>
        <a:lstStyle/>
        <a:p>
          <a:r>
            <a:rPr lang="zh-CN" altLang="en-US" dirty="0"/>
            <a:t>通俗解释</a:t>
          </a:r>
          <a:r>
            <a:rPr lang="en-US" altLang="zh-CN" dirty="0"/>
            <a:t>PID</a:t>
          </a:r>
          <a:r>
            <a:rPr lang="zh-CN" altLang="en-US" dirty="0"/>
            <a:t>公式的各项数学原理</a:t>
          </a:r>
          <a:endParaRPr lang="zh-CN" dirty="0"/>
        </a:p>
      </dgm:t>
    </dgm:pt>
    <dgm:pt modelId="{F5C9FCB2-6FEE-4B2A-BBB4-EE8C1029375C}" type="parTrans" cxnId="{E612554C-28DA-4F86-8835-612ABE3B0258}">
      <dgm:prSet/>
      <dgm:spPr/>
      <dgm:t>
        <a:bodyPr/>
        <a:lstStyle/>
        <a:p>
          <a:endParaRPr lang="zh-CN" altLang="en-US"/>
        </a:p>
      </dgm:t>
    </dgm:pt>
    <dgm:pt modelId="{D9930386-11E7-49D9-B866-9296EE2791D6}" type="sibTrans" cxnId="{E612554C-28DA-4F86-8835-612ABE3B0258}">
      <dgm:prSet/>
      <dgm:spPr/>
      <dgm:t>
        <a:bodyPr/>
        <a:lstStyle/>
        <a:p>
          <a:endParaRPr lang="zh-CN" altLang="en-US"/>
        </a:p>
      </dgm:t>
    </dgm:pt>
    <dgm:pt modelId="{35AF8FF6-7062-4465-8E4C-48484673D073}" type="pres">
      <dgm:prSet presAssocID="{1677D3A5-25E0-4B9B-A0A6-8D5786DFCFE1}" presName="linear" presStyleCnt="0">
        <dgm:presLayoutVars>
          <dgm:dir/>
          <dgm:animLvl val="lvl"/>
          <dgm:resizeHandles val="exact"/>
        </dgm:presLayoutVars>
      </dgm:prSet>
      <dgm:spPr/>
    </dgm:pt>
    <dgm:pt modelId="{02C7336F-0415-40C8-997D-A46F72B69D15}" type="pres">
      <dgm:prSet presAssocID="{8A808288-0161-48A3-A456-C1DF5ED7A3F2}" presName="parentLin" presStyleCnt="0"/>
      <dgm:spPr/>
    </dgm:pt>
    <dgm:pt modelId="{22A3A988-2B25-4A1D-9B11-9E9034DAB801}" type="pres">
      <dgm:prSet presAssocID="{8A808288-0161-48A3-A456-C1DF5ED7A3F2}" presName="parentLeftMargin" presStyleLbl="node1" presStyleIdx="0" presStyleCnt="3"/>
      <dgm:spPr/>
    </dgm:pt>
    <dgm:pt modelId="{5F850302-EA85-4DE1-9A9E-7265BF754247}" type="pres">
      <dgm:prSet presAssocID="{8A808288-0161-48A3-A456-C1DF5ED7A3F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30FA963-960C-40E9-8968-3C8FC5ABF190}" type="pres">
      <dgm:prSet presAssocID="{8A808288-0161-48A3-A456-C1DF5ED7A3F2}" presName="negativeSpace" presStyleCnt="0"/>
      <dgm:spPr/>
    </dgm:pt>
    <dgm:pt modelId="{F987BBC8-DF2F-4ECD-B2F2-FD0F94282159}" type="pres">
      <dgm:prSet presAssocID="{8A808288-0161-48A3-A456-C1DF5ED7A3F2}" presName="childText" presStyleLbl="conFgAcc1" presStyleIdx="0" presStyleCnt="3">
        <dgm:presLayoutVars>
          <dgm:bulletEnabled val="1"/>
        </dgm:presLayoutVars>
      </dgm:prSet>
      <dgm:spPr/>
    </dgm:pt>
    <dgm:pt modelId="{C06F9F13-A4BF-44EB-907B-7677573E5A3E}" type="pres">
      <dgm:prSet presAssocID="{D12486BB-F6FA-4438-AA60-E2214E7BC4CE}" presName="spaceBetweenRectangles" presStyleCnt="0"/>
      <dgm:spPr/>
    </dgm:pt>
    <dgm:pt modelId="{34690B66-D28A-4A41-A38F-C71C7B7A78C5}" type="pres">
      <dgm:prSet presAssocID="{E06AEB16-C06C-4E95-B63A-E96D8DE7435E}" presName="parentLin" presStyleCnt="0"/>
      <dgm:spPr/>
    </dgm:pt>
    <dgm:pt modelId="{ACB96544-46FA-4CE7-83A5-9CB1A1E1F53C}" type="pres">
      <dgm:prSet presAssocID="{E06AEB16-C06C-4E95-B63A-E96D8DE7435E}" presName="parentLeftMargin" presStyleLbl="node1" presStyleIdx="0" presStyleCnt="3"/>
      <dgm:spPr/>
    </dgm:pt>
    <dgm:pt modelId="{253F94CC-110C-4122-8AE5-60D427A63724}" type="pres">
      <dgm:prSet presAssocID="{E06AEB16-C06C-4E95-B63A-E96D8DE7435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71E7223-4DE0-43E7-BC3A-953E95CD7B3E}" type="pres">
      <dgm:prSet presAssocID="{E06AEB16-C06C-4E95-B63A-E96D8DE7435E}" presName="negativeSpace" presStyleCnt="0"/>
      <dgm:spPr/>
    </dgm:pt>
    <dgm:pt modelId="{A24304A0-DB2A-498C-A06E-B04305A4ED3D}" type="pres">
      <dgm:prSet presAssocID="{E06AEB16-C06C-4E95-B63A-E96D8DE7435E}" presName="childText" presStyleLbl="conFgAcc1" presStyleIdx="1" presStyleCnt="3">
        <dgm:presLayoutVars>
          <dgm:bulletEnabled val="1"/>
        </dgm:presLayoutVars>
      </dgm:prSet>
      <dgm:spPr/>
    </dgm:pt>
    <dgm:pt modelId="{4BEFC41C-AD29-4E7A-B751-83E6F16EFEBC}" type="pres">
      <dgm:prSet presAssocID="{0DD25F74-3FD3-4249-9137-79BE584A0656}" presName="spaceBetweenRectangles" presStyleCnt="0"/>
      <dgm:spPr/>
    </dgm:pt>
    <dgm:pt modelId="{385CA904-082C-405D-9BC3-C84C0ED53F78}" type="pres">
      <dgm:prSet presAssocID="{0A8B8157-CBB9-4BE6-9996-C7C995831E43}" presName="parentLin" presStyleCnt="0"/>
      <dgm:spPr/>
    </dgm:pt>
    <dgm:pt modelId="{5245FE39-267B-4ED2-A0E0-2C8493B47DC6}" type="pres">
      <dgm:prSet presAssocID="{0A8B8157-CBB9-4BE6-9996-C7C995831E43}" presName="parentLeftMargin" presStyleLbl="node1" presStyleIdx="1" presStyleCnt="3"/>
      <dgm:spPr/>
    </dgm:pt>
    <dgm:pt modelId="{85F2F8B1-75BE-4BB8-B9E7-4A292C243756}" type="pres">
      <dgm:prSet presAssocID="{0A8B8157-CBB9-4BE6-9996-C7C995831E43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8D8326D9-3A22-496F-A222-F6CA1B636734}" type="pres">
      <dgm:prSet presAssocID="{0A8B8157-CBB9-4BE6-9996-C7C995831E43}" presName="negativeSpace" presStyleCnt="0"/>
      <dgm:spPr/>
    </dgm:pt>
    <dgm:pt modelId="{181C192D-A724-4132-985A-F7329DD52253}" type="pres">
      <dgm:prSet presAssocID="{0A8B8157-CBB9-4BE6-9996-C7C995831E43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37863307-B80B-46B4-A5F9-F7DC9EEF266B}" type="presOf" srcId="{1677D3A5-25E0-4B9B-A0A6-8D5786DFCFE1}" destId="{35AF8FF6-7062-4465-8E4C-48484673D073}" srcOrd="0" destOrd="0" presId="urn:microsoft.com/office/officeart/2005/8/layout/list1"/>
    <dgm:cxn modelId="{F40A2860-4F1D-4862-8BE8-912FCEE2606E}" srcId="{1677D3A5-25E0-4B9B-A0A6-8D5786DFCFE1}" destId="{E06AEB16-C06C-4E95-B63A-E96D8DE7435E}" srcOrd="1" destOrd="0" parTransId="{1BB68271-FC10-41AB-BB04-8F02C8F260D3}" sibTransId="{0DD25F74-3FD3-4249-9137-79BE584A0656}"/>
    <dgm:cxn modelId="{A5E5326B-36F6-49FF-9F98-CDDB69509F03}" srcId="{E06AEB16-C06C-4E95-B63A-E96D8DE7435E}" destId="{D494E9F1-C62D-4FB0-9D77-8989C872B4FA}" srcOrd="0" destOrd="0" parTransId="{9944D8FC-C2C7-4BE2-9C65-15C73DC59005}" sibTransId="{42B0981F-2118-41FD-9040-F6B5A952F195}"/>
    <dgm:cxn modelId="{E612554C-28DA-4F86-8835-612ABE3B0258}" srcId="{0A8B8157-CBB9-4BE6-9996-C7C995831E43}" destId="{14FFBE78-385C-436F-BFD5-6500E63FA466}" srcOrd="0" destOrd="0" parTransId="{F5C9FCB2-6FEE-4B2A-BBB4-EE8C1029375C}" sibTransId="{D9930386-11E7-49D9-B866-9296EE2791D6}"/>
    <dgm:cxn modelId="{1ACB0050-0C9D-4F9E-8465-08992C1402D0}" type="presOf" srcId="{D494E9F1-C62D-4FB0-9D77-8989C872B4FA}" destId="{A24304A0-DB2A-498C-A06E-B04305A4ED3D}" srcOrd="0" destOrd="0" presId="urn:microsoft.com/office/officeart/2005/8/layout/list1"/>
    <dgm:cxn modelId="{86D12E77-AD75-454A-92DA-422FCA6E0C04}" type="presOf" srcId="{8A808288-0161-48A3-A456-C1DF5ED7A3F2}" destId="{5F850302-EA85-4DE1-9A9E-7265BF754247}" srcOrd="1" destOrd="0" presId="urn:microsoft.com/office/officeart/2005/8/layout/list1"/>
    <dgm:cxn modelId="{88978783-7981-4E3A-AC82-440AF52DCA31}" type="presOf" srcId="{8BAFCC9A-0B28-45D7-A26B-77E1C65914F0}" destId="{F987BBC8-DF2F-4ECD-B2F2-FD0F94282159}" srcOrd="0" destOrd="0" presId="urn:microsoft.com/office/officeart/2005/8/layout/list1"/>
    <dgm:cxn modelId="{5EE13E8D-2481-4FC9-A0D8-7EF30DE0AC2E}" type="presOf" srcId="{14FFBE78-385C-436F-BFD5-6500E63FA466}" destId="{181C192D-A724-4132-985A-F7329DD52253}" srcOrd="0" destOrd="0" presId="urn:microsoft.com/office/officeart/2005/8/layout/list1"/>
    <dgm:cxn modelId="{D72DA199-3CAD-46E9-A45B-F780986117E6}" srcId="{8A808288-0161-48A3-A456-C1DF5ED7A3F2}" destId="{8BAFCC9A-0B28-45D7-A26B-77E1C65914F0}" srcOrd="0" destOrd="0" parTransId="{BF74FA2F-8BB3-4B4D-B4EB-B3D50721A6A0}" sibTransId="{00550E9C-56F5-4E95-9B3F-076B5FC09702}"/>
    <dgm:cxn modelId="{E3341A9A-C28C-4FDB-AE28-2FB5A9901021}" type="presOf" srcId="{8A808288-0161-48A3-A456-C1DF5ED7A3F2}" destId="{22A3A988-2B25-4A1D-9B11-9E9034DAB801}" srcOrd="0" destOrd="0" presId="urn:microsoft.com/office/officeart/2005/8/layout/list1"/>
    <dgm:cxn modelId="{23F3CEB6-5287-4B09-A2DB-458B2D06800F}" srcId="{1677D3A5-25E0-4B9B-A0A6-8D5786DFCFE1}" destId="{0A8B8157-CBB9-4BE6-9996-C7C995831E43}" srcOrd="2" destOrd="0" parTransId="{E35C691B-C626-4281-91A3-CE7A13AF22CB}" sibTransId="{AB4F0590-9C33-4354-A433-2ECABFCCBFBE}"/>
    <dgm:cxn modelId="{9AB55CC8-6F1A-49DD-A10A-000E75F153AD}" type="presOf" srcId="{E06AEB16-C06C-4E95-B63A-E96D8DE7435E}" destId="{253F94CC-110C-4122-8AE5-60D427A63724}" srcOrd="1" destOrd="0" presId="urn:microsoft.com/office/officeart/2005/8/layout/list1"/>
    <dgm:cxn modelId="{6A152FE4-0A7D-47F3-B6CA-84561035C1E7}" type="presOf" srcId="{0A8B8157-CBB9-4BE6-9996-C7C995831E43}" destId="{85F2F8B1-75BE-4BB8-B9E7-4A292C243756}" srcOrd="1" destOrd="0" presId="urn:microsoft.com/office/officeart/2005/8/layout/list1"/>
    <dgm:cxn modelId="{12B490E6-7DE9-4E1D-A913-B4DB5D9555EE}" type="presOf" srcId="{E06AEB16-C06C-4E95-B63A-E96D8DE7435E}" destId="{ACB96544-46FA-4CE7-83A5-9CB1A1E1F53C}" srcOrd="0" destOrd="0" presId="urn:microsoft.com/office/officeart/2005/8/layout/list1"/>
    <dgm:cxn modelId="{C2B88DEE-7F76-4E11-9EEB-F5E0CA311BE5}" srcId="{1677D3A5-25E0-4B9B-A0A6-8D5786DFCFE1}" destId="{8A808288-0161-48A3-A456-C1DF5ED7A3F2}" srcOrd="0" destOrd="0" parTransId="{B7EDED40-EEC8-40BD-B71A-F2352E79B8D2}" sibTransId="{D12486BB-F6FA-4438-AA60-E2214E7BC4CE}"/>
    <dgm:cxn modelId="{3BED65F9-A7FC-4B77-BDC9-11D02F30BEB5}" type="presOf" srcId="{0A8B8157-CBB9-4BE6-9996-C7C995831E43}" destId="{5245FE39-267B-4ED2-A0E0-2C8493B47DC6}" srcOrd="0" destOrd="0" presId="urn:microsoft.com/office/officeart/2005/8/layout/list1"/>
    <dgm:cxn modelId="{6BA42FFC-36C0-4E62-87BC-6BCB111263C8}" type="presParOf" srcId="{35AF8FF6-7062-4465-8E4C-48484673D073}" destId="{02C7336F-0415-40C8-997D-A46F72B69D15}" srcOrd="0" destOrd="0" presId="urn:microsoft.com/office/officeart/2005/8/layout/list1"/>
    <dgm:cxn modelId="{6DE6E290-1766-4086-8C05-4B88C34DEFCC}" type="presParOf" srcId="{02C7336F-0415-40C8-997D-A46F72B69D15}" destId="{22A3A988-2B25-4A1D-9B11-9E9034DAB801}" srcOrd="0" destOrd="0" presId="urn:microsoft.com/office/officeart/2005/8/layout/list1"/>
    <dgm:cxn modelId="{A3EB788E-7137-45D8-884D-2AED74703AF9}" type="presParOf" srcId="{02C7336F-0415-40C8-997D-A46F72B69D15}" destId="{5F850302-EA85-4DE1-9A9E-7265BF754247}" srcOrd="1" destOrd="0" presId="urn:microsoft.com/office/officeart/2005/8/layout/list1"/>
    <dgm:cxn modelId="{1E76A8B0-8DE2-4ECA-A0CB-9CC52D4F7A8A}" type="presParOf" srcId="{35AF8FF6-7062-4465-8E4C-48484673D073}" destId="{130FA963-960C-40E9-8968-3C8FC5ABF190}" srcOrd="1" destOrd="0" presId="urn:microsoft.com/office/officeart/2005/8/layout/list1"/>
    <dgm:cxn modelId="{23B184FE-32AF-484B-9616-DC4D89AF3ABA}" type="presParOf" srcId="{35AF8FF6-7062-4465-8E4C-48484673D073}" destId="{F987BBC8-DF2F-4ECD-B2F2-FD0F94282159}" srcOrd="2" destOrd="0" presId="urn:microsoft.com/office/officeart/2005/8/layout/list1"/>
    <dgm:cxn modelId="{FDCB2A07-1396-4F2F-BB8A-2E1BA6AF0237}" type="presParOf" srcId="{35AF8FF6-7062-4465-8E4C-48484673D073}" destId="{C06F9F13-A4BF-44EB-907B-7677573E5A3E}" srcOrd="3" destOrd="0" presId="urn:microsoft.com/office/officeart/2005/8/layout/list1"/>
    <dgm:cxn modelId="{286E12F5-B8F9-4434-8528-AEC5634229A6}" type="presParOf" srcId="{35AF8FF6-7062-4465-8E4C-48484673D073}" destId="{34690B66-D28A-4A41-A38F-C71C7B7A78C5}" srcOrd="4" destOrd="0" presId="urn:microsoft.com/office/officeart/2005/8/layout/list1"/>
    <dgm:cxn modelId="{6FBCFFDA-5744-42C5-94B0-1073BF1E093C}" type="presParOf" srcId="{34690B66-D28A-4A41-A38F-C71C7B7A78C5}" destId="{ACB96544-46FA-4CE7-83A5-9CB1A1E1F53C}" srcOrd="0" destOrd="0" presId="urn:microsoft.com/office/officeart/2005/8/layout/list1"/>
    <dgm:cxn modelId="{91722D9E-E0EC-4327-87BE-BF38D849E5CE}" type="presParOf" srcId="{34690B66-D28A-4A41-A38F-C71C7B7A78C5}" destId="{253F94CC-110C-4122-8AE5-60D427A63724}" srcOrd="1" destOrd="0" presId="urn:microsoft.com/office/officeart/2005/8/layout/list1"/>
    <dgm:cxn modelId="{89FBD5A3-87DF-4D57-9224-6908F7B8EAE4}" type="presParOf" srcId="{35AF8FF6-7062-4465-8E4C-48484673D073}" destId="{071E7223-4DE0-43E7-BC3A-953E95CD7B3E}" srcOrd="5" destOrd="0" presId="urn:microsoft.com/office/officeart/2005/8/layout/list1"/>
    <dgm:cxn modelId="{7C49C622-8FFE-4C72-B6A7-E80530B15C09}" type="presParOf" srcId="{35AF8FF6-7062-4465-8E4C-48484673D073}" destId="{A24304A0-DB2A-498C-A06E-B04305A4ED3D}" srcOrd="6" destOrd="0" presId="urn:microsoft.com/office/officeart/2005/8/layout/list1"/>
    <dgm:cxn modelId="{500D474A-2823-4791-9175-FB0B8281D3EC}" type="presParOf" srcId="{35AF8FF6-7062-4465-8E4C-48484673D073}" destId="{4BEFC41C-AD29-4E7A-B751-83E6F16EFEBC}" srcOrd="7" destOrd="0" presId="urn:microsoft.com/office/officeart/2005/8/layout/list1"/>
    <dgm:cxn modelId="{7419DE01-EA43-4DF4-8931-BDBCEA72556C}" type="presParOf" srcId="{35AF8FF6-7062-4465-8E4C-48484673D073}" destId="{385CA904-082C-405D-9BC3-C84C0ED53F78}" srcOrd="8" destOrd="0" presId="urn:microsoft.com/office/officeart/2005/8/layout/list1"/>
    <dgm:cxn modelId="{004B3205-7781-4441-B084-3CEAD9CBF4CB}" type="presParOf" srcId="{385CA904-082C-405D-9BC3-C84C0ED53F78}" destId="{5245FE39-267B-4ED2-A0E0-2C8493B47DC6}" srcOrd="0" destOrd="0" presId="urn:microsoft.com/office/officeart/2005/8/layout/list1"/>
    <dgm:cxn modelId="{9E96D429-0F80-4282-9A36-AD249A7A8757}" type="presParOf" srcId="{385CA904-082C-405D-9BC3-C84C0ED53F78}" destId="{85F2F8B1-75BE-4BB8-B9E7-4A292C243756}" srcOrd="1" destOrd="0" presId="urn:microsoft.com/office/officeart/2005/8/layout/list1"/>
    <dgm:cxn modelId="{47F6519B-611D-49D8-984F-34817E01748E}" type="presParOf" srcId="{35AF8FF6-7062-4465-8E4C-48484673D073}" destId="{8D8326D9-3A22-496F-A222-F6CA1B636734}" srcOrd="9" destOrd="0" presId="urn:microsoft.com/office/officeart/2005/8/layout/list1"/>
    <dgm:cxn modelId="{EA49AD1E-E32E-4267-B21F-AC3C325D850C}" type="presParOf" srcId="{35AF8FF6-7062-4465-8E4C-48484673D073}" destId="{181C192D-A724-4132-985A-F7329DD52253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EF201B8-4050-4B23-BC42-F1FC3B68148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3EB00A10-4773-48F9-A539-232343250E90}">
      <dgm:prSet/>
      <dgm:spPr/>
      <dgm:t>
        <a:bodyPr/>
        <a:lstStyle/>
        <a:p>
          <a:r>
            <a:rPr lang="zh-CN" b="1" i="0" baseline="0" dirty="0">
              <a:latin typeface="微软雅黑" panose="020B0503020204020204" pitchFamily="34" charset="-122"/>
              <a:ea typeface="微软雅黑" panose="020B0503020204020204" pitchFamily="34" charset="-122"/>
            </a:rPr>
            <a:t>现象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D3D068F-AFD8-4D83-84C6-A4665035CEEF}" type="parTrans" cxnId="{9FDD642B-0EBB-414B-BBAA-2886EB575241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7B7A650-A195-460D-BAF8-48EA4272C499}" type="sibTrans" cxnId="{9FDD642B-0EBB-414B-BBAA-2886EB575241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8982146-2F57-4033-8517-8A428ED24A1A}">
      <dgm:prSet/>
      <dgm:spPr/>
      <dgm:t>
        <a:bodyPr/>
        <a:lstStyle/>
        <a:p>
          <a:r>
            <a:rPr lang="zh-CN" b="0" i="0" baseline="0" dirty="0">
              <a:latin typeface="微软雅黑" panose="020B0503020204020204" pitchFamily="34" charset="-122"/>
              <a:ea typeface="微软雅黑" panose="020B0503020204020204" pitchFamily="34" charset="-122"/>
            </a:rPr>
            <a:t>当水位快要到达目标点（如 1.0m）时，由于积分项已经累积了大量的“动力”，即使此时误差 e 已经很小，控制输出依然很大。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859810A-BCB4-4D01-B2C5-B65390C243AD}" type="parTrans" cxnId="{1F428269-1586-453E-A358-5C91D26B010A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9F58E41-61C0-4D43-A958-F110115D24B8}" type="sibTrans" cxnId="{1F428269-1586-453E-A358-5C91D26B010A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07EAED3-7575-4F51-8D05-FDBD29583A0C}">
      <dgm:prSet/>
      <dgm:spPr/>
      <dgm:t>
        <a:bodyPr/>
        <a:lstStyle/>
        <a:p>
          <a:r>
            <a:rPr lang="zh-CN" b="0" i="0" baseline="0" dirty="0">
              <a:latin typeface="微软雅黑" panose="020B0503020204020204" pitchFamily="34" charset="-122"/>
              <a:ea typeface="微软雅黑" panose="020B0503020204020204" pitchFamily="34" charset="-122"/>
            </a:rPr>
            <a:t>结果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D2CE413-5455-47C2-B612-8BB3C8BAA722}" type="parTrans" cxnId="{6879604D-941C-4D77-89A9-D47A79877190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A910EEE-5F11-47E0-AEEE-5B6CCACA5442}" type="sibTrans" cxnId="{6879604D-941C-4D77-89A9-D47A79877190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5DD3190-4C8A-4967-999F-851F0A67AE56}">
      <dgm:prSet/>
      <dgm:spPr/>
      <dgm:t>
        <a:bodyPr/>
        <a:lstStyle/>
        <a:p>
          <a:r>
            <a:rPr lang="zh-CN" b="1" i="0" baseline="0" dirty="0">
              <a:latin typeface="微软雅黑" panose="020B0503020204020204" pitchFamily="34" charset="-122"/>
              <a:ea typeface="微软雅黑" panose="020B0503020204020204" pitchFamily="34" charset="-122"/>
            </a:rPr>
            <a:t>结论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D0F8A6C-2343-4052-BF27-0493A1B88AA2}" type="parTrans" cxnId="{53FA723F-5276-4D4A-AB11-628E28DDF092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9D42F33-D592-47F0-85C1-FF96517145C4}" type="sibTrans" cxnId="{53FA723F-5276-4D4A-AB11-628E28DDF092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84F91F0-734B-4C6C-9C6D-E4969F77CF90}">
      <dgm:prSet/>
      <dgm:spPr/>
      <dgm:t>
        <a:bodyPr/>
        <a:lstStyle/>
        <a:p>
          <a:r>
            <a:rPr lang="zh-CN" b="0" i="0" baseline="0" dirty="0">
              <a:latin typeface="微软雅黑" panose="020B0503020204020204" pitchFamily="34" charset="-122"/>
              <a:ea typeface="微软雅黑" panose="020B0503020204020204" pitchFamily="34" charset="-122"/>
            </a:rPr>
            <a:t>水位猛冲过头（超调），然后系统不得不反向调节，产生来回震荡。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AAF91AE-75F6-41E2-8864-60DEF9EBB0DF}" type="parTrans" cxnId="{4BD0088F-BDFA-43C0-A5F6-9F0C54AD58B3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A66B38B-03F1-46DE-8D87-9E5B6DEB4C34}" type="sibTrans" cxnId="{4BD0088F-BDFA-43C0-A5F6-9F0C54AD58B3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115ED90-459B-428E-AAC9-8313CD3AD9B8}">
      <dgm:prSet/>
      <dgm:spPr/>
      <dgm:t>
        <a:bodyPr/>
        <a:lstStyle/>
        <a:p>
          <a:r>
            <a:rPr lang="zh-CN" b="0" i="0" baseline="0">
              <a:latin typeface="微软雅黑" panose="020B0503020204020204" pitchFamily="34" charset="-122"/>
              <a:ea typeface="微软雅黑" panose="020B0503020204020204" pitchFamily="34" charset="-122"/>
            </a:rPr>
            <a:t>PI 控制在追求“消除误差”和“平稳性”之间难以兼得。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003CF2C-2857-4EB7-B26B-B620B807D5F5}" type="parTrans" cxnId="{3AFF2041-56B7-4AE4-B981-2E15523026B2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0BC2E55-B5B1-469E-BA8E-C6E11E7E8E64}" type="sibTrans" cxnId="{3AFF2041-56B7-4AE4-B981-2E15523026B2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A026D38-FC02-48C6-AA20-166ED40A798D}" type="pres">
      <dgm:prSet presAssocID="{AEF201B8-4050-4B23-BC42-F1FC3B681488}" presName="linear" presStyleCnt="0">
        <dgm:presLayoutVars>
          <dgm:animLvl val="lvl"/>
          <dgm:resizeHandles val="exact"/>
        </dgm:presLayoutVars>
      </dgm:prSet>
      <dgm:spPr/>
    </dgm:pt>
    <dgm:pt modelId="{771FC2CB-5F7E-4C5E-8337-93DE65891AFD}" type="pres">
      <dgm:prSet presAssocID="{3EB00A10-4773-48F9-A539-232343250E9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612F0E6-7328-4283-896B-802E8E471545}" type="pres">
      <dgm:prSet presAssocID="{3EB00A10-4773-48F9-A539-232343250E90}" presName="childText" presStyleLbl="revTx" presStyleIdx="0" presStyleCnt="3">
        <dgm:presLayoutVars>
          <dgm:bulletEnabled val="1"/>
        </dgm:presLayoutVars>
      </dgm:prSet>
      <dgm:spPr/>
    </dgm:pt>
    <dgm:pt modelId="{C6BEB4D4-0749-412D-985A-21BD78D5544A}" type="pres">
      <dgm:prSet presAssocID="{A07EAED3-7575-4F51-8D05-FDBD29583A0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8DF61AA-E6B3-42E0-986E-B1660C4CFBB9}" type="pres">
      <dgm:prSet presAssocID="{A07EAED3-7575-4F51-8D05-FDBD29583A0C}" presName="childText" presStyleLbl="revTx" presStyleIdx="1" presStyleCnt="3">
        <dgm:presLayoutVars>
          <dgm:bulletEnabled val="1"/>
        </dgm:presLayoutVars>
      </dgm:prSet>
      <dgm:spPr/>
    </dgm:pt>
    <dgm:pt modelId="{C1EAC829-59C6-4DF2-86C6-0BED484A4C2E}" type="pres">
      <dgm:prSet presAssocID="{15DD3190-4C8A-4967-999F-851F0A67AE56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B30505DB-7E95-4223-BF54-70C1E524DC0F}" type="pres">
      <dgm:prSet presAssocID="{15DD3190-4C8A-4967-999F-851F0A67AE56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64554905-35B0-488B-9AF6-9A39CCFF8113}" type="presOf" srcId="{08982146-2F57-4033-8517-8A428ED24A1A}" destId="{6612F0E6-7328-4283-896B-802E8E471545}" srcOrd="0" destOrd="0" presId="urn:microsoft.com/office/officeart/2005/8/layout/vList2"/>
    <dgm:cxn modelId="{9FDD642B-0EBB-414B-BBAA-2886EB575241}" srcId="{AEF201B8-4050-4B23-BC42-F1FC3B681488}" destId="{3EB00A10-4773-48F9-A539-232343250E90}" srcOrd="0" destOrd="0" parTransId="{2D3D068F-AFD8-4D83-84C6-A4665035CEEF}" sibTransId="{F7B7A650-A195-460D-BAF8-48EA4272C499}"/>
    <dgm:cxn modelId="{C6755C32-9107-4D23-AC00-EA4E78FB3516}" type="presOf" srcId="{15DD3190-4C8A-4967-999F-851F0A67AE56}" destId="{C1EAC829-59C6-4DF2-86C6-0BED484A4C2E}" srcOrd="0" destOrd="0" presId="urn:microsoft.com/office/officeart/2005/8/layout/vList2"/>
    <dgm:cxn modelId="{53FA723F-5276-4D4A-AB11-628E28DDF092}" srcId="{AEF201B8-4050-4B23-BC42-F1FC3B681488}" destId="{15DD3190-4C8A-4967-999F-851F0A67AE56}" srcOrd="2" destOrd="0" parTransId="{BD0F8A6C-2343-4052-BF27-0493A1B88AA2}" sibTransId="{59D42F33-D592-47F0-85C1-FF96517145C4}"/>
    <dgm:cxn modelId="{3AFF2041-56B7-4AE4-B981-2E15523026B2}" srcId="{15DD3190-4C8A-4967-999F-851F0A67AE56}" destId="{4115ED90-459B-428E-AAC9-8313CD3AD9B8}" srcOrd="0" destOrd="0" parTransId="{F003CF2C-2857-4EB7-B26B-B620B807D5F5}" sibTransId="{80BC2E55-B5B1-469E-BA8E-C6E11E7E8E64}"/>
    <dgm:cxn modelId="{AD2DBE63-4114-42E3-A1DD-2F71C2E346D5}" type="presOf" srcId="{C84F91F0-734B-4C6C-9C6D-E4969F77CF90}" destId="{F8DF61AA-E6B3-42E0-986E-B1660C4CFBB9}" srcOrd="0" destOrd="0" presId="urn:microsoft.com/office/officeart/2005/8/layout/vList2"/>
    <dgm:cxn modelId="{1F428269-1586-453E-A358-5C91D26B010A}" srcId="{3EB00A10-4773-48F9-A539-232343250E90}" destId="{08982146-2F57-4033-8517-8A428ED24A1A}" srcOrd="0" destOrd="0" parTransId="{7859810A-BCB4-4D01-B2C5-B65390C243AD}" sibTransId="{49F58E41-61C0-4D43-A958-F110115D24B8}"/>
    <dgm:cxn modelId="{6879604D-941C-4D77-89A9-D47A79877190}" srcId="{AEF201B8-4050-4B23-BC42-F1FC3B681488}" destId="{A07EAED3-7575-4F51-8D05-FDBD29583A0C}" srcOrd="1" destOrd="0" parTransId="{AD2CE413-5455-47C2-B612-8BB3C8BAA722}" sibTransId="{8A910EEE-5F11-47E0-AEEE-5B6CCACA5442}"/>
    <dgm:cxn modelId="{8E3DBD50-518B-4EED-8DED-C44E7074B3B6}" type="presOf" srcId="{AEF201B8-4050-4B23-BC42-F1FC3B681488}" destId="{CA026D38-FC02-48C6-AA20-166ED40A798D}" srcOrd="0" destOrd="0" presId="urn:microsoft.com/office/officeart/2005/8/layout/vList2"/>
    <dgm:cxn modelId="{6CD07C72-54DD-4B32-B39E-088C99AD845F}" type="presOf" srcId="{A07EAED3-7575-4F51-8D05-FDBD29583A0C}" destId="{C6BEB4D4-0749-412D-985A-21BD78D5544A}" srcOrd="0" destOrd="0" presId="urn:microsoft.com/office/officeart/2005/8/layout/vList2"/>
    <dgm:cxn modelId="{4BD0088F-BDFA-43C0-A5F6-9F0C54AD58B3}" srcId="{A07EAED3-7575-4F51-8D05-FDBD29583A0C}" destId="{C84F91F0-734B-4C6C-9C6D-E4969F77CF90}" srcOrd="0" destOrd="0" parTransId="{CAAF91AE-75F6-41E2-8864-60DEF9EBB0DF}" sibTransId="{8A66B38B-03F1-46DE-8D87-9E5B6DEB4C34}"/>
    <dgm:cxn modelId="{CFCAE097-35A4-493D-BEDD-E03552235603}" type="presOf" srcId="{3EB00A10-4773-48F9-A539-232343250E90}" destId="{771FC2CB-5F7E-4C5E-8337-93DE65891AFD}" srcOrd="0" destOrd="0" presId="urn:microsoft.com/office/officeart/2005/8/layout/vList2"/>
    <dgm:cxn modelId="{7D61A9C4-88D1-494A-9B51-AF2A5CDB6E16}" type="presOf" srcId="{4115ED90-459B-428E-AAC9-8313CD3AD9B8}" destId="{B30505DB-7E95-4223-BF54-70C1E524DC0F}" srcOrd="0" destOrd="0" presId="urn:microsoft.com/office/officeart/2005/8/layout/vList2"/>
    <dgm:cxn modelId="{4944F4E2-948A-4D7A-823D-CA2F19C9CAE5}" type="presParOf" srcId="{CA026D38-FC02-48C6-AA20-166ED40A798D}" destId="{771FC2CB-5F7E-4C5E-8337-93DE65891AFD}" srcOrd="0" destOrd="0" presId="urn:microsoft.com/office/officeart/2005/8/layout/vList2"/>
    <dgm:cxn modelId="{D7CFCEBA-B07A-49E0-BC52-381BE3447C73}" type="presParOf" srcId="{CA026D38-FC02-48C6-AA20-166ED40A798D}" destId="{6612F0E6-7328-4283-896B-802E8E471545}" srcOrd="1" destOrd="0" presId="urn:microsoft.com/office/officeart/2005/8/layout/vList2"/>
    <dgm:cxn modelId="{A9CE5E27-360E-42B5-9DF9-504BA10A108F}" type="presParOf" srcId="{CA026D38-FC02-48C6-AA20-166ED40A798D}" destId="{C6BEB4D4-0749-412D-985A-21BD78D5544A}" srcOrd="2" destOrd="0" presId="urn:microsoft.com/office/officeart/2005/8/layout/vList2"/>
    <dgm:cxn modelId="{8C64BDEF-251C-4BF8-9662-6993B9C042E3}" type="presParOf" srcId="{CA026D38-FC02-48C6-AA20-166ED40A798D}" destId="{F8DF61AA-E6B3-42E0-986E-B1660C4CFBB9}" srcOrd="3" destOrd="0" presId="urn:microsoft.com/office/officeart/2005/8/layout/vList2"/>
    <dgm:cxn modelId="{758E53CD-1973-4805-9387-547B30F6DF8F}" type="presParOf" srcId="{CA026D38-FC02-48C6-AA20-166ED40A798D}" destId="{C1EAC829-59C6-4DF2-86C6-0BED484A4C2E}" srcOrd="4" destOrd="0" presId="urn:microsoft.com/office/officeart/2005/8/layout/vList2"/>
    <dgm:cxn modelId="{FA0C9341-7163-4AE2-A4FE-5EB1574A9E46}" type="presParOf" srcId="{CA026D38-FC02-48C6-AA20-166ED40A798D}" destId="{B30505DB-7E95-4223-BF54-70C1E524DC0F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0EEC366-D896-4B0C-B916-91247D3B7F5A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F38C01B8-FEDA-4210-9A46-ABC0A4BCA720}">
      <dgm:prSet/>
      <dgm:spPr/>
      <dgm:t>
        <a:bodyPr/>
        <a:lstStyle/>
        <a:p>
          <a:r>
            <a:rPr lang="en-US" b="1"/>
            <a:t>1. </a:t>
          </a:r>
          <a:r>
            <a:rPr lang="zh-CN" b="1"/>
            <a:t>比例项 </a:t>
          </a:r>
          <a:r>
            <a:rPr lang="en-US" b="1"/>
            <a:t>(P)</a:t>
          </a:r>
          <a:r>
            <a:rPr lang="zh-CN" b="1"/>
            <a:t>：基于“现状”的直觉响应</a:t>
          </a:r>
          <a:endParaRPr lang="zh-CN"/>
        </a:p>
      </dgm:t>
    </dgm:pt>
    <dgm:pt modelId="{000692A0-FD5E-4367-ADB3-9A7B3A16319B}" type="parTrans" cxnId="{9CA02009-2600-4759-B54C-9BD5B0E964BC}">
      <dgm:prSet/>
      <dgm:spPr/>
      <dgm:t>
        <a:bodyPr/>
        <a:lstStyle/>
        <a:p>
          <a:endParaRPr lang="zh-CN" altLang="en-US"/>
        </a:p>
      </dgm:t>
    </dgm:pt>
    <dgm:pt modelId="{3FF74300-7AB0-4915-B718-D8E9342F7464}" type="sibTrans" cxnId="{9CA02009-2600-4759-B54C-9BD5B0E964BC}">
      <dgm:prSet/>
      <dgm:spPr/>
      <dgm:t>
        <a:bodyPr/>
        <a:lstStyle/>
        <a:p>
          <a:endParaRPr lang="zh-CN" altLang="en-US"/>
        </a:p>
      </dgm:t>
    </dgm:pt>
    <dgm:pt modelId="{F5E36226-48D0-476A-A426-6525C6733FA2}">
      <dgm:prSet/>
      <dgm:spPr/>
      <dgm:t>
        <a:bodyPr/>
        <a:lstStyle/>
        <a:p>
          <a:r>
            <a:rPr lang="zh-CN" b="1" dirty="0"/>
            <a:t>通俗讲解</a:t>
          </a:r>
          <a:r>
            <a:rPr lang="zh-CN" dirty="0"/>
            <a:t>：这是控制器的 </a:t>
          </a:r>
          <a:r>
            <a:rPr lang="zh-CN" b="1" dirty="0"/>
            <a:t>“本能”</a:t>
          </a:r>
          <a:r>
            <a:rPr lang="zh-CN" dirty="0"/>
            <a:t>。误差多大，我就出多大的力。</a:t>
          </a:r>
        </a:p>
      </dgm:t>
    </dgm:pt>
    <dgm:pt modelId="{CFF08DFB-49B1-48EF-9FEC-0BA0BA4D3787}" type="parTrans" cxnId="{55D76608-045B-43FD-A9D0-6F58C7534AA3}">
      <dgm:prSet/>
      <dgm:spPr/>
      <dgm:t>
        <a:bodyPr/>
        <a:lstStyle/>
        <a:p>
          <a:endParaRPr lang="zh-CN" altLang="en-US"/>
        </a:p>
      </dgm:t>
    </dgm:pt>
    <dgm:pt modelId="{A516AAD3-2943-4F3A-83FD-6C736046A4F3}" type="sibTrans" cxnId="{55D76608-045B-43FD-A9D0-6F58C7534AA3}">
      <dgm:prSet/>
      <dgm:spPr/>
      <dgm:t>
        <a:bodyPr/>
        <a:lstStyle/>
        <a:p>
          <a:endParaRPr lang="zh-CN" altLang="en-US"/>
        </a:p>
      </dgm:t>
    </dgm:pt>
    <dgm:pt modelId="{FC6F77C7-8192-4C64-A87B-6BE103909CB1}">
      <dgm:prSet/>
      <dgm:spPr/>
      <dgm:t>
        <a:bodyPr/>
        <a:lstStyle/>
        <a:p>
          <a:r>
            <a:rPr lang="zh-CN" b="1" dirty="0"/>
            <a:t>数学原理</a:t>
          </a:r>
          <a:r>
            <a:rPr lang="zh-CN" dirty="0"/>
            <a:t>：它是误差的线性放大。</a:t>
          </a:r>
        </a:p>
      </dgm:t>
    </dgm:pt>
    <dgm:pt modelId="{102E7FF0-6A45-4D55-9A90-39DF50E6EA84}" type="parTrans" cxnId="{7DCAE290-3BC3-46F5-8100-8C2345C51A6B}">
      <dgm:prSet/>
      <dgm:spPr/>
      <dgm:t>
        <a:bodyPr/>
        <a:lstStyle/>
        <a:p>
          <a:endParaRPr lang="zh-CN" altLang="en-US"/>
        </a:p>
      </dgm:t>
    </dgm:pt>
    <dgm:pt modelId="{F009441F-50F7-4DFC-A579-73C6E74B1BC5}" type="sibTrans" cxnId="{7DCAE290-3BC3-46F5-8100-8C2345C51A6B}">
      <dgm:prSet/>
      <dgm:spPr/>
      <dgm:t>
        <a:bodyPr/>
        <a:lstStyle/>
        <a:p>
          <a:endParaRPr lang="zh-CN" altLang="en-US"/>
        </a:p>
      </dgm:t>
    </dgm:pt>
    <dgm:pt modelId="{469EE96B-D4A2-44FC-806E-5256F9AB1D54}">
      <dgm:prSet/>
      <dgm:spPr/>
      <dgm:t>
        <a:bodyPr/>
        <a:lstStyle/>
        <a:p>
          <a:r>
            <a:rPr lang="zh-CN" b="1" dirty="0"/>
            <a:t>在公式中的角色</a:t>
          </a:r>
          <a:r>
            <a:rPr lang="zh-CN" dirty="0"/>
            <a:t>：它是</a:t>
          </a:r>
          <a:r>
            <a:rPr lang="zh-CN" b="1" dirty="0"/>
            <a:t>动力源</a:t>
          </a:r>
          <a:r>
            <a:rPr lang="zh-CN" dirty="0"/>
            <a:t>。没有它，系统根本动不起来。</a:t>
          </a:r>
        </a:p>
      </dgm:t>
    </dgm:pt>
    <dgm:pt modelId="{6D117881-2B48-445A-BB8F-B99B08C51EFF}" type="parTrans" cxnId="{EE1F3FC8-CBD2-492D-8E7A-895FE0907165}">
      <dgm:prSet/>
      <dgm:spPr/>
      <dgm:t>
        <a:bodyPr/>
        <a:lstStyle/>
        <a:p>
          <a:endParaRPr lang="zh-CN" altLang="en-US"/>
        </a:p>
      </dgm:t>
    </dgm:pt>
    <dgm:pt modelId="{FF2844CC-1F18-45DD-BE8B-91210A70C386}" type="sibTrans" cxnId="{EE1F3FC8-CBD2-492D-8E7A-895FE0907165}">
      <dgm:prSet/>
      <dgm:spPr/>
      <dgm:t>
        <a:bodyPr/>
        <a:lstStyle/>
        <a:p>
          <a:endParaRPr lang="zh-CN" altLang="en-US"/>
        </a:p>
      </dgm:t>
    </dgm:pt>
    <dgm:pt modelId="{9C32A48B-006E-433C-A27B-421E57281FBB}">
      <dgm:prSet/>
      <dgm:spPr/>
      <dgm:t>
        <a:bodyPr/>
        <a:lstStyle/>
        <a:p>
          <a:r>
            <a:rPr lang="zh-CN" b="1" dirty="0"/>
            <a:t>弱点</a:t>
          </a:r>
          <a:r>
            <a:rPr lang="zh-CN" dirty="0"/>
            <a:t>：它“短视”，只看现在。一旦误差小到一定程度（比如抵消了漏水），它就满足了，导致静差。</a:t>
          </a:r>
        </a:p>
      </dgm:t>
    </dgm:pt>
    <dgm:pt modelId="{195DBD2E-0D05-4AA8-B349-A6776C5F32E0}" type="parTrans" cxnId="{7EC8E1DA-9815-4C4E-AD61-4EA8DE150948}">
      <dgm:prSet/>
      <dgm:spPr/>
      <dgm:t>
        <a:bodyPr/>
        <a:lstStyle/>
        <a:p>
          <a:endParaRPr lang="zh-CN" altLang="en-US"/>
        </a:p>
      </dgm:t>
    </dgm:pt>
    <dgm:pt modelId="{83834E22-934E-40F3-915E-130D8D3584EA}" type="sibTrans" cxnId="{7EC8E1DA-9815-4C4E-AD61-4EA8DE150948}">
      <dgm:prSet/>
      <dgm:spPr/>
      <dgm:t>
        <a:bodyPr/>
        <a:lstStyle/>
        <a:p>
          <a:endParaRPr lang="zh-CN" altLang="en-US"/>
        </a:p>
      </dgm:t>
    </dgm:pt>
    <dgm:pt modelId="{22C3E84D-8473-4F90-8956-26DF98D33C89}">
      <dgm:prSet/>
      <dgm:spPr/>
      <dgm:t>
        <a:bodyPr/>
        <a:lstStyle/>
        <a:p>
          <a:r>
            <a:rPr lang="en-US" b="1" dirty="0"/>
            <a:t>2. </a:t>
          </a:r>
          <a:r>
            <a:rPr lang="zh-CN" b="1" dirty="0"/>
            <a:t>积分项 </a:t>
          </a:r>
          <a:r>
            <a:rPr lang="en-US" b="1" dirty="0"/>
            <a:t>(I)</a:t>
          </a:r>
          <a:r>
            <a:rPr lang="zh-CN" b="1" dirty="0"/>
            <a:t>：基于“过去”的纠错能力</a:t>
          </a:r>
          <a:endParaRPr lang="zh-CN" dirty="0"/>
        </a:p>
      </dgm:t>
    </dgm:pt>
    <dgm:pt modelId="{C716EF18-07CC-440A-8BCB-29951D95632A}" type="parTrans" cxnId="{9EC01B7B-238D-4A2E-ACBD-7F1B7BFFD0EE}">
      <dgm:prSet/>
      <dgm:spPr/>
      <dgm:t>
        <a:bodyPr/>
        <a:lstStyle/>
        <a:p>
          <a:endParaRPr lang="zh-CN" altLang="en-US"/>
        </a:p>
      </dgm:t>
    </dgm:pt>
    <dgm:pt modelId="{372A996B-E37A-45A1-B50A-3489C3647D83}" type="sibTrans" cxnId="{9EC01B7B-238D-4A2E-ACBD-7F1B7BFFD0EE}">
      <dgm:prSet/>
      <dgm:spPr/>
      <dgm:t>
        <a:bodyPr/>
        <a:lstStyle/>
        <a:p>
          <a:endParaRPr lang="zh-CN" altLang="en-US"/>
        </a:p>
      </dgm:t>
    </dgm:pt>
    <dgm:pt modelId="{0B6D996E-C89B-40B4-846A-3AB8FDDD34D9}">
      <dgm:prSet/>
      <dgm:spPr/>
      <dgm:t>
        <a:bodyPr/>
        <a:lstStyle/>
        <a:p>
          <a:r>
            <a:rPr lang="zh-CN" b="1" dirty="0"/>
            <a:t>通俗讲解</a:t>
          </a:r>
          <a:r>
            <a:rPr lang="zh-CN" dirty="0"/>
            <a:t>：这是控制器的</a:t>
          </a:r>
          <a:r>
            <a:rPr lang="zh-CN" b="1" dirty="0"/>
            <a:t>“记性”</a:t>
          </a:r>
          <a:r>
            <a:rPr lang="zh-CN" dirty="0"/>
            <a:t>。它会把过去所有的误差都加起来。</a:t>
          </a:r>
        </a:p>
      </dgm:t>
    </dgm:pt>
    <dgm:pt modelId="{7A17C45C-B064-4C76-AB45-A4DC9179C0B4}" type="parTrans" cxnId="{3C219043-55D3-40BE-887F-E8EE61404F03}">
      <dgm:prSet/>
      <dgm:spPr/>
      <dgm:t>
        <a:bodyPr/>
        <a:lstStyle/>
        <a:p>
          <a:endParaRPr lang="zh-CN" altLang="en-US"/>
        </a:p>
      </dgm:t>
    </dgm:pt>
    <dgm:pt modelId="{C130D6BF-583E-44AB-9484-9494E6C10E8C}" type="sibTrans" cxnId="{3C219043-55D3-40BE-887F-E8EE61404F03}">
      <dgm:prSet/>
      <dgm:spPr/>
      <dgm:t>
        <a:bodyPr/>
        <a:lstStyle/>
        <a:p>
          <a:endParaRPr lang="zh-CN" altLang="en-US"/>
        </a:p>
      </dgm:t>
    </dgm:pt>
    <dgm:pt modelId="{AF42AB05-242E-4EBC-A7F5-79D04656E540}">
      <dgm:prSet/>
      <dgm:spPr/>
      <dgm:t>
        <a:bodyPr/>
        <a:lstStyle/>
        <a:p>
          <a:r>
            <a:rPr lang="zh-CN" b="1" dirty="0"/>
            <a:t>数学原理</a:t>
          </a:r>
          <a:r>
            <a:rPr lang="zh-CN" dirty="0"/>
            <a:t>：它是误差对时间的累积。只要误差不为零，输出就会一直增加。</a:t>
          </a:r>
        </a:p>
      </dgm:t>
    </dgm:pt>
    <dgm:pt modelId="{95513618-28A5-48B2-AD20-8F76E316E2EF}" type="parTrans" cxnId="{E02D7987-0ACA-4302-8E6D-34B519FEBAF5}">
      <dgm:prSet/>
      <dgm:spPr/>
      <dgm:t>
        <a:bodyPr/>
        <a:lstStyle/>
        <a:p>
          <a:endParaRPr lang="zh-CN" altLang="en-US"/>
        </a:p>
      </dgm:t>
    </dgm:pt>
    <dgm:pt modelId="{AF974A11-F7E7-4735-8828-0E0DE71639A2}" type="sibTrans" cxnId="{E02D7987-0ACA-4302-8E6D-34B519FEBAF5}">
      <dgm:prSet/>
      <dgm:spPr/>
      <dgm:t>
        <a:bodyPr/>
        <a:lstStyle/>
        <a:p>
          <a:endParaRPr lang="zh-CN" altLang="en-US"/>
        </a:p>
      </dgm:t>
    </dgm:pt>
    <dgm:pt modelId="{99BC4FD0-31F8-4B11-8B4A-899559D774A3}">
      <dgm:prSet/>
      <dgm:spPr/>
      <dgm:t>
        <a:bodyPr/>
        <a:lstStyle/>
        <a:p>
          <a:r>
            <a:rPr lang="zh-CN" b="1" dirty="0"/>
            <a:t>在公式中的角色</a:t>
          </a:r>
          <a:r>
            <a:rPr lang="zh-CN" dirty="0"/>
            <a:t>：它是</a:t>
          </a:r>
          <a:r>
            <a:rPr lang="zh-CN" b="1" dirty="0"/>
            <a:t>精度保证</a:t>
          </a:r>
          <a:r>
            <a:rPr lang="zh-CN" dirty="0"/>
            <a:t>。它的使命就是消灭那最后一点点“静差”。</a:t>
          </a:r>
        </a:p>
      </dgm:t>
    </dgm:pt>
    <dgm:pt modelId="{07F712B6-7FBF-461A-BB90-D6EC7B136E90}" type="parTrans" cxnId="{3A5849A2-F7FD-4FB2-BFBD-EC24D1C9C14C}">
      <dgm:prSet/>
      <dgm:spPr/>
      <dgm:t>
        <a:bodyPr/>
        <a:lstStyle/>
        <a:p>
          <a:endParaRPr lang="zh-CN" altLang="en-US"/>
        </a:p>
      </dgm:t>
    </dgm:pt>
    <dgm:pt modelId="{EC2F0E33-D2C3-4366-9F38-7E592CE1CF49}" type="sibTrans" cxnId="{3A5849A2-F7FD-4FB2-BFBD-EC24D1C9C14C}">
      <dgm:prSet/>
      <dgm:spPr/>
      <dgm:t>
        <a:bodyPr/>
        <a:lstStyle/>
        <a:p>
          <a:endParaRPr lang="zh-CN" altLang="en-US"/>
        </a:p>
      </dgm:t>
    </dgm:pt>
    <dgm:pt modelId="{A1D5AC77-83EE-4D0A-9A81-248757C5BFF5}">
      <dgm:prSet/>
      <dgm:spPr/>
      <dgm:t>
        <a:bodyPr/>
        <a:lstStyle/>
        <a:p>
          <a:r>
            <a:rPr lang="zh-CN" b="1" dirty="0"/>
            <a:t>弱点</a:t>
          </a:r>
          <a:r>
            <a:rPr lang="zh-CN" dirty="0"/>
            <a:t>：它很“固执”，有惯性。即使水位到了，它因为记得过去的亏欠，还会继续推，导致超调。</a:t>
          </a:r>
        </a:p>
      </dgm:t>
    </dgm:pt>
    <dgm:pt modelId="{CCF8582B-D2E1-4533-A877-FF68588CCC33}" type="parTrans" cxnId="{897FC2F6-E6A2-4AE8-A684-01ACA4DB487A}">
      <dgm:prSet/>
      <dgm:spPr/>
      <dgm:t>
        <a:bodyPr/>
        <a:lstStyle/>
        <a:p>
          <a:endParaRPr lang="zh-CN" altLang="en-US"/>
        </a:p>
      </dgm:t>
    </dgm:pt>
    <dgm:pt modelId="{C536214B-F310-449C-B220-B259639336B0}" type="sibTrans" cxnId="{897FC2F6-E6A2-4AE8-A684-01ACA4DB487A}">
      <dgm:prSet/>
      <dgm:spPr/>
      <dgm:t>
        <a:bodyPr/>
        <a:lstStyle/>
        <a:p>
          <a:endParaRPr lang="zh-CN" altLang="en-US"/>
        </a:p>
      </dgm:t>
    </dgm:pt>
    <dgm:pt modelId="{14C48EBE-EB3A-4FA9-B228-98E532B49911}">
      <dgm:prSet/>
      <dgm:spPr/>
      <dgm:t>
        <a:bodyPr/>
        <a:lstStyle/>
        <a:p>
          <a:r>
            <a:rPr lang="en-US" b="1" dirty="0"/>
            <a:t>3. </a:t>
          </a:r>
          <a:r>
            <a:rPr lang="zh-CN" b="1" dirty="0"/>
            <a:t>微分项 </a:t>
          </a:r>
          <a:r>
            <a:rPr lang="en-US" b="1" dirty="0"/>
            <a:t>(D)</a:t>
          </a:r>
          <a:r>
            <a:rPr lang="zh-CN" b="1" dirty="0"/>
            <a:t>：基于“未来”的预判制动</a:t>
          </a:r>
          <a:endParaRPr lang="zh-CN" dirty="0"/>
        </a:p>
      </dgm:t>
    </dgm:pt>
    <dgm:pt modelId="{0BD20924-1923-4489-98E6-D85F24EF9272}" type="parTrans" cxnId="{A98DF105-785E-4448-B714-8CA4272F351E}">
      <dgm:prSet/>
      <dgm:spPr/>
      <dgm:t>
        <a:bodyPr/>
        <a:lstStyle/>
        <a:p>
          <a:endParaRPr lang="zh-CN" altLang="en-US"/>
        </a:p>
      </dgm:t>
    </dgm:pt>
    <dgm:pt modelId="{D853EDF7-A8B1-4F6C-8080-B250BDF417B9}" type="sibTrans" cxnId="{A98DF105-785E-4448-B714-8CA4272F351E}">
      <dgm:prSet/>
      <dgm:spPr/>
      <dgm:t>
        <a:bodyPr/>
        <a:lstStyle/>
        <a:p>
          <a:endParaRPr lang="zh-CN" altLang="en-US"/>
        </a:p>
      </dgm:t>
    </dgm:pt>
    <dgm:pt modelId="{F4971A00-0A80-469C-9257-C37FD4069F6F}">
      <dgm:prSet/>
      <dgm:spPr/>
      <dgm:t>
        <a:bodyPr/>
        <a:lstStyle/>
        <a:p>
          <a:r>
            <a:rPr lang="zh-CN" b="1" dirty="0"/>
            <a:t>通俗讲解</a:t>
          </a:r>
          <a:r>
            <a:rPr lang="zh-CN" dirty="0"/>
            <a:t>：这是控制器的</a:t>
          </a:r>
          <a:r>
            <a:rPr lang="zh-CN" b="1" dirty="0"/>
            <a:t>“眼界”</a:t>
          </a:r>
          <a:r>
            <a:rPr lang="zh-CN" dirty="0"/>
            <a:t>。它不看误差多大，只看误差变化的快慢（斜率）。</a:t>
          </a:r>
        </a:p>
      </dgm:t>
    </dgm:pt>
    <dgm:pt modelId="{2493E90E-2DFB-4966-96DD-500896128800}" type="parTrans" cxnId="{3D294A8D-A2BB-408C-8D37-955D49B35EB1}">
      <dgm:prSet/>
      <dgm:spPr/>
      <dgm:t>
        <a:bodyPr/>
        <a:lstStyle/>
        <a:p>
          <a:endParaRPr lang="zh-CN" altLang="en-US"/>
        </a:p>
      </dgm:t>
    </dgm:pt>
    <dgm:pt modelId="{270C6FB2-25B2-4D63-BBA5-1891AD0915DA}" type="sibTrans" cxnId="{3D294A8D-A2BB-408C-8D37-955D49B35EB1}">
      <dgm:prSet/>
      <dgm:spPr/>
      <dgm:t>
        <a:bodyPr/>
        <a:lstStyle/>
        <a:p>
          <a:endParaRPr lang="zh-CN" altLang="en-US"/>
        </a:p>
      </dgm:t>
    </dgm:pt>
    <dgm:pt modelId="{57019F07-C3E7-412E-8B7A-FA517CE12BDA}">
      <dgm:prSet/>
      <dgm:spPr/>
      <dgm:t>
        <a:bodyPr/>
        <a:lstStyle/>
        <a:p>
          <a:r>
            <a:rPr lang="zh-CN" b="1" dirty="0"/>
            <a:t>数学原理</a:t>
          </a:r>
          <a:r>
            <a:rPr lang="zh-CN" dirty="0"/>
            <a:t>：它是误差的变化率。</a:t>
          </a:r>
        </a:p>
      </dgm:t>
    </dgm:pt>
    <dgm:pt modelId="{D96E09F6-AE65-4C60-80AA-3B121673F21E}" type="parTrans" cxnId="{9C3F081C-E1E5-4211-AD75-A18059A5532E}">
      <dgm:prSet/>
      <dgm:spPr/>
      <dgm:t>
        <a:bodyPr/>
        <a:lstStyle/>
        <a:p>
          <a:endParaRPr lang="zh-CN" altLang="en-US"/>
        </a:p>
      </dgm:t>
    </dgm:pt>
    <dgm:pt modelId="{59D67E08-5396-4371-B1D6-71B9C3117A2D}" type="sibTrans" cxnId="{9C3F081C-E1E5-4211-AD75-A18059A5532E}">
      <dgm:prSet/>
      <dgm:spPr/>
      <dgm:t>
        <a:bodyPr/>
        <a:lstStyle/>
        <a:p>
          <a:endParaRPr lang="zh-CN" altLang="en-US"/>
        </a:p>
      </dgm:t>
    </dgm:pt>
    <dgm:pt modelId="{DBEBA0CE-24DC-4AAE-89CE-1F18E99A2D7A}">
      <dgm:prSet/>
      <dgm:spPr/>
      <dgm:t>
        <a:bodyPr/>
        <a:lstStyle/>
        <a:p>
          <a:r>
            <a:rPr lang="zh-CN" b="1" dirty="0"/>
            <a:t>在公式中的角色</a:t>
          </a:r>
          <a:r>
            <a:rPr lang="zh-CN" dirty="0"/>
            <a:t>：它是</a:t>
          </a:r>
          <a:r>
            <a:rPr lang="zh-CN" b="1" dirty="0"/>
            <a:t>阻尼器（刹车）</a:t>
          </a:r>
          <a:r>
            <a:rPr lang="zh-CN" dirty="0"/>
            <a:t>。当水位飞快靠近目标时，斜率为负，它产生一个负向推力，抵消 </a:t>
          </a:r>
          <a:r>
            <a:rPr lang="en-US" dirty="0"/>
            <a:t>P </a:t>
          </a:r>
          <a:r>
            <a:rPr lang="zh-CN" dirty="0"/>
            <a:t>和 </a:t>
          </a:r>
          <a:r>
            <a:rPr lang="en-US" dirty="0"/>
            <a:t>I </a:t>
          </a:r>
          <a:r>
            <a:rPr lang="zh-CN" dirty="0"/>
            <a:t>的惯性。</a:t>
          </a:r>
        </a:p>
      </dgm:t>
    </dgm:pt>
    <dgm:pt modelId="{B04BED11-979A-4BA5-BAC6-EED1F29CC3BE}" type="parTrans" cxnId="{8A57BC52-DDE7-4413-8E32-8FE74E96B076}">
      <dgm:prSet/>
      <dgm:spPr/>
      <dgm:t>
        <a:bodyPr/>
        <a:lstStyle/>
        <a:p>
          <a:endParaRPr lang="zh-CN" altLang="en-US"/>
        </a:p>
      </dgm:t>
    </dgm:pt>
    <dgm:pt modelId="{EEE4E8AD-113D-4406-AC1F-1BA1CEF2C61E}" type="sibTrans" cxnId="{8A57BC52-DDE7-4413-8E32-8FE74E96B076}">
      <dgm:prSet/>
      <dgm:spPr/>
      <dgm:t>
        <a:bodyPr/>
        <a:lstStyle/>
        <a:p>
          <a:endParaRPr lang="zh-CN" altLang="en-US"/>
        </a:p>
      </dgm:t>
    </dgm:pt>
    <dgm:pt modelId="{1134DE1B-B077-4C17-9B6F-D7954FEA20B0}">
      <dgm:prSet/>
      <dgm:spPr/>
      <dgm:t>
        <a:bodyPr/>
        <a:lstStyle/>
        <a:p>
          <a:r>
            <a:rPr lang="zh-CN" b="1" dirty="0"/>
            <a:t>它预测下一秒的误差。</a:t>
          </a:r>
          <a:endParaRPr lang="zh-CN" dirty="0"/>
        </a:p>
      </dgm:t>
    </dgm:pt>
    <dgm:pt modelId="{8A2256B3-AEE8-41A5-B8C9-0F652940F956}" type="parTrans" cxnId="{4BD2F894-1451-44D3-B225-26D443748C41}">
      <dgm:prSet/>
      <dgm:spPr/>
      <dgm:t>
        <a:bodyPr/>
        <a:lstStyle/>
        <a:p>
          <a:endParaRPr lang="zh-CN" altLang="en-US"/>
        </a:p>
      </dgm:t>
    </dgm:pt>
    <dgm:pt modelId="{1F82CF4C-526B-4764-93F1-9C80F8813560}" type="sibTrans" cxnId="{4BD2F894-1451-44D3-B225-26D443748C41}">
      <dgm:prSet/>
      <dgm:spPr/>
      <dgm:t>
        <a:bodyPr/>
        <a:lstStyle/>
        <a:p>
          <a:endParaRPr lang="zh-CN" altLang="en-US"/>
        </a:p>
      </dgm:t>
    </dgm:pt>
    <dgm:pt modelId="{CA06B0B9-424A-43E9-BA35-A0825131740B}" type="pres">
      <dgm:prSet presAssocID="{C0EEC366-D896-4B0C-B916-91247D3B7F5A}" presName="linear" presStyleCnt="0">
        <dgm:presLayoutVars>
          <dgm:dir/>
          <dgm:animLvl val="lvl"/>
          <dgm:resizeHandles val="exact"/>
        </dgm:presLayoutVars>
      </dgm:prSet>
      <dgm:spPr/>
    </dgm:pt>
    <dgm:pt modelId="{EB921A63-9FE5-4DBA-BDCC-21D242BDB81C}" type="pres">
      <dgm:prSet presAssocID="{F38C01B8-FEDA-4210-9A46-ABC0A4BCA720}" presName="parentLin" presStyleCnt="0"/>
      <dgm:spPr/>
    </dgm:pt>
    <dgm:pt modelId="{CBAF98F5-DD45-404E-9E11-3CDB30BA880A}" type="pres">
      <dgm:prSet presAssocID="{F38C01B8-FEDA-4210-9A46-ABC0A4BCA720}" presName="parentLeftMargin" presStyleLbl="node1" presStyleIdx="0" presStyleCnt="3"/>
      <dgm:spPr/>
    </dgm:pt>
    <dgm:pt modelId="{CBD3E781-B6B3-4ECB-914A-F96A82D72DB9}" type="pres">
      <dgm:prSet presAssocID="{F38C01B8-FEDA-4210-9A46-ABC0A4BCA72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B795C00-54D6-4C5F-BA85-49D2D5602C3F}" type="pres">
      <dgm:prSet presAssocID="{F38C01B8-FEDA-4210-9A46-ABC0A4BCA720}" presName="negativeSpace" presStyleCnt="0"/>
      <dgm:spPr/>
    </dgm:pt>
    <dgm:pt modelId="{C9C183F7-9D4B-49FA-9D59-2C261FB0F276}" type="pres">
      <dgm:prSet presAssocID="{F38C01B8-FEDA-4210-9A46-ABC0A4BCA720}" presName="childText" presStyleLbl="conFgAcc1" presStyleIdx="0" presStyleCnt="3">
        <dgm:presLayoutVars>
          <dgm:bulletEnabled val="1"/>
        </dgm:presLayoutVars>
      </dgm:prSet>
      <dgm:spPr/>
    </dgm:pt>
    <dgm:pt modelId="{F84BC7CF-0CFB-4A08-A19D-E5ED2F02C07D}" type="pres">
      <dgm:prSet presAssocID="{3FF74300-7AB0-4915-B718-D8E9342F7464}" presName="spaceBetweenRectangles" presStyleCnt="0"/>
      <dgm:spPr/>
    </dgm:pt>
    <dgm:pt modelId="{5BEF9978-7272-4EE4-8D70-E264BF6ED007}" type="pres">
      <dgm:prSet presAssocID="{22C3E84D-8473-4F90-8956-26DF98D33C89}" presName="parentLin" presStyleCnt="0"/>
      <dgm:spPr/>
    </dgm:pt>
    <dgm:pt modelId="{E2E57FBA-E0D4-4224-9553-24F9BB1B878D}" type="pres">
      <dgm:prSet presAssocID="{22C3E84D-8473-4F90-8956-26DF98D33C89}" presName="parentLeftMargin" presStyleLbl="node1" presStyleIdx="0" presStyleCnt="3"/>
      <dgm:spPr/>
    </dgm:pt>
    <dgm:pt modelId="{8BA56D9C-6344-4690-B536-3237F250CBC9}" type="pres">
      <dgm:prSet presAssocID="{22C3E84D-8473-4F90-8956-26DF98D33C8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9A08443-0C9F-4EEC-B574-64715A6EC6C5}" type="pres">
      <dgm:prSet presAssocID="{22C3E84D-8473-4F90-8956-26DF98D33C89}" presName="negativeSpace" presStyleCnt="0"/>
      <dgm:spPr/>
    </dgm:pt>
    <dgm:pt modelId="{3C43EFED-F206-4A8E-9C90-74643CC07911}" type="pres">
      <dgm:prSet presAssocID="{22C3E84D-8473-4F90-8956-26DF98D33C89}" presName="childText" presStyleLbl="conFgAcc1" presStyleIdx="1" presStyleCnt="3">
        <dgm:presLayoutVars>
          <dgm:bulletEnabled val="1"/>
        </dgm:presLayoutVars>
      </dgm:prSet>
      <dgm:spPr/>
    </dgm:pt>
    <dgm:pt modelId="{05F2BB3A-DF7E-4146-B1AA-C6355FB81271}" type="pres">
      <dgm:prSet presAssocID="{372A996B-E37A-45A1-B50A-3489C3647D83}" presName="spaceBetweenRectangles" presStyleCnt="0"/>
      <dgm:spPr/>
    </dgm:pt>
    <dgm:pt modelId="{3656EB90-A9BB-49C8-9DE1-52D461127076}" type="pres">
      <dgm:prSet presAssocID="{14C48EBE-EB3A-4FA9-B228-98E532B49911}" presName="parentLin" presStyleCnt="0"/>
      <dgm:spPr/>
    </dgm:pt>
    <dgm:pt modelId="{9A5E5563-6554-48D3-A4B7-2AC4C3A9D53E}" type="pres">
      <dgm:prSet presAssocID="{14C48EBE-EB3A-4FA9-B228-98E532B49911}" presName="parentLeftMargin" presStyleLbl="node1" presStyleIdx="1" presStyleCnt="3"/>
      <dgm:spPr/>
    </dgm:pt>
    <dgm:pt modelId="{E756C15B-F921-4766-815E-387F599B10B2}" type="pres">
      <dgm:prSet presAssocID="{14C48EBE-EB3A-4FA9-B228-98E532B4991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27A0554C-81CE-44E9-AF3C-680F4351D173}" type="pres">
      <dgm:prSet presAssocID="{14C48EBE-EB3A-4FA9-B228-98E532B49911}" presName="negativeSpace" presStyleCnt="0"/>
      <dgm:spPr/>
    </dgm:pt>
    <dgm:pt modelId="{BB107F4D-B8A5-439C-A26D-43F1E334D121}" type="pres">
      <dgm:prSet presAssocID="{14C48EBE-EB3A-4FA9-B228-98E532B49911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A98DF105-785E-4448-B714-8CA4272F351E}" srcId="{C0EEC366-D896-4B0C-B916-91247D3B7F5A}" destId="{14C48EBE-EB3A-4FA9-B228-98E532B49911}" srcOrd="2" destOrd="0" parTransId="{0BD20924-1923-4489-98E6-D85F24EF9272}" sibTransId="{D853EDF7-A8B1-4F6C-8080-B250BDF417B9}"/>
    <dgm:cxn modelId="{55D76608-045B-43FD-A9D0-6F58C7534AA3}" srcId="{F38C01B8-FEDA-4210-9A46-ABC0A4BCA720}" destId="{F5E36226-48D0-476A-A426-6525C6733FA2}" srcOrd="0" destOrd="0" parTransId="{CFF08DFB-49B1-48EF-9FEC-0BA0BA4D3787}" sibTransId="{A516AAD3-2943-4F3A-83FD-6C736046A4F3}"/>
    <dgm:cxn modelId="{9CA02009-2600-4759-B54C-9BD5B0E964BC}" srcId="{C0EEC366-D896-4B0C-B916-91247D3B7F5A}" destId="{F38C01B8-FEDA-4210-9A46-ABC0A4BCA720}" srcOrd="0" destOrd="0" parTransId="{000692A0-FD5E-4367-ADB3-9A7B3A16319B}" sibTransId="{3FF74300-7AB0-4915-B718-D8E9342F7464}"/>
    <dgm:cxn modelId="{9C3F081C-E1E5-4211-AD75-A18059A5532E}" srcId="{14C48EBE-EB3A-4FA9-B228-98E532B49911}" destId="{57019F07-C3E7-412E-8B7A-FA517CE12BDA}" srcOrd="1" destOrd="0" parTransId="{D96E09F6-AE65-4C60-80AA-3B121673F21E}" sibTransId="{59D67E08-5396-4371-B1D6-71B9C3117A2D}"/>
    <dgm:cxn modelId="{4595E528-AC44-4A41-9030-BC01512B559F}" type="presOf" srcId="{9C32A48B-006E-433C-A27B-421E57281FBB}" destId="{C9C183F7-9D4B-49FA-9D59-2C261FB0F276}" srcOrd="0" destOrd="3" presId="urn:microsoft.com/office/officeart/2005/8/layout/list1"/>
    <dgm:cxn modelId="{7BADE52A-1732-4D11-B7E7-184C4066DA6C}" type="presOf" srcId="{AF42AB05-242E-4EBC-A7F5-79D04656E540}" destId="{3C43EFED-F206-4A8E-9C90-74643CC07911}" srcOrd="0" destOrd="1" presId="urn:microsoft.com/office/officeart/2005/8/layout/list1"/>
    <dgm:cxn modelId="{ECCA5633-427E-4CE5-8420-044AF5508B09}" type="presOf" srcId="{DBEBA0CE-24DC-4AAE-89CE-1F18E99A2D7A}" destId="{BB107F4D-B8A5-439C-A26D-43F1E334D121}" srcOrd="0" destOrd="2" presId="urn:microsoft.com/office/officeart/2005/8/layout/list1"/>
    <dgm:cxn modelId="{54526F61-B73E-49D4-BEEC-C264C2FC1E9C}" type="presOf" srcId="{469EE96B-D4A2-44FC-806E-5256F9AB1D54}" destId="{C9C183F7-9D4B-49FA-9D59-2C261FB0F276}" srcOrd="0" destOrd="2" presId="urn:microsoft.com/office/officeart/2005/8/layout/list1"/>
    <dgm:cxn modelId="{67127241-A427-4739-8CBF-98AFEE7185AD}" type="presOf" srcId="{F4971A00-0A80-469C-9257-C37FD4069F6F}" destId="{BB107F4D-B8A5-439C-A26D-43F1E334D121}" srcOrd="0" destOrd="0" presId="urn:microsoft.com/office/officeart/2005/8/layout/list1"/>
    <dgm:cxn modelId="{3C219043-55D3-40BE-887F-E8EE61404F03}" srcId="{22C3E84D-8473-4F90-8956-26DF98D33C89}" destId="{0B6D996E-C89B-40B4-846A-3AB8FDDD34D9}" srcOrd="0" destOrd="0" parTransId="{7A17C45C-B064-4C76-AB45-A4DC9179C0B4}" sibTransId="{C130D6BF-583E-44AB-9484-9494E6C10E8C}"/>
    <dgm:cxn modelId="{B22F6F4A-04D8-45C4-B52C-7B15FAB64657}" type="presOf" srcId="{FC6F77C7-8192-4C64-A87B-6BE103909CB1}" destId="{C9C183F7-9D4B-49FA-9D59-2C261FB0F276}" srcOrd="0" destOrd="1" presId="urn:microsoft.com/office/officeart/2005/8/layout/list1"/>
    <dgm:cxn modelId="{0A1A6C72-EBA5-4C5D-BAEE-ABF8EC475E7B}" type="presOf" srcId="{C0EEC366-D896-4B0C-B916-91247D3B7F5A}" destId="{CA06B0B9-424A-43E9-BA35-A0825131740B}" srcOrd="0" destOrd="0" presId="urn:microsoft.com/office/officeart/2005/8/layout/list1"/>
    <dgm:cxn modelId="{8A57BC52-DDE7-4413-8E32-8FE74E96B076}" srcId="{14C48EBE-EB3A-4FA9-B228-98E532B49911}" destId="{DBEBA0CE-24DC-4AAE-89CE-1F18E99A2D7A}" srcOrd="2" destOrd="0" parTransId="{B04BED11-979A-4BA5-BAC6-EED1F29CC3BE}" sibTransId="{EEE4E8AD-113D-4406-AC1F-1BA1CEF2C61E}"/>
    <dgm:cxn modelId="{CC988959-955B-40B8-B3F1-531D46D87B7B}" type="presOf" srcId="{22C3E84D-8473-4F90-8956-26DF98D33C89}" destId="{8BA56D9C-6344-4690-B536-3237F250CBC9}" srcOrd="1" destOrd="0" presId="urn:microsoft.com/office/officeart/2005/8/layout/list1"/>
    <dgm:cxn modelId="{2098777A-DF61-45C1-B98B-B83BB342A9DB}" type="presOf" srcId="{F38C01B8-FEDA-4210-9A46-ABC0A4BCA720}" destId="{CBAF98F5-DD45-404E-9E11-3CDB30BA880A}" srcOrd="0" destOrd="0" presId="urn:microsoft.com/office/officeart/2005/8/layout/list1"/>
    <dgm:cxn modelId="{0AC8C27A-EFF5-4B11-99FB-CAF872482F0E}" type="presOf" srcId="{14C48EBE-EB3A-4FA9-B228-98E532B49911}" destId="{E756C15B-F921-4766-815E-387F599B10B2}" srcOrd="1" destOrd="0" presId="urn:microsoft.com/office/officeart/2005/8/layout/list1"/>
    <dgm:cxn modelId="{9EC01B7B-238D-4A2E-ACBD-7F1B7BFFD0EE}" srcId="{C0EEC366-D896-4B0C-B916-91247D3B7F5A}" destId="{22C3E84D-8473-4F90-8956-26DF98D33C89}" srcOrd="1" destOrd="0" parTransId="{C716EF18-07CC-440A-8BCB-29951D95632A}" sibTransId="{372A996B-E37A-45A1-B50A-3489C3647D83}"/>
    <dgm:cxn modelId="{9DC9CD82-1574-4143-9EE8-1BA242AA05B5}" type="presOf" srcId="{99BC4FD0-31F8-4B11-8B4A-899559D774A3}" destId="{3C43EFED-F206-4A8E-9C90-74643CC07911}" srcOrd="0" destOrd="2" presId="urn:microsoft.com/office/officeart/2005/8/layout/list1"/>
    <dgm:cxn modelId="{8097D983-126E-4195-BC99-5443E0DBD879}" type="presOf" srcId="{14C48EBE-EB3A-4FA9-B228-98E532B49911}" destId="{9A5E5563-6554-48D3-A4B7-2AC4C3A9D53E}" srcOrd="0" destOrd="0" presId="urn:microsoft.com/office/officeart/2005/8/layout/list1"/>
    <dgm:cxn modelId="{E02D7987-0ACA-4302-8E6D-34B519FEBAF5}" srcId="{22C3E84D-8473-4F90-8956-26DF98D33C89}" destId="{AF42AB05-242E-4EBC-A7F5-79D04656E540}" srcOrd="1" destOrd="0" parTransId="{95513618-28A5-48B2-AD20-8F76E316E2EF}" sibTransId="{AF974A11-F7E7-4735-8828-0E0DE71639A2}"/>
    <dgm:cxn modelId="{3D294A8D-A2BB-408C-8D37-955D49B35EB1}" srcId="{14C48EBE-EB3A-4FA9-B228-98E532B49911}" destId="{F4971A00-0A80-469C-9257-C37FD4069F6F}" srcOrd="0" destOrd="0" parTransId="{2493E90E-2DFB-4966-96DD-500896128800}" sibTransId="{270C6FB2-25B2-4D63-BBA5-1891AD0915DA}"/>
    <dgm:cxn modelId="{7DCAE290-3BC3-46F5-8100-8C2345C51A6B}" srcId="{F38C01B8-FEDA-4210-9A46-ABC0A4BCA720}" destId="{FC6F77C7-8192-4C64-A87B-6BE103909CB1}" srcOrd="1" destOrd="0" parTransId="{102E7FF0-6A45-4D55-9A90-39DF50E6EA84}" sibTransId="{F009441F-50F7-4DFC-A579-73C6E74B1BC5}"/>
    <dgm:cxn modelId="{4BD2F894-1451-44D3-B225-26D443748C41}" srcId="{14C48EBE-EB3A-4FA9-B228-98E532B49911}" destId="{1134DE1B-B077-4C17-9B6F-D7954FEA20B0}" srcOrd="3" destOrd="0" parTransId="{8A2256B3-AEE8-41A5-B8C9-0F652940F956}" sibTransId="{1F82CF4C-526B-4764-93F1-9C80F8813560}"/>
    <dgm:cxn modelId="{3970589C-B069-4428-9DA4-8830ABD78AFC}" type="presOf" srcId="{1134DE1B-B077-4C17-9B6F-D7954FEA20B0}" destId="{BB107F4D-B8A5-439C-A26D-43F1E334D121}" srcOrd="0" destOrd="3" presId="urn:microsoft.com/office/officeart/2005/8/layout/list1"/>
    <dgm:cxn modelId="{3A5849A2-F7FD-4FB2-BFBD-EC24D1C9C14C}" srcId="{22C3E84D-8473-4F90-8956-26DF98D33C89}" destId="{99BC4FD0-31F8-4B11-8B4A-899559D774A3}" srcOrd="2" destOrd="0" parTransId="{07F712B6-7FBF-461A-BB90-D6EC7B136E90}" sibTransId="{EC2F0E33-D2C3-4366-9F38-7E592CE1CF49}"/>
    <dgm:cxn modelId="{C14C63A6-F78E-41DC-9B27-A3D5259CAD11}" type="presOf" srcId="{F38C01B8-FEDA-4210-9A46-ABC0A4BCA720}" destId="{CBD3E781-B6B3-4ECB-914A-F96A82D72DB9}" srcOrd="1" destOrd="0" presId="urn:microsoft.com/office/officeart/2005/8/layout/list1"/>
    <dgm:cxn modelId="{EE1F3FC8-CBD2-492D-8E7A-895FE0907165}" srcId="{F38C01B8-FEDA-4210-9A46-ABC0A4BCA720}" destId="{469EE96B-D4A2-44FC-806E-5256F9AB1D54}" srcOrd="2" destOrd="0" parTransId="{6D117881-2B48-445A-BB8F-B99B08C51EFF}" sibTransId="{FF2844CC-1F18-45DD-BE8B-91210A70C386}"/>
    <dgm:cxn modelId="{16B015D0-9920-40F6-B9F0-028505A93CDB}" type="presOf" srcId="{F5E36226-48D0-476A-A426-6525C6733FA2}" destId="{C9C183F7-9D4B-49FA-9D59-2C261FB0F276}" srcOrd="0" destOrd="0" presId="urn:microsoft.com/office/officeart/2005/8/layout/list1"/>
    <dgm:cxn modelId="{C5053DD7-55C7-412B-8239-EA563041E3E1}" type="presOf" srcId="{A1D5AC77-83EE-4D0A-9A81-248757C5BFF5}" destId="{3C43EFED-F206-4A8E-9C90-74643CC07911}" srcOrd="0" destOrd="3" presId="urn:microsoft.com/office/officeart/2005/8/layout/list1"/>
    <dgm:cxn modelId="{7EC8E1DA-9815-4C4E-AD61-4EA8DE150948}" srcId="{F38C01B8-FEDA-4210-9A46-ABC0A4BCA720}" destId="{9C32A48B-006E-433C-A27B-421E57281FBB}" srcOrd="3" destOrd="0" parTransId="{195DBD2E-0D05-4AA8-B349-A6776C5F32E0}" sibTransId="{83834E22-934E-40F3-915E-130D8D3584EA}"/>
    <dgm:cxn modelId="{5489B4E1-E0FF-4919-9717-67DE254CFEEC}" type="presOf" srcId="{22C3E84D-8473-4F90-8956-26DF98D33C89}" destId="{E2E57FBA-E0D4-4224-9553-24F9BB1B878D}" srcOrd="0" destOrd="0" presId="urn:microsoft.com/office/officeart/2005/8/layout/list1"/>
    <dgm:cxn modelId="{6FB34BF2-9795-498B-A188-698676AA0361}" type="presOf" srcId="{0B6D996E-C89B-40B4-846A-3AB8FDDD34D9}" destId="{3C43EFED-F206-4A8E-9C90-74643CC07911}" srcOrd="0" destOrd="0" presId="urn:microsoft.com/office/officeart/2005/8/layout/list1"/>
    <dgm:cxn modelId="{CDBE90F6-B64E-44A0-B2CB-4A1AC97D8663}" type="presOf" srcId="{57019F07-C3E7-412E-8B7A-FA517CE12BDA}" destId="{BB107F4D-B8A5-439C-A26D-43F1E334D121}" srcOrd="0" destOrd="1" presId="urn:microsoft.com/office/officeart/2005/8/layout/list1"/>
    <dgm:cxn modelId="{897FC2F6-E6A2-4AE8-A684-01ACA4DB487A}" srcId="{22C3E84D-8473-4F90-8956-26DF98D33C89}" destId="{A1D5AC77-83EE-4D0A-9A81-248757C5BFF5}" srcOrd="3" destOrd="0" parTransId="{CCF8582B-D2E1-4533-A877-FF68588CCC33}" sibTransId="{C536214B-F310-449C-B220-B259639336B0}"/>
    <dgm:cxn modelId="{943C9AA5-9DFE-482D-A920-5A1A855D74BB}" type="presParOf" srcId="{CA06B0B9-424A-43E9-BA35-A0825131740B}" destId="{EB921A63-9FE5-4DBA-BDCC-21D242BDB81C}" srcOrd="0" destOrd="0" presId="urn:microsoft.com/office/officeart/2005/8/layout/list1"/>
    <dgm:cxn modelId="{C398F9C6-1594-4F6F-A048-9FE9F1D3090E}" type="presParOf" srcId="{EB921A63-9FE5-4DBA-BDCC-21D242BDB81C}" destId="{CBAF98F5-DD45-404E-9E11-3CDB30BA880A}" srcOrd="0" destOrd="0" presId="urn:microsoft.com/office/officeart/2005/8/layout/list1"/>
    <dgm:cxn modelId="{964CAA18-41E6-41BF-BAEC-D11508E7FC70}" type="presParOf" srcId="{EB921A63-9FE5-4DBA-BDCC-21D242BDB81C}" destId="{CBD3E781-B6B3-4ECB-914A-F96A82D72DB9}" srcOrd="1" destOrd="0" presId="urn:microsoft.com/office/officeart/2005/8/layout/list1"/>
    <dgm:cxn modelId="{E91DC9C9-072A-41CD-8C2A-7355DDF836BA}" type="presParOf" srcId="{CA06B0B9-424A-43E9-BA35-A0825131740B}" destId="{DB795C00-54D6-4C5F-BA85-49D2D5602C3F}" srcOrd="1" destOrd="0" presId="urn:microsoft.com/office/officeart/2005/8/layout/list1"/>
    <dgm:cxn modelId="{B01775DA-2B70-479C-B86E-12FB6F7533E4}" type="presParOf" srcId="{CA06B0B9-424A-43E9-BA35-A0825131740B}" destId="{C9C183F7-9D4B-49FA-9D59-2C261FB0F276}" srcOrd="2" destOrd="0" presId="urn:microsoft.com/office/officeart/2005/8/layout/list1"/>
    <dgm:cxn modelId="{A382BFEA-0041-4207-B220-557A340192D7}" type="presParOf" srcId="{CA06B0B9-424A-43E9-BA35-A0825131740B}" destId="{F84BC7CF-0CFB-4A08-A19D-E5ED2F02C07D}" srcOrd="3" destOrd="0" presId="urn:microsoft.com/office/officeart/2005/8/layout/list1"/>
    <dgm:cxn modelId="{5A27D5A4-E3A2-4E8B-BF06-F1F0281193A8}" type="presParOf" srcId="{CA06B0B9-424A-43E9-BA35-A0825131740B}" destId="{5BEF9978-7272-4EE4-8D70-E264BF6ED007}" srcOrd="4" destOrd="0" presId="urn:microsoft.com/office/officeart/2005/8/layout/list1"/>
    <dgm:cxn modelId="{CFB44D58-E8B3-425F-9C39-D1733FD7AA48}" type="presParOf" srcId="{5BEF9978-7272-4EE4-8D70-E264BF6ED007}" destId="{E2E57FBA-E0D4-4224-9553-24F9BB1B878D}" srcOrd="0" destOrd="0" presId="urn:microsoft.com/office/officeart/2005/8/layout/list1"/>
    <dgm:cxn modelId="{445E0F89-F722-4EBD-8A7A-50164026B75D}" type="presParOf" srcId="{5BEF9978-7272-4EE4-8D70-E264BF6ED007}" destId="{8BA56D9C-6344-4690-B536-3237F250CBC9}" srcOrd="1" destOrd="0" presId="urn:microsoft.com/office/officeart/2005/8/layout/list1"/>
    <dgm:cxn modelId="{CC5A394C-D18A-4EBD-BD35-DFC983437EA3}" type="presParOf" srcId="{CA06B0B9-424A-43E9-BA35-A0825131740B}" destId="{09A08443-0C9F-4EEC-B574-64715A6EC6C5}" srcOrd="5" destOrd="0" presId="urn:microsoft.com/office/officeart/2005/8/layout/list1"/>
    <dgm:cxn modelId="{85DFC9EB-2930-4D69-A395-A957CAA31DB5}" type="presParOf" srcId="{CA06B0B9-424A-43E9-BA35-A0825131740B}" destId="{3C43EFED-F206-4A8E-9C90-74643CC07911}" srcOrd="6" destOrd="0" presId="urn:microsoft.com/office/officeart/2005/8/layout/list1"/>
    <dgm:cxn modelId="{6B24B62C-DF82-4E28-B443-3E3EFAB1E939}" type="presParOf" srcId="{CA06B0B9-424A-43E9-BA35-A0825131740B}" destId="{05F2BB3A-DF7E-4146-B1AA-C6355FB81271}" srcOrd="7" destOrd="0" presId="urn:microsoft.com/office/officeart/2005/8/layout/list1"/>
    <dgm:cxn modelId="{5A80F97D-81B3-459C-A79A-CCCB33820DB0}" type="presParOf" srcId="{CA06B0B9-424A-43E9-BA35-A0825131740B}" destId="{3656EB90-A9BB-49C8-9DE1-52D461127076}" srcOrd="8" destOrd="0" presId="urn:microsoft.com/office/officeart/2005/8/layout/list1"/>
    <dgm:cxn modelId="{209C8B83-6AC1-4CF2-BF70-7B822FF74019}" type="presParOf" srcId="{3656EB90-A9BB-49C8-9DE1-52D461127076}" destId="{9A5E5563-6554-48D3-A4B7-2AC4C3A9D53E}" srcOrd="0" destOrd="0" presId="urn:microsoft.com/office/officeart/2005/8/layout/list1"/>
    <dgm:cxn modelId="{29BBE889-8487-42C9-AEF5-8C4C735CA79E}" type="presParOf" srcId="{3656EB90-A9BB-49C8-9DE1-52D461127076}" destId="{E756C15B-F921-4766-815E-387F599B10B2}" srcOrd="1" destOrd="0" presId="urn:microsoft.com/office/officeart/2005/8/layout/list1"/>
    <dgm:cxn modelId="{B6C6E419-3F4E-4917-B29D-CBBA23F07350}" type="presParOf" srcId="{CA06B0B9-424A-43E9-BA35-A0825131740B}" destId="{27A0554C-81CE-44E9-AF3C-680F4351D173}" srcOrd="9" destOrd="0" presId="urn:microsoft.com/office/officeart/2005/8/layout/list1"/>
    <dgm:cxn modelId="{B27960A2-500A-4A4C-A372-7B3FD17927AE}" type="presParOf" srcId="{CA06B0B9-424A-43E9-BA35-A0825131740B}" destId="{BB107F4D-B8A5-439C-A26D-43F1E334D121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C087694-E590-4168-B2DF-AB621E22368E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zh-CN" altLang="en-US"/>
        </a:p>
      </dgm:t>
    </dgm:pt>
    <dgm:pt modelId="{7190C8BA-8D9B-4D40-B5DC-FE580AE90982}">
      <dgm:prSet/>
      <dgm:spPr/>
      <dgm:t>
        <a:bodyPr/>
        <a:lstStyle/>
        <a:p>
          <a:r>
            <a:rPr lang="zh-CN" b="1"/>
            <a:t>位置式</a:t>
          </a:r>
          <a:r>
            <a:rPr lang="zh-CN"/>
            <a:t>：</a:t>
          </a:r>
        </a:p>
      </dgm:t>
    </dgm:pt>
    <dgm:pt modelId="{A229E588-D9C7-494C-A916-1B8EA45DDF01}" type="parTrans" cxnId="{03773887-CAFD-4B43-8FF1-F4617FDB9516}">
      <dgm:prSet/>
      <dgm:spPr/>
      <dgm:t>
        <a:bodyPr/>
        <a:lstStyle/>
        <a:p>
          <a:endParaRPr lang="zh-CN" altLang="en-US"/>
        </a:p>
      </dgm:t>
    </dgm:pt>
    <dgm:pt modelId="{593F54CF-5BA9-40EE-B4A7-741B60312C75}" type="sibTrans" cxnId="{03773887-CAFD-4B43-8FF1-F4617FDB9516}">
      <dgm:prSet/>
      <dgm:spPr/>
      <dgm:t>
        <a:bodyPr/>
        <a:lstStyle/>
        <a:p>
          <a:endParaRPr lang="zh-CN" altLang="en-US"/>
        </a:p>
      </dgm:t>
    </dgm:pt>
    <dgm:pt modelId="{FDAF69F2-87BB-4D78-BA5B-E02528972EA0}">
      <dgm:prSet/>
      <dgm:spPr/>
      <dgm:t>
        <a:bodyPr/>
        <a:lstStyle/>
        <a:p>
          <a:r>
            <a:rPr lang="zh-CN"/>
            <a:t>你直接命令：“把阀门开到</a:t>
          </a:r>
          <a:r>
            <a:rPr lang="en-US" b="1"/>
            <a:t>50%</a:t>
          </a:r>
          <a:r>
            <a:rPr lang="zh-CN"/>
            <a:t> 的位置”。如果之前是</a:t>
          </a:r>
          <a:r>
            <a:rPr lang="en-US"/>
            <a:t>0%</a:t>
          </a:r>
          <a:r>
            <a:rPr lang="zh-CN"/>
            <a:t>，你需要拧很多；如果之前是</a:t>
          </a:r>
          <a:r>
            <a:rPr lang="en-US"/>
            <a:t>49%</a:t>
          </a:r>
          <a:r>
            <a:rPr lang="zh-CN"/>
            <a:t>，你只需要拧一点点。你的命令是一个</a:t>
          </a:r>
          <a:r>
            <a:rPr lang="zh-CN" b="1"/>
            <a:t>绝对位置</a:t>
          </a:r>
          <a:r>
            <a:rPr lang="zh-CN"/>
            <a:t>。</a:t>
          </a:r>
        </a:p>
      </dgm:t>
    </dgm:pt>
    <dgm:pt modelId="{54009116-5F5E-4C41-AB34-2DA9770FA480}" type="parTrans" cxnId="{708B9803-FC9B-4E14-B5F6-076A4C61E035}">
      <dgm:prSet/>
      <dgm:spPr/>
      <dgm:t>
        <a:bodyPr/>
        <a:lstStyle/>
        <a:p>
          <a:endParaRPr lang="zh-CN" altLang="en-US"/>
        </a:p>
      </dgm:t>
    </dgm:pt>
    <dgm:pt modelId="{3FBF5077-1284-4249-92F4-8B49A815FBF5}" type="sibTrans" cxnId="{708B9803-FC9B-4E14-B5F6-076A4C61E035}">
      <dgm:prSet/>
      <dgm:spPr/>
      <dgm:t>
        <a:bodyPr/>
        <a:lstStyle/>
        <a:p>
          <a:endParaRPr lang="zh-CN" altLang="en-US"/>
        </a:p>
      </dgm:t>
    </dgm:pt>
    <dgm:pt modelId="{41578065-135C-413D-927E-E391EF8A6E66}">
      <dgm:prSet/>
      <dgm:spPr/>
      <dgm:t>
        <a:bodyPr/>
        <a:lstStyle/>
        <a:p>
          <a:r>
            <a:rPr lang="zh-CN" b="1"/>
            <a:t>增量式</a:t>
          </a:r>
          <a:r>
            <a:rPr lang="zh-CN"/>
            <a:t>：</a:t>
          </a:r>
        </a:p>
      </dgm:t>
    </dgm:pt>
    <dgm:pt modelId="{D61BC7BC-FFD4-4006-A2C1-A40030DA999B}" type="parTrans" cxnId="{CCB51083-4A81-424A-BD36-333B2B4DC9F4}">
      <dgm:prSet/>
      <dgm:spPr/>
      <dgm:t>
        <a:bodyPr/>
        <a:lstStyle/>
        <a:p>
          <a:endParaRPr lang="zh-CN" altLang="en-US"/>
        </a:p>
      </dgm:t>
    </dgm:pt>
    <dgm:pt modelId="{50135CDD-13ED-4ED3-AED3-7432A127B550}" type="sibTrans" cxnId="{CCB51083-4A81-424A-BD36-333B2B4DC9F4}">
      <dgm:prSet/>
      <dgm:spPr/>
      <dgm:t>
        <a:bodyPr/>
        <a:lstStyle/>
        <a:p>
          <a:endParaRPr lang="zh-CN" altLang="en-US"/>
        </a:p>
      </dgm:t>
    </dgm:pt>
    <dgm:pt modelId="{FC29C4D4-2765-4FDC-9C1D-509A436793C1}">
      <dgm:prSet/>
      <dgm:spPr/>
      <dgm:t>
        <a:bodyPr/>
        <a:lstStyle/>
        <a:p>
          <a:r>
            <a:rPr lang="zh-CN"/>
            <a:t>你下达的命令是：“</a:t>
          </a:r>
          <a:r>
            <a:rPr lang="zh-CN" b="1"/>
            <a:t>把阀门再拧开</a:t>
          </a:r>
          <a:r>
            <a:rPr lang="en-US" b="1"/>
            <a:t>5%</a:t>
          </a:r>
          <a:r>
            <a:rPr lang="zh-CN"/>
            <a:t>”。这个命令与阀门当前在哪儿无关，只关心</a:t>
          </a:r>
          <a:r>
            <a:rPr lang="zh-CN" b="1"/>
            <a:t>相对于当前位置需要改变多少</a:t>
          </a:r>
          <a:r>
            <a:rPr lang="zh-CN"/>
            <a:t>。你的命令是一个</a:t>
          </a:r>
          <a:r>
            <a:rPr lang="zh-CN" b="1"/>
            <a:t>增量</a:t>
          </a:r>
          <a:r>
            <a:rPr lang="zh-CN"/>
            <a:t>或</a:t>
          </a:r>
          <a:r>
            <a:rPr lang="zh-CN" b="1"/>
            <a:t>变化量</a:t>
          </a:r>
          <a:r>
            <a:rPr lang="zh-CN"/>
            <a:t>。</a:t>
          </a:r>
        </a:p>
      </dgm:t>
    </dgm:pt>
    <dgm:pt modelId="{702561F3-3D99-4605-9E86-017056B9E12B}" type="parTrans" cxnId="{2C1A248D-0A79-4984-935A-33330811FDB9}">
      <dgm:prSet/>
      <dgm:spPr/>
      <dgm:t>
        <a:bodyPr/>
        <a:lstStyle/>
        <a:p>
          <a:endParaRPr lang="zh-CN" altLang="en-US"/>
        </a:p>
      </dgm:t>
    </dgm:pt>
    <dgm:pt modelId="{8B00CB20-CEC8-439A-9AAC-54E422346B50}" type="sibTrans" cxnId="{2C1A248D-0A79-4984-935A-33330811FDB9}">
      <dgm:prSet/>
      <dgm:spPr/>
      <dgm:t>
        <a:bodyPr/>
        <a:lstStyle/>
        <a:p>
          <a:endParaRPr lang="zh-CN" altLang="en-US"/>
        </a:p>
      </dgm:t>
    </dgm:pt>
    <dgm:pt modelId="{0DBB7822-9D21-493C-B489-7BDAF5B1339B}" type="pres">
      <dgm:prSet presAssocID="{CC087694-E590-4168-B2DF-AB621E22368E}" presName="vert0" presStyleCnt="0">
        <dgm:presLayoutVars>
          <dgm:dir/>
          <dgm:animOne val="branch"/>
          <dgm:animLvl val="lvl"/>
        </dgm:presLayoutVars>
      </dgm:prSet>
      <dgm:spPr/>
    </dgm:pt>
    <dgm:pt modelId="{075C7318-D9DE-4B6B-BC17-38ACA90F1E41}" type="pres">
      <dgm:prSet presAssocID="{7190C8BA-8D9B-4D40-B5DC-FE580AE90982}" presName="thickLine" presStyleLbl="alignNode1" presStyleIdx="0" presStyleCnt="2"/>
      <dgm:spPr/>
    </dgm:pt>
    <dgm:pt modelId="{8E340100-445D-4E67-B83C-946E9FF3FCC2}" type="pres">
      <dgm:prSet presAssocID="{7190C8BA-8D9B-4D40-B5DC-FE580AE90982}" presName="horz1" presStyleCnt="0"/>
      <dgm:spPr/>
    </dgm:pt>
    <dgm:pt modelId="{C2FA61F6-B77F-4878-8EA6-59113EC1B31B}" type="pres">
      <dgm:prSet presAssocID="{7190C8BA-8D9B-4D40-B5DC-FE580AE90982}" presName="tx1" presStyleLbl="revTx" presStyleIdx="0" presStyleCnt="4"/>
      <dgm:spPr/>
    </dgm:pt>
    <dgm:pt modelId="{0E8C6FA2-891A-4CBF-9CB2-2348A83A250A}" type="pres">
      <dgm:prSet presAssocID="{7190C8BA-8D9B-4D40-B5DC-FE580AE90982}" presName="vert1" presStyleCnt="0"/>
      <dgm:spPr/>
    </dgm:pt>
    <dgm:pt modelId="{E659A94B-F0F1-45BA-BB91-8CEBB67FB717}" type="pres">
      <dgm:prSet presAssocID="{FDAF69F2-87BB-4D78-BA5B-E02528972EA0}" presName="vertSpace2a" presStyleCnt="0"/>
      <dgm:spPr/>
    </dgm:pt>
    <dgm:pt modelId="{6A5F9189-0251-4C32-8B11-9DAB1FECD671}" type="pres">
      <dgm:prSet presAssocID="{FDAF69F2-87BB-4D78-BA5B-E02528972EA0}" presName="horz2" presStyleCnt="0"/>
      <dgm:spPr/>
    </dgm:pt>
    <dgm:pt modelId="{2DF53053-A3BB-4423-9DE4-AB44750EC6E5}" type="pres">
      <dgm:prSet presAssocID="{FDAF69F2-87BB-4D78-BA5B-E02528972EA0}" presName="horzSpace2" presStyleCnt="0"/>
      <dgm:spPr/>
    </dgm:pt>
    <dgm:pt modelId="{A5E4778A-F8A7-423A-B919-C84EFFF9F5AB}" type="pres">
      <dgm:prSet presAssocID="{FDAF69F2-87BB-4D78-BA5B-E02528972EA0}" presName="tx2" presStyleLbl="revTx" presStyleIdx="1" presStyleCnt="4"/>
      <dgm:spPr/>
    </dgm:pt>
    <dgm:pt modelId="{9D1FEF9F-AE4D-450B-947F-8CDF359F6916}" type="pres">
      <dgm:prSet presAssocID="{FDAF69F2-87BB-4D78-BA5B-E02528972EA0}" presName="vert2" presStyleCnt="0"/>
      <dgm:spPr/>
    </dgm:pt>
    <dgm:pt modelId="{9C445E77-366C-4264-A457-D11E93E5B031}" type="pres">
      <dgm:prSet presAssocID="{FDAF69F2-87BB-4D78-BA5B-E02528972EA0}" presName="thinLine2b" presStyleLbl="callout" presStyleIdx="0" presStyleCnt="2"/>
      <dgm:spPr/>
    </dgm:pt>
    <dgm:pt modelId="{944E4962-EED5-421C-B2EF-2DA77A219473}" type="pres">
      <dgm:prSet presAssocID="{FDAF69F2-87BB-4D78-BA5B-E02528972EA0}" presName="vertSpace2b" presStyleCnt="0"/>
      <dgm:spPr/>
    </dgm:pt>
    <dgm:pt modelId="{FAB91638-05EE-4458-89E1-A7AEC9B64B13}" type="pres">
      <dgm:prSet presAssocID="{41578065-135C-413D-927E-E391EF8A6E66}" presName="thickLine" presStyleLbl="alignNode1" presStyleIdx="1" presStyleCnt="2"/>
      <dgm:spPr/>
    </dgm:pt>
    <dgm:pt modelId="{9126A780-200D-47D3-A24C-527903CA1388}" type="pres">
      <dgm:prSet presAssocID="{41578065-135C-413D-927E-E391EF8A6E66}" presName="horz1" presStyleCnt="0"/>
      <dgm:spPr/>
    </dgm:pt>
    <dgm:pt modelId="{1805A6E0-3898-49A5-9E15-1F4551FF43AB}" type="pres">
      <dgm:prSet presAssocID="{41578065-135C-413D-927E-E391EF8A6E66}" presName="tx1" presStyleLbl="revTx" presStyleIdx="2" presStyleCnt="4"/>
      <dgm:spPr/>
    </dgm:pt>
    <dgm:pt modelId="{9937FAD4-CE4E-4E44-AEE3-5AB89BAE2D35}" type="pres">
      <dgm:prSet presAssocID="{41578065-135C-413D-927E-E391EF8A6E66}" presName="vert1" presStyleCnt="0"/>
      <dgm:spPr/>
    </dgm:pt>
    <dgm:pt modelId="{45E1845B-DCD8-4FF7-ABBB-0ABA745DDC94}" type="pres">
      <dgm:prSet presAssocID="{FC29C4D4-2765-4FDC-9C1D-509A436793C1}" presName="vertSpace2a" presStyleCnt="0"/>
      <dgm:spPr/>
    </dgm:pt>
    <dgm:pt modelId="{4BDFA0EA-FBF3-4818-B7F8-0E4573A01D39}" type="pres">
      <dgm:prSet presAssocID="{FC29C4D4-2765-4FDC-9C1D-509A436793C1}" presName="horz2" presStyleCnt="0"/>
      <dgm:spPr/>
    </dgm:pt>
    <dgm:pt modelId="{0C753703-B7FF-40D3-95C3-6EA8434E527B}" type="pres">
      <dgm:prSet presAssocID="{FC29C4D4-2765-4FDC-9C1D-509A436793C1}" presName="horzSpace2" presStyleCnt="0"/>
      <dgm:spPr/>
    </dgm:pt>
    <dgm:pt modelId="{2567F30A-906E-4092-AE56-E23AE74DEF5A}" type="pres">
      <dgm:prSet presAssocID="{FC29C4D4-2765-4FDC-9C1D-509A436793C1}" presName="tx2" presStyleLbl="revTx" presStyleIdx="3" presStyleCnt="4"/>
      <dgm:spPr/>
    </dgm:pt>
    <dgm:pt modelId="{E3FFFDBC-D05A-4C55-93E2-DA171F2DC89A}" type="pres">
      <dgm:prSet presAssocID="{FC29C4D4-2765-4FDC-9C1D-509A436793C1}" presName="vert2" presStyleCnt="0"/>
      <dgm:spPr/>
    </dgm:pt>
    <dgm:pt modelId="{BF869C55-6908-4B60-87AA-958A7CE1C250}" type="pres">
      <dgm:prSet presAssocID="{FC29C4D4-2765-4FDC-9C1D-509A436793C1}" presName="thinLine2b" presStyleLbl="callout" presStyleIdx="1" presStyleCnt="2"/>
      <dgm:spPr/>
    </dgm:pt>
    <dgm:pt modelId="{8326F1DD-284E-4726-9395-D10FA72D0FB6}" type="pres">
      <dgm:prSet presAssocID="{FC29C4D4-2765-4FDC-9C1D-509A436793C1}" presName="vertSpace2b" presStyleCnt="0"/>
      <dgm:spPr/>
    </dgm:pt>
  </dgm:ptLst>
  <dgm:cxnLst>
    <dgm:cxn modelId="{708B9803-FC9B-4E14-B5F6-076A4C61E035}" srcId="{7190C8BA-8D9B-4D40-B5DC-FE580AE90982}" destId="{FDAF69F2-87BB-4D78-BA5B-E02528972EA0}" srcOrd="0" destOrd="0" parTransId="{54009116-5F5E-4C41-AB34-2DA9770FA480}" sibTransId="{3FBF5077-1284-4249-92F4-8B49A815FBF5}"/>
    <dgm:cxn modelId="{8C002717-5B19-43A5-8C15-2C9C290C4770}" type="presOf" srcId="{CC087694-E590-4168-B2DF-AB621E22368E}" destId="{0DBB7822-9D21-493C-B489-7BDAF5B1339B}" srcOrd="0" destOrd="0" presId="urn:microsoft.com/office/officeart/2008/layout/LinedList"/>
    <dgm:cxn modelId="{646C8624-912F-4B41-89FE-A89F982F3053}" type="presOf" srcId="{FC29C4D4-2765-4FDC-9C1D-509A436793C1}" destId="{2567F30A-906E-4092-AE56-E23AE74DEF5A}" srcOrd="0" destOrd="0" presId="urn:microsoft.com/office/officeart/2008/layout/LinedList"/>
    <dgm:cxn modelId="{1D40A754-55B0-4632-ABFB-1BA2A35F8E29}" type="presOf" srcId="{41578065-135C-413D-927E-E391EF8A6E66}" destId="{1805A6E0-3898-49A5-9E15-1F4551FF43AB}" srcOrd="0" destOrd="0" presId="urn:microsoft.com/office/officeart/2008/layout/LinedList"/>
    <dgm:cxn modelId="{813AC875-5A50-43C5-ADBA-1C8133BD29FF}" type="presOf" srcId="{FDAF69F2-87BB-4D78-BA5B-E02528972EA0}" destId="{A5E4778A-F8A7-423A-B919-C84EFFF9F5AB}" srcOrd="0" destOrd="0" presId="urn:microsoft.com/office/officeart/2008/layout/LinedList"/>
    <dgm:cxn modelId="{CCB51083-4A81-424A-BD36-333B2B4DC9F4}" srcId="{CC087694-E590-4168-B2DF-AB621E22368E}" destId="{41578065-135C-413D-927E-E391EF8A6E66}" srcOrd="1" destOrd="0" parTransId="{D61BC7BC-FFD4-4006-A2C1-A40030DA999B}" sibTransId="{50135CDD-13ED-4ED3-AED3-7432A127B550}"/>
    <dgm:cxn modelId="{03773887-CAFD-4B43-8FF1-F4617FDB9516}" srcId="{CC087694-E590-4168-B2DF-AB621E22368E}" destId="{7190C8BA-8D9B-4D40-B5DC-FE580AE90982}" srcOrd="0" destOrd="0" parTransId="{A229E588-D9C7-494C-A916-1B8EA45DDF01}" sibTransId="{593F54CF-5BA9-40EE-B4A7-741B60312C75}"/>
    <dgm:cxn modelId="{2C1A248D-0A79-4984-935A-33330811FDB9}" srcId="{41578065-135C-413D-927E-E391EF8A6E66}" destId="{FC29C4D4-2765-4FDC-9C1D-509A436793C1}" srcOrd="0" destOrd="0" parTransId="{702561F3-3D99-4605-9E86-017056B9E12B}" sibTransId="{8B00CB20-CEC8-439A-9AAC-54E422346B50}"/>
    <dgm:cxn modelId="{12AEF48D-3EAE-4DB8-9664-24F4164D7CAD}" type="presOf" srcId="{7190C8BA-8D9B-4D40-B5DC-FE580AE90982}" destId="{C2FA61F6-B77F-4878-8EA6-59113EC1B31B}" srcOrd="0" destOrd="0" presId="urn:microsoft.com/office/officeart/2008/layout/LinedList"/>
    <dgm:cxn modelId="{1FE520C5-D650-4BF9-B5AA-01576E605EF2}" type="presParOf" srcId="{0DBB7822-9D21-493C-B489-7BDAF5B1339B}" destId="{075C7318-D9DE-4B6B-BC17-38ACA90F1E41}" srcOrd="0" destOrd="0" presId="urn:microsoft.com/office/officeart/2008/layout/LinedList"/>
    <dgm:cxn modelId="{386F5610-6CE9-484D-9B49-42053CED483B}" type="presParOf" srcId="{0DBB7822-9D21-493C-B489-7BDAF5B1339B}" destId="{8E340100-445D-4E67-B83C-946E9FF3FCC2}" srcOrd="1" destOrd="0" presId="urn:microsoft.com/office/officeart/2008/layout/LinedList"/>
    <dgm:cxn modelId="{B13D02EA-4EDD-4ACA-B3F7-3E75D19CF886}" type="presParOf" srcId="{8E340100-445D-4E67-B83C-946E9FF3FCC2}" destId="{C2FA61F6-B77F-4878-8EA6-59113EC1B31B}" srcOrd="0" destOrd="0" presId="urn:microsoft.com/office/officeart/2008/layout/LinedList"/>
    <dgm:cxn modelId="{509AE1E4-2F28-4F37-A184-F50B589654AA}" type="presParOf" srcId="{8E340100-445D-4E67-B83C-946E9FF3FCC2}" destId="{0E8C6FA2-891A-4CBF-9CB2-2348A83A250A}" srcOrd="1" destOrd="0" presId="urn:microsoft.com/office/officeart/2008/layout/LinedList"/>
    <dgm:cxn modelId="{3882EF54-85DD-4217-B4AE-0F75B0423300}" type="presParOf" srcId="{0E8C6FA2-891A-4CBF-9CB2-2348A83A250A}" destId="{E659A94B-F0F1-45BA-BB91-8CEBB67FB717}" srcOrd="0" destOrd="0" presId="urn:microsoft.com/office/officeart/2008/layout/LinedList"/>
    <dgm:cxn modelId="{6AEDD46D-12E4-4F56-A087-2314675808E7}" type="presParOf" srcId="{0E8C6FA2-891A-4CBF-9CB2-2348A83A250A}" destId="{6A5F9189-0251-4C32-8B11-9DAB1FECD671}" srcOrd="1" destOrd="0" presId="urn:microsoft.com/office/officeart/2008/layout/LinedList"/>
    <dgm:cxn modelId="{0942A1B2-8721-40F5-9CEB-365FF8EBE980}" type="presParOf" srcId="{6A5F9189-0251-4C32-8B11-9DAB1FECD671}" destId="{2DF53053-A3BB-4423-9DE4-AB44750EC6E5}" srcOrd="0" destOrd="0" presId="urn:microsoft.com/office/officeart/2008/layout/LinedList"/>
    <dgm:cxn modelId="{A5813AA8-3DBF-4A45-B9FD-F8CCA260CBC7}" type="presParOf" srcId="{6A5F9189-0251-4C32-8B11-9DAB1FECD671}" destId="{A5E4778A-F8A7-423A-B919-C84EFFF9F5AB}" srcOrd="1" destOrd="0" presId="urn:microsoft.com/office/officeart/2008/layout/LinedList"/>
    <dgm:cxn modelId="{8620550F-9C7C-4A18-A052-B4D18CB766E0}" type="presParOf" srcId="{6A5F9189-0251-4C32-8B11-9DAB1FECD671}" destId="{9D1FEF9F-AE4D-450B-947F-8CDF359F6916}" srcOrd="2" destOrd="0" presId="urn:microsoft.com/office/officeart/2008/layout/LinedList"/>
    <dgm:cxn modelId="{A65BDBFF-6152-4C7A-B732-47D9B739FAED}" type="presParOf" srcId="{0E8C6FA2-891A-4CBF-9CB2-2348A83A250A}" destId="{9C445E77-366C-4264-A457-D11E93E5B031}" srcOrd="2" destOrd="0" presId="urn:microsoft.com/office/officeart/2008/layout/LinedList"/>
    <dgm:cxn modelId="{7B542C33-F077-472A-8BF6-226DDBC98E34}" type="presParOf" srcId="{0E8C6FA2-891A-4CBF-9CB2-2348A83A250A}" destId="{944E4962-EED5-421C-B2EF-2DA77A219473}" srcOrd="3" destOrd="0" presId="urn:microsoft.com/office/officeart/2008/layout/LinedList"/>
    <dgm:cxn modelId="{AF9B21E5-323C-4058-B840-42506694938C}" type="presParOf" srcId="{0DBB7822-9D21-493C-B489-7BDAF5B1339B}" destId="{FAB91638-05EE-4458-89E1-A7AEC9B64B13}" srcOrd="2" destOrd="0" presId="urn:microsoft.com/office/officeart/2008/layout/LinedList"/>
    <dgm:cxn modelId="{E37FFA9B-D4B8-4B02-9500-4C22B2F58D91}" type="presParOf" srcId="{0DBB7822-9D21-493C-B489-7BDAF5B1339B}" destId="{9126A780-200D-47D3-A24C-527903CA1388}" srcOrd="3" destOrd="0" presId="urn:microsoft.com/office/officeart/2008/layout/LinedList"/>
    <dgm:cxn modelId="{EB6498CC-6A41-4AAC-BE9A-25634495E7D8}" type="presParOf" srcId="{9126A780-200D-47D3-A24C-527903CA1388}" destId="{1805A6E0-3898-49A5-9E15-1F4551FF43AB}" srcOrd="0" destOrd="0" presId="urn:microsoft.com/office/officeart/2008/layout/LinedList"/>
    <dgm:cxn modelId="{807A6C31-A16E-48B1-AD1E-E182C2995F5B}" type="presParOf" srcId="{9126A780-200D-47D3-A24C-527903CA1388}" destId="{9937FAD4-CE4E-4E44-AEE3-5AB89BAE2D35}" srcOrd="1" destOrd="0" presId="urn:microsoft.com/office/officeart/2008/layout/LinedList"/>
    <dgm:cxn modelId="{35B48B3E-AF40-4FCA-AD78-1032892589CB}" type="presParOf" srcId="{9937FAD4-CE4E-4E44-AEE3-5AB89BAE2D35}" destId="{45E1845B-DCD8-4FF7-ABBB-0ABA745DDC94}" srcOrd="0" destOrd="0" presId="urn:microsoft.com/office/officeart/2008/layout/LinedList"/>
    <dgm:cxn modelId="{D55005E8-04E4-4044-A672-F959D768C6F6}" type="presParOf" srcId="{9937FAD4-CE4E-4E44-AEE3-5AB89BAE2D35}" destId="{4BDFA0EA-FBF3-4818-B7F8-0E4573A01D39}" srcOrd="1" destOrd="0" presId="urn:microsoft.com/office/officeart/2008/layout/LinedList"/>
    <dgm:cxn modelId="{FC492A4C-8687-41F3-8B4E-48E12BBB55BE}" type="presParOf" srcId="{4BDFA0EA-FBF3-4818-B7F8-0E4573A01D39}" destId="{0C753703-B7FF-40D3-95C3-6EA8434E527B}" srcOrd="0" destOrd="0" presId="urn:microsoft.com/office/officeart/2008/layout/LinedList"/>
    <dgm:cxn modelId="{B7B8105E-9795-456A-A906-08B79FEE0EF4}" type="presParOf" srcId="{4BDFA0EA-FBF3-4818-B7F8-0E4573A01D39}" destId="{2567F30A-906E-4092-AE56-E23AE74DEF5A}" srcOrd="1" destOrd="0" presId="urn:microsoft.com/office/officeart/2008/layout/LinedList"/>
    <dgm:cxn modelId="{F56236C2-CAB2-4E12-B713-4FAAD9A758E5}" type="presParOf" srcId="{4BDFA0EA-FBF3-4818-B7F8-0E4573A01D39}" destId="{E3FFFDBC-D05A-4C55-93E2-DA171F2DC89A}" srcOrd="2" destOrd="0" presId="urn:microsoft.com/office/officeart/2008/layout/LinedList"/>
    <dgm:cxn modelId="{9E0F7004-B562-45F6-8FCB-0B42E92314B8}" type="presParOf" srcId="{9937FAD4-CE4E-4E44-AEE3-5AB89BAE2D35}" destId="{BF869C55-6908-4B60-87AA-958A7CE1C250}" srcOrd="2" destOrd="0" presId="urn:microsoft.com/office/officeart/2008/layout/LinedList"/>
    <dgm:cxn modelId="{482A5BDD-B65C-4330-950B-758E4C3D895B}" type="presParOf" srcId="{9937FAD4-CE4E-4E44-AEE3-5AB89BAE2D35}" destId="{8326F1DD-284E-4726-9395-D10FA72D0FB6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87BBC8-DF2F-4ECD-B2F2-FD0F94282159}">
      <dsp:nvSpPr>
        <dsp:cNvPr id="0" name=""/>
        <dsp:cNvSpPr/>
      </dsp:nvSpPr>
      <dsp:spPr>
        <a:xfrm>
          <a:off x="0" y="462587"/>
          <a:ext cx="10688441" cy="123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542" tIns="583184" rIns="829542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800" kern="1200" dirty="0"/>
            <a:t>超调与震荡</a:t>
          </a:r>
        </a:p>
      </dsp:txBody>
      <dsp:txXfrm>
        <a:off x="0" y="462587"/>
        <a:ext cx="10688441" cy="1234800"/>
      </dsp:txXfrm>
    </dsp:sp>
    <dsp:sp modelId="{5F850302-EA85-4DE1-9A9E-7265BF754247}">
      <dsp:nvSpPr>
        <dsp:cNvPr id="0" name=""/>
        <dsp:cNvSpPr/>
      </dsp:nvSpPr>
      <dsp:spPr>
        <a:xfrm>
          <a:off x="534422" y="49307"/>
          <a:ext cx="7481908" cy="826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2798" tIns="0" rIns="282798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9.4.1 PI</a:t>
          </a:r>
          <a:r>
            <a:rPr lang="zh-CN" sz="2800" kern="1200" dirty="0"/>
            <a:t>控制的不足</a:t>
          </a:r>
        </a:p>
      </dsp:txBody>
      <dsp:txXfrm>
        <a:off x="574771" y="89656"/>
        <a:ext cx="7401210" cy="745862"/>
      </dsp:txXfrm>
    </dsp:sp>
    <dsp:sp modelId="{A24304A0-DB2A-498C-A06E-B04305A4ED3D}">
      <dsp:nvSpPr>
        <dsp:cNvPr id="0" name=""/>
        <dsp:cNvSpPr/>
      </dsp:nvSpPr>
      <dsp:spPr>
        <a:xfrm>
          <a:off x="0" y="2261867"/>
          <a:ext cx="10688441" cy="123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542" tIns="583184" rIns="829542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800" kern="1200" dirty="0"/>
            <a:t>根据</a:t>
          </a:r>
          <a:r>
            <a:rPr lang="zh-CN" altLang="en-US" sz="2800" kern="1200" dirty="0"/>
            <a:t>误差</a:t>
          </a:r>
          <a:r>
            <a:rPr lang="zh-CN" sz="2800" kern="1200" dirty="0"/>
            <a:t>“趋势”调整</a:t>
          </a:r>
          <a:r>
            <a:rPr lang="zh-CN" altLang="en-US" sz="2800" kern="1200" dirty="0"/>
            <a:t>控制信号</a:t>
          </a:r>
          <a:endParaRPr lang="zh-CN" sz="2800" kern="1200" dirty="0"/>
        </a:p>
      </dsp:txBody>
      <dsp:txXfrm>
        <a:off x="0" y="2261867"/>
        <a:ext cx="10688441" cy="1234800"/>
      </dsp:txXfrm>
    </dsp:sp>
    <dsp:sp modelId="{253F94CC-110C-4122-8AE5-60D427A63724}">
      <dsp:nvSpPr>
        <dsp:cNvPr id="0" name=""/>
        <dsp:cNvSpPr/>
      </dsp:nvSpPr>
      <dsp:spPr>
        <a:xfrm>
          <a:off x="534422" y="1848587"/>
          <a:ext cx="7481908" cy="826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2798" tIns="0" rIns="282798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800" kern="1200" dirty="0"/>
            <a:t>9.4.2 </a:t>
          </a:r>
          <a:r>
            <a:rPr lang="zh-CN" sz="2800" kern="1200" dirty="0"/>
            <a:t>引入微分项（</a:t>
          </a:r>
          <a:r>
            <a:rPr lang="en-US" sz="2800" kern="1200" dirty="0"/>
            <a:t>D</a:t>
          </a:r>
          <a:r>
            <a:rPr lang="zh-CN" sz="2800" kern="1200" dirty="0"/>
            <a:t>）</a:t>
          </a:r>
        </a:p>
      </dsp:txBody>
      <dsp:txXfrm>
        <a:off x="574771" y="1888936"/>
        <a:ext cx="7401210" cy="745862"/>
      </dsp:txXfrm>
    </dsp:sp>
    <dsp:sp modelId="{181C192D-A724-4132-985A-F7329DD52253}">
      <dsp:nvSpPr>
        <dsp:cNvPr id="0" name=""/>
        <dsp:cNvSpPr/>
      </dsp:nvSpPr>
      <dsp:spPr>
        <a:xfrm>
          <a:off x="0" y="4061147"/>
          <a:ext cx="10688441" cy="123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542" tIns="583184" rIns="829542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800" kern="1200" dirty="0"/>
            <a:t>通俗解释</a:t>
          </a:r>
          <a:r>
            <a:rPr lang="en-US" altLang="zh-CN" sz="2800" kern="1200" dirty="0"/>
            <a:t>PID</a:t>
          </a:r>
          <a:r>
            <a:rPr lang="zh-CN" altLang="en-US" sz="2800" kern="1200" dirty="0"/>
            <a:t>公式的各项数学原理</a:t>
          </a:r>
          <a:endParaRPr lang="zh-CN" sz="2800" kern="1200" dirty="0"/>
        </a:p>
      </dsp:txBody>
      <dsp:txXfrm>
        <a:off x="0" y="4061147"/>
        <a:ext cx="10688441" cy="1234800"/>
      </dsp:txXfrm>
    </dsp:sp>
    <dsp:sp modelId="{85F2F8B1-75BE-4BB8-B9E7-4A292C243756}">
      <dsp:nvSpPr>
        <dsp:cNvPr id="0" name=""/>
        <dsp:cNvSpPr/>
      </dsp:nvSpPr>
      <dsp:spPr>
        <a:xfrm>
          <a:off x="534422" y="3647867"/>
          <a:ext cx="7481908" cy="826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2798" tIns="0" rIns="282798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800" kern="1200" dirty="0"/>
            <a:t>9.4.3 PID</a:t>
          </a:r>
          <a:r>
            <a:rPr lang="zh-CN" altLang="en-US" sz="2800" kern="1200" dirty="0"/>
            <a:t>公式</a:t>
          </a:r>
          <a:endParaRPr lang="zh-CN" sz="2800" kern="1200" dirty="0"/>
        </a:p>
      </dsp:txBody>
      <dsp:txXfrm>
        <a:off x="574771" y="3688216"/>
        <a:ext cx="7401210" cy="7458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1FC2CB-5F7E-4C5E-8337-93DE65891AFD}">
      <dsp:nvSpPr>
        <dsp:cNvPr id="0" name=""/>
        <dsp:cNvSpPr/>
      </dsp:nvSpPr>
      <dsp:spPr>
        <a:xfrm>
          <a:off x="0" y="18700"/>
          <a:ext cx="6161314" cy="5580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800" b="1" i="0" kern="1200" baseline="0" dirty="0">
              <a:latin typeface="微软雅黑" panose="020B0503020204020204" pitchFamily="34" charset="-122"/>
              <a:ea typeface="微软雅黑" panose="020B0503020204020204" pitchFamily="34" charset="-122"/>
            </a:rPr>
            <a:t>现象</a:t>
          </a:r>
          <a:endParaRPr lang="zh-CN" sz="1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7244" y="45944"/>
        <a:ext cx="6106826" cy="503601"/>
      </dsp:txXfrm>
    </dsp:sp>
    <dsp:sp modelId="{6612F0E6-7328-4283-896B-802E8E471545}">
      <dsp:nvSpPr>
        <dsp:cNvPr id="0" name=""/>
        <dsp:cNvSpPr/>
      </dsp:nvSpPr>
      <dsp:spPr>
        <a:xfrm>
          <a:off x="0" y="576790"/>
          <a:ext cx="6161314" cy="6147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5622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400" b="0" i="0" kern="1200" baseline="0" dirty="0">
              <a:latin typeface="微软雅黑" panose="020B0503020204020204" pitchFamily="34" charset="-122"/>
              <a:ea typeface="微软雅黑" panose="020B0503020204020204" pitchFamily="34" charset="-122"/>
            </a:rPr>
            <a:t>当水位快要到达目标点（如 1.0m）时，由于积分项已经累积了大量的“动力”，即使此时误差 e 已经很小，控制输出依然很大。</a:t>
          </a:r>
          <a:endParaRPr lang="zh-CN" sz="14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576790"/>
        <a:ext cx="6161314" cy="614790"/>
      </dsp:txXfrm>
    </dsp:sp>
    <dsp:sp modelId="{C6BEB4D4-0749-412D-985A-21BD78D5544A}">
      <dsp:nvSpPr>
        <dsp:cNvPr id="0" name=""/>
        <dsp:cNvSpPr/>
      </dsp:nvSpPr>
      <dsp:spPr>
        <a:xfrm>
          <a:off x="0" y="1191580"/>
          <a:ext cx="6161314" cy="5580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800" b="0" i="0" kern="1200" baseline="0" dirty="0">
              <a:latin typeface="微软雅黑" panose="020B0503020204020204" pitchFamily="34" charset="-122"/>
              <a:ea typeface="微软雅黑" panose="020B0503020204020204" pitchFamily="34" charset="-122"/>
            </a:rPr>
            <a:t>结果</a:t>
          </a:r>
          <a:endParaRPr lang="zh-CN" sz="1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7244" y="1218824"/>
        <a:ext cx="6106826" cy="503601"/>
      </dsp:txXfrm>
    </dsp:sp>
    <dsp:sp modelId="{F8DF61AA-E6B3-42E0-986E-B1660C4CFBB9}">
      <dsp:nvSpPr>
        <dsp:cNvPr id="0" name=""/>
        <dsp:cNvSpPr/>
      </dsp:nvSpPr>
      <dsp:spPr>
        <a:xfrm>
          <a:off x="0" y="1749670"/>
          <a:ext cx="6161314" cy="3353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5622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400" b="0" i="0" kern="1200" baseline="0" dirty="0">
              <a:latin typeface="微软雅黑" panose="020B0503020204020204" pitchFamily="34" charset="-122"/>
              <a:ea typeface="微软雅黑" panose="020B0503020204020204" pitchFamily="34" charset="-122"/>
            </a:rPr>
            <a:t>水位猛冲过头（超调），然后系统不得不反向调节，产生来回震荡。</a:t>
          </a:r>
          <a:endParaRPr lang="zh-CN" sz="14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1749670"/>
        <a:ext cx="6161314" cy="335340"/>
      </dsp:txXfrm>
    </dsp:sp>
    <dsp:sp modelId="{C1EAC829-59C6-4DF2-86C6-0BED484A4C2E}">
      <dsp:nvSpPr>
        <dsp:cNvPr id="0" name=""/>
        <dsp:cNvSpPr/>
      </dsp:nvSpPr>
      <dsp:spPr>
        <a:xfrm>
          <a:off x="0" y="2085010"/>
          <a:ext cx="6161314" cy="5580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800" b="1" i="0" kern="1200" baseline="0" dirty="0">
              <a:latin typeface="微软雅黑" panose="020B0503020204020204" pitchFamily="34" charset="-122"/>
              <a:ea typeface="微软雅黑" panose="020B0503020204020204" pitchFamily="34" charset="-122"/>
            </a:rPr>
            <a:t>结论</a:t>
          </a:r>
          <a:endParaRPr lang="zh-CN" sz="1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7244" y="2112254"/>
        <a:ext cx="6106826" cy="503601"/>
      </dsp:txXfrm>
    </dsp:sp>
    <dsp:sp modelId="{B30505DB-7E95-4223-BF54-70C1E524DC0F}">
      <dsp:nvSpPr>
        <dsp:cNvPr id="0" name=""/>
        <dsp:cNvSpPr/>
      </dsp:nvSpPr>
      <dsp:spPr>
        <a:xfrm>
          <a:off x="0" y="2643100"/>
          <a:ext cx="6161314" cy="3353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5622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400" b="0" i="0" kern="1200" baseline="0">
              <a:latin typeface="微软雅黑" panose="020B0503020204020204" pitchFamily="34" charset="-122"/>
              <a:ea typeface="微软雅黑" panose="020B0503020204020204" pitchFamily="34" charset="-122"/>
            </a:rPr>
            <a:t>PI 控制在追求“消除误差”和“平稳性”之间难以兼得。</a:t>
          </a:r>
          <a:endParaRPr lang="zh-CN" sz="14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2643100"/>
        <a:ext cx="6161314" cy="3353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C183F7-9D4B-49FA-9D59-2C261FB0F276}">
      <dsp:nvSpPr>
        <dsp:cNvPr id="0" name=""/>
        <dsp:cNvSpPr/>
      </dsp:nvSpPr>
      <dsp:spPr>
        <a:xfrm>
          <a:off x="0" y="465314"/>
          <a:ext cx="11242765" cy="13891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2563" tIns="291592" rIns="872563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400" b="1" kern="1200" dirty="0"/>
            <a:t>通俗讲解</a:t>
          </a:r>
          <a:r>
            <a:rPr lang="zh-CN" sz="1400" kern="1200" dirty="0"/>
            <a:t>：这是控制器的 </a:t>
          </a:r>
          <a:r>
            <a:rPr lang="zh-CN" sz="1400" b="1" kern="1200" dirty="0"/>
            <a:t>“本能”</a:t>
          </a:r>
          <a:r>
            <a:rPr lang="zh-CN" sz="1400" kern="1200" dirty="0"/>
            <a:t>。误差多大，我就出多大的力。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400" b="1" kern="1200" dirty="0"/>
            <a:t>数学原理</a:t>
          </a:r>
          <a:r>
            <a:rPr lang="zh-CN" sz="1400" kern="1200" dirty="0"/>
            <a:t>：它是误差的线性放大。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400" b="1" kern="1200" dirty="0"/>
            <a:t>在公式中的角色</a:t>
          </a:r>
          <a:r>
            <a:rPr lang="zh-CN" sz="1400" kern="1200" dirty="0"/>
            <a:t>：它是</a:t>
          </a:r>
          <a:r>
            <a:rPr lang="zh-CN" sz="1400" b="1" kern="1200" dirty="0"/>
            <a:t>动力源</a:t>
          </a:r>
          <a:r>
            <a:rPr lang="zh-CN" sz="1400" kern="1200" dirty="0"/>
            <a:t>。没有它，系统根本动不起来。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400" b="1" kern="1200" dirty="0"/>
            <a:t>弱点</a:t>
          </a:r>
          <a:r>
            <a:rPr lang="zh-CN" sz="1400" kern="1200" dirty="0"/>
            <a:t>：它“短视”，只看现在。一旦误差小到一定程度（比如抵消了漏水），它就满足了，导致静差。</a:t>
          </a:r>
        </a:p>
      </dsp:txBody>
      <dsp:txXfrm>
        <a:off x="0" y="465314"/>
        <a:ext cx="11242765" cy="1389150"/>
      </dsp:txXfrm>
    </dsp:sp>
    <dsp:sp modelId="{CBD3E781-B6B3-4ECB-914A-F96A82D72DB9}">
      <dsp:nvSpPr>
        <dsp:cNvPr id="0" name=""/>
        <dsp:cNvSpPr/>
      </dsp:nvSpPr>
      <dsp:spPr>
        <a:xfrm>
          <a:off x="562138" y="258674"/>
          <a:ext cx="7869935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7465" tIns="0" rIns="297465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1. </a:t>
          </a:r>
          <a:r>
            <a:rPr lang="zh-CN" sz="1400" b="1" kern="1200"/>
            <a:t>比例项 </a:t>
          </a:r>
          <a:r>
            <a:rPr lang="en-US" sz="1400" b="1" kern="1200"/>
            <a:t>(P)</a:t>
          </a:r>
          <a:r>
            <a:rPr lang="zh-CN" sz="1400" b="1" kern="1200"/>
            <a:t>：基于“现状”的直觉响应</a:t>
          </a:r>
          <a:endParaRPr lang="zh-CN" sz="1400" kern="1200"/>
        </a:p>
      </dsp:txBody>
      <dsp:txXfrm>
        <a:off x="582313" y="278849"/>
        <a:ext cx="7829585" cy="372930"/>
      </dsp:txXfrm>
    </dsp:sp>
    <dsp:sp modelId="{3C43EFED-F206-4A8E-9C90-74643CC07911}">
      <dsp:nvSpPr>
        <dsp:cNvPr id="0" name=""/>
        <dsp:cNvSpPr/>
      </dsp:nvSpPr>
      <dsp:spPr>
        <a:xfrm>
          <a:off x="0" y="2136704"/>
          <a:ext cx="11242765" cy="13891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2563" tIns="291592" rIns="872563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400" b="1" kern="1200" dirty="0"/>
            <a:t>通俗讲解</a:t>
          </a:r>
          <a:r>
            <a:rPr lang="zh-CN" sz="1400" kern="1200" dirty="0"/>
            <a:t>：这是控制器的</a:t>
          </a:r>
          <a:r>
            <a:rPr lang="zh-CN" sz="1400" b="1" kern="1200" dirty="0"/>
            <a:t>“记性”</a:t>
          </a:r>
          <a:r>
            <a:rPr lang="zh-CN" sz="1400" kern="1200" dirty="0"/>
            <a:t>。它会把过去所有的误差都加起来。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400" b="1" kern="1200" dirty="0"/>
            <a:t>数学原理</a:t>
          </a:r>
          <a:r>
            <a:rPr lang="zh-CN" sz="1400" kern="1200" dirty="0"/>
            <a:t>：它是误差对时间的累积。只要误差不为零，输出就会一直增加。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400" b="1" kern="1200" dirty="0"/>
            <a:t>在公式中的角色</a:t>
          </a:r>
          <a:r>
            <a:rPr lang="zh-CN" sz="1400" kern="1200" dirty="0"/>
            <a:t>：它是</a:t>
          </a:r>
          <a:r>
            <a:rPr lang="zh-CN" sz="1400" b="1" kern="1200" dirty="0"/>
            <a:t>精度保证</a:t>
          </a:r>
          <a:r>
            <a:rPr lang="zh-CN" sz="1400" kern="1200" dirty="0"/>
            <a:t>。它的使命就是消灭那最后一点点“静差”。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400" b="1" kern="1200" dirty="0"/>
            <a:t>弱点</a:t>
          </a:r>
          <a:r>
            <a:rPr lang="zh-CN" sz="1400" kern="1200" dirty="0"/>
            <a:t>：它很“固执”，有惯性。即使水位到了，它因为记得过去的亏欠，还会继续推，导致超调。</a:t>
          </a:r>
        </a:p>
      </dsp:txBody>
      <dsp:txXfrm>
        <a:off x="0" y="2136704"/>
        <a:ext cx="11242765" cy="1389150"/>
      </dsp:txXfrm>
    </dsp:sp>
    <dsp:sp modelId="{8BA56D9C-6344-4690-B536-3237F250CBC9}">
      <dsp:nvSpPr>
        <dsp:cNvPr id="0" name=""/>
        <dsp:cNvSpPr/>
      </dsp:nvSpPr>
      <dsp:spPr>
        <a:xfrm>
          <a:off x="562138" y="1930064"/>
          <a:ext cx="7869935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7465" tIns="0" rIns="297465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2. </a:t>
          </a:r>
          <a:r>
            <a:rPr lang="zh-CN" sz="1400" b="1" kern="1200" dirty="0"/>
            <a:t>积分项 </a:t>
          </a:r>
          <a:r>
            <a:rPr lang="en-US" sz="1400" b="1" kern="1200" dirty="0"/>
            <a:t>(I)</a:t>
          </a:r>
          <a:r>
            <a:rPr lang="zh-CN" sz="1400" b="1" kern="1200" dirty="0"/>
            <a:t>：基于“过去”的纠错能力</a:t>
          </a:r>
          <a:endParaRPr lang="zh-CN" sz="1400" kern="1200" dirty="0"/>
        </a:p>
      </dsp:txBody>
      <dsp:txXfrm>
        <a:off x="582313" y="1950239"/>
        <a:ext cx="7829585" cy="372930"/>
      </dsp:txXfrm>
    </dsp:sp>
    <dsp:sp modelId="{BB107F4D-B8A5-439C-A26D-43F1E334D121}">
      <dsp:nvSpPr>
        <dsp:cNvPr id="0" name=""/>
        <dsp:cNvSpPr/>
      </dsp:nvSpPr>
      <dsp:spPr>
        <a:xfrm>
          <a:off x="0" y="3808094"/>
          <a:ext cx="11242765" cy="13891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2563" tIns="291592" rIns="872563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400" b="1" kern="1200" dirty="0"/>
            <a:t>通俗讲解</a:t>
          </a:r>
          <a:r>
            <a:rPr lang="zh-CN" sz="1400" kern="1200" dirty="0"/>
            <a:t>：这是控制器的</a:t>
          </a:r>
          <a:r>
            <a:rPr lang="zh-CN" sz="1400" b="1" kern="1200" dirty="0"/>
            <a:t>“眼界”</a:t>
          </a:r>
          <a:r>
            <a:rPr lang="zh-CN" sz="1400" kern="1200" dirty="0"/>
            <a:t>。它不看误差多大，只看误差变化的快慢（斜率）。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400" b="1" kern="1200" dirty="0"/>
            <a:t>数学原理</a:t>
          </a:r>
          <a:r>
            <a:rPr lang="zh-CN" sz="1400" kern="1200" dirty="0"/>
            <a:t>：它是误差的变化率。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400" b="1" kern="1200" dirty="0"/>
            <a:t>在公式中的角色</a:t>
          </a:r>
          <a:r>
            <a:rPr lang="zh-CN" sz="1400" kern="1200" dirty="0"/>
            <a:t>：它是</a:t>
          </a:r>
          <a:r>
            <a:rPr lang="zh-CN" sz="1400" b="1" kern="1200" dirty="0"/>
            <a:t>阻尼器（刹车）</a:t>
          </a:r>
          <a:r>
            <a:rPr lang="zh-CN" sz="1400" kern="1200" dirty="0"/>
            <a:t>。当水位飞快靠近目标时，斜率为负，它产生一个负向推力，抵消 </a:t>
          </a:r>
          <a:r>
            <a:rPr lang="en-US" sz="1400" kern="1200" dirty="0"/>
            <a:t>P </a:t>
          </a:r>
          <a:r>
            <a:rPr lang="zh-CN" sz="1400" kern="1200" dirty="0"/>
            <a:t>和 </a:t>
          </a:r>
          <a:r>
            <a:rPr lang="en-US" sz="1400" kern="1200" dirty="0"/>
            <a:t>I </a:t>
          </a:r>
          <a:r>
            <a:rPr lang="zh-CN" sz="1400" kern="1200" dirty="0"/>
            <a:t>的惯性。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400" b="1" kern="1200" dirty="0"/>
            <a:t>它预测下一秒的误差。</a:t>
          </a:r>
          <a:endParaRPr lang="zh-CN" sz="1400" kern="1200" dirty="0"/>
        </a:p>
      </dsp:txBody>
      <dsp:txXfrm>
        <a:off x="0" y="3808094"/>
        <a:ext cx="11242765" cy="1389150"/>
      </dsp:txXfrm>
    </dsp:sp>
    <dsp:sp modelId="{E756C15B-F921-4766-815E-387F599B10B2}">
      <dsp:nvSpPr>
        <dsp:cNvPr id="0" name=""/>
        <dsp:cNvSpPr/>
      </dsp:nvSpPr>
      <dsp:spPr>
        <a:xfrm>
          <a:off x="562138" y="3601454"/>
          <a:ext cx="7869935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7465" tIns="0" rIns="297465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3. </a:t>
          </a:r>
          <a:r>
            <a:rPr lang="zh-CN" sz="1400" b="1" kern="1200" dirty="0"/>
            <a:t>微分项 </a:t>
          </a:r>
          <a:r>
            <a:rPr lang="en-US" sz="1400" b="1" kern="1200" dirty="0"/>
            <a:t>(D)</a:t>
          </a:r>
          <a:r>
            <a:rPr lang="zh-CN" sz="1400" b="1" kern="1200" dirty="0"/>
            <a:t>：基于“未来”的预判制动</a:t>
          </a:r>
          <a:endParaRPr lang="zh-CN" sz="1400" kern="1200" dirty="0"/>
        </a:p>
      </dsp:txBody>
      <dsp:txXfrm>
        <a:off x="582313" y="3621629"/>
        <a:ext cx="7829585" cy="37293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5C7318-D9DE-4B6B-BC17-38ACA90F1E41}">
      <dsp:nvSpPr>
        <dsp:cNvPr id="0" name=""/>
        <dsp:cNvSpPr/>
      </dsp:nvSpPr>
      <dsp:spPr>
        <a:xfrm>
          <a:off x="0" y="0"/>
          <a:ext cx="1067162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FA61F6-B77F-4878-8EA6-59113EC1B31B}">
      <dsp:nvSpPr>
        <dsp:cNvPr id="0" name=""/>
        <dsp:cNvSpPr/>
      </dsp:nvSpPr>
      <dsp:spPr>
        <a:xfrm>
          <a:off x="0" y="0"/>
          <a:ext cx="2134324" cy="70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900" b="1" kern="1200"/>
            <a:t>位置式</a:t>
          </a:r>
          <a:r>
            <a:rPr lang="zh-CN" sz="2900" kern="1200"/>
            <a:t>：</a:t>
          </a:r>
        </a:p>
      </dsp:txBody>
      <dsp:txXfrm>
        <a:off x="0" y="0"/>
        <a:ext cx="2134324" cy="704000"/>
      </dsp:txXfrm>
    </dsp:sp>
    <dsp:sp modelId="{A5E4778A-F8A7-423A-B919-C84EFFF9F5AB}">
      <dsp:nvSpPr>
        <dsp:cNvPr id="0" name=""/>
        <dsp:cNvSpPr/>
      </dsp:nvSpPr>
      <dsp:spPr>
        <a:xfrm>
          <a:off x="2294398" y="31968"/>
          <a:ext cx="8377224" cy="639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600" kern="1200"/>
            <a:t>你直接命令：“把阀门开到</a:t>
          </a:r>
          <a:r>
            <a:rPr lang="en-US" sz="1600" b="1" kern="1200"/>
            <a:t>50%</a:t>
          </a:r>
          <a:r>
            <a:rPr lang="zh-CN" sz="1600" kern="1200"/>
            <a:t> 的位置”。如果之前是</a:t>
          </a:r>
          <a:r>
            <a:rPr lang="en-US" sz="1600" kern="1200"/>
            <a:t>0%</a:t>
          </a:r>
          <a:r>
            <a:rPr lang="zh-CN" sz="1600" kern="1200"/>
            <a:t>，你需要拧很多；如果之前是</a:t>
          </a:r>
          <a:r>
            <a:rPr lang="en-US" sz="1600" kern="1200"/>
            <a:t>49%</a:t>
          </a:r>
          <a:r>
            <a:rPr lang="zh-CN" sz="1600" kern="1200"/>
            <a:t>，你只需要拧一点点。你的命令是一个</a:t>
          </a:r>
          <a:r>
            <a:rPr lang="zh-CN" sz="1600" b="1" kern="1200"/>
            <a:t>绝对位置</a:t>
          </a:r>
          <a:r>
            <a:rPr lang="zh-CN" sz="1600" kern="1200"/>
            <a:t>。</a:t>
          </a:r>
        </a:p>
      </dsp:txBody>
      <dsp:txXfrm>
        <a:off x="2294398" y="31968"/>
        <a:ext cx="8377224" cy="639375"/>
      </dsp:txXfrm>
    </dsp:sp>
    <dsp:sp modelId="{9C445E77-366C-4264-A457-D11E93E5B031}">
      <dsp:nvSpPr>
        <dsp:cNvPr id="0" name=""/>
        <dsp:cNvSpPr/>
      </dsp:nvSpPr>
      <dsp:spPr>
        <a:xfrm>
          <a:off x="2134324" y="671344"/>
          <a:ext cx="853729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B91638-05EE-4458-89E1-A7AEC9B64B13}">
      <dsp:nvSpPr>
        <dsp:cNvPr id="0" name=""/>
        <dsp:cNvSpPr/>
      </dsp:nvSpPr>
      <dsp:spPr>
        <a:xfrm>
          <a:off x="0" y="704000"/>
          <a:ext cx="1067162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05A6E0-3898-49A5-9E15-1F4551FF43AB}">
      <dsp:nvSpPr>
        <dsp:cNvPr id="0" name=""/>
        <dsp:cNvSpPr/>
      </dsp:nvSpPr>
      <dsp:spPr>
        <a:xfrm>
          <a:off x="0" y="704000"/>
          <a:ext cx="2134324" cy="70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900" b="1" kern="1200"/>
            <a:t>增量式</a:t>
          </a:r>
          <a:r>
            <a:rPr lang="zh-CN" sz="2900" kern="1200"/>
            <a:t>：</a:t>
          </a:r>
        </a:p>
      </dsp:txBody>
      <dsp:txXfrm>
        <a:off x="0" y="704000"/>
        <a:ext cx="2134324" cy="704000"/>
      </dsp:txXfrm>
    </dsp:sp>
    <dsp:sp modelId="{2567F30A-906E-4092-AE56-E23AE74DEF5A}">
      <dsp:nvSpPr>
        <dsp:cNvPr id="0" name=""/>
        <dsp:cNvSpPr/>
      </dsp:nvSpPr>
      <dsp:spPr>
        <a:xfrm>
          <a:off x="2294398" y="735969"/>
          <a:ext cx="8377224" cy="639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600" kern="1200"/>
            <a:t>你下达的命令是：“</a:t>
          </a:r>
          <a:r>
            <a:rPr lang="zh-CN" sz="1600" b="1" kern="1200"/>
            <a:t>把阀门再拧开</a:t>
          </a:r>
          <a:r>
            <a:rPr lang="en-US" sz="1600" b="1" kern="1200"/>
            <a:t>5%</a:t>
          </a:r>
          <a:r>
            <a:rPr lang="zh-CN" sz="1600" kern="1200"/>
            <a:t>”。这个命令与阀门当前在哪儿无关，只关心</a:t>
          </a:r>
          <a:r>
            <a:rPr lang="zh-CN" sz="1600" b="1" kern="1200"/>
            <a:t>相对于当前位置需要改变多少</a:t>
          </a:r>
          <a:r>
            <a:rPr lang="zh-CN" sz="1600" kern="1200"/>
            <a:t>。你的命令是一个</a:t>
          </a:r>
          <a:r>
            <a:rPr lang="zh-CN" sz="1600" b="1" kern="1200"/>
            <a:t>增量</a:t>
          </a:r>
          <a:r>
            <a:rPr lang="zh-CN" sz="1600" kern="1200"/>
            <a:t>或</a:t>
          </a:r>
          <a:r>
            <a:rPr lang="zh-CN" sz="1600" b="1" kern="1200"/>
            <a:t>变化量</a:t>
          </a:r>
          <a:r>
            <a:rPr lang="zh-CN" sz="1600" kern="1200"/>
            <a:t>。</a:t>
          </a:r>
        </a:p>
      </dsp:txBody>
      <dsp:txXfrm>
        <a:off x="2294398" y="735969"/>
        <a:ext cx="8377224" cy="639375"/>
      </dsp:txXfrm>
    </dsp:sp>
    <dsp:sp modelId="{BF869C55-6908-4B60-87AA-958A7CE1C250}">
      <dsp:nvSpPr>
        <dsp:cNvPr id="0" name=""/>
        <dsp:cNvSpPr/>
      </dsp:nvSpPr>
      <dsp:spPr>
        <a:xfrm>
          <a:off x="2134324" y="1375344"/>
          <a:ext cx="853729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35AF6-A61D-48FD-9A60-E72F8F36BF54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62781-BAE5-4C95-91E2-1B732473B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7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875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98010-6D3A-00E5-A9FA-DECFFB45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1EFDD-F9A5-E1E7-5D12-813C0ADE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61DEB-E866-A6CB-C9D9-D70CB857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4FA6D-3848-FE75-BFDB-ED698F73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C8086-56EA-2D74-D57B-897B28CE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74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5CB43-7C60-AD99-B4A9-B399E8C6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2755900"/>
            <a:ext cx="92583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38E94D4-A501-192F-6ED2-5506F3FAE203}"/>
              </a:ext>
            </a:extLst>
          </p:cNvPr>
          <p:cNvSpPr/>
          <p:nvPr/>
        </p:nvSpPr>
        <p:spPr>
          <a:xfrm>
            <a:off x="12739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E92C170-EF74-FE50-678B-F5D875A50DA4}"/>
              </a:ext>
            </a:extLst>
          </p:cNvPr>
          <p:cNvSpPr/>
          <p:nvPr/>
        </p:nvSpPr>
        <p:spPr>
          <a:xfrm>
            <a:off x="1045368" y="2897187"/>
            <a:ext cx="319087" cy="533400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A22F98-0864-A629-77B5-8F14CD2056B6}"/>
              </a:ext>
            </a:extLst>
          </p:cNvPr>
          <p:cNvSpPr/>
          <p:nvPr/>
        </p:nvSpPr>
        <p:spPr>
          <a:xfrm>
            <a:off x="15025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0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054784" y="374795"/>
            <a:ext cx="3974034" cy="390527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</p:spTree>
    <p:extLst>
      <p:ext uri="{BB962C8B-B14F-4D97-AF65-F5344CB8AC3E}">
        <p14:creationId xmlns:p14="http://schemas.microsoft.com/office/powerpoint/2010/main" val="82118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7C869B-A0BA-D6AE-D0D4-11E1B533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5A2620-29DE-CD42-F733-2907E2386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A470E-780F-8158-CABC-A03E9BA79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CEB5A9A-13CC-4F73-B43A-1D8F85083558}" type="datetimeFigureOut">
              <a:rPr lang="zh-CN" altLang="en-US" smtClean="0"/>
              <a:pPr/>
              <a:t>2026/1/22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2838F-97EC-E402-AA26-CEB2CE7D7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2C9C5-7D1E-DCC5-EC29-F23101B58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49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8.png"/><Relationship Id="rId7" Type="http://schemas.openxmlformats.org/officeDocument/2006/relationships/diagramColors" Target="../diagrams/colors3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10.png"/><Relationship Id="rId7" Type="http://schemas.openxmlformats.org/officeDocument/2006/relationships/diagramColors" Target="../diagrams/colors4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标题 1"/>
          <p:cNvSpPr txBox="1"/>
          <p:nvPr/>
        </p:nvSpPr>
        <p:spPr>
          <a:xfrm>
            <a:off x="443436" y="512283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27351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4DA22E79-CE64-2DFE-BA96-AAD1C92B5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61" y="249848"/>
            <a:ext cx="568252" cy="722971"/>
          </a:xfrm>
          <a:prstGeom prst="rect">
            <a:avLst/>
          </a:prstGeom>
        </p:spPr>
      </p:pic>
      <p:sp>
        <p:nvSpPr>
          <p:cNvPr id="56" name="标题 1">
            <a:extLst>
              <a:ext uri="{FF2B5EF4-FFF2-40B4-BE49-F238E27FC236}">
                <a16:creationId xmlns:a16="http://schemas.microsoft.com/office/drawing/2014/main" id="{3E23DABD-351E-E28C-D66B-970AFEBBEDFF}"/>
              </a:ext>
            </a:extLst>
          </p:cNvPr>
          <p:cNvSpPr txBox="1"/>
          <p:nvPr/>
        </p:nvSpPr>
        <p:spPr>
          <a:xfrm>
            <a:off x="2055954" y="2818708"/>
            <a:ext cx="5926298" cy="86792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kumimoji="1" lang="en-US" altLang="zh-CN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PID</a:t>
            </a:r>
            <a:r>
              <a:rPr kumimoji="1" lang="zh-CN" altLang="en-US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控制与动态响应优化</a:t>
            </a:r>
            <a:endParaRPr kumimoji="1" lang="en-US" altLang="zh-CN" sz="40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97B368E-A7CA-382B-CDAA-BCB48B30880B}"/>
              </a:ext>
            </a:extLst>
          </p:cNvPr>
          <p:cNvSpPr txBox="1"/>
          <p:nvPr/>
        </p:nvSpPr>
        <p:spPr>
          <a:xfrm>
            <a:off x="8286750" y="473074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009C039-412F-F46F-73A2-007DE4586162}"/>
              </a:ext>
            </a:extLst>
          </p:cNvPr>
          <p:cNvGrpSpPr/>
          <p:nvPr/>
        </p:nvGrpSpPr>
        <p:grpSpPr>
          <a:xfrm>
            <a:off x="8395710" y="560916"/>
            <a:ext cx="191046" cy="123736"/>
            <a:chOff x="9405360" y="560916"/>
            <a:chExt cx="191046" cy="123736"/>
          </a:xfrm>
        </p:grpSpPr>
        <p:sp>
          <p:nvSpPr>
            <p:cNvPr id="7" name="标题 1">
              <a:extLst>
                <a:ext uri="{FF2B5EF4-FFF2-40B4-BE49-F238E27FC236}">
                  <a16:creationId xmlns:a16="http://schemas.microsoft.com/office/drawing/2014/main" id="{B16617C9-0B65-19CB-A449-FE7201FF3230}"/>
                </a:ext>
              </a:extLst>
            </p:cNvPr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>
              <a:extLst>
                <a:ext uri="{FF2B5EF4-FFF2-40B4-BE49-F238E27FC236}">
                  <a16:creationId xmlns:a16="http://schemas.microsoft.com/office/drawing/2014/main" id="{91F4996C-216D-A58E-B51D-F934E91657D8}"/>
                </a:ext>
              </a:extLst>
            </p:cNvPr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>
              <a:extLst>
                <a:ext uri="{FF2B5EF4-FFF2-40B4-BE49-F238E27FC236}">
                  <a16:creationId xmlns:a16="http://schemas.microsoft.com/office/drawing/2014/main" id="{2051DA12-8F5E-043E-B013-630975152B47}"/>
                </a:ext>
              </a:extLst>
            </p:cNvPr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8" name="标题 1">
            <a:extLst>
              <a:ext uri="{FF2B5EF4-FFF2-40B4-BE49-F238E27FC236}">
                <a16:creationId xmlns:a16="http://schemas.microsoft.com/office/drawing/2014/main" id="{C6AF0379-367A-0305-C0CF-CAACD139A808}"/>
              </a:ext>
            </a:extLst>
          </p:cNvPr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E7383071-5452-D100-93D8-A8B3C57DDEC8}"/>
              </a:ext>
            </a:extLst>
          </p:cNvPr>
          <p:cNvSpPr txBox="1"/>
          <p:nvPr/>
        </p:nvSpPr>
        <p:spPr>
          <a:xfrm>
            <a:off x="8586777" y="503954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b="1" dirty="0" err="1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GenBotter</a:t>
            </a:r>
            <a:r>
              <a:rPr kumimoji="1" lang="zh-CN" altLang="en-US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电机开发教程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8A9E283A-0844-3A11-F79D-90E3F8FFBA93}"/>
              </a:ext>
            </a:extLst>
          </p:cNvPr>
          <p:cNvSpPr txBox="1"/>
          <p:nvPr/>
        </p:nvSpPr>
        <p:spPr>
          <a:xfrm>
            <a:off x="1749598" y="2271335"/>
            <a:ext cx="2460153" cy="54737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【09-04】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1065B79-D9FB-31EB-D83B-1DCAD60DE970}"/>
              </a:ext>
            </a:extLst>
          </p:cNvPr>
          <p:cNvSpPr txBox="1"/>
          <p:nvPr/>
        </p:nvSpPr>
        <p:spPr>
          <a:xfrm>
            <a:off x="3848782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7D81CDC7-1EC0-EBB6-2724-E1CB98E1C542}"/>
              </a:ext>
            </a:extLst>
          </p:cNvPr>
          <p:cNvSpPr txBox="1"/>
          <p:nvPr/>
        </p:nvSpPr>
        <p:spPr>
          <a:xfrm>
            <a:off x="4175906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2026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38DE684-39F8-AC98-76B4-5CC0DC57EC6A}"/>
              </a:ext>
            </a:extLst>
          </p:cNvPr>
          <p:cNvSpPr txBox="1"/>
          <p:nvPr/>
        </p:nvSpPr>
        <p:spPr>
          <a:xfrm>
            <a:off x="2499361" y="3619553"/>
            <a:ext cx="5149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引入微分项（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系统更平稳、更丝滑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304FC54-490A-D79A-2AA0-8E2FCA1C8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graphicFrame>
        <p:nvGraphicFramePr>
          <p:cNvPr id="7" name="内容占位符 6">
            <a:extLst>
              <a:ext uri="{FF2B5EF4-FFF2-40B4-BE49-F238E27FC236}">
                <a16:creationId xmlns:a16="http://schemas.microsoft.com/office/drawing/2014/main" id="{721375E7-EB77-08F7-12C9-35717570619B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654745999"/>
              </p:ext>
            </p:extLst>
          </p:nvPr>
        </p:nvGraphicFramePr>
        <p:xfrm>
          <a:off x="952624" y="1053857"/>
          <a:ext cx="10688441" cy="53452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6149208C-A9CF-B53A-DA16-50D560805EE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9333" y="4714"/>
            <a:ext cx="3543300" cy="90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442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FC36A3CE-BB09-AC0C-48FE-03378E87C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9.4.1 PI</a:t>
            </a:r>
            <a:r>
              <a:rPr lang="zh-CN" altLang="en-US" dirty="0"/>
              <a:t>控制的不足</a:t>
            </a:r>
          </a:p>
        </p:txBody>
      </p:sp>
    </p:spTree>
    <p:extLst>
      <p:ext uri="{BB962C8B-B14F-4D97-AF65-F5344CB8AC3E}">
        <p14:creationId xmlns:p14="http://schemas.microsoft.com/office/powerpoint/2010/main" val="4234398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6E423A-7E38-ADFD-781A-8C61CEE27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784" y="374795"/>
            <a:ext cx="9752916" cy="390527"/>
          </a:xfrm>
        </p:spPr>
        <p:txBody>
          <a:bodyPr/>
          <a:lstStyle/>
          <a:p>
            <a:r>
              <a:rPr lang="en-US" altLang="zh-CN" dirty="0"/>
              <a:t>9.4.1 PI</a:t>
            </a:r>
            <a:r>
              <a:rPr lang="zh-CN" altLang="en-US" dirty="0"/>
              <a:t>控制的不足</a:t>
            </a:r>
            <a:r>
              <a:rPr lang="en-US" altLang="zh-CN" dirty="0"/>
              <a:t>——</a:t>
            </a:r>
            <a:r>
              <a:rPr lang="zh-CN" altLang="en-US" dirty="0"/>
              <a:t>缺点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7F8FD15-473F-9056-23E1-50E8FDC2B7DE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235132" y="1141113"/>
            <a:ext cx="797530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优点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控制虽然可以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消除稳态误差。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缺点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：为了快，加大 Kp​,Ki​ 会导致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超调（Overshoot）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痛点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：在电机控制中，剧烈的超调会导致机械冲击、电流过载。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8A74537-3582-96C4-0D3B-60280D5FCF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5014" y="2303486"/>
            <a:ext cx="5426986" cy="455451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016F8E9-E25C-FE51-EA0D-D44FC54C37EE}"/>
              </a:ext>
            </a:extLst>
          </p:cNvPr>
          <p:cNvSpPr txBox="1"/>
          <p:nvPr/>
        </p:nvSpPr>
        <p:spPr>
          <a:xfrm>
            <a:off x="8882743" y="4868091"/>
            <a:ext cx="94609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Kp</a:t>
            </a:r>
            <a:r>
              <a:rPr lang="en-US" altLang="zh-CN" dirty="0"/>
              <a:t>=2.0</a:t>
            </a:r>
          </a:p>
          <a:p>
            <a:r>
              <a:rPr lang="en-US" altLang="zh-CN" dirty="0"/>
              <a:t>Ki =0.5</a:t>
            </a:r>
          </a:p>
          <a:p>
            <a:r>
              <a:rPr lang="en-US" altLang="zh-CN" dirty="0" err="1"/>
              <a:t>Kd</a:t>
            </a:r>
            <a:r>
              <a:rPr lang="en-US" altLang="zh-CN" dirty="0"/>
              <a:t>=4.0,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358C03C-7594-4D9B-A3E2-0C73CC0B28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132" y="2207692"/>
            <a:ext cx="5585684" cy="465030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7F9BAA5-B441-2D44-845B-7986846621A3}"/>
              </a:ext>
            </a:extLst>
          </p:cNvPr>
          <p:cNvSpPr txBox="1"/>
          <p:nvPr/>
        </p:nvSpPr>
        <p:spPr>
          <a:xfrm>
            <a:off x="2265799" y="4868091"/>
            <a:ext cx="8947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Kp</a:t>
            </a:r>
            <a:r>
              <a:rPr lang="en-US" altLang="zh-CN" dirty="0"/>
              <a:t>=2.0</a:t>
            </a:r>
          </a:p>
          <a:p>
            <a:r>
              <a:rPr lang="en-US" altLang="zh-CN" dirty="0"/>
              <a:t>Ki =0.5</a:t>
            </a:r>
          </a:p>
          <a:p>
            <a:r>
              <a:rPr lang="en-US" altLang="zh-CN" dirty="0" err="1"/>
              <a:t>Kd</a:t>
            </a:r>
            <a:r>
              <a:rPr lang="en-US" altLang="zh-CN" dirty="0"/>
              <a:t>=0,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4120BC6-338B-6B42-745E-D441E06E14A6}"/>
              </a:ext>
            </a:extLst>
          </p:cNvPr>
          <p:cNvSpPr txBox="1"/>
          <p:nvPr/>
        </p:nvSpPr>
        <p:spPr>
          <a:xfrm>
            <a:off x="1054784" y="3446417"/>
            <a:ext cx="411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最终消除了误差，但超调严重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B6EF65F-32BA-0E44-2F7F-9A0C0D252B0D}"/>
              </a:ext>
            </a:extLst>
          </p:cNvPr>
          <p:cNvSpPr txBox="1"/>
          <p:nvPr/>
        </p:nvSpPr>
        <p:spPr>
          <a:xfrm>
            <a:off x="7419453" y="3446417"/>
            <a:ext cx="411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引入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后，控制效果变好</a:t>
            </a:r>
          </a:p>
        </p:txBody>
      </p:sp>
    </p:spTree>
    <p:extLst>
      <p:ext uri="{BB962C8B-B14F-4D97-AF65-F5344CB8AC3E}">
        <p14:creationId xmlns:p14="http://schemas.microsoft.com/office/powerpoint/2010/main" val="316387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24B2F-E982-CB36-CF5F-4D02BB019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987DD6-F4EC-2F9A-92A4-7AA6D26E2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784" y="374795"/>
            <a:ext cx="9752916" cy="390527"/>
          </a:xfrm>
        </p:spPr>
        <p:txBody>
          <a:bodyPr/>
          <a:lstStyle/>
          <a:p>
            <a:r>
              <a:rPr lang="en-US" altLang="zh-CN" dirty="0"/>
              <a:t>9.4.1 PI</a:t>
            </a:r>
            <a:r>
              <a:rPr lang="zh-CN" altLang="en-US" dirty="0"/>
              <a:t>控制的不足</a:t>
            </a:r>
            <a:r>
              <a:rPr lang="en-US" altLang="zh-CN" dirty="0"/>
              <a:t>——</a:t>
            </a:r>
            <a:r>
              <a:rPr lang="zh-CN" altLang="en-US" dirty="0"/>
              <a:t>现象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8911A70-D8D2-8FF3-43F2-D9C21D4367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892" y="1354252"/>
            <a:ext cx="5585684" cy="465030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905B9AB-6ECE-7EA9-E16B-32F60C47DF8D}"/>
              </a:ext>
            </a:extLst>
          </p:cNvPr>
          <p:cNvSpPr txBox="1"/>
          <p:nvPr/>
        </p:nvSpPr>
        <p:spPr>
          <a:xfrm>
            <a:off x="422366" y="1462092"/>
            <a:ext cx="62745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核心痛点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控制为了消除静差（由积分项 </a:t>
            </a:r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完成），会导致系统带有“惯性”。</a:t>
            </a:r>
          </a:p>
        </p:txBody>
      </p:sp>
      <p:graphicFrame>
        <p:nvGraphicFramePr>
          <p:cNvPr id="9" name="图示 8">
            <a:extLst>
              <a:ext uri="{FF2B5EF4-FFF2-40B4-BE49-F238E27FC236}">
                <a16:creationId xmlns:a16="http://schemas.microsoft.com/office/drawing/2014/main" id="{6BC181F0-F70B-B7AF-34B7-5395BC68B3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32589687"/>
              </p:ext>
            </p:extLst>
          </p:nvPr>
        </p:nvGraphicFramePr>
        <p:xfrm>
          <a:off x="343988" y="2332506"/>
          <a:ext cx="6161315" cy="29971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79962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41C42-0907-3EEA-722F-E2F451EDD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2665B0-D1A4-511A-F84F-23DD727B7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784" y="374795"/>
            <a:ext cx="9752916" cy="390527"/>
          </a:xfrm>
        </p:spPr>
        <p:txBody>
          <a:bodyPr/>
          <a:lstStyle/>
          <a:p>
            <a:r>
              <a:rPr lang="en-US" altLang="zh-CN" dirty="0"/>
              <a:t>9.4.1 PI</a:t>
            </a:r>
            <a:r>
              <a:rPr lang="zh-CN" altLang="en-US" dirty="0"/>
              <a:t>控制的不足</a:t>
            </a:r>
            <a:r>
              <a:rPr lang="en-US" altLang="zh-CN" dirty="0"/>
              <a:t>——</a:t>
            </a:r>
            <a:r>
              <a:rPr lang="zh-CN" altLang="en-US" dirty="0"/>
              <a:t>为什么？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875685D-2B9A-4D13-ECBB-680F2AD14F5E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865538" y="1541360"/>
            <a:ext cx="1081046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积分项的“后劲”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积分项累积了过去的误差。当水位接近 1.0m 时，P 项减小了，但 I 项依然很大，导致水泵无法及时减速。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结论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在电机位置控制或精密控制中，这种超调可能导致机械碰撞或系统受损。</a:t>
            </a:r>
          </a:p>
        </p:txBody>
      </p:sp>
    </p:spTree>
    <p:extLst>
      <p:ext uri="{BB962C8B-B14F-4D97-AF65-F5344CB8AC3E}">
        <p14:creationId xmlns:p14="http://schemas.microsoft.com/office/powerpoint/2010/main" val="1366319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14664-09FD-B55A-D4E0-29A1AA11C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172F3521-C231-A820-7F69-98EB1463D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600" dirty="0"/>
              <a:t>9.4.2 </a:t>
            </a:r>
            <a:r>
              <a:rPr lang="zh-CN" altLang="en-US" sz="3600" dirty="0"/>
              <a:t>引入微分项（</a:t>
            </a:r>
            <a:r>
              <a:rPr lang="en-US" altLang="zh-CN" sz="3600" dirty="0"/>
              <a:t>D</a:t>
            </a:r>
            <a:r>
              <a:rPr lang="zh-CN" altLang="en-US" sz="3600" dirty="0"/>
              <a:t>）：预见未来的“刹车”</a:t>
            </a:r>
          </a:p>
        </p:txBody>
      </p:sp>
    </p:spTree>
    <p:extLst>
      <p:ext uri="{BB962C8B-B14F-4D97-AF65-F5344CB8AC3E}">
        <p14:creationId xmlns:p14="http://schemas.microsoft.com/office/powerpoint/2010/main" val="694902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71FF4-6EA5-C469-7928-8C87520AA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4F558B-A23C-BA9F-EEEC-77749AC16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784" y="374795"/>
            <a:ext cx="9752916" cy="390527"/>
          </a:xfrm>
        </p:spPr>
        <p:txBody>
          <a:bodyPr/>
          <a:lstStyle/>
          <a:p>
            <a:r>
              <a:rPr lang="en-US" altLang="zh-CN" dirty="0"/>
              <a:t>9.4.2 </a:t>
            </a:r>
            <a:r>
              <a:rPr lang="zh-CN" altLang="en-US" dirty="0"/>
              <a:t>引入微分项（</a:t>
            </a:r>
            <a:r>
              <a:rPr lang="en-US" altLang="zh-CN" dirty="0"/>
              <a:t>D</a:t>
            </a:r>
            <a:r>
              <a:rPr lang="zh-CN" altLang="en-US" dirty="0"/>
              <a:t>）</a:t>
            </a:r>
            <a:r>
              <a:rPr lang="en-US" altLang="zh-CN" dirty="0"/>
              <a:t>——</a:t>
            </a:r>
            <a:r>
              <a:rPr lang="zh-CN" altLang="en-US" dirty="0"/>
              <a:t>现象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708B08C-D961-B0CB-B8F4-0DDFD0FC23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5974" y="2303486"/>
            <a:ext cx="5426986" cy="455451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8449934-7347-668B-3CC1-5823B6C918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132" y="2207692"/>
            <a:ext cx="5585684" cy="465030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B39097C-D961-33DD-9447-78F59B614A77}"/>
              </a:ext>
            </a:extLst>
          </p:cNvPr>
          <p:cNvSpPr txBox="1"/>
          <p:nvPr/>
        </p:nvSpPr>
        <p:spPr>
          <a:xfrm>
            <a:off x="807719" y="1380156"/>
            <a:ext cx="110881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控制（左图）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展现了明显的“波峰”，即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超调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振荡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 而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PID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控制（右图）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展现了完美的“直线切入”，即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阻尼优化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F289B709-FF16-3A1C-2EDA-8ADA1C369D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" y="3881613"/>
            <a:ext cx="392974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超调（Overshoot）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：水位在到达 1.0m 目标后并没有停下，而是猛冲到了约 1.25m。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振荡（Oscillation）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：水位经过很长时间才趋于平稳。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5F0D34B8-0086-7554-833C-A92BE518C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746" y="3861881"/>
            <a:ext cx="420887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响应</a:t>
            </a: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快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超调</a:t>
            </a: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小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：在接近 1.0m 时，曲线像被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项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“拽住”了，以一种极其平滑的弧度直接切入目标值。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是电机控制中最理想的动态过程，因为它避免了机械冲击。</a:t>
            </a:r>
          </a:p>
        </p:txBody>
      </p:sp>
    </p:spTree>
    <p:extLst>
      <p:ext uri="{BB962C8B-B14F-4D97-AF65-F5344CB8AC3E}">
        <p14:creationId xmlns:p14="http://schemas.microsoft.com/office/powerpoint/2010/main" val="3024709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E985A-CD3E-9158-4FB4-A76329BFD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D9E4C1-9D30-4C07-D0B5-D85137F34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784" y="374795"/>
            <a:ext cx="9752916" cy="390527"/>
          </a:xfrm>
        </p:spPr>
        <p:txBody>
          <a:bodyPr/>
          <a:lstStyle/>
          <a:p>
            <a:r>
              <a:rPr lang="en-US" altLang="zh-CN" dirty="0"/>
              <a:t>9.4.2 </a:t>
            </a:r>
            <a:r>
              <a:rPr lang="zh-CN" altLang="en-US" dirty="0"/>
              <a:t>引入微分项（</a:t>
            </a:r>
            <a:r>
              <a:rPr lang="en-US" altLang="zh-CN" dirty="0"/>
              <a:t>D</a:t>
            </a:r>
            <a:r>
              <a:rPr lang="zh-CN" altLang="en-US" dirty="0"/>
              <a:t>）</a:t>
            </a:r>
            <a:r>
              <a:rPr lang="en-US" altLang="zh-CN" dirty="0"/>
              <a:t>——</a:t>
            </a:r>
            <a:r>
              <a:rPr lang="zh-CN" altLang="en-US" dirty="0"/>
              <a:t>比较</a:t>
            </a:r>
          </a:p>
        </p:txBody>
      </p:sp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00A962E8-4890-0A73-E277-52CC638F5C43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40358411"/>
              </p:ext>
            </p:extLst>
          </p:nvPr>
        </p:nvGraphicFramePr>
        <p:xfrm>
          <a:off x="205064" y="1596592"/>
          <a:ext cx="11781871" cy="1593242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294690">
                  <a:extLst>
                    <a:ext uri="{9D8B030D-6E8A-4147-A177-3AD203B41FA5}">
                      <a16:colId xmlns:a16="http://schemas.microsoft.com/office/drawing/2014/main" val="3846172151"/>
                    </a:ext>
                  </a:extLst>
                </a:gridCol>
                <a:gridCol w="3929626">
                  <a:extLst>
                    <a:ext uri="{9D8B030D-6E8A-4147-A177-3AD203B41FA5}">
                      <a16:colId xmlns:a16="http://schemas.microsoft.com/office/drawing/2014/main" val="1404644606"/>
                    </a:ext>
                  </a:extLst>
                </a:gridCol>
                <a:gridCol w="3612087">
                  <a:extLst>
                    <a:ext uri="{9D8B030D-6E8A-4147-A177-3AD203B41FA5}">
                      <a16:colId xmlns:a16="http://schemas.microsoft.com/office/drawing/2014/main" val="147061824"/>
                    </a:ext>
                  </a:extLst>
                </a:gridCol>
                <a:gridCol w="2945468">
                  <a:extLst>
                    <a:ext uri="{9D8B030D-6E8A-4147-A177-3AD203B41FA5}">
                      <a16:colId xmlns:a16="http://schemas.microsoft.com/office/drawing/2014/main" val="758445479"/>
                    </a:ext>
                  </a:extLst>
                </a:gridCol>
              </a:tblGrid>
              <a:tr h="3102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>
                          <a:effectLst/>
                        </a:rPr>
                        <a:t>特征</a:t>
                      </a:r>
                      <a:endParaRPr lang="zh-CN" altLang="en-US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 dirty="0">
                          <a:effectLst/>
                        </a:rPr>
                        <a:t>PI </a:t>
                      </a:r>
                      <a:r>
                        <a:rPr lang="zh-CN" altLang="en-US" b="1" dirty="0">
                          <a:effectLst/>
                        </a:rPr>
                        <a:t>控制</a:t>
                      </a:r>
                      <a:endParaRPr lang="zh-CN" altLang="en-US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effectLst/>
                        </a:rPr>
                        <a:t>PID </a:t>
                      </a:r>
                      <a:r>
                        <a:rPr lang="zh-CN" altLang="en-US" b="1" dirty="0">
                          <a:effectLst/>
                        </a:rPr>
                        <a:t>控制</a:t>
                      </a:r>
                      <a:endParaRPr lang="zh-CN" altLang="en-US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>
                          <a:effectLst/>
                        </a:rPr>
                        <a:t>结论</a:t>
                      </a:r>
                      <a:endParaRPr lang="zh-CN" altLang="en-US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6832045"/>
                  </a:ext>
                </a:extLst>
              </a:tr>
              <a:tr h="3102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超调量</a:t>
                      </a:r>
                      <a:endParaRPr lang="zh-CN" alt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显著（约 </a:t>
                      </a:r>
                      <a:r>
                        <a:rPr lang="en-US" altLang="zh-CN">
                          <a:effectLst/>
                        </a:rPr>
                        <a:t>25%</a:t>
                      </a:r>
                      <a:r>
                        <a:rPr lang="zh-CN" altLang="en-US">
                          <a:effectLst/>
                        </a:rPr>
                        <a:t>）</a:t>
                      </a:r>
                      <a:endParaRPr lang="zh-CN" alt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极低或为 </a:t>
                      </a:r>
                      <a:r>
                        <a:rPr lang="en-US" altLang="zh-CN">
                          <a:effectLst/>
                        </a:rPr>
                        <a:t>0</a:t>
                      </a:r>
                      <a:endParaRPr lang="en-US" altLang="zh-C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</a:rPr>
                        <a:t>D</a:t>
                      </a:r>
                      <a:r>
                        <a:rPr lang="zh-CN" altLang="en-US">
                          <a:effectLst/>
                        </a:rPr>
                        <a:t>项起到了“预防针”作用</a:t>
                      </a:r>
                      <a:endParaRPr lang="zh-CN" alt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0068660"/>
                  </a:ext>
                </a:extLst>
              </a:tr>
              <a:tr h="3102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稳定性</a:t>
                      </a:r>
                      <a:endParaRPr lang="zh-CN" alt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较差，有反复晃动</a:t>
                      </a:r>
                      <a:endParaRPr lang="zh-CN" alt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极佳，一次到位</a:t>
                      </a:r>
                      <a:endParaRPr lang="zh-CN" alt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</a:rPr>
                        <a:t>D</a:t>
                      </a:r>
                      <a:r>
                        <a:rPr lang="zh-CN" altLang="en-US">
                          <a:effectLst/>
                        </a:rPr>
                        <a:t>项是系统的“阻尼器”</a:t>
                      </a:r>
                      <a:endParaRPr lang="zh-CN" alt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7120633"/>
                  </a:ext>
                </a:extLst>
              </a:tr>
              <a:tr h="4959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物理隐喻</a:t>
                      </a:r>
                      <a:endParaRPr lang="zh-CN" alt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像新手司机，猛踩刹车又猛松油门</a:t>
                      </a:r>
                      <a:endParaRPr lang="zh-CN" altLang="en-US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像老司机，提前减速、丝滑进站</a:t>
                      </a:r>
                      <a:endParaRPr lang="zh-CN" altLang="en-US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effectLst/>
                        </a:rPr>
                        <a:t>D</a:t>
                      </a:r>
                      <a:r>
                        <a:rPr lang="zh-CN" altLang="en-US" dirty="0">
                          <a:effectLst/>
                        </a:rPr>
                        <a:t>项赋予了系统“预判”能力</a:t>
                      </a:r>
                      <a:endParaRPr lang="zh-CN" altLang="en-US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34837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190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D2021-E8D0-CF0E-591F-792395A08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6AD828-3939-7629-1934-C92751A07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784" y="374795"/>
            <a:ext cx="9752916" cy="390527"/>
          </a:xfrm>
        </p:spPr>
        <p:txBody>
          <a:bodyPr/>
          <a:lstStyle/>
          <a:p>
            <a:r>
              <a:rPr lang="en-US" altLang="zh-CN" dirty="0"/>
              <a:t>9.4.2 </a:t>
            </a:r>
            <a:r>
              <a:rPr lang="zh-CN" altLang="en-US" dirty="0"/>
              <a:t>引入微分项（</a:t>
            </a:r>
            <a:r>
              <a:rPr lang="en-US" altLang="zh-CN" dirty="0"/>
              <a:t>D</a:t>
            </a:r>
            <a:r>
              <a:rPr lang="zh-CN" altLang="en-US" dirty="0"/>
              <a:t>）</a:t>
            </a:r>
            <a:r>
              <a:rPr lang="en-US" altLang="zh-CN" dirty="0"/>
              <a:t>——</a:t>
            </a:r>
            <a:r>
              <a:rPr lang="zh-CN" altLang="en-US" dirty="0"/>
              <a:t>原因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9CA02F45-8704-9ADF-2965-7C804002F198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8559" y="68921"/>
            <a:ext cx="2278281" cy="835819"/>
          </a:xfr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0D4BAEF7-603D-B555-27AF-6D646847C2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54240" y="1279381"/>
                <a:ext cx="4937760" cy="94038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zh-CN" altLang="zh-CN" sz="1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de</m:t>
                        </m:r>
                        <m:r>
                          <m:rPr>
                            <m:nor/>
                          </m:rPr>
                          <a:rPr lang="zh-CN" altLang="zh-CN" sz="1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zh-CN" altLang="zh-CN" sz="1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zh-CN" altLang="zh-CN" sz="1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zh-CN" altLang="zh-CN" sz="1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dt</m:t>
                        </m:r>
                      </m:den>
                    </m:f>
                    <m:r>
                      <m:rPr>
                        <m:nor/>
                      </m:rPr>
                      <a:rPr lang="zh-CN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​</m:t>
                    </m:r>
                  </m:oMath>
                </a14:m>
                <a:r>
                  <a:rPr kumimoji="0" lang="zh-CN" altLang="zh-CN" sz="1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代表误差的变化速率。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kumimoji="0" lang="zh-CN" altLang="zh-CN" sz="1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如果水位上升非常快，误差正在迅速减小，</a:t>
                </a:r>
                <a:r>
                  <a:rPr lang="en-US" altLang="zh-CN" sz="12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zh-CN" altLang="zh-CN" sz="1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de</m:t>
                        </m:r>
                        <m:r>
                          <m:rPr>
                            <m:nor/>
                          </m:rPr>
                          <a:rPr lang="zh-CN" altLang="zh-CN" sz="1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zh-CN" altLang="zh-CN" sz="1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zh-CN" altLang="zh-CN" sz="1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zh-CN" altLang="zh-CN" sz="1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dt</m:t>
                        </m:r>
                      </m:den>
                    </m:f>
                    <m:r>
                      <m:rPr>
                        <m:nor/>
                      </m:rPr>
                      <a:rPr lang="zh-CN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​</m:t>
                    </m:r>
                  </m:oMath>
                </a14:m>
                <a:r>
                  <a:rPr kumimoji="0" lang="zh-CN" altLang="zh-CN" sz="1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就是一个很大的负数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zh-CN" altLang="zh-CN" sz="1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Kd​ 项此时会产生一个</a:t>
                </a:r>
                <a:r>
                  <a:rPr kumimoji="0" lang="zh-CN" altLang="zh-CN" sz="12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负向的阻力</a:t>
                </a:r>
                <a:r>
                  <a:rPr kumimoji="0" lang="zh-CN" altLang="zh-CN" sz="1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，强行给系统“刹车”。</a:t>
                </a:r>
              </a:p>
            </p:txBody>
          </p:sp>
        </mc:Choice>
        <mc:Fallback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0D4BAEF7-603D-B555-27AF-6D646847C2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54240" y="1279381"/>
                <a:ext cx="4937760" cy="940386"/>
              </a:xfrm>
              <a:prstGeom prst="rect">
                <a:avLst/>
              </a:prstGeom>
              <a:blipFill>
                <a:blip r:embed="rId3"/>
                <a:stretch>
                  <a:fillRect l="-247" b="-649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>
            <a:extLst>
              <a:ext uri="{FF2B5EF4-FFF2-40B4-BE49-F238E27FC236}">
                <a16:creationId xmlns:a16="http://schemas.microsoft.com/office/drawing/2014/main" id="{4E6F2AAF-ED88-C0E1-7DF6-2B47994D21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4240" y="2331394"/>
            <a:ext cx="4996431" cy="4193177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D424217F-B75B-9F21-DDBC-62E98D000D13}"/>
              </a:ext>
            </a:extLst>
          </p:cNvPr>
          <p:cNvSpPr txBox="1"/>
          <p:nvPr/>
        </p:nvSpPr>
        <p:spPr>
          <a:xfrm>
            <a:off x="0" y="1422309"/>
            <a:ext cx="7315201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起始冲刺阶段：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项的“静默与微调”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曲线表现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：水位从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开始极速上升，斜率很大，几乎是一条直线。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误差状态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：误差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很大，但变化率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de/dt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相对稳定。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项的作用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在这个阶段，控制输出主要由 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支撑（提供动力）。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因为误差减小的速度（斜率）是恒定的，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项会产生一个很小的、恒定的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负向力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比喻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：老司机刚起步发现离目标很远，全力踩油门（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），此时刹车（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）只是轻轻带过，不影响加速。</a:t>
            </a:r>
          </a:p>
          <a:p>
            <a:pPr>
              <a:buNone/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接近目标阶段：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项的“强力制动”（最关键！）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曲线表现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：水位到达约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0.8m - 0.9m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，曲线开始明显变弯（变平缓）。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误差状态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：误差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迅速减小并趋于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。此时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de/dt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的绝对值依然很大，但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项的力量已经在减弱。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项的作用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核心功能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：产生巨大的阻力。因为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项察觉到水位“冲得太快了”，预判到如果不收手就会超调。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抵消效应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项生成的负反馈抵消了积分项（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）和比例项（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）的残余推进力。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现象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：右图中，曲线接近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1.0m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时由于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项的“强力刹车”，从猛冲变成了缓慢切入。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比喻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：老司机看到离停车线只有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米了，虽然还没过线，但已经果断地踩下了重刹。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b="1" dirty="0"/>
              <a:t>3. </a:t>
            </a:r>
            <a:r>
              <a:rPr lang="zh-CN" altLang="en-US" sz="1200" b="1" dirty="0"/>
              <a:t>稳态收敛阶段：</a:t>
            </a:r>
            <a:r>
              <a:rPr lang="en-US" altLang="zh-CN" sz="1200" b="1" dirty="0"/>
              <a:t>D </a:t>
            </a:r>
            <a:r>
              <a:rPr lang="zh-CN" altLang="en-US" sz="1200" b="1" dirty="0"/>
              <a:t>项的“平息动荡”</a:t>
            </a:r>
            <a:endParaRPr lang="en-US" altLang="zh-CN" sz="12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200" b="1" dirty="0"/>
              <a:t>曲线表现</a:t>
            </a:r>
            <a:r>
              <a:rPr lang="zh-CN" altLang="en-US" sz="1200" dirty="0"/>
              <a:t>：水位完美停留在 </a:t>
            </a:r>
            <a:r>
              <a:rPr lang="en-US" altLang="zh-CN" sz="1200" dirty="0"/>
              <a:t>1.0m</a:t>
            </a:r>
            <a:r>
              <a:rPr lang="zh-CN" altLang="en-US" sz="1200" dirty="0"/>
              <a:t>，成一条水平直线。</a:t>
            </a:r>
            <a:endParaRPr lang="en-US" altLang="zh-CN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200" b="1" dirty="0"/>
              <a:t>误差状态</a:t>
            </a:r>
            <a:r>
              <a:rPr lang="zh-CN" altLang="en-US" sz="1200" dirty="0"/>
              <a:t>：误差 </a:t>
            </a:r>
            <a:r>
              <a:rPr lang="en-US" altLang="zh-CN" sz="1200" dirty="0"/>
              <a:t>e=0</a:t>
            </a:r>
            <a:r>
              <a:rPr lang="zh-CN" altLang="en-US" sz="1200" dirty="0"/>
              <a:t>，且误差不再变化，即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de/dt </a:t>
            </a:r>
            <a:r>
              <a:rPr lang="zh-CN" altLang="en-US" sz="1200" dirty="0"/>
              <a:t>​</a:t>
            </a:r>
            <a:r>
              <a:rPr lang="en-US" altLang="zh-CN" sz="1200" dirty="0"/>
              <a:t>=0</a:t>
            </a:r>
            <a:r>
              <a:rPr lang="zh-CN" altLang="en-US" sz="1200" dirty="0"/>
              <a:t>。</a:t>
            </a:r>
            <a:endParaRPr lang="en-US" altLang="zh-CN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200" b="1" dirty="0"/>
              <a:t>D </a:t>
            </a:r>
            <a:r>
              <a:rPr lang="zh-CN" altLang="en-US" sz="1200" b="1" dirty="0"/>
              <a:t>项的作用</a:t>
            </a:r>
            <a:r>
              <a:rPr lang="zh-CN" altLang="en-US" sz="1200" dirty="0"/>
              <a:t>：</a:t>
            </a:r>
            <a:endParaRPr lang="en-US" altLang="zh-CN" sz="12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CN" altLang="en-US" sz="1200" dirty="0"/>
              <a:t>此时 </a:t>
            </a:r>
            <a:r>
              <a:rPr lang="en-US" altLang="zh-CN" sz="1200" dirty="0"/>
              <a:t>D </a:t>
            </a:r>
            <a:r>
              <a:rPr lang="zh-CN" altLang="en-US" sz="1200" dirty="0"/>
              <a:t>项的输出为 </a:t>
            </a:r>
            <a:r>
              <a:rPr lang="en-US" altLang="zh-CN" sz="1200" dirty="0"/>
              <a:t>0</a:t>
            </a:r>
            <a:r>
              <a:rPr lang="zh-CN" altLang="en-US" sz="1200" dirty="0"/>
              <a:t>。它功成身退，把维持精度的任务交还给 </a:t>
            </a:r>
            <a:r>
              <a:rPr lang="en-US" altLang="zh-CN" sz="1200" b="1" dirty="0"/>
              <a:t>I </a:t>
            </a:r>
            <a:r>
              <a:rPr lang="zh-CN" altLang="en-US" sz="1200" b="1" dirty="0"/>
              <a:t>项</a:t>
            </a:r>
            <a:r>
              <a:rPr lang="zh-CN" altLang="en-US" sz="1200" dirty="0"/>
              <a:t>。</a:t>
            </a:r>
            <a:endParaRPr lang="en-US" altLang="zh-CN" sz="12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CN" altLang="en-US" sz="1200" b="1" dirty="0"/>
              <a:t>重要价值</a:t>
            </a:r>
            <a:r>
              <a:rPr lang="zh-CN" altLang="en-US" sz="1200" dirty="0"/>
              <a:t>：如果在此时系统受到外界干扰（比如你手动往水池里倒了一盆水），水位会突然波动。</a:t>
            </a:r>
            <a:r>
              <a:rPr lang="en-US" altLang="zh-CN" sz="1200" dirty="0"/>
              <a:t>D </a:t>
            </a:r>
            <a:r>
              <a:rPr lang="zh-CN" altLang="en-US" sz="1200" dirty="0"/>
              <a:t>项会瞬间感应到这个“突变”，立刻产生反向作用力来压制波动。</a:t>
            </a:r>
            <a:endParaRPr lang="en-US" altLang="zh-CN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200" b="1" dirty="0"/>
              <a:t>比喻</a:t>
            </a:r>
            <a:r>
              <a:rPr lang="zh-CN" altLang="en-US" sz="1200" dirty="0"/>
              <a:t>：车停稳了，老司机的脚放在刹车上待命，一旦车子有滑动趋势，立刻补一脚刹车。</a:t>
            </a:r>
          </a:p>
          <a:p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60907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69C2F-2EE3-7EA7-C23C-2F37AE705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4E8AC42C-F836-CC07-927C-EC4D61084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9.4.3 </a:t>
            </a:r>
            <a:r>
              <a:rPr lang="zh-CN" altLang="en-US" dirty="0"/>
              <a:t>理解</a:t>
            </a:r>
            <a:r>
              <a:rPr lang="en-US" altLang="zh-CN" dirty="0"/>
              <a:t>PID</a:t>
            </a:r>
            <a:r>
              <a:rPr lang="zh-CN" altLang="en-US" dirty="0"/>
              <a:t>公式</a:t>
            </a:r>
          </a:p>
        </p:txBody>
      </p:sp>
    </p:spTree>
    <p:extLst>
      <p:ext uri="{BB962C8B-B14F-4D97-AF65-F5344CB8AC3E}">
        <p14:creationId xmlns:p14="http://schemas.microsoft.com/office/powerpoint/2010/main" val="19201837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DC6B6-596B-FEC0-FD7B-DF151C806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D68821-232E-3262-B8DF-FE358F0D2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784" y="374795"/>
            <a:ext cx="9752916" cy="390527"/>
          </a:xfrm>
        </p:spPr>
        <p:txBody>
          <a:bodyPr/>
          <a:lstStyle/>
          <a:p>
            <a:r>
              <a:rPr lang="en-US" altLang="zh-CN" dirty="0"/>
              <a:t>9.4.3 </a:t>
            </a:r>
            <a:r>
              <a:rPr lang="zh-CN" altLang="en-US" dirty="0"/>
              <a:t>理解</a:t>
            </a:r>
            <a:r>
              <a:rPr lang="en-US" altLang="zh-CN" dirty="0"/>
              <a:t>PID</a:t>
            </a:r>
            <a:r>
              <a:rPr lang="zh-CN" altLang="en-US" dirty="0"/>
              <a:t>公式</a:t>
            </a:r>
            <a:r>
              <a:rPr lang="en-US" altLang="zh-CN" dirty="0"/>
              <a:t>——</a:t>
            </a:r>
            <a:r>
              <a:rPr lang="zh-CN" altLang="en-US" dirty="0"/>
              <a:t>通俗理解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12F78846-C1F3-16D2-28A1-BC8924E36756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3373" y="896124"/>
            <a:ext cx="4300650" cy="797385"/>
          </a:xfr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9EF2745-CAFA-5A26-0C7C-152EB21C2C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865" y="1022675"/>
            <a:ext cx="4570615" cy="670834"/>
          </a:xfrm>
          <a:prstGeom prst="rect">
            <a:avLst/>
          </a:prstGeom>
        </p:spPr>
      </p:pic>
      <p:graphicFrame>
        <p:nvGraphicFramePr>
          <p:cNvPr id="10" name="图示 9">
            <a:extLst>
              <a:ext uri="{FF2B5EF4-FFF2-40B4-BE49-F238E27FC236}">
                <a16:creationId xmlns:a16="http://schemas.microsoft.com/office/drawing/2014/main" id="{F92AEFD8-632A-B5BB-DA25-6D23CF5194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773897"/>
              </p:ext>
            </p:extLst>
          </p:nvPr>
        </p:nvGraphicFramePr>
        <p:xfrm>
          <a:off x="409303" y="1402080"/>
          <a:ext cx="11242765" cy="54559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0333865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EA6D6-DA61-DB50-1B0A-064ABD770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CFB439-ACD9-7137-A133-C25B0CA81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784" y="374795"/>
            <a:ext cx="10440530" cy="390527"/>
          </a:xfrm>
        </p:spPr>
        <p:txBody>
          <a:bodyPr/>
          <a:lstStyle/>
          <a:p>
            <a:r>
              <a:rPr lang="en-US" altLang="zh-CN" dirty="0"/>
              <a:t>9.4.3 </a:t>
            </a:r>
            <a:r>
              <a:rPr lang="zh-CN" altLang="en-US" dirty="0"/>
              <a:t>理解</a:t>
            </a:r>
            <a:r>
              <a:rPr lang="en-US" altLang="zh-CN" dirty="0"/>
              <a:t>PID</a:t>
            </a:r>
            <a:r>
              <a:rPr lang="zh-CN" altLang="en-US" dirty="0"/>
              <a:t>公式</a:t>
            </a:r>
            <a:r>
              <a:rPr lang="en-US" altLang="zh-CN" dirty="0"/>
              <a:t>——</a:t>
            </a:r>
            <a:r>
              <a:rPr lang="zh-CN" altLang="en-US" dirty="0"/>
              <a:t>几种形式的公式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8CA7DD17-EF20-9C94-6A84-EBBD40986D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56419196"/>
                  </p:ext>
                </p:extLst>
              </p:nvPr>
            </p:nvGraphicFramePr>
            <p:xfrm>
              <a:off x="952623" y="1224949"/>
              <a:ext cx="10734279" cy="2535918"/>
            </p:xfrm>
            <a:graphic>
              <a:graphicData uri="http://schemas.openxmlformats.org/drawingml/2006/table">
                <a:tbl>
                  <a:tblPr>
                    <a:tableStyleId>{5DA37D80-6434-44D0-A028-1B22A696006F}</a:tableStyleId>
                  </a:tblPr>
                  <a:tblGrid>
                    <a:gridCol w="1724152">
                      <a:extLst>
                        <a:ext uri="{9D8B030D-6E8A-4147-A177-3AD203B41FA5}">
                          <a16:colId xmlns:a16="http://schemas.microsoft.com/office/drawing/2014/main" val="20611257"/>
                        </a:ext>
                      </a:extLst>
                    </a:gridCol>
                    <a:gridCol w="5432034">
                      <a:extLst>
                        <a:ext uri="{9D8B030D-6E8A-4147-A177-3AD203B41FA5}">
                          <a16:colId xmlns:a16="http://schemas.microsoft.com/office/drawing/2014/main" val="1728455809"/>
                        </a:ext>
                      </a:extLst>
                    </a:gridCol>
                    <a:gridCol w="3578093">
                      <a:extLst>
                        <a:ext uri="{9D8B030D-6E8A-4147-A177-3AD203B41FA5}">
                          <a16:colId xmlns:a16="http://schemas.microsoft.com/office/drawing/2014/main" val="2787154441"/>
                        </a:ext>
                      </a:extLst>
                    </a:gridCol>
                  </a:tblGrid>
                  <a:tr h="27447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altLang="en-US" sz="1700" b="1" dirty="0"/>
                            <a:t>公式类型</a:t>
                          </a:r>
                        </a:p>
                      </a:txBody>
                      <a:tcPr marL="85151" marR="85151" marT="42576" marB="4257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altLang="en-US" sz="1700" b="1" dirty="0"/>
                            <a:t>公式</a:t>
                          </a:r>
                        </a:p>
                      </a:txBody>
                      <a:tcPr marL="85151" marR="85151" marT="42576" marB="4257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altLang="en-US" sz="1700" b="1" dirty="0"/>
                            <a:t>适用场景</a:t>
                          </a:r>
                        </a:p>
                      </a:txBody>
                      <a:tcPr marL="85151" marR="85151" marT="42576" marB="42576" anchor="ctr"/>
                    </a:tc>
                    <a:extLst>
                      <a:ext uri="{0D108BD9-81ED-4DB2-BD59-A6C34878D82A}">
                        <a16:rowId xmlns:a16="http://schemas.microsoft.com/office/drawing/2014/main" val="873767068"/>
                      </a:ext>
                    </a:extLst>
                  </a:tr>
                  <a:tr h="79211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700" b="1"/>
                            <a:t>连续理想公式</a:t>
                          </a:r>
                          <a:endParaRPr lang="zh-CN" altLang="en-US" sz="1700"/>
                        </a:p>
                      </a:txBody>
                      <a:tcPr marL="85151" marR="85151" marT="42576" marB="4257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ar-AE" sz="1700"/>
                                  <m:t>𝑢</m:t>
                                </m:r>
                                <m:d>
                                  <m:dPr>
                                    <m:ctrlPr>
                                      <a:rPr lang="ar-AE" altLang="zh-CN" sz="1700"/>
                                    </m:ctrlPr>
                                  </m:dPr>
                                  <m:e>
                                    <m:r>
                                      <a:rPr lang="zh-CN" altLang="ar-AE" sz="1700"/>
                                      <m:t>𝑡</m:t>
                                    </m:r>
                                  </m:e>
                                </m:d>
                                <m:r>
                                  <a:rPr lang="ar-AE" altLang="zh-CN" sz="1700"/>
                                  <m:t>=</m:t>
                                </m:r>
                                <m:sSub>
                                  <m:sSubPr>
                                    <m:ctrlPr>
                                      <a:rPr lang="ar-AE" altLang="zh-CN" sz="1700"/>
                                    </m:ctrlPr>
                                  </m:sSubPr>
                                  <m:e>
                                    <m:r>
                                      <a:rPr lang="zh-CN" altLang="ar-AE" sz="1700"/>
                                      <m:t>𝐾</m:t>
                                    </m:r>
                                  </m:e>
                                  <m:sub>
                                    <m:r>
                                      <a:rPr lang="zh-CN" altLang="ar-AE" sz="1700"/>
                                      <m:t>𝑝</m:t>
                                    </m:r>
                                  </m:sub>
                                </m:sSub>
                                <m:r>
                                  <a:rPr lang="zh-CN" altLang="ar-AE" sz="1700"/>
                                  <m:t>𝑒</m:t>
                                </m:r>
                                <m:d>
                                  <m:dPr>
                                    <m:ctrlPr>
                                      <a:rPr lang="ar-AE" altLang="zh-CN" sz="1700"/>
                                    </m:ctrlPr>
                                  </m:dPr>
                                  <m:e>
                                    <m:r>
                                      <a:rPr lang="zh-CN" altLang="ar-AE" sz="1700"/>
                                      <m:t>𝑡</m:t>
                                    </m:r>
                                  </m:e>
                                </m:d>
                                <m:r>
                                  <a:rPr lang="ar-AE" altLang="zh-CN" sz="1700"/>
                                  <m:t>+</m:t>
                                </m:r>
                                <m:sSub>
                                  <m:sSubPr>
                                    <m:ctrlPr>
                                      <a:rPr lang="ar-AE" altLang="zh-CN" sz="1700"/>
                                    </m:ctrlPr>
                                  </m:sSubPr>
                                  <m:e>
                                    <m:r>
                                      <a:rPr lang="zh-CN" altLang="ar-AE" sz="1700"/>
                                      <m:t>𝐾</m:t>
                                    </m:r>
                                  </m:e>
                                  <m:sub>
                                    <m:r>
                                      <a:rPr lang="zh-CN" altLang="ar-AE" sz="1700"/>
                                      <m:t>𝑖</m:t>
                                    </m:r>
                                  </m:sub>
                                </m:sSub>
                                <m:nary>
                                  <m:naryPr>
                                    <m:grow m:val="on"/>
                                    <m:subHide m:val="on"/>
                                    <m:supHide m:val="on"/>
                                    <m:ctrlPr>
                                      <a:rPr lang="ar-AE" altLang="zh-CN" sz="1700"/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lang="zh-CN" altLang="ar-AE" sz="1700"/>
                                      <m:t>𝑒</m:t>
                                    </m:r>
                                  </m:e>
                                </m:nary>
                                <m:d>
                                  <m:dPr>
                                    <m:ctrlPr>
                                      <a:rPr lang="ar-AE" altLang="zh-CN" sz="1700"/>
                                    </m:ctrlPr>
                                  </m:dPr>
                                  <m:e>
                                    <m:r>
                                      <a:rPr lang="zh-CN" altLang="ar-AE" sz="1700"/>
                                      <m:t>𝑡</m:t>
                                    </m:r>
                                  </m:e>
                                </m:d>
                                <m:r>
                                  <a:rPr lang="zh-CN" altLang="ar-AE" sz="1700"/>
                                  <m:t>𝑑𝑡</m:t>
                                </m:r>
                                <m:r>
                                  <a:rPr lang="ar-AE" altLang="zh-CN" sz="1700"/>
                                  <m:t>+</m:t>
                                </m:r>
                                <m:sSub>
                                  <m:sSubPr>
                                    <m:ctrlPr>
                                      <a:rPr lang="ar-AE" altLang="zh-CN" sz="1700"/>
                                    </m:ctrlPr>
                                  </m:sSubPr>
                                  <m:e>
                                    <m:r>
                                      <a:rPr lang="zh-CN" altLang="ar-AE" sz="1700"/>
                                      <m:t>𝐾</m:t>
                                    </m:r>
                                  </m:e>
                                  <m:sub>
                                    <m:r>
                                      <a:rPr lang="zh-CN" altLang="ar-AE" sz="1700"/>
                                      <m:t>𝑑</m:t>
                                    </m:r>
                                  </m:sub>
                                </m:sSub>
                                <m:f>
                                  <m:fPr>
                                    <m:ctrlPr>
                                      <a:rPr lang="ar-AE" altLang="zh-CN" sz="1700"/>
                                    </m:ctrlPr>
                                  </m:fPr>
                                  <m:num>
                                    <m:r>
                                      <a:rPr lang="zh-CN" altLang="ar-AE" sz="1700"/>
                                      <m:t>𝑑𝑒</m:t>
                                    </m:r>
                                    <m:d>
                                      <m:dPr>
                                        <m:ctrlPr>
                                          <a:rPr lang="ar-AE" altLang="zh-CN" sz="1700"/>
                                        </m:ctrlPr>
                                      </m:dPr>
                                      <m:e>
                                        <m:r>
                                          <a:rPr lang="zh-CN" altLang="ar-AE" sz="1700"/>
                                          <m:t>𝑡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zh-CN" altLang="ar-AE" sz="1700"/>
                                      <m:t>𝑑𝑡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ar-AE" sz="1700"/>
                        </a:p>
                      </a:txBody>
                      <a:tcPr marL="85151" marR="85151" marT="42576" marB="4257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700"/>
                            <a:t>理论分析、模拟仿真</a:t>
                          </a:r>
                        </a:p>
                      </a:txBody>
                      <a:tcPr marL="85151" marR="85151" marT="42576" marB="42576" anchor="ctr"/>
                    </a:tc>
                    <a:extLst>
                      <a:ext uri="{0D108BD9-81ED-4DB2-BD59-A6C34878D82A}">
                        <a16:rowId xmlns:a16="http://schemas.microsoft.com/office/drawing/2014/main" val="2741547830"/>
                      </a:ext>
                    </a:extLst>
                  </a:tr>
                  <a:tr h="70094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700" b="1" dirty="0"/>
                            <a:t>离散位置式</a:t>
                          </a:r>
                          <a:endParaRPr lang="zh-CN" altLang="en-US" sz="1700" dirty="0"/>
                        </a:p>
                      </a:txBody>
                      <a:tcPr marL="85151" marR="85151" marT="42576" marB="4257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ar-AE" sz="1700"/>
                                  <m:t>𝑢</m:t>
                                </m:r>
                                <m:d>
                                  <m:dPr>
                                    <m:ctrlPr>
                                      <a:rPr lang="ar-AE" altLang="zh-CN" sz="1700"/>
                                    </m:ctrlPr>
                                  </m:dPr>
                                  <m:e>
                                    <m:r>
                                      <a:rPr lang="zh-CN" altLang="ar-AE" sz="1700"/>
                                      <m:t>𝑘</m:t>
                                    </m:r>
                                  </m:e>
                                </m:d>
                                <m:r>
                                  <a:rPr lang="ar-AE" altLang="zh-CN" sz="1700"/>
                                  <m:t>=</m:t>
                                </m:r>
                                <m:sSub>
                                  <m:sSubPr>
                                    <m:ctrlPr>
                                      <a:rPr lang="ar-AE" altLang="zh-CN" sz="1700"/>
                                    </m:ctrlPr>
                                  </m:sSubPr>
                                  <m:e>
                                    <m:r>
                                      <a:rPr lang="zh-CN" altLang="ar-AE" sz="1700"/>
                                      <m:t>𝐾</m:t>
                                    </m:r>
                                  </m:e>
                                  <m:sub>
                                    <m:r>
                                      <a:rPr lang="zh-CN" altLang="ar-AE" sz="1700"/>
                                      <m:t>𝑝</m:t>
                                    </m:r>
                                  </m:sub>
                                </m:sSub>
                                <m:r>
                                  <a:rPr lang="zh-CN" altLang="ar-AE" sz="1700"/>
                                  <m:t>𝑒</m:t>
                                </m:r>
                                <m:d>
                                  <m:dPr>
                                    <m:ctrlPr>
                                      <a:rPr lang="ar-AE" altLang="zh-CN" sz="1700"/>
                                    </m:ctrlPr>
                                  </m:dPr>
                                  <m:e>
                                    <m:r>
                                      <a:rPr lang="zh-CN" altLang="ar-AE" sz="1700"/>
                                      <m:t>𝑘</m:t>
                                    </m:r>
                                  </m:e>
                                </m:d>
                                <m:r>
                                  <a:rPr lang="ar-AE" altLang="zh-CN" sz="1700"/>
                                  <m:t>+</m:t>
                                </m:r>
                                <m:sSub>
                                  <m:sSubPr>
                                    <m:ctrlPr>
                                      <a:rPr lang="ar-AE" altLang="zh-CN" sz="1700"/>
                                    </m:ctrlPr>
                                  </m:sSubPr>
                                  <m:e>
                                    <m:r>
                                      <a:rPr lang="zh-CN" altLang="ar-AE" sz="1700"/>
                                      <m:t>𝐾</m:t>
                                    </m:r>
                                  </m:e>
                                  <m:sub>
                                    <m:r>
                                      <a:rPr lang="zh-CN" altLang="ar-AE" sz="1700"/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ar-AE" altLang="zh-CN" sz="1700"/>
                                    </m:ctrlPr>
                                  </m:sSubPr>
                                  <m:e>
                                    <m:r>
                                      <a:rPr lang="zh-CN" altLang="ar-AE" sz="1700"/>
                                      <m:t>𝑇</m:t>
                                    </m:r>
                                  </m:e>
                                  <m:sub>
                                    <m:r>
                                      <a:rPr lang="zh-CN" altLang="ar-AE" sz="1700"/>
                                      <m:t>𝑠</m:t>
                                    </m:r>
                                  </m:sub>
                                </m:sSub>
                                <m:nary>
                                  <m:naryPr>
                                    <m:chr m:val="∑"/>
                                    <m:grow m:val="on"/>
                                    <m:subHide m:val="on"/>
                                    <m:supHide m:val="on"/>
                                    <m:ctrlPr>
                                      <a:rPr lang="ar-AE" altLang="zh-CN" sz="1700"/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lang="zh-CN" altLang="ar-AE" sz="1700"/>
                                      <m:t>𝑒</m:t>
                                    </m:r>
                                  </m:e>
                                </m:nary>
                                <m:d>
                                  <m:dPr>
                                    <m:ctrlPr>
                                      <a:rPr lang="ar-AE" altLang="zh-CN" sz="1700"/>
                                    </m:ctrlPr>
                                  </m:dPr>
                                  <m:e>
                                    <m:r>
                                      <a:rPr lang="zh-CN" altLang="ar-AE" sz="1700"/>
                                      <m:t>𝑗</m:t>
                                    </m:r>
                                  </m:e>
                                </m:d>
                                <m:r>
                                  <a:rPr lang="ar-AE" altLang="zh-CN" sz="1700"/>
                                  <m:t>+</m:t>
                                </m:r>
                                <m:sSub>
                                  <m:sSubPr>
                                    <m:ctrlPr>
                                      <a:rPr lang="ar-AE" altLang="zh-CN" sz="1700"/>
                                    </m:ctrlPr>
                                  </m:sSubPr>
                                  <m:e>
                                    <m:r>
                                      <a:rPr lang="zh-CN" altLang="ar-AE" sz="1700"/>
                                      <m:t>𝐾</m:t>
                                    </m:r>
                                  </m:e>
                                  <m:sub>
                                    <m:r>
                                      <a:rPr lang="zh-CN" altLang="ar-AE" sz="1700"/>
                                      <m:t>𝑑</m:t>
                                    </m:r>
                                  </m:sub>
                                </m:sSub>
                                <m:f>
                                  <m:fPr>
                                    <m:ctrlPr>
                                      <a:rPr lang="ar-AE" altLang="zh-CN" sz="1700"/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l-GR" altLang="zh-CN" sz="1700"/>
                                      <m:t>Δ</m:t>
                                    </m:r>
                                    <m:r>
                                      <a:rPr lang="zh-CN" altLang="el-GR" sz="1700"/>
                                      <m:t>𝑒</m:t>
                                    </m:r>
                                    <m:d>
                                      <m:dPr>
                                        <m:ctrlPr>
                                          <a:rPr lang="ar-AE" altLang="zh-CN" sz="1700"/>
                                        </m:ctrlPr>
                                      </m:dPr>
                                      <m:e>
                                        <m:r>
                                          <a:rPr lang="zh-CN" altLang="ar-AE" sz="1700"/>
                                          <m:t>𝑘</m:t>
                                        </m:r>
                                      </m:e>
                                    </m:d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ar-AE" altLang="zh-CN" sz="1700"/>
                                        </m:ctrlPr>
                                      </m:sSubPr>
                                      <m:e>
                                        <m:r>
                                          <a:rPr lang="zh-CN" altLang="ar-AE" sz="1700"/>
                                          <m:t>𝑇</m:t>
                                        </m:r>
                                      </m:e>
                                      <m:sub>
                                        <m:r>
                                          <a:rPr lang="zh-CN" altLang="ar-AE" sz="1700"/>
                                          <m:t>𝑠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ar-AE" sz="1700"/>
                        </a:p>
                      </a:txBody>
                      <a:tcPr marL="85151" marR="85151" marT="42576" marB="4257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700"/>
                            <a:t>理解原理，对积分饱和需处理</a:t>
                          </a:r>
                        </a:p>
                      </a:txBody>
                      <a:tcPr marL="85151" marR="85151" marT="42576" marB="42576" anchor="ctr"/>
                    </a:tc>
                    <a:extLst>
                      <a:ext uri="{0D108BD9-81ED-4DB2-BD59-A6C34878D82A}">
                        <a16:rowId xmlns:a16="http://schemas.microsoft.com/office/drawing/2014/main" val="810643931"/>
                      </a:ext>
                    </a:extLst>
                  </a:tr>
                  <a:tr h="68253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700" b="1"/>
                            <a:t>离散增量式</a:t>
                          </a:r>
                          <a:endParaRPr lang="zh-CN" altLang="en-US" sz="1700"/>
                        </a:p>
                      </a:txBody>
                      <a:tcPr marL="85151" marR="85151" marT="42576" marB="4257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l-GR" altLang="zh-CN" sz="1700"/>
                                  <m:t>Δ</m:t>
                                </m:r>
                                <m:r>
                                  <a:rPr lang="zh-CN" altLang="el-GR" sz="1700"/>
                                  <m:t>𝑢</m:t>
                                </m:r>
                                <m:d>
                                  <m:dPr>
                                    <m:ctrlPr>
                                      <a:rPr lang="ar-AE" altLang="zh-CN" sz="1700"/>
                                    </m:ctrlPr>
                                  </m:dPr>
                                  <m:e>
                                    <m:r>
                                      <a:rPr lang="zh-CN" altLang="ar-AE" sz="1700"/>
                                      <m:t>𝑘</m:t>
                                    </m:r>
                                  </m:e>
                                </m:d>
                                <m:r>
                                  <a:rPr lang="ar-AE" altLang="zh-CN" sz="1700"/>
                                  <m:t>=</m:t>
                                </m:r>
                                <m:sSub>
                                  <m:sSubPr>
                                    <m:ctrlPr>
                                      <a:rPr lang="ar-AE" altLang="zh-CN" sz="1700"/>
                                    </m:ctrlPr>
                                  </m:sSubPr>
                                  <m:e>
                                    <m:r>
                                      <a:rPr lang="zh-CN" altLang="ar-AE" sz="1700"/>
                                      <m:t>𝐾</m:t>
                                    </m:r>
                                  </m:e>
                                  <m:sub>
                                    <m:r>
                                      <a:rPr lang="zh-CN" altLang="ar-AE" sz="1700"/>
                                      <m:t>𝑝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el-GR" altLang="zh-CN" sz="1700"/>
                                  <m:t>Δ</m:t>
                                </m:r>
                                <m:r>
                                  <a:rPr lang="zh-CN" altLang="el-GR" sz="1700"/>
                                  <m:t>𝑒</m:t>
                                </m:r>
                                <m:d>
                                  <m:dPr>
                                    <m:ctrlPr>
                                      <a:rPr lang="ar-AE" altLang="zh-CN" sz="1700"/>
                                    </m:ctrlPr>
                                  </m:dPr>
                                  <m:e>
                                    <m:r>
                                      <a:rPr lang="zh-CN" altLang="ar-AE" sz="1700"/>
                                      <m:t>𝑘</m:t>
                                    </m:r>
                                  </m:e>
                                </m:d>
                                <m:r>
                                  <a:rPr lang="ar-AE" altLang="zh-CN" sz="1700"/>
                                  <m:t>+</m:t>
                                </m:r>
                                <m:sSub>
                                  <m:sSubPr>
                                    <m:ctrlPr>
                                      <a:rPr lang="ar-AE" altLang="zh-CN" sz="1700"/>
                                    </m:ctrlPr>
                                  </m:sSubPr>
                                  <m:e>
                                    <m:r>
                                      <a:rPr lang="zh-CN" altLang="ar-AE" sz="1700"/>
                                      <m:t>𝐾</m:t>
                                    </m:r>
                                  </m:e>
                                  <m:sub>
                                    <m:r>
                                      <a:rPr lang="zh-CN" altLang="ar-AE" sz="1700"/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ar-AE" altLang="zh-CN" sz="1700"/>
                                    </m:ctrlPr>
                                  </m:sSubPr>
                                  <m:e>
                                    <m:r>
                                      <a:rPr lang="zh-CN" altLang="ar-AE" sz="1700"/>
                                      <m:t>𝑇</m:t>
                                    </m:r>
                                  </m:e>
                                  <m:sub>
                                    <m:r>
                                      <a:rPr lang="zh-CN" altLang="ar-AE" sz="1700"/>
                                      <m:t>𝑠</m:t>
                                    </m:r>
                                  </m:sub>
                                </m:sSub>
                                <m:r>
                                  <a:rPr lang="zh-CN" altLang="ar-AE" sz="1700"/>
                                  <m:t>𝑒</m:t>
                                </m:r>
                                <m:d>
                                  <m:dPr>
                                    <m:ctrlPr>
                                      <a:rPr lang="ar-AE" altLang="zh-CN" sz="1700"/>
                                    </m:ctrlPr>
                                  </m:dPr>
                                  <m:e>
                                    <m:r>
                                      <a:rPr lang="zh-CN" altLang="ar-AE" sz="1700"/>
                                      <m:t>𝑘</m:t>
                                    </m:r>
                                  </m:e>
                                </m:d>
                                <m:r>
                                  <a:rPr lang="ar-AE" altLang="zh-CN" sz="1700"/>
                                  <m:t>+</m:t>
                                </m:r>
                                <m:sSub>
                                  <m:sSubPr>
                                    <m:ctrlPr>
                                      <a:rPr lang="ar-AE" altLang="zh-CN" sz="1700"/>
                                    </m:ctrlPr>
                                  </m:sSubPr>
                                  <m:e>
                                    <m:r>
                                      <a:rPr lang="zh-CN" altLang="ar-AE" sz="1700"/>
                                      <m:t>𝐾</m:t>
                                    </m:r>
                                  </m:e>
                                  <m:sub>
                                    <m:r>
                                      <a:rPr lang="zh-CN" altLang="ar-AE" sz="1700"/>
                                      <m:t>𝑑</m:t>
                                    </m:r>
                                  </m:sub>
                                </m:sSub>
                                <m:f>
                                  <m:fPr>
                                    <m:ctrlPr>
                                      <a:rPr lang="ar-AE" altLang="zh-CN" sz="1700"/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ar-AE" altLang="zh-CN" sz="1700"/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altLang="zh-CN" sz="1700"/>
                                          <m:t>Δ</m:t>
                                        </m:r>
                                      </m:e>
                                      <m:sup>
                                        <m:r>
                                          <a:rPr lang="ar-AE" altLang="zh-CN" sz="1700"/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zh-CN" altLang="ar-AE" sz="1700"/>
                                      <m:t>𝑒</m:t>
                                    </m:r>
                                    <m:d>
                                      <m:dPr>
                                        <m:ctrlPr>
                                          <a:rPr lang="ar-AE" altLang="zh-CN" sz="1700"/>
                                        </m:ctrlPr>
                                      </m:dPr>
                                      <m:e>
                                        <m:r>
                                          <a:rPr lang="zh-CN" altLang="ar-AE" sz="1700"/>
                                          <m:t>𝑘</m:t>
                                        </m:r>
                                      </m:e>
                                    </m:d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ar-AE" altLang="zh-CN" sz="1700"/>
                                        </m:ctrlPr>
                                      </m:sSubPr>
                                      <m:e>
                                        <m:r>
                                          <a:rPr lang="zh-CN" altLang="ar-AE" sz="1700"/>
                                          <m:t>𝑇</m:t>
                                        </m:r>
                                      </m:e>
                                      <m:sub>
                                        <m:r>
                                          <a:rPr lang="zh-CN" altLang="ar-AE" sz="1700"/>
                                          <m:t>𝑠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ar-AE" sz="1700" dirty="0"/>
                        </a:p>
                      </a:txBody>
                      <a:tcPr marL="85151" marR="85151" marT="42576" marB="4257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700" b="1" dirty="0"/>
                            <a:t>实际数字控制系统中最常用</a:t>
                          </a:r>
                          <a:endParaRPr lang="zh-CN" altLang="en-US" sz="1700" dirty="0"/>
                        </a:p>
                      </a:txBody>
                      <a:tcPr marL="85151" marR="85151" marT="42576" marB="42576" anchor="ctr"/>
                    </a:tc>
                    <a:extLst>
                      <a:ext uri="{0D108BD9-81ED-4DB2-BD59-A6C34878D82A}">
                        <a16:rowId xmlns:a16="http://schemas.microsoft.com/office/drawing/2014/main" val="192785238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8CA7DD17-EF20-9C94-6A84-EBBD40986D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56419196"/>
                  </p:ext>
                </p:extLst>
              </p:nvPr>
            </p:nvGraphicFramePr>
            <p:xfrm>
              <a:off x="952623" y="1224949"/>
              <a:ext cx="10734279" cy="2535918"/>
            </p:xfrm>
            <a:graphic>
              <a:graphicData uri="http://schemas.openxmlformats.org/drawingml/2006/table">
                <a:tbl>
                  <a:tblPr>
                    <a:tableStyleId>{5DA37D80-6434-44D0-A028-1B22A696006F}</a:tableStyleId>
                  </a:tblPr>
                  <a:tblGrid>
                    <a:gridCol w="1724152">
                      <a:extLst>
                        <a:ext uri="{9D8B030D-6E8A-4147-A177-3AD203B41FA5}">
                          <a16:colId xmlns:a16="http://schemas.microsoft.com/office/drawing/2014/main" val="20611257"/>
                        </a:ext>
                      </a:extLst>
                    </a:gridCol>
                    <a:gridCol w="5432034">
                      <a:extLst>
                        <a:ext uri="{9D8B030D-6E8A-4147-A177-3AD203B41FA5}">
                          <a16:colId xmlns:a16="http://schemas.microsoft.com/office/drawing/2014/main" val="1728455809"/>
                        </a:ext>
                      </a:extLst>
                    </a:gridCol>
                    <a:gridCol w="3578093">
                      <a:extLst>
                        <a:ext uri="{9D8B030D-6E8A-4147-A177-3AD203B41FA5}">
                          <a16:colId xmlns:a16="http://schemas.microsoft.com/office/drawing/2014/main" val="2787154441"/>
                        </a:ext>
                      </a:extLst>
                    </a:gridCol>
                  </a:tblGrid>
                  <a:tr h="34423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altLang="en-US" sz="1700" b="1" dirty="0"/>
                            <a:t>公式类型</a:t>
                          </a:r>
                        </a:p>
                      </a:txBody>
                      <a:tcPr marL="85151" marR="85151" marT="42576" marB="4257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altLang="en-US" sz="1700" b="1" dirty="0"/>
                            <a:t>公式</a:t>
                          </a:r>
                        </a:p>
                      </a:txBody>
                      <a:tcPr marL="85151" marR="85151" marT="42576" marB="4257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altLang="en-US" sz="1700" b="1" dirty="0"/>
                            <a:t>适用场景</a:t>
                          </a:r>
                        </a:p>
                      </a:txBody>
                      <a:tcPr marL="85151" marR="85151" marT="42576" marB="42576" anchor="ctr"/>
                    </a:tc>
                    <a:extLst>
                      <a:ext uri="{0D108BD9-81ED-4DB2-BD59-A6C34878D82A}">
                        <a16:rowId xmlns:a16="http://schemas.microsoft.com/office/drawing/2014/main" val="873767068"/>
                      </a:ext>
                    </a:extLst>
                  </a:tr>
                  <a:tr h="79211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700" b="1"/>
                            <a:t>连续理想公式</a:t>
                          </a:r>
                          <a:endParaRPr lang="zh-CN" altLang="en-US" sz="1700"/>
                        </a:p>
                      </a:txBody>
                      <a:tcPr marL="85151" marR="85151" marT="42576" marB="42576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85151" marR="85151" marT="42576" marB="42576" anchor="ctr">
                        <a:blipFill>
                          <a:blip r:embed="rId2"/>
                          <a:stretch>
                            <a:fillRect l="-31839" t="-46154" r="-66031" b="-17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700"/>
                            <a:t>理论分析、模拟仿真</a:t>
                          </a:r>
                        </a:p>
                      </a:txBody>
                      <a:tcPr marL="85151" marR="85151" marT="42576" marB="42576" anchor="ctr"/>
                    </a:tc>
                    <a:extLst>
                      <a:ext uri="{0D108BD9-81ED-4DB2-BD59-A6C34878D82A}">
                        <a16:rowId xmlns:a16="http://schemas.microsoft.com/office/drawing/2014/main" val="2741547830"/>
                      </a:ext>
                    </a:extLst>
                  </a:tr>
                  <a:tr h="71704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700" b="1" dirty="0"/>
                            <a:t>离散位置式</a:t>
                          </a:r>
                          <a:endParaRPr lang="zh-CN" altLang="en-US" sz="1700" dirty="0"/>
                        </a:p>
                      </a:txBody>
                      <a:tcPr marL="85151" marR="85151" marT="42576" marB="42576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85151" marR="85151" marT="42576" marB="42576" anchor="ctr">
                        <a:blipFill>
                          <a:blip r:embed="rId2"/>
                          <a:stretch>
                            <a:fillRect l="-31839" t="-161017" r="-66031" b="-97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700"/>
                            <a:t>理解原理，对积分饱和需处理</a:t>
                          </a:r>
                        </a:p>
                      </a:txBody>
                      <a:tcPr marL="85151" marR="85151" marT="42576" marB="42576" anchor="ctr"/>
                    </a:tc>
                    <a:extLst>
                      <a:ext uri="{0D108BD9-81ED-4DB2-BD59-A6C34878D82A}">
                        <a16:rowId xmlns:a16="http://schemas.microsoft.com/office/drawing/2014/main" val="810643931"/>
                      </a:ext>
                    </a:extLst>
                  </a:tr>
                  <a:tr h="68253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700" b="1"/>
                            <a:t>离散增量式</a:t>
                          </a:r>
                          <a:endParaRPr lang="zh-CN" altLang="en-US" sz="1700"/>
                        </a:p>
                      </a:txBody>
                      <a:tcPr marL="85151" marR="85151" marT="42576" marB="42576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85151" marR="85151" marT="42576" marB="42576" anchor="ctr">
                        <a:blipFill>
                          <a:blip r:embed="rId2"/>
                          <a:stretch>
                            <a:fillRect l="-31839" t="-275000" r="-66031" b="-26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700" b="1" dirty="0"/>
                            <a:t>实际数字控制系统中最常用</a:t>
                          </a:r>
                          <a:endParaRPr lang="zh-CN" altLang="en-US" sz="1700" dirty="0"/>
                        </a:p>
                      </a:txBody>
                      <a:tcPr marL="85151" marR="85151" marT="42576" marB="42576" anchor="ctr"/>
                    </a:tc>
                    <a:extLst>
                      <a:ext uri="{0D108BD9-81ED-4DB2-BD59-A6C34878D82A}">
                        <a16:rowId xmlns:a16="http://schemas.microsoft.com/office/drawing/2014/main" val="192785238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E73E35B-9013-D285-5046-E64DD8C2E081}"/>
                  </a:ext>
                </a:extLst>
              </p:cNvPr>
              <p:cNvSpPr txBox="1"/>
              <p:nvPr/>
            </p:nvSpPr>
            <p:spPr>
              <a:xfrm>
                <a:off x="816911" y="3961005"/>
                <a:ext cx="108073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在实际的计算机、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PLC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或单片机中，系统是离散采样的。我们需要将连续公式离散化。设采样周期为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E73E35B-9013-D285-5046-E64DD8C2E0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911" y="3961005"/>
                <a:ext cx="10807336" cy="369332"/>
              </a:xfrm>
              <a:prstGeom prst="rect">
                <a:avLst/>
              </a:prstGeom>
              <a:blipFill>
                <a:blip r:embed="rId3"/>
                <a:stretch>
                  <a:fillRect l="-451"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图示 9">
            <a:extLst>
              <a:ext uri="{FF2B5EF4-FFF2-40B4-BE49-F238E27FC236}">
                <a16:creationId xmlns:a16="http://schemas.microsoft.com/office/drawing/2014/main" id="{95F86078-9FC0-F4CE-5EF0-172F499F0A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668630"/>
              </p:ext>
            </p:extLst>
          </p:nvPr>
        </p:nvGraphicFramePr>
        <p:xfrm>
          <a:off x="952623" y="4876799"/>
          <a:ext cx="10671623" cy="14080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74813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66071C5-AB2F-24FA-038E-C8B59E561172}"/>
              </a:ext>
            </a:extLst>
          </p:cNvPr>
          <p:cNvSpPr/>
          <p:nvPr/>
        </p:nvSpPr>
        <p:spPr>
          <a:xfrm>
            <a:off x="-15720" y="0"/>
            <a:ext cx="12207720" cy="6858000"/>
          </a:xfrm>
          <a:prstGeom prst="rect">
            <a:avLst/>
          </a:prstGeom>
          <a:solidFill>
            <a:srgbClr val="9D9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9175" y="1331496"/>
            <a:ext cx="3713246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8000" dirty="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Source Han Sans CN Regular"/>
                <a:ea typeface="Source Han Sans CN Regular"/>
                <a:cs typeface="Source Han Sans CN Regular"/>
              </a:rPr>
              <a:t>2025</a:t>
            </a:r>
            <a:endParaRPr kumimoji="1"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1019429" y="2401896"/>
            <a:ext cx="6135350" cy="1977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谢谢大家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9549657" y="512137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POWERPOINT  DESIGN</a:t>
            </a: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8088931" y="4110248"/>
            <a:ext cx="2429500" cy="191900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2026.01</a:t>
            </a:r>
            <a:endParaRPr kumimoji="1" lang="zh-CN" altLang="en-US" dirty="0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6824</TotalTime>
  <Words>1578</Words>
  <Application>Microsoft Office PowerPoint</Application>
  <PresentationFormat>宽屏</PresentationFormat>
  <Paragraphs>132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Google Sans Text</vt:lpstr>
      <vt:lpstr>Source Han Sans</vt:lpstr>
      <vt:lpstr>Source Han Sans CN Regular</vt:lpstr>
      <vt:lpstr>等线</vt:lpstr>
      <vt:lpstr>微软雅黑</vt:lpstr>
      <vt:lpstr>Arial</vt:lpstr>
      <vt:lpstr>Cambria Math</vt:lpstr>
      <vt:lpstr>Office 主题​​</vt:lpstr>
      <vt:lpstr>PowerPoint 演示文稿</vt:lpstr>
      <vt:lpstr>目录</vt:lpstr>
      <vt:lpstr>9.4.1 PI控制的不足</vt:lpstr>
      <vt:lpstr>9.4.1 PI控制的不足——缺点</vt:lpstr>
      <vt:lpstr>9.4.1 PI控制的不足——现象</vt:lpstr>
      <vt:lpstr>9.4.1 PI控制的不足——为什么？</vt:lpstr>
      <vt:lpstr>9.4.2 引入微分项（D）：预见未来的“刹车”</vt:lpstr>
      <vt:lpstr>9.4.2 引入微分项（D）——现象</vt:lpstr>
      <vt:lpstr>9.4.2 引入微分项（D）——比较</vt:lpstr>
      <vt:lpstr>9.4.2 引入微分项（D）——原因</vt:lpstr>
      <vt:lpstr>9.4.3 理解PID公式</vt:lpstr>
      <vt:lpstr>9.4.3 理解PID公式——通俗理解</vt:lpstr>
      <vt:lpstr>9.4.3 理解PID公式——几种形式的公式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延增 高</dc:creator>
  <cp:lastModifiedBy>延增 高</cp:lastModifiedBy>
  <cp:revision>181</cp:revision>
  <dcterms:created xsi:type="dcterms:W3CDTF">2025-05-21T06:55:53Z</dcterms:created>
  <dcterms:modified xsi:type="dcterms:W3CDTF">2026-01-22T09:29:04Z</dcterms:modified>
</cp:coreProperties>
</file>