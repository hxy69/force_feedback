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83" r:id="rId3"/>
    <p:sldId id="282" r:id="rId4"/>
    <p:sldId id="278" r:id="rId5"/>
    <p:sldId id="279" r:id="rId6"/>
    <p:sldId id="280" r:id="rId7"/>
    <p:sldId id="281" r:id="rId8"/>
    <p:sldId id="277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061" autoAdjust="0"/>
    <p:restoredTop sz="96652" autoAdjust="0"/>
  </p:normalViewPr>
  <p:slideViewPr>
    <p:cSldViewPr snapToGrid="0">
      <p:cViewPr varScale="1">
        <p:scale>
          <a:sx n="110" d="100"/>
          <a:sy n="110" d="100"/>
        </p:scale>
        <p:origin x="342" y="1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FACBF3-FD34-481D-A351-8B867D80863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5BB40E35-F70B-4841-B1C5-165E483A6A1F}">
      <dgm:prSet/>
      <dgm:spPr/>
      <dgm:t>
        <a:bodyPr/>
        <a:lstStyle/>
        <a:p>
          <a:r>
            <a:rPr lang="zh-CN" altLang="en-US" dirty="0"/>
            <a:t>需要</a:t>
          </a:r>
          <a:r>
            <a:rPr lang="zh-CN" dirty="0"/>
            <a:t>用到的硬件</a:t>
          </a:r>
        </a:p>
      </dgm:t>
    </dgm:pt>
    <dgm:pt modelId="{A8B8D609-AA49-479B-AE3F-95E4E653C6D3}" type="parTrans" cxnId="{B4B3C85E-233E-450A-9B81-10ED8F7F7FB7}">
      <dgm:prSet/>
      <dgm:spPr/>
      <dgm:t>
        <a:bodyPr/>
        <a:lstStyle/>
        <a:p>
          <a:endParaRPr lang="zh-CN" altLang="en-US"/>
        </a:p>
      </dgm:t>
    </dgm:pt>
    <dgm:pt modelId="{9FFE4237-A651-4988-9C55-260F33008544}" type="sibTrans" cxnId="{B4B3C85E-233E-450A-9B81-10ED8F7F7FB7}">
      <dgm:prSet/>
      <dgm:spPr/>
      <dgm:t>
        <a:bodyPr/>
        <a:lstStyle/>
        <a:p>
          <a:endParaRPr lang="zh-CN" altLang="en-US"/>
        </a:p>
      </dgm:t>
    </dgm:pt>
    <dgm:pt modelId="{1FB84595-A5C8-4A6A-A8C5-12818B4F4D7F}">
      <dgm:prSet/>
      <dgm:spPr/>
      <dgm:t>
        <a:bodyPr/>
        <a:lstStyle/>
        <a:p>
          <a:r>
            <a:rPr lang="zh-CN" dirty="0"/>
            <a:t>使用</a:t>
          </a:r>
          <a:r>
            <a:rPr lang="en-US" dirty="0" err="1"/>
            <a:t>GenBotter</a:t>
          </a:r>
          <a:r>
            <a:rPr lang="zh-CN" dirty="0"/>
            <a:t>电机学习套件的好处：</a:t>
          </a:r>
        </a:p>
      </dgm:t>
    </dgm:pt>
    <dgm:pt modelId="{1A910758-94BA-45BA-B353-8CBA7EBC24D9}" type="parTrans" cxnId="{4795D3C1-0BF6-41E8-9254-C27A0F80D205}">
      <dgm:prSet/>
      <dgm:spPr/>
      <dgm:t>
        <a:bodyPr/>
        <a:lstStyle/>
        <a:p>
          <a:endParaRPr lang="zh-CN" altLang="en-US"/>
        </a:p>
      </dgm:t>
    </dgm:pt>
    <dgm:pt modelId="{6E229E8F-B018-4C51-B841-10B30F00BEBA}" type="sibTrans" cxnId="{4795D3C1-0BF6-41E8-9254-C27A0F80D205}">
      <dgm:prSet/>
      <dgm:spPr/>
      <dgm:t>
        <a:bodyPr/>
        <a:lstStyle/>
        <a:p>
          <a:endParaRPr lang="zh-CN" altLang="en-US"/>
        </a:p>
      </dgm:t>
    </dgm:pt>
    <dgm:pt modelId="{46D82ED1-B610-4E43-A074-8FAEFD541B43}">
      <dgm:prSet/>
      <dgm:spPr/>
      <dgm:t>
        <a:bodyPr/>
        <a:lstStyle/>
        <a:p>
          <a:r>
            <a:rPr lang="zh-CN" altLang="en-US" dirty="0"/>
            <a:t>开发板：</a:t>
          </a:r>
          <a:r>
            <a:rPr lang="en-US" altLang="zh-CN" dirty="0"/>
            <a:t>STM32F407IGT6</a:t>
          </a:r>
          <a:r>
            <a:rPr lang="zh-CN" altLang="en-US" dirty="0"/>
            <a:t>电机开发板</a:t>
          </a:r>
          <a:endParaRPr lang="zh-CN" dirty="0"/>
        </a:p>
      </dgm:t>
    </dgm:pt>
    <dgm:pt modelId="{E3EAF862-9333-4B83-8642-34ADB927A0F7}" type="parTrans" cxnId="{803836E7-22C8-4F30-A462-E8F3BC6EAFBC}">
      <dgm:prSet/>
      <dgm:spPr/>
      <dgm:t>
        <a:bodyPr/>
        <a:lstStyle/>
        <a:p>
          <a:endParaRPr lang="zh-CN" altLang="en-US"/>
        </a:p>
      </dgm:t>
    </dgm:pt>
    <dgm:pt modelId="{8CBE9F10-06EC-43AB-843D-670927433CFE}" type="sibTrans" cxnId="{803836E7-22C8-4F30-A462-E8F3BC6EAFBC}">
      <dgm:prSet/>
      <dgm:spPr/>
      <dgm:t>
        <a:bodyPr/>
        <a:lstStyle/>
        <a:p>
          <a:endParaRPr lang="zh-CN" altLang="en-US"/>
        </a:p>
      </dgm:t>
    </dgm:pt>
    <dgm:pt modelId="{92CCBFB3-F570-4E39-9CAC-F4798FBCC122}">
      <dgm:prSet/>
      <dgm:spPr/>
      <dgm:t>
        <a:bodyPr/>
        <a:lstStyle/>
        <a:p>
          <a:r>
            <a:rPr lang="zh-CN" altLang="en-US" dirty="0"/>
            <a:t>直流有刷电机驱动板、</a:t>
          </a:r>
          <a:r>
            <a:rPr lang="en-US" altLang="zh-CN" dirty="0"/>
            <a:t>MC520</a:t>
          </a:r>
          <a:r>
            <a:rPr lang="zh-CN" altLang="en-US" dirty="0"/>
            <a:t>直流有刷电机</a:t>
          </a:r>
          <a:endParaRPr lang="zh-CN" dirty="0"/>
        </a:p>
      </dgm:t>
    </dgm:pt>
    <dgm:pt modelId="{2B8866F0-313E-4762-80FF-49035EB90A39}" type="parTrans" cxnId="{9A66F1C7-BC90-4B75-933B-D92165D6BD7C}">
      <dgm:prSet/>
      <dgm:spPr/>
      <dgm:t>
        <a:bodyPr/>
        <a:lstStyle/>
        <a:p>
          <a:endParaRPr lang="zh-CN" altLang="en-US"/>
        </a:p>
      </dgm:t>
    </dgm:pt>
    <dgm:pt modelId="{20A652E3-02D1-4CB9-B37C-72110AAB71EC}" type="sibTrans" cxnId="{9A66F1C7-BC90-4B75-933B-D92165D6BD7C}">
      <dgm:prSet/>
      <dgm:spPr/>
      <dgm:t>
        <a:bodyPr/>
        <a:lstStyle/>
        <a:p>
          <a:endParaRPr lang="zh-CN" altLang="en-US"/>
        </a:p>
      </dgm:t>
    </dgm:pt>
    <dgm:pt modelId="{96C93EB1-AD19-4E03-B95C-DFD111AA7C63}">
      <dgm:prSet/>
      <dgm:spPr/>
      <dgm:t>
        <a:bodyPr/>
        <a:lstStyle/>
        <a:p>
          <a:r>
            <a:rPr lang="en-US" altLang="zh-CN" dirty="0"/>
            <a:t>MKS42</a:t>
          </a:r>
          <a:r>
            <a:rPr lang="zh-CN" altLang="en-US" dirty="0"/>
            <a:t>步进电机驱动板、</a:t>
          </a:r>
          <a:r>
            <a:rPr lang="en-US" altLang="zh-CN" dirty="0"/>
            <a:t>42</a:t>
          </a:r>
          <a:r>
            <a:rPr lang="zh-CN" altLang="en-US" dirty="0"/>
            <a:t>步进电机</a:t>
          </a:r>
          <a:endParaRPr lang="zh-CN" dirty="0"/>
        </a:p>
      </dgm:t>
    </dgm:pt>
    <dgm:pt modelId="{03FC19A7-1DB0-4A62-9911-83A42D6B9792}" type="parTrans" cxnId="{4FAD1627-A76F-4664-9E41-F7D8438EE58A}">
      <dgm:prSet/>
      <dgm:spPr/>
      <dgm:t>
        <a:bodyPr/>
        <a:lstStyle/>
        <a:p>
          <a:endParaRPr lang="zh-CN" altLang="en-US"/>
        </a:p>
      </dgm:t>
    </dgm:pt>
    <dgm:pt modelId="{A0D452F3-E43D-45F9-9092-538CBEF52169}" type="sibTrans" cxnId="{4FAD1627-A76F-4664-9E41-F7D8438EE58A}">
      <dgm:prSet/>
      <dgm:spPr/>
      <dgm:t>
        <a:bodyPr/>
        <a:lstStyle/>
        <a:p>
          <a:endParaRPr lang="zh-CN" altLang="en-US"/>
        </a:p>
      </dgm:t>
    </dgm:pt>
    <dgm:pt modelId="{85AED0E9-F04A-4B8A-9A08-FDF1C8DD7CF9}">
      <dgm:prSet/>
      <dgm:spPr/>
      <dgm:t>
        <a:bodyPr/>
        <a:lstStyle/>
        <a:p>
          <a:r>
            <a:rPr lang="en-US" altLang="zh-CN" dirty="0"/>
            <a:t>SG90</a:t>
          </a:r>
          <a:r>
            <a:rPr lang="zh-CN" altLang="en-US" dirty="0"/>
            <a:t>舵机</a:t>
          </a:r>
          <a:endParaRPr lang="zh-CN" dirty="0"/>
        </a:p>
      </dgm:t>
    </dgm:pt>
    <dgm:pt modelId="{D133F88F-04CB-49FB-9BBC-684165201B19}" type="parTrans" cxnId="{86647A98-F1F0-44F8-A9E7-B1A64C05226C}">
      <dgm:prSet/>
      <dgm:spPr/>
      <dgm:t>
        <a:bodyPr/>
        <a:lstStyle/>
        <a:p>
          <a:endParaRPr lang="zh-CN" altLang="en-US"/>
        </a:p>
      </dgm:t>
    </dgm:pt>
    <dgm:pt modelId="{EA4AEF39-1683-4FAC-BAEA-1C2B69471536}" type="sibTrans" cxnId="{86647A98-F1F0-44F8-A9E7-B1A64C05226C}">
      <dgm:prSet/>
      <dgm:spPr/>
      <dgm:t>
        <a:bodyPr/>
        <a:lstStyle/>
        <a:p>
          <a:endParaRPr lang="zh-CN" altLang="en-US"/>
        </a:p>
      </dgm:t>
    </dgm:pt>
    <dgm:pt modelId="{866D7267-3783-478E-A4F0-42FB2FB6DF8E}">
      <dgm:prSet/>
      <dgm:spPr/>
      <dgm:t>
        <a:bodyPr/>
        <a:lstStyle/>
        <a:p>
          <a:r>
            <a:rPr lang="zh-CN" altLang="en-US" dirty="0"/>
            <a:t>无刷电机驱动板、</a:t>
          </a:r>
          <a:r>
            <a:rPr lang="en-US" altLang="zh-CN" dirty="0"/>
            <a:t>BLDC</a:t>
          </a:r>
          <a:r>
            <a:rPr lang="zh-CN" altLang="en-US" dirty="0"/>
            <a:t>无刷电机</a:t>
          </a:r>
          <a:endParaRPr lang="zh-CN" dirty="0"/>
        </a:p>
      </dgm:t>
    </dgm:pt>
    <dgm:pt modelId="{A4F61E1A-5E97-49B0-91AB-64B1957BFD1A}" type="parTrans" cxnId="{DD931CEA-19FA-4361-A52D-6B04101BC4CC}">
      <dgm:prSet/>
      <dgm:spPr/>
      <dgm:t>
        <a:bodyPr/>
        <a:lstStyle/>
        <a:p>
          <a:endParaRPr lang="zh-CN" altLang="en-US"/>
        </a:p>
      </dgm:t>
    </dgm:pt>
    <dgm:pt modelId="{954B5569-12EF-45A6-81BC-B2B1EA6537A1}" type="sibTrans" cxnId="{DD931CEA-19FA-4361-A52D-6B04101BC4CC}">
      <dgm:prSet/>
      <dgm:spPr/>
      <dgm:t>
        <a:bodyPr/>
        <a:lstStyle/>
        <a:p>
          <a:endParaRPr lang="zh-CN" altLang="en-US"/>
        </a:p>
      </dgm:t>
    </dgm:pt>
    <dgm:pt modelId="{328122B5-8313-4721-A72D-CC2BE54ECFB9}">
      <dgm:prSet/>
      <dgm:spPr/>
      <dgm:t>
        <a:bodyPr/>
        <a:lstStyle/>
        <a:p>
          <a:r>
            <a:rPr lang="zh-CN" altLang="en-US" dirty="0"/>
            <a:t>性价比高（花钱少、花时间少）</a:t>
          </a:r>
          <a:endParaRPr lang="zh-CN" dirty="0"/>
        </a:p>
      </dgm:t>
    </dgm:pt>
    <dgm:pt modelId="{F33343B3-3336-4DB0-B8E0-61EB0E4C2527}" type="parTrans" cxnId="{61886CEA-8A09-4F73-A092-206B219A5EF0}">
      <dgm:prSet/>
      <dgm:spPr/>
      <dgm:t>
        <a:bodyPr/>
        <a:lstStyle/>
        <a:p>
          <a:endParaRPr lang="zh-CN" altLang="en-US"/>
        </a:p>
      </dgm:t>
    </dgm:pt>
    <dgm:pt modelId="{0CD0EAE8-0888-4E32-85DF-84189DA9A077}" type="sibTrans" cxnId="{61886CEA-8A09-4F73-A092-206B219A5EF0}">
      <dgm:prSet/>
      <dgm:spPr/>
      <dgm:t>
        <a:bodyPr/>
        <a:lstStyle/>
        <a:p>
          <a:endParaRPr lang="zh-CN" altLang="en-US"/>
        </a:p>
      </dgm:t>
    </dgm:pt>
    <dgm:pt modelId="{A3CAC791-8884-4747-8B3E-437F8A75FC19}" type="pres">
      <dgm:prSet presAssocID="{3AFACBF3-FD34-481D-A351-8B867D808638}" presName="linear" presStyleCnt="0">
        <dgm:presLayoutVars>
          <dgm:dir/>
          <dgm:animLvl val="lvl"/>
          <dgm:resizeHandles val="exact"/>
        </dgm:presLayoutVars>
      </dgm:prSet>
      <dgm:spPr/>
    </dgm:pt>
    <dgm:pt modelId="{7B41F35B-055F-4869-B664-1DDC9B6B1645}" type="pres">
      <dgm:prSet presAssocID="{5BB40E35-F70B-4841-B1C5-165E483A6A1F}" presName="parentLin" presStyleCnt="0"/>
      <dgm:spPr/>
    </dgm:pt>
    <dgm:pt modelId="{38AA26C4-7FE2-4C40-BF54-C0FB3E0BADED}" type="pres">
      <dgm:prSet presAssocID="{5BB40E35-F70B-4841-B1C5-165E483A6A1F}" presName="parentLeftMargin" presStyleLbl="node1" presStyleIdx="0" presStyleCnt="2"/>
      <dgm:spPr/>
    </dgm:pt>
    <dgm:pt modelId="{309CB8CB-878C-4079-BED1-0ED698776786}" type="pres">
      <dgm:prSet presAssocID="{5BB40E35-F70B-4841-B1C5-165E483A6A1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1005A86-B544-4396-BB93-2CCCF68827C7}" type="pres">
      <dgm:prSet presAssocID="{5BB40E35-F70B-4841-B1C5-165E483A6A1F}" presName="negativeSpace" presStyleCnt="0"/>
      <dgm:spPr/>
    </dgm:pt>
    <dgm:pt modelId="{198B8AC0-DB89-4D55-AE89-135B078432B7}" type="pres">
      <dgm:prSet presAssocID="{5BB40E35-F70B-4841-B1C5-165E483A6A1F}" presName="childText" presStyleLbl="conFgAcc1" presStyleIdx="0" presStyleCnt="2">
        <dgm:presLayoutVars>
          <dgm:bulletEnabled val="1"/>
        </dgm:presLayoutVars>
      </dgm:prSet>
      <dgm:spPr/>
    </dgm:pt>
    <dgm:pt modelId="{D58CF0DB-E8E5-48BF-A29C-B874B144C48D}" type="pres">
      <dgm:prSet presAssocID="{9FFE4237-A651-4988-9C55-260F33008544}" presName="spaceBetweenRectangles" presStyleCnt="0"/>
      <dgm:spPr/>
    </dgm:pt>
    <dgm:pt modelId="{5240C710-E5D3-49F0-81EA-4EB609DC49CB}" type="pres">
      <dgm:prSet presAssocID="{1FB84595-A5C8-4A6A-A8C5-12818B4F4D7F}" presName="parentLin" presStyleCnt="0"/>
      <dgm:spPr/>
    </dgm:pt>
    <dgm:pt modelId="{EADFB0C6-60A8-440B-B7AE-C7DCF6354932}" type="pres">
      <dgm:prSet presAssocID="{1FB84595-A5C8-4A6A-A8C5-12818B4F4D7F}" presName="parentLeftMargin" presStyleLbl="node1" presStyleIdx="0" presStyleCnt="2"/>
      <dgm:spPr/>
    </dgm:pt>
    <dgm:pt modelId="{10AE6363-1077-448D-A627-A2D02CD43634}" type="pres">
      <dgm:prSet presAssocID="{1FB84595-A5C8-4A6A-A8C5-12818B4F4D7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D9FCACA-1AE1-4849-B2BB-6A550E7B8987}" type="pres">
      <dgm:prSet presAssocID="{1FB84595-A5C8-4A6A-A8C5-12818B4F4D7F}" presName="negativeSpace" presStyleCnt="0"/>
      <dgm:spPr/>
    </dgm:pt>
    <dgm:pt modelId="{0BABB206-DEF3-4F4D-B6E4-B402B1ABAD17}" type="pres">
      <dgm:prSet presAssocID="{1FB84595-A5C8-4A6A-A8C5-12818B4F4D7F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4BD90410-9012-4831-BC4A-CC38780822AF}" type="presOf" srcId="{85AED0E9-F04A-4B8A-9A08-FDF1C8DD7CF9}" destId="{198B8AC0-DB89-4D55-AE89-135B078432B7}" srcOrd="0" destOrd="2" presId="urn:microsoft.com/office/officeart/2005/8/layout/list1"/>
    <dgm:cxn modelId="{E74A061A-DE59-46F5-878E-B67748B15A8A}" type="presOf" srcId="{5BB40E35-F70B-4841-B1C5-165E483A6A1F}" destId="{309CB8CB-878C-4079-BED1-0ED698776786}" srcOrd="1" destOrd="0" presId="urn:microsoft.com/office/officeart/2005/8/layout/list1"/>
    <dgm:cxn modelId="{4FAD1627-A76F-4664-9E41-F7D8438EE58A}" srcId="{5BB40E35-F70B-4841-B1C5-165E483A6A1F}" destId="{96C93EB1-AD19-4E03-B95C-DFD111AA7C63}" srcOrd="3" destOrd="0" parTransId="{03FC19A7-1DB0-4A62-9911-83A42D6B9792}" sibTransId="{A0D452F3-E43D-45F9-9092-538CBEF52169}"/>
    <dgm:cxn modelId="{B4B3C85E-233E-450A-9B81-10ED8F7F7FB7}" srcId="{3AFACBF3-FD34-481D-A351-8B867D808638}" destId="{5BB40E35-F70B-4841-B1C5-165E483A6A1F}" srcOrd="0" destOrd="0" parTransId="{A8B8D609-AA49-479B-AE3F-95E4E653C6D3}" sibTransId="{9FFE4237-A651-4988-9C55-260F33008544}"/>
    <dgm:cxn modelId="{2624F145-D376-4587-91BA-D9931DEDE5DB}" type="presOf" srcId="{3AFACBF3-FD34-481D-A351-8B867D808638}" destId="{A3CAC791-8884-4747-8B3E-437F8A75FC19}" srcOrd="0" destOrd="0" presId="urn:microsoft.com/office/officeart/2005/8/layout/list1"/>
    <dgm:cxn modelId="{768DDD6F-20D6-411A-AEF7-B9767CA1A176}" type="presOf" srcId="{96C93EB1-AD19-4E03-B95C-DFD111AA7C63}" destId="{198B8AC0-DB89-4D55-AE89-135B078432B7}" srcOrd="0" destOrd="3" presId="urn:microsoft.com/office/officeart/2005/8/layout/list1"/>
    <dgm:cxn modelId="{23943856-85E6-4C5F-BEBA-F46ACFF955A3}" type="presOf" srcId="{46D82ED1-B610-4E43-A074-8FAEFD541B43}" destId="{198B8AC0-DB89-4D55-AE89-135B078432B7}" srcOrd="0" destOrd="0" presId="urn:microsoft.com/office/officeart/2005/8/layout/list1"/>
    <dgm:cxn modelId="{EBD7CF7F-3599-43B3-A8D9-5F1926ECE402}" type="presOf" srcId="{1FB84595-A5C8-4A6A-A8C5-12818B4F4D7F}" destId="{EADFB0C6-60A8-440B-B7AE-C7DCF6354932}" srcOrd="0" destOrd="0" presId="urn:microsoft.com/office/officeart/2005/8/layout/list1"/>
    <dgm:cxn modelId="{FFBF658A-9FC3-47BD-A6D2-61165269F470}" type="presOf" srcId="{328122B5-8313-4721-A72D-CC2BE54ECFB9}" destId="{0BABB206-DEF3-4F4D-B6E4-B402B1ABAD17}" srcOrd="0" destOrd="0" presId="urn:microsoft.com/office/officeart/2005/8/layout/list1"/>
    <dgm:cxn modelId="{86647A98-F1F0-44F8-A9E7-B1A64C05226C}" srcId="{5BB40E35-F70B-4841-B1C5-165E483A6A1F}" destId="{85AED0E9-F04A-4B8A-9A08-FDF1C8DD7CF9}" srcOrd="2" destOrd="0" parTransId="{D133F88F-04CB-49FB-9BBC-684165201B19}" sibTransId="{EA4AEF39-1683-4FAC-BAEA-1C2B69471536}"/>
    <dgm:cxn modelId="{D583D0BA-107E-4CCC-B9A3-C2AE471E3869}" type="presOf" srcId="{866D7267-3783-478E-A4F0-42FB2FB6DF8E}" destId="{198B8AC0-DB89-4D55-AE89-135B078432B7}" srcOrd="0" destOrd="4" presId="urn:microsoft.com/office/officeart/2005/8/layout/list1"/>
    <dgm:cxn modelId="{FC50E4BB-3142-4392-8E96-3F2233BDC121}" type="presOf" srcId="{92CCBFB3-F570-4E39-9CAC-F4798FBCC122}" destId="{198B8AC0-DB89-4D55-AE89-135B078432B7}" srcOrd="0" destOrd="1" presId="urn:microsoft.com/office/officeart/2005/8/layout/list1"/>
    <dgm:cxn modelId="{4795D3C1-0BF6-41E8-9254-C27A0F80D205}" srcId="{3AFACBF3-FD34-481D-A351-8B867D808638}" destId="{1FB84595-A5C8-4A6A-A8C5-12818B4F4D7F}" srcOrd="1" destOrd="0" parTransId="{1A910758-94BA-45BA-B353-8CBA7EBC24D9}" sibTransId="{6E229E8F-B018-4C51-B841-10B30F00BEBA}"/>
    <dgm:cxn modelId="{9A66F1C7-BC90-4B75-933B-D92165D6BD7C}" srcId="{5BB40E35-F70B-4841-B1C5-165E483A6A1F}" destId="{92CCBFB3-F570-4E39-9CAC-F4798FBCC122}" srcOrd="1" destOrd="0" parTransId="{2B8866F0-313E-4762-80FF-49035EB90A39}" sibTransId="{20A652E3-02D1-4CB9-B37C-72110AAB71EC}"/>
    <dgm:cxn modelId="{40A5E2CB-6E09-4FBF-A944-5C4CF43B718C}" type="presOf" srcId="{5BB40E35-F70B-4841-B1C5-165E483A6A1F}" destId="{38AA26C4-7FE2-4C40-BF54-C0FB3E0BADED}" srcOrd="0" destOrd="0" presId="urn:microsoft.com/office/officeart/2005/8/layout/list1"/>
    <dgm:cxn modelId="{803836E7-22C8-4F30-A462-E8F3BC6EAFBC}" srcId="{5BB40E35-F70B-4841-B1C5-165E483A6A1F}" destId="{46D82ED1-B610-4E43-A074-8FAEFD541B43}" srcOrd="0" destOrd="0" parTransId="{E3EAF862-9333-4B83-8642-34ADB927A0F7}" sibTransId="{8CBE9F10-06EC-43AB-843D-670927433CFE}"/>
    <dgm:cxn modelId="{23E33DE8-0DD3-42D0-82B5-F96C533DF488}" type="presOf" srcId="{1FB84595-A5C8-4A6A-A8C5-12818B4F4D7F}" destId="{10AE6363-1077-448D-A627-A2D02CD43634}" srcOrd="1" destOrd="0" presId="urn:microsoft.com/office/officeart/2005/8/layout/list1"/>
    <dgm:cxn modelId="{DD931CEA-19FA-4361-A52D-6B04101BC4CC}" srcId="{5BB40E35-F70B-4841-B1C5-165E483A6A1F}" destId="{866D7267-3783-478E-A4F0-42FB2FB6DF8E}" srcOrd="4" destOrd="0" parTransId="{A4F61E1A-5E97-49B0-91AB-64B1957BFD1A}" sibTransId="{954B5569-12EF-45A6-81BC-B2B1EA6537A1}"/>
    <dgm:cxn modelId="{61886CEA-8A09-4F73-A092-206B219A5EF0}" srcId="{1FB84595-A5C8-4A6A-A8C5-12818B4F4D7F}" destId="{328122B5-8313-4721-A72D-CC2BE54ECFB9}" srcOrd="0" destOrd="0" parTransId="{F33343B3-3336-4DB0-B8E0-61EB0E4C2527}" sibTransId="{0CD0EAE8-0888-4E32-85DF-84189DA9A077}"/>
    <dgm:cxn modelId="{E61B174C-4587-4291-A730-FBAAE32377C4}" type="presParOf" srcId="{A3CAC791-8884-4747-8B3E-437F8A75FC19}" destId="{7B41F35B-055F-4869-B664-1DDC9B6B1645}" srcOrd="0" destOrd="0" presId="urn:microsoft.com/office/officeart/2005/8/layout/list1"/>
    <dgm:cxn modelId="{1EB99007-53AA-4BD0-B0CC-D31B03686ECB}" type="presParOf" srcId="{7B41F35B-055F-4869-B664-1DDC9B6B1645}" destId="{38AA26C4-7FE2-4C40-BF54-C0FB3E0BADED}" srcOrd="0" destOrd="0" presId="urn:microsoft.com/office/officeart/2005/8/layout/list1"/>
    <dgm:cxn modelId="{4DBD4E0A-E0A6-4305-8158-8116BED6175C}" type="presParOf" srcId="{7B41F35B-055F-4869-B664-1DDC9B6B1645}" destId="{309CB8CB-878C-4079-BED1-0ED698776786}" srcOrd="1" destOrd="0" presId="urn:microsoft.com/office/officeart/2005/8/layout/list1"/>
    <dgm:cxn modelId="{4DB43BB2-E5CD-4073-AACD-AD4E3735636B}" type="presParOf" srcId="{A3CAC791-8884-4747-8B3E-437F8A75FC19}" destId="{51005A86-B544-4396-BB93-2CCCF68827C7}" srcOrd="1" destOrd="0" presId="urn:microsoft.com/office/officeart/2005/8/layout/list1"/>
    <dgm:cxn modelId="{20050775-24DE-4141-9850-B7682D142385}" type="presParOf" srcId="{A3CAC791-8884-4747-8B3E-437F8A75FC19}" destId="{198B8AC0-DB89-4D55-AE89-135B078432B7}" srcOrd="2" destOrd="0" presId="urn:microsoft.com/office/officeart/2005/8/layout/list1"/>
    <dgm:cxn modelId="{F95C775C-DD80-4114-A7E6-F1AB6280EAD7}" type="presParOf" srcId="{A3CAC791-8884-4747-8B3E-437F8A75FC19}" destId="{D58CF0DB-E8E5-48BF-A29C-B874B144C48D}" srcOrd="3" destOrd="0" presId="urn:microsoft.com/office/officeart/2005/8/layout/list1"/>
    <dgm:cxn modelId="{24BD9C4E-81F4-4228-8728-2D22AF963425}" type="presParOf" srcId="{A3CAC791-8884-4747-8B3E-437F8A75FC19}" destId="{5240C710-E5D3-49F0-81EA-4EB609DC49CB}" srcOrd="4" destOrd="0" presId="urn:microsoft.com/office/officeart/2005/8/layout/list1"/>
    <dgm:cxn modelId="{F0C0B648-87FF-4345-9A41-07D7CDB46CAC}" type="presParOf" srcId="{5240C710-E5D3-49F0-81EA-4EB609DC49CB}" destId="{EADFB0C6-60A8-440B-B7AE-C7DCF6354932}" srcOrd="0" destOrd="0" presId="urn:microsoft.com/office/officeart/2005/8/layout/list1"/>
    <dgm:cxn modelId="{F743A481-788E-4749-B0A6-5D965035B633}" type="presParOf" srcId="{5240C710-E5D3-49F0-81EA-4EB609DC49CB}" destId="{10AE6363-1077-448D-A627-A2D02CD43634}" srcOrd="1" destOrd="0" presId="urn:microsoft.com/office/officeart/2005/8/layout/list1"/>
    <dgm:cxn modelId="{66EB5719-0FB3-42C9-A62F-2E9EC4A38DA3}" type="presParOf" srcId="{A3CAC791-8884-4747-8B3E-437F8A75FC19}" destId="{CD9FCACA-1AE1-4849-B2BB-6A550E7B8987}" srcOrd="5" destOrd="0" presId="urn:microsoft.com/office/officeart/2005/8/layout/list1"/>
    <dgm:cxn modelId="{A6039755-1742-45B7-A75E-90AAED222755}" type="presParOf" srcId="{A3CAC791-8884-4747-8B3E-437F8A75FC19}" destId="{0BABB206-DEF3-4F4D-B6E4-B402B1ABAD17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8B8AC0-DB89-4D55-AE89-135B078432B7}">
      <dsp:nvSpPr>
        <dsp:cNvPr id="0" name=""/>
        <dsp:cNvSpPr/>
      </dsp:nvSpPr>
      <dsp:spPr>
        <a:xfrm>
          <a:off x="0" y="432150"/>
          <a:ext cx="11096625" cy="3030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1221" tIns="541528" rIns="861221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600" kern="1200" dirty="0"/>
            <a:t>开发板：</a:t>
          </a:r>
          <a:r>
            <a:rPr lang="en-US" altLang="zh-CN" sz="2600" kern="1200" dirty="0"/>
            <a:t>STM32F407IGT6</a:t>
          </a:r>
          <a:r>
            <a:rPr lang="zh-CN" altLang="en-US" sz="2600" kern="1200" dirty="0"/>
            <a:t>电机开发板</a:t>
          </a:r>
          <a:endParaRPr lang="zh-CN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600" kern="1200" dirty="0"/>
            <a:t>直流有刷电机驱动板、</a:t>
          </a:r>
          <a:r>
            <a:rPr lang="en-US" altLang="zh-CN" sz="2600" kern="1200" dirty="0"/>
            <a:t>MC520</a:t>
          </a:r>
          <a:r>
            <a:rPr lang="zh-CN" altLang="en-US" sz="2600" kern="1200" dirty="0"/>
            <a:t>直流有刷电机</a:t>
          </a:r>
          <a:endParaRPr lang="zh-CN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2600" kern="1200" dirty="0"/>
            <a:t>SG90</a:t>
          </a:r>
          <a:r>
            <a:rPr lang="zh-CN" altLang="en-US" sz="2600" kern="1200" dirty="0"/>
            <a:t>舵机</a:t>
          </a:r>
          <a:endParaRPr lang="zh-CN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2600" kern="1200" dirty="0"/>
            <a:t>MKS42</a:t>
          </a:r>
          <a:r>
            <a:rPr lang="zh-CN" altLang="en-US" sz="2600" kern="1200" dirty="0"/>
            <a:t>步进电机驱动板、</a:t>
          </a:r>
          <a:r>
            <a:rPr lang="en-US" altLang="zh-CN" sz="2600" kern="1200" dirty="0"/>
            <a:t>42</a:t>
          </a:r>
          <a:r>
            <a:rPr lang="zh-CN" altLang="en-US" sz="2600" kern="1200" dirty="0"/>
            <a:t>步进电机</a:t>
          </a:r>
          <a:endParaRPr lang="zh-CN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600" kern="1200" dirty="0"/>
            <a:t>无刷电机驱动板、</a:t>
          </a:r>
          <a:r>
            <a:rPr lang="en-US" altLang="zh-CN" sz="2600" kern="1200" dirty="0"/>
            <a:t>BLDC</a:t>
          </a:r>
          <a:r>
            <a:rPr lang="zh-CN" altLang="en-US" sz="2600" kern="1200" dirty="0"/>
            <a:t>无刷电机</a:t>
          </a:r>
          <a:endParaRPr lang="zh-CN" sz="2600" kern="1200" dirty="0"/>
        </a:p>
      </dsp:txBody>
      <dsp:txXfrm>
        <a:off x="0" y="432150"/>
        <a:ext cx="11096625" cy="3030300"/>
      </dsp:txXfrm>
    </dsp:sp>
    <dsp:sp modelId="{309CB8CB-878C-4079-BED1-0ED698776786}">
      <dsp:nvSpPr>
        <dsp:cNvPr id="0" name=""/>
        <dsp:cNvSpPr/>
      </dsp:nvSpPr>
      <dsp:spPr>
        <a:xfrm>
          <a:off x="554831" y="48389"/>
          <a:ext cx="7767637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3598" tIns="0" rIns="293598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kern="1200" dirty="0"/>
            <a:t>需要用到的硬件</a:t>
          </a:r>
        </a:p>
      </dsp:txBody>
      <dsp:txXfrm>
        <a:off x="592298" y="85856"/>
        <a:ext cx="7692703" cy="692586"/>
      </dsp:txXfrm>
    </dsp:sp>
    <dsp:sp modelId="{0BABB206-DEF3-4F4D-B6E4-B402B1ABAD17}">
      <dsp:nvSpPr>
        <dsp:cNvPr id="0" name=""/>
        <dsp:cNvSpPr/>
      </dsp:nvSpPr>
      <dsp:spPr>
        <a:xfrm>
          <a:off x="0" y="3986610"/>
          <a:ext cx="11096625" cy="1146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1221" tIns="541528" rIns="861221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600" kern="1200" dirty="0"/>
            <a:t>性价比高（花钱少、花时间少）</a:t>
          </a:r>
        </a:p>
      </dsp:txBody>
      <dsp:txXfrm>
        <a:off x="0" y="3986610"/>
        <a:ext cx="11096625" cy="1146600"/>
      </dsp:txXfrm>
    </dsp:sp>
    <dsp:sp modelId="{10AE6363-1077-448D-A627-A2D02CD43634}">
      <dsp:nvSpPr>
        <dsp:cNvPr id="0" name=""/>
        <dsp:cNvSpPr/>
      </dsp:nvSpPr>
      <dsp:spPr>
        <a:xfrm>
          <a:off x="554831" y="3602850"/>
          <a:ext cx="7767637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3598" tIns="0" rIns="293598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600" kern="1200" dirty="0"/>
            <a:t>使用</a:t>
          </a:r>
          <a:r>
            <a:rPr lang="en-US" sz="2600" kern="1200" dirty="0" err="1"/>
            <a:t>GenBotter</a:t>
          </a:r>
          <a:r>
            <a:rPr lang="zh-CN" sz="2600" kern="1200" dirty="0"/>
            <a:t>电机学习套件的好处：</a:t>
          </a:r>
        </a:p>
      </dsp:txBody>
      <dsp:txXfrm>
        <a:off x="592298" y="3640317"/>
        <a:ext cx="7692703" cy="6925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2025/8/6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9E55C7-6F17-DEF2-74ED-95EE4631D9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9E7E72F-D0ED-3FEE-921F-E06C2F3FF4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266A76-5175-3A14-9BB7-354D520C9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2025/8/6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B4E8D9-4721-496B-CD3E-859554981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BE2140-5764-9A3F-1A53-FDB16DA69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2019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2025/8/6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C6D7CB-0A78-D2AE-F4B2-2AB02E091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ABCDB7-B843-2A9E-EE30-159EC0A4B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F9F091-F990-BD35-AB51-73CB88B69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2025/8/6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C29CE6-A6FA-2B21-DF66-349B4340F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B009BB-B7C0-AE6B-AF45-EF7613DA4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7445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9B0589-2D36-513E-3281-E26012E21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E176E8-D570-3698-09BC-B6BE29DDDD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3BCCC55-38DB-DAB5-1EF6-F4B2CFD46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F14129-FE08-CBB4-DA95-1C5ABF5DA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2025/8/6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7F7A30-A2CD-22B7-5F6F-C66AE3568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653874-B48A-6169-CE3C-CCB9F7C86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2692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58E6A6-BBC1-0BB4-982D-8FE75F7C2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4C2243-13B2-441F-6A76-ED33C1169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D050A1-36E8-4299-70E5-CC40C29CB2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7ADBE6F-F287-BA88-C571-B8CFBDDA56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6AEA545-66D0-AB20-4FD9-34D2F4EF6A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F027211-A146-3EAB-8E30-92B87EA3E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2025/8/6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64A7993-A7C8-D419-2805-4FD0D248C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A819E97-0897-BD61-B51A-6B609F1BC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7946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BF116C-02B4-5CCD-AEEB-05F626543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3D947DC-44A6-E72F-1215-840DDF68B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2025/8/6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AB3FA4A-62E7-2259-2B19-FD5452FE3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9E6A151-B5C9-90D9-8B2A-6FEDAF10B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522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C730941-BD4E-DB20-E238-D7E92DD07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2025/8/6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BEA2D07-5AD8-F035-2536-8C5F0E114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5B7F4F-AF0F-DF2A-F5D9-593646C70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554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403F13-6481-1F58-D408-1E13AD6D4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3C21BB-B0DF-855C-DA6F-CD69BBEE5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8AA7084-54E0-5A2B-CE12-58B3BC4187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BA59F7-6B69-6608-08A7-B3241BB1F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2025/8/6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F9FA90-F6DB-664B-0284-D85664B9D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453104-9D5E-AE67-C163-5736F8B8D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745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54015A-3C98-5FAA-E717-6DDFE7310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2EC9886-0A5C-54E4-D05B-5291D6DE3A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616243D-D6C3-DFAE-41A2-899B959AD9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8B0950-FA84-E366-C229-BF8CA6D4F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2025/8/6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105B20-EB12-BB0F-2641-133D24DEF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F17869-5E3F-00E5-6E52-80C740F4D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5512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8E0C9E-BD19-0BF0-2B84-990D77FBA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0A22AA5-672A-434C-C7A7-993A7BF491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880481-55CB-58F5-B2BC-78795DAFC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2025/8/6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8B617F-A6D2-A9F1-DBCE-CBCCDD90E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D24DD5-0BAB-2A66-B042-E91FF63FB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0937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F978F92-0FCC-1C8C-8AD0-5D026BEAED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9C8B46-2480-2D96-099D-BC156EB9A3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1CF85C-1E96-A390-6461-FC757493C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2025/8/6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13F20A-AD9B-6E03-E91B-75A0F1EF0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1F0157-46B0-0875-2CD9-693BEF0D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13889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2FA423-769F-0D50-8978-A746DD19C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9225" y="365125"/>
            <a:ext cx="10267950" cy="75882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AC781BF-EA3C-EF47-1469-E52350BDD7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825" y="6356350"/>
            <a:ext cx="2743200" cy="365125"/>
          </a:xfrm>
        </p:spPr>
        <p:txBody>
          <a:bodyPr/>
          <a:lstStyle/>
          <a:p>
            <a:fld id="{E0A28E4B-8D0A-4608-9DAE-00FBA1A70945}" type="datetimeFigureOut">
              <a:rPr lang="zh-CN" altLang="en-US" smtClean="0"/>
              <a:pPr/>
              <a:t>2025/8/6</a:t>
            </a:fld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2C1EA7-1D5B-5D35-7386-B82F0D2999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943975" y="6356350"/>
            <a:ext cx="2743200" cy="365125"/>
          </a:xfrm>
        </p:spPr>
        <p:txBody>
          <a:bodyPr/>
          <a:lstStyle/>
          <a:p>
            <a:fld id="{4FCB2E52-3EBE-40F1-B7CA-E76F5B1CA9D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5FF2483-EB6F-58CF-4D52-6F2A86B457C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04825" y="1362076"/>
            <a:ext cx="11182350" cy="486727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A678FE9D-492D-106D-E13C-D12CAD8B8FBE}"/>
              </a:ext>
            </a:extLst>
          </p:cNvPr>
          <p:cNvSpPr/>
          <p:nvPr userDrawn="1"/>
        </p:nvSpPr>
        <p:spPr>
          <a:xfrm>
            <a:off x="733425" y="511177"/>
            <a:ext cx="319087" cy="374648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9CBF875-8197-1C4D-2759-669F3DCB4C7B}"/>
              </a:ext>
            </a:extLst>
          </p:cNvPr>
          <p:cNvSpPr/>
          <p:nvPr userDrawn="1"/>
        </p:nvSpPr>
        <p:spPr>
          <a:xfrm>
            <a:off x="504825" y="511177"/>
            <a:ext cx="319087" cy="374648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E6FF394C-7213-6672-5B4E-FFAA7ABC0724}"/>
              </a:ext>
            </a:extLst>
          </p:cNvPr>
          <p:cNvSpPr/>
          <p:nvPr userDrawn="1"/>
        </p:nvSpPr>
        <p:spPr>
          <a:xfrm>
            <a:off x="962025" y="511177"/>
            <a:ext cx="319087" cy="374648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763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EB5A9A-13CC-4F73-B43A-1D8F85083558}" type="datetimeFigureOut">
              <a:rPr lang="zh-CN" altLang="en-US" smtClean="0"/>
              <a:t>2025/8/6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-2380" y="0"/>
            <a:ext cx="12196761" cy="6858000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-834428" y="-28011"/>
            <a:ext cx="2564716" cy="2564716"/>
          </a:xfrm>
          <a:prstGeom prst="ellipse">
            <a:avLst/>
          </a:prstGeom>
          <a:gradFill>
            <a:gsLst>
              <a:gs pos="0">
                <a:schemeClr val="accent1">
                  <a:alpha val="30000"/>
                </a:schemeClr>
              </a:gs>
              <a:gs pos="72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8700" y="1575982"/>
            <a:ext cx="4389288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>
            <a:defPPr>
              <a:defRPr lang="zh-CN"/>
            </a:defPPr>
            <a:lvl1pPr>
              <a:lnSpc>
                <a:spcPct val="130000"/>
              </a:lnSpc>
              <a:defRPr kumimoji="1" sz="66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/>
              </a:defRPr>
            </a:lvl1pPr>
          </a:lstStyle>
          <a:p>
            <a:r>
              <a:rPr lang="en-US" altLang="zh-CN" sz="3200" dirty="0" err="1"/>
              <a:t>GenBotter</a:t>
            </a:r>
            <a:endParaRPr lang="zh-CN" altLang="en-US" sz="3200" dirty="0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2000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endParaRPr kumimoji="1"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46" name="标题 1"/>
          <p:cNvSpPr txBox="1"/>
          <p:nvPr/>
        </p:nvSpPr>
        <p:spPr>
          <a:xfrm>
            <a:off x="8732604" y="3983139"/>
            <a:ext cx="964526" cy="133924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年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780" y="266617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1001165" y="2322451"/>
            <a:ext cx="6231603" cy="1374078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zh-CN" altLang="en-US" sz="7200" b="1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电机开发教程</a:t>
            </a:r>
            <a:endParaRPr kumimoji="1"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8" name="图片 57">
            <a:extLst>
              <a:ext uri="{FF2B5EF4-FFF2-40B4-BE49-F238E27FC236}">
                <a16:creationId xmlns:a16="http://schemas.microsoft.com/office/drawing/2014/main" id="{88F529D7-72E7-4171-3645-5C3DF0D8C0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235" b="95531" l="2198" r="97619">
                        <a14:foregroundMark x1="2726" y1="41333" x2="2703" y2="42458"/>
                        <a14:foregroundMark x1="3373" y1="10206" x2="3322" y2="12632"/>
                        <a14:foregroundMark x1="5158" y1="91650" x2="5612" y2="92646"/>
                        <a14:foregroundMark x1="3230" y1="87422" x2="4770" y2="90799"/>
                        <a14:foregroundMark x1="97189" y1="90576" x2="97373" y2="89700"/>
                        <a14:foregroundMark x1="96585" y1="8970" x2="91977" y2="5939"/>
                        <a14:foregroundMark x1="5490" y1="86018" x2="30220" y2="83799"/>
                        <a14:foregroundMark x1="30220" y1="83799" x2="82051" y2="86872"/>
                        <a14:foregroundMark x1="82051" y1="86872" x2="72781" y2="91899"/>
                        <a14:foregroundMark x1="7542" y1="92138" x2="4762" y2="86034"/>
                        <a14:foregroundMark x1="83616" y1="8429" x2="80037" y2="17877"/>
                        <a14:foregroundMark x1="80037" y1="17877" x2="86813" y2="91061"/>
                        <a14:foregroundMark x1="86813" y1="91061" x2="96519" y2="89665"/>
                        <a14:foregroundMark x1="96017" y1="16473" x2="91508" y2="7063"/>
                        <a14:foregroundMark x1="92857" y1="8101" x2="92674" y2="6704"/>
                        <a14:foregroundMark x1="93956" y1="7542" x2="96014" y2="16175"/>
                        <a14:foregroundMark x1="96065" y1="23475" x2="89927" y2="16760"/>
                        <a14:foregroundMark x1="89927" y1="16760" x2="93223" y2="6425"/>
                        <a14:foregroundMark x1="95998" y1="13825" x2="95385" y2="10784"/>
                        <a14:foregroundMark x1="95961" y1="8403" x2="95971" y2="8380"/>
                        <a14:foregroundMark x1="20696" y1="61453" x2="21062" y2="63408"/>
                        <a14:foregroundMark x1="63736" y1="91341" x2="63919" y2="91061"/>
                        <a14:foregroundMark x1="73260" y1="91620" x2="73979" y2="91899"/>
                        <a14:foregroundMark x1="74493" y1="91899" x2="73810" y2="91620"/>
                        <a14:foregroundMark x1="73810" y1="91620" x2="72711" y2="91620"/>
                        <a14:foregroundMark x1="67582" y1="87989" x2="67033" y2="89665"/>
                        <a14:foregroundMark x1="67766" y1="91061" x2="63187" y2="90503"/>
                        <a14:foregroundMark x1="68132" y1="92737" x2="67766" y2="93017"/>
                        <a14:foregroundMark x1="68863" y1="93967" x2="67766" y2="94413"/>
                        <a14:foregroundMark x1="2826" y1="58659" x2="2812" y2="58961"/>
                        <a14:foregroundMark x1="3114" y1="52235" x2="3039" y2="53911"/>
                        <a14:foregroundMark x1="2813" y1="73771" x2="5495" y2="78771"/>
                        <a14:foregroundMark x1="3976" y1="8543" x2="3846" y2="8939"/>
                        <a14:foregroundMark x1="71245" y1="94413" x2="70696" y2="94972"/>
                        <a14:foregroundMark x1="71429" y1="94972" x2="71062" y2="95251"/>
                        <a14:foregroundMark x1="78205" y1="94972" x2="83150" y2="92737"/>
                        <a14:foregroundMark x1="91758" y1="5866" x2="90842" y2="5866"/>
                        <a14:backgroundMark x1="3114" y1="94972" x2="4029" y2="94693"/>
                        <a14:backgroundMark x1="84641" y1="97416" x2="97253" y2="97765"/>
                        <a14:backgroundMark x1="73035" y1="97096" x2="75939" y2="97176"/>
                        <a14:backgroundMark x1="6227" y1="95251" x2="72096" y2="97070"/>
                        <a14:backgroundMark x1="69270" y1="97421" x2="6410" y2="96648"/>
                        <a14:backgroundMark x1="72355" y1="97459" x2="71479" y2="97448"/>
                        <a14:backgroundMark x1="76809" y1="97514" x2="73285" y2="97470"/>
                        <a14:backgroundMark x1="97253" y1="97765" x2="84710" y2="97611"/>
                        <a14:backgroundMark x1="1099" y1="3073" x2="0" y2="838"/>
                        <a14:backgroundMark x1="4396" y1="1397" x2="3663" y2="2514"/>
                        <a14:backgroundMark x1="6410" y1="1955" x2="4945" y2="2793"/>
                        <a14:backgroundMark x1="13187" y1="559" x2="85714" y2="4469"/>
                        <a14:backgroundMark x1="85714" y1="4469" x2="14469" y2="838"/>
                        <a14:backgroundMark x1="90110" y1="1397" x2="88645" y2="1117"/>
                        <a14:backgroundMark x1="89560" y1="2514" x2="86447" y2="2514"/>
                        <a14:backgroundMark x1="89194" y1="3073" x2="86447" y2="3073"/>
                        <a14:backgroundMark x1="87912" y1="2514" x2="86813" y2="3352"/>
                        <a14:backgroundMark x1="99084" y1="9497" x2="99634" y2="89665"/>
                        <a14:backgroundMark x1="4579" y1="4749" x2="13370" y2="3911"/>
                        <a14:backgroundMark x1="3476" y1="8677" x2="3114" y2="10056"/>
                        <a14:backgroundMark x1="4579" y1="4469" x2="4389" y2="5193"/>
                        <a14:backgroundMark x1="2352" y1="80389" x2="2381" y2="87430"/>
                        <a14:backgroundMark x1="2198" y1="43017" x2="2236" y2="52143"/>
                        <a14:backgroundMark x1="2381" y1="87430" x2="2381" y2="87151"/>
                        <a14:backgroundMark x1="2015" y1="58939" x2="1832" y2="73743"/>
                        <a14:backgroundMark x1="1832" y1="73743" x2="1832" y2="73743"/>
                        <a14:backgroundMark x1="85531" y1="5028" x2="88462" y2="4469"/>
                        <a14:backgroundMark x1="2930" y1="5028" x2="7875" y2="3911"/>
                        <a14:backgroundMark x1="96703" y1="92737" x2="96703" y2="94693"/>
                        <a14:backgroundMark x1="96520" y1="92179" x2="97619" y2="92179"/>
                        <a14:backgroundMark x1="84432" y1="95251" x2="82784" y2="96369"/>
                        <a14:backgroundMark x1="91642" y1="5587" x2="92125" y2="5587"/>
                        <a14:backgroundMark x1="97619" y1="8659" x2="97802" y2="10056"/>
                        <a14:backgroundMark x1="2381" y1="31564" x2="2564" y2="41341"/>
                        <a14:backgroundMark x1="2564" y1="29609" x2="2381" y2="31564"/>
                        <a14:backgroundMark x1="2381" y1="57263" x2="2381" y2="58939"/>
                        <a14:backgroundMark x1="2747" y1="54469" x2="2747" y2="58659"/>
                        <a14:backgroundMark x1="2747" y1="53911" x2="2747" y2="55307"/>
                        <a14:backgroundMark x1="62821" y1="92458" x2="63004" y2="95810"/>
                        <a14:backgroundMark x1="75092" y1="92179" x2="75458" y2="96369"/>
                        <a14:backgroundMark x1="71978" y1="92458" x2="71978" y2="95251"/>
                        <a14:backgroundMark x1="75275" y1="91899" x2="75458" y2="94413"/>
                        <a14:backgroundMark x1="72161" y1="91899" x2="72161" y2="94413"/>
                        <a14:backgroundMark x1="77994" y1="95571" x2="77289" y2="95531"/>
                        <a14:backgroundMark x1="82234" y1="95810" x2="82069" y2="95801"/>
                        <a14:backgroundMark x1="2747" y1="73743" x2="2747" y2="74860"/>
                        <a14:backgroundMark x1="2381" y1="42458" x2="2381" y2="44972"/>
                        <a14:backgroundMark x1="0" y1="559" x2="549" y2="326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19863" y="989588"/>
            <a:ext cx="4555044" cy="29866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482FAE6-F421-B75D-323C-48E70E9FF4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35" b="95531" l="2198" r="97619">
                        <a14:foregroundMark x1="2726" y1="41333" x2="2703" y2="42458"/>
                        <a14:foregroundMark x1="3373" y1="10206" x2="3322" y2="12632"/>
                        <a14:foregroundMark x1="5158" y1="91650" x2="5612" y2="92646"/>
                        <a14:foregroundMark x1="3230" y1="87422" x2="4770" y2="90799"/>
                        <a14:foregroundMark x1="97189" y1="90576" x2="97373" y2="89700"/>
                        <a14:foregroundMark x1="96585" y1="8970" x2="91977" y2="5939"/>
                        <a14:foregroundMark x1="5490" y1="86018" x2="30220" y2="83799"/>
                        <a14:foregroundMark x1="30220" y1="83799" x2="82051" y2="86872"/>
                        <a14:foregroundMark x1="82051" y1="86872" x2="72781" y2="91899"/>
                        <a14:foregroundMark x1="7542" y1="92138" x2="4762" y2="86034"/>
                        <a14:foregroundMark x1="83616" y1="8429" x2="80037" y2="17877"/>
                        <a14:foregroundMark x1="80037" y1="17877" x2="86813" y2="91061"/>
                        <a14:foregroundMark x1="86813" y1="91061" x2="96519" y2="89665"/>
                        <a14:foregroundMark x1="96017" y1="16473" x2="91508" y2="7063"/>
                        <a14:foregroundMark x1="92857" y1="8101" x2="92674" y2="6704"/>
                        <a14:foregroundMark x1="93956" y1="7542" x2="96014" y2="16175"/>
                        <a14:foregroundMark x1="96065" y1="23475" x2="89927" y2="16760"/>
                        <a14:foregroundMark x1="89927" y1="16760" x2="93223" y2="6425"/>
                        <a14:foregroundMark x1="95998" y1="13825" x2="95385" y2="10784"/>
                        <a14:foregroundMark x1="95961" y1="8403" x2="95971" y2="8380"/>
                        <a14:foregroundMark x1="20696" y1="61453" x2="21062" y2="63408"/>
                        <a14:foregroundMark x1="63736" y1="91341" x2="63919" y2="91061"/>
                        <a14:foregroundMark x1="73260" y1="91620" x2="73979" y2="91899"/>
                        <a14:foregroundMark x1="74493" y1="91899" x2="73810" y2="91620"/>
                        <a14:foregroundMark x1="73810" y1="91620" x2="72711" y2="91620"/>
                        <a14:foregroundMark x1="67582" y1="87989" x2="67033" y2="89665"/>
                        <a14:foregroundMark x1="67766" y1="91061" x2="63187" y2="90503"/>
                        <a14:foregroundMark x1="68132" y1="92737" x2="67766" y2="93017"/>
                        <a14:foregroundMark x1="68863" y1="93967" x2="67766" y2="94413"/>
                        <a14:foregroundMark x1="2826" y1="58659" x2="2812" y2="58961"/>
                        <a14:foregroundMark x1="3114" y1="52235" x2="3039" y2="53911"/>
                        <a14:foregroundMark x1="2813" y1="73771" x2="5495" y2="78771"/>
                        <a14:foregroundMark x1="3976" y1="8543" x2="3846" y2="8939"/>
                        <a14:foregroundMark x1="71245" y1="94413" x2="70696" y2="94972"/>
                        <a14:foregroundMark x1="71429" y1="94972" x2="71062" y2="95251"/>
                        <a14:foregroundMark x1="78205" y1="94972" x2="83150" y2="92737"/>
                        <a14:foregroundMark x1="91758" y1="5866" x2="90842" y2="5866"/>
                        <a14:backgroundMark x1="3114" y1="94972" x2="4029" y2="94693"/>
                        <a14:backgroundMark x1="84641" y1="97416" x2="97253" y2="97765"/>
                        <a14:backgroundMark x1="73035" y1="97096" x2="75939" y2="97176"/>
                        <a14:backgroundMark x1="6227" y1="95251" x2="72096" y2="97070"/>
                        <a14:backgroundMark x1="69270" y1="97421" x2="6410" y2="96648"/>
                        <a14:backgroundMark x1="72355" y1="97459" x2="71479" y2="97448"/>
                        <a14:backgroundMark x1="76809" y1="97514" x2="73285" y2="97470"/>
                        <a14:backgroundMark x1="97253" y1="97765" x2="84710" y2="97611"/>
                        <a14:backgroundMark x1="1099" y1="3073" x2="0" y2="838"/>
                        <a14:backgroundMark x1="4396" y1="1397" x2="3663" y2="2514"/>
                        <a14:backgroundMark x1="6410" y1="1955" x2="4945" y2="2793"/>
                        <a14:backgroundMark x1="13187" y1="559" x2="85714" y2="4469"/>
                        <a14:backgroundMark x1="85714" y1="4469" x2="14469" y2="838"/>
                        <a14:backgroundMark x1="90110" y1="1397" x2="88645" y2="1117"/>
                        <a14:backgroundMark x1="89560" y1="2514" x2="86447" y2="2514"/>
                        <a14:backgroundMark x1="89194" y1="3073" x2="86447" y2="3073"/>
                        <a14:backgroundMark x1="87912" y1="2514" x2="86813" y2="3352"/>
                        <a14:backgroundMark x1="99084" y1="9497" x2="99634" y2="89665"/>
                        <a14:backgroundMark x1="4579" y1="4749" x2="13370" y2="3911"/>
                        <a14:backgroundMark x1="3476" y1="8677" x2="3114" y2="10056"/>
                        <a14:backgroundMark x1="4579" y1="4469" x2="4389" y2="5193"/>
                        <a14:backgroundMark x1="2352" y1="80389" x2="2381" y2="87430"/>
                        <a14:backgroundMark x1="2198" y1="43017" x2="2236" y2="52143"/>
                        <a14:backgroundMark x1="2381" y1="87430" x2="2381" y2="87151"/>
                        <a14:backgroundMark x1="2015" y1="58939" x2="1832" y2="73743"/>
                        <a14:backgroundMark x1="1832" y1="73743" x2="1832" y2="73743"/>
                        <a14:backgroundMark x1="85531" y1="5028" x2="88462" y2="4469"/>
                        <a14:backgroundMark x1="2930" y1="5028" x2="7875" y2="3911"/>
                        <a14:backgroundMark x1="96703" y1="92737" x2="96703" y2="94693"/>
                        <a14:backgroundMark x1="96520" y1="92179" x2="97619" y2="92179"/>
                        <a14:backgroundMark x1="84432" y1="95251" x2="82784" y2="96369"/>
                        <a14:backgroundMark x1="91642" y1="5587" x2="92125" y2="5587"/>
                        <a14:backgroundMark x1="97619" y1="8659" x2="97802" y2="10056"/>
                        <a14:backgroundMark x1="2381" y1="31564" x2="2564" y2="41341"/>
                        <a14:backgroundMark x1="2564" y1="29609" x2="2381" y2="31564"/>
                        <a14:backgroundMark x1="2381" y1="57263" x2="2381" y2="58939"/>
                        <a14:backgroundMark x1="2747" y1="54469" x2="2747" y2="58659"/>
                        <a14:backgroundMark x1="2747" y1="53911" x2="2747" y2="55307"/>
                        <a14:backgroundMark x1="62821" y1="92458" x2="63004" y2="95810"/>
                        <a14:backgroundMark x1="75092" y1="92179" x2="75458" y2="96369"/>
                        <a14:backgroundMark x1="71978" y1="92458" x2="71978" y2="95251"/>
                        <a14:backgroundMark x1="75275" y1="91899" x2="75458" y2="94413"/>
                        <a14:backgroundMark x1="72161" y1="91899" x2="72161" y2="94413"/>
                        <a14:backgroundMark x1="77994" y1="95571" x2="77289" y2="95531"/>
                        <a14:backgroundMark x1="82234" y1="95810" x2="82069" y2="95801"/>
                        <a14:backgroundMark x1="2747" y1="73743" x2="2747" y2="74860"/>
                        <a14:backgroundMark x1="2381" y1="42458" x2="2381" y2="44972"/>
                        <a14:backgroundMark x1="0" y1="559" x2="549" y2="326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9679" y="-332179"/>
            <a:ext cx="11472641" cy="7522358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9C551292-7222-CF53-1EAB-4B6776377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34194"/>
            <a:ext cx="12192000" cy="1789612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zh-CN" altLang="en-US" sz="9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电机开发教程</a:t>
            </a:r>
          </a:p>
        </p:txBody>
      </p:sp>
    </p:spTree>
    <p:extLst>
      <p:ext uri="{BB962C8B-B14F-4D97-AF65-F5344CB8AC3E}">
        <p14:creationId xmlns:p14="http://schemas.microsoft.com/office/powerpoint/2010/main" val="2399599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904D2-85A9-4FE1-139C-EA25F3D41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>
            <a:extLst>
              <a:ext uri="{FF2B5EF4-FFF2-40B4-BE49-F238E27FC236}">
                <a16:creationId xmlns:a16="http://schemas.microsoft.com/office/drawing/2014/main" id="{2F364C8F-FDC9-C58B-CA33-3A5FBA1C30A8}"/>
              </a:ext>
            </a:extLst>
          </p:cNvPr>
          <p:cNvSpPr txBox="1"/>
          <p:nvPr/>
        </p:nvSpPr>
        <p:spPr>
          <a:xfrm rot="2544951">
            <a:off x="415546" y="374372"/>
            <a:ext cx="134622" cy="197908"/>
          </a:xfrm>
          <a:custGeom>
            <a:avLst/>
            <a:gdLst>
              <a:gd name="connsiteX0" fmla="*/ 265175 w 356639"/>
              <a:gd name="connsiteY0" fmla="*/ 0 h 524296"/>
              <a:gd name="connsiteX1" fmla="*/ 356639 w 356639"/>
              <a:gd name="connsiteY1" fmla="*/ 0 h 524296"/>
              <a:gd name="connsiteX2" fmla="*/ 356639 w 356639"/>
              <a:gd name="connsiteY2" fmla="*/ 521734 h 524296"/>
              <a:gd name="connsiteX3" fmla="*/ 345917 w 356639"/>
              <a:gd name="connsiteY3" fmla="*/ 521734 h 524296"/>
              <a:gd name="connsiteX4" fmla="*/ 345921 w 356639"/>
              <a:gd name="connsiteY4" fmla="*/ 522433 h 524296"/>
              <a:gd name="connsiteX5" fmla="*/ 493 w 356639"/>
              <a:gd name="connsiteY5" fmla="*/ 524296 h 524296"/>
              <a:gd name="connsiteX6" fmla="*/ 0 w 356639"/>
              <a:gd name="connsiteY6" fmla="*/ 432834 h 524296"/>
              <a:gd name="connsiteX7" fmla="*/ 265175 w 356639"/>
              <a:gd name="connsiteY7" fmla="*/ 431403 h 524296"/>
            </a:gdLst>
            <a:ahLst/>
            <a:cxnLst/>
            <a:rect l="l" t="t" r="r" b="b"/>
            <a:pathLst>
              <a:path w="356639" h="524296">
                <a:moveTo>
                  <a:pt x="265175" y="0"/>
                </a:moveTo>
                <a:lnTo>
                  <a:pt x="356639" y="0"/>
                </a:lnTo>
                <a:lnTo>
                  <a:pt x="356639" y="521734"/>
                </a:lnTo>
                <a:lnTo>
                  <a:pt x="345917" y="521734"/>
                </a:lnTo>
                <a:lnTo>
                  <a:pt x="345921" y="522433"/>
                </a:lnTo>
                <a:lnTo>
                  <a:pt x="493" y="524296"/>
                </a:lnTo>
                <a:lnTo>
                  <a:pt x="0" y="432834"/>
                </a:lnTo>
                <a:lnTo>
                  <a:pt x="265175" y="431403"/>
                </a:ln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EAE917D-EF6C-0342-28D1-EB205AAC1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开始之前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390568-7AC4-40EB-76AA-5155414A998E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zh-CN" altLang="en-US" dirty="0"/>
              <a:t>电机是一个伟大的发明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想象一下：</a:t>
            </a:r>
            <a:endParaRPr lang="en-US" altLang="zh-CN" dirty="0"/>
          </a:p>
          <a:p>
            <a:pPr lvl="1"/>
            <a:r>
              <a:rPr lang="zh-CN" altLang="en-US" dirty="0"/>
              <a:t>如果不是使用电机，家里洗衣机洗衣服之前要先去加油站买二斤汽油。</a:t>
            </a:r>
          </a:p>
        </p:txBody>
      </p:sp>
    </p:spTree>
    <p:extLst>
      <p:ext uri="{BB962C8B-B14F-4D97-AF65-F5344CB8AC3E}">
        <p14:creationId xmlns:p14="http://schemas.microsoft.com/office/powerpoint/2010/main" val="4238388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35BAA-55D3-AA60-0051-49D4D425D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924D15-E6B1-3191-7E44-C1A609AA7961}"/>
              </a:ext>
            </a:extLst>
          </p:cNvPr>
          <p:cNvSpPr txBox="1"/>
          <p:nvPr/>
        </p:nvSpPr>
        <p:spPr>
          <a:xfrm>
            <a:off x="-2380" y="0"/>
            <a:ext cx="12196761" cy="6858000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2C519A71-5173-E6D6-CC3A-AC5ABD3E2961}"/>
              </a:ext>
            </a:extLst>
          </p:cNvPr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6A042DF9-FB71-ED65-D2F7-B454EB695C86}"/>
              </a:ext>
            </a:extLst>
          </p:cNvPr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31D26FDC-EF3C-BABD-9B12-872CF2FE12E8}"/>
              </a:ext>
            </a:extLst>
          </p:cNvPr>
          <p:cNvSpPr txBox="1"/>
          <p:nvPr/>
        </p:nvSpPr>
        <p:spPr>
          <a:xfrm>
            <a:off x="59406" y="595799"/>
            <a:ext cx="866817" cy="1044398"/>
          </a:xfrm>
          <a:prstGeom prst="ellipse">
            <a:avLst/>
          </a:prstGeom>
          <a:gradFill>
            <a:gsLst>
              <a:gs pos="0">
                <a:schemeClr val="accent1">
                  <a:alpha val="30000"/>
                </a:schemeClr>
              </a:gs>
              <a:gs pos="72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D7ECF014-E919-2FBC-0D10-E60D3AF01EB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69B575BD-E710-4769-F481-0D7E4E8BF0E2}"/>
              </a:ext>
            </a:extLst>
          </p:cNvPr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8A686F75-3F02-A51D-2798-BD9612EB616B}"/>
              </a:ext>
            </a:extLst>
          </p:cNvPr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5CFD9A2-7F91-AA65-0D9F-DB91D5DC0838}"/>
              </a:ext>
            </a:extLst>
          </p:cNvPr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>
              <a:extLst>
                <a:ext uri="{FF2B5EF4-FFF2-40B4-BE49-F238E27FC236}">
                  <a16:creationId xmlns:a16="http://schemas.microsoft.com/office/drawing/2014/main" id="{4B6054D2-3D36-9F4C-16E5-61137BEED122}"/>
                </a:ext>
              </a:extLst>
            </p:cNvPr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>
              <a:extLst>
                <a:ext uri="{FF2B5EF4-FFF2-40B4-BE49-F238E27FC236}">
                  <a16:creationId xmlns:a16="http://schemas.microsoft.com/office/drawing/2014/main" id="{927727C3-3C51-1E3A-CC7B-4A6E01B7C8C0}"/>
                </a:ext>
              </a:extLst>
            </p:cNvPr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>
              <a:extLst>
                <a:ext uri="{FF2B5EF4-FFF2-40B4-BE49-F238E27FC236}">
                  <a16:creationId xmlns:a16="http://schemas.microsoft.com/office/drawing/2014/main" id="{B5063737-FD8B-F57F-A8B4-8F931A6D505C}"/>
                </a:ext>
              </a:extLst>
            </p:cNvPr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>
              <a:extLst>
                <a:ext uri="{FF2B5EF4-FFF2-40B4-BE49-F238E27FC236}">
                  <a16:creationId xmlns:a16="http://schemas.microsoft.com/office/drawing/2014/main" id="{2D32A83F-F368-CF08-E4F8-BFD339F79270}"/>
                </a:ext>
              </a:extLst>
            </p:cNvPr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>
              <a:extLst>
                <a:ext uri="{FF2B5EF4-FFF2-40B4-BE49-F238E27FC236}">
                  <a16:creationId xmlns:a16="http://schemas.microsoft.com/office/drawing/2014/main" id="{DE48B751-BD5D-9C4B-63FB-335DAE21B321}"/>
                </a:ext>
              </a:extLst>
            </p:cNvPr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>
              <a:extLst>
                <a:ext uri="{FF2B5EF4-FFF2-40B4-BE49-F238E27FC236}">
                  <a16:creationId xmlns:a16="http://schemas.microsoft.com/office/drawing/2014/main" id="{68B61403-4A18-85D4-9A46-46EF6C0E6A54}"/>
                </a:ext>
              </a:extLst>
            </p:cNvPr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>
              <a:extLst>
                <a:ext uri="{FF2B5EF4-FFF2-40B4-BE49-F238E27FC236}">
                  <a16:creationId xmlns:a16="http://schemas.microsoft.com/office/drawing/2014/main" id="{9B19B105-C37F-4C8E-6617-586489E3E44F}"/>
                </a:ext>
              </a:extLst>
            </p:cNvPr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>
              <a:extLst>
                <a:ext uri="{FF2B5EF4-FFF2-40B4-BE49-F238E27FC236}">
                  <a16:creationId xmlns:a16="http://schemas.microsoft.com/office/drawing/2014/main" id="{15CCADC6-51DB-A662-3559-92389F0F2321}"/>
                </a:ext>
              </a:extLst>
            </p:cNvPr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>
              <a:extLst>
                <a:ext uri="{FF2B5EF4-FFF2-40B4-BE49-F238E27FC236}">
                  <a16:creationId xmlns:a16="http://schemas.microsoft.com/office/drawing/2014/main" id="{0BBFAAAE-C623-AD5A-7753-F22BA6065C38}"/>
                </a:ext>
              </a:extLst>
            </p:cNvPr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>
              <a:extLst>
                <a:ext uri="{FF2B5EF4-FFF2-40B4-BE49-F238E27FC236}">
                  <a16:creationId xmlns:a16="http://schemas.microsoft.com/office/drawing/2014/main" id="{5AD74813-5B2B-014D-B6D6-CAD39D6C79B7}"/>
                </a:ext>
              </a:extLst>
            </p:cNvPr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>
              <a:extLst>
                <a:ext uri="{FF2B5EF4-FFF2-40B4-BE49-F238E27FC236}">
                  <a16:creationId xmlns:a16="http://schemas.microsoft.com/office/drawing/2014/main" id="{7EE91745-0EE4-8199-6082-FF3C456F2CB6}"/>
                </a:ext>
              </a:extLst>
            </p:cNvPr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>
              <a:extLst>
                <a:ext uri="{FF2B5EF4-FFF2-40B4-BE49-F238E27FC236}">
                  <a16:creationId xmlns:a16="http://schemas.microsoft.com/office/drawing/2014/main" id="{5B98FE9C-85E3-FF39-5DE2-4E93064C0680}"/>
                </a:ext>
              </a:extLst>
            </p:cNvPr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2" name="标题 1">
            <a:extLst>
              <a:ext uri="{FF2B5EF4-FFF2-40B4-BE49-F238E27FC236}">
                <a16:creationId xmlns:a16="http://schemas.microsoft.com/office/drawing/2014/main" id="{CA0B53A1-B380-E831-9025-6CD5B8649A82}"/>
              </a:ext>
            </a:extLst>
          </p:cNvPr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>
            <a:extLst>
              <a:ext uri="{FF2B5EF4-FFF2-40B4-BE49-F238E27FC236}">
                <a16:creationId xmlns:a16="http://schemas.microsoft.com/office/drawing/2014/main" id="{DBA93E36-5DB9-ABD7-2AE3-B4F1373AB2A4}"/>
              </a:ext>
            </a:extLst>
          </p:cNvPr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>
            <a:extLst>
              <a:ext uri="{FF2B5EF4-FFF2-40B4-BE49-F238E27FC236}">
                <a16:creationId xmlns:a16="http://schemas.microsoft.com/office/drawing/2014/main" id="{D3E82148-005F-3EBB-6191-38EED9572264}"/>
              </a:ext>
            </a:extLst>
          </p:cNvPr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>
            <a:extLst>
              <a:ext uri="{FF2B5EF4-FFF2-40B4-BE49-F238E27FC236}">
                <a16:creationId xmlns:a16="http://schemas.microsoft.com/office/drawing/2014/main" id="{9A2B6113-065D-B6BB-6F2B-8CA2267679BC}"/>
              </a:ext>
            </a:extLst>
          </p:cNvPr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>
            <a:extLst>
              <a:ext uri="{FF2B5EF4-FFF2-40B4-BE49-F238E27FC236}">
                <a16:creationId xmlns:a16="http://schemas.microsoft.com/office/drawing/2014/main" id="{3DD8B27D-D2BF-E0B4-08C4-E99CFC0374BE}"/>
              </a:ext>
            </a:extLst>
          </p:cNvPr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>
            <a:extLst>
              <a:ext uri="{FF2B5EF4-FFF2-40B4-BE49-F238E27FC236}">
                <a16:creationId xmlns:a16="http://schemas.microsoft.com/office/drawing/2014/main" id="{C12A0252-F53B-A66D-1C4D-C1E641279F04}"/>
              </a:ext>
            </a:extLst>
          </p:cNvPr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3889B250-AF5D-F572-C332-67AE445BE00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41" name="标题 1">
              <a:extLst>
                <a:ext uri="{FF2B5EF4-FFF2-40B4-BE49-F238E27FC236}">
                  <a16:creationId xmlns:a16="http://schemas.microsoft.com/office/drawing/2014/main" id="{3E2E85F0-6F94-A1DE-D67F-0EA7A0D0469D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>
              <a:extLst>
                <a:ext uri="{FF2B5EF4-FFF2-40B4-BE49-F238E27FC236}">
                  <a16:creationId xmlns:a16="http://schemas.microsoft.com/office/drawing/2014/main" id="{A1CE74BA-BE7D-B26C-B685-8E8D46864D33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>
              <a:extLst>
                <a:ext uri="{FF2B5EF4-FFF2-40B4-BE49-F238E27FC236}">
                  <a16:creationId xmlns:a16="http://schemas.microsoft.com/office/drawing/2014/main" id="{D2D6800E-A568-0B29-E76A-34B4A895CA92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>
            <a:extLst>
              <a:ext uri="{FF2B5EF4-FFF2-40B4-BE49-F238E27FC236}">
                <a16:creationId xmlns:a16="http://schemas.microsoft.com/office/drawing/2014/main" id="{FEF37C4D-B71E-76CF-E154-AD236C06A843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>
            <a:extLst>
              <a:ext uri="{FF2B5EF4-FFF2-40B4-BE49-F238E27FC236}">
                <a16:creationId xmlns:a16="http://schemas.microsoft.com/office/drawing/2014/main" id="{1EB02483-6019-FEF7-7824-D7D46A2B171B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46" name="标题 1">
            <a:extLst>
              <a:ext uri="{FF2B5EF4-FFF2-40B4-BE49-F238E27FC236}">
                <a16:creationId xmlns:a16="http://schemas.microsoft.com/office/drawing/2014/main" id="{0B86CEEE-104B-709D-80F2-558C46C50E03}"/>
              </a:ext>
            </a:extLst>
          </p:cNvPr>
          <p:cNvSpPr txBox="1"/>
          <p:nvPr/>
        </p:nvSpPr>
        <p:spPr>
          <a:xfrm>
            <a:off x="8762950" y="4266899"/>
            <a:ext cx="964526" cy="133924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94C1435C-E22B-7745-9821-861A4DDE3F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780" y="266617"/>
            <a:ext cx="568252" cy="722971"/>
          </a:xfrm>
          <a:prstGeom prst="rect">
            <a:avLst/>
          </a:prstGeom>
        </p:spPr>
      </p:pic>
      <p:pic>
        <p:nvPicPr>
          <p:cNvPr id="58" name="图片 57">
            <a:extLst>
              <a:ext uri="{FF2B5EF4-FFF2-40B4-BE49-F238E27FC236}">
                <a16:creationId xmlns:a16="http://schemas.microsoft.com/office/drawing/2014/main" id="{5E88FF3A-E95D-5424-E02A-A572A77D1C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235" b="95531" l="2198" r="97619">
                        <a14:foregroundMark x1="2726" y1="41333" x2="2703" y2="42458"/>
                        <a14:foregroundMark x1="3373" y1="10206" x2="3322" y2="12632"/>
                        <a14:foregroundMark x1="5158" y1="91650" x2="5612" y2="92646"/>
                        <a14:foregroundMark x1="3230" y1="87422" x2="4770" y2="90799"/>
                        <a14:foregroundMark x1="97189" y1="90576" x2="97373" y2="89700"/>
                        <a14:foregroundMark x1="96585" y1="8970" x2="91977" y2="5939"/>
                        <a14:foregroundMark x1="5490" y1="86018" x2="30220" y2="83799"/>
                        <a14:foregroundMark x1="30220" y1="83799" x2="82051" y2="86872"/>
                        <a14:foregroundMark x1="82051" y1="86872" x2="72781" y2="91899"/>
                        <a14:foregroundMark x1="7542" y1="92138" x2="4762" y2="86034"/>
                        <a14:foregroundMark x1="83616" y1="8429" x2="80037" y2="17877"/>
                        <a14:foregroundMark x1="80037" y1="17877" x2="86813" y2="91061"/>
                        <a14:foregroundMark x1="86813" y1="91061" x2="96519" y2="89665"/>
                        <a14:foregroundMark x1="96017" y1="16473" x2="91508" y2="7063"/>
                        <a14:foregroundMark x1="92857" y1="8101" x2="92674" y2="6704"/>
                        <a14:foregroundMark x1="93956" y1="7542" x2="96014" y2="16175"/>
                        <a14:foregroundMark x1="96065" y1="23475" x2="89927" y2="16760"/>
                        <a14:foregroundMark x1="89927" y1="16760" x2="93223" y2="6425"/>
                        <a14:foregroundMark x1="95998" y1="13825" x2="95385" y2="10784"/>
                        <a14:foregroundMark x1="95961" y1="8403" x2="95971" y2="8380"/>
                        <a14:foregroundMark x1="20696" y1="61453" x2="21062" y2="63408"/>
                        <a14:foregroundMark x1="63736" y1="91341" x2="63919" y2="91061"/>
                        <a14:foregroundMark x1="73260" y1="91620" x2="73979" y2="91899"/>
                        <a14:foregroundMark x1="74493" y1="91899" x2="73810" y2="91620"/>
                        <a14:foregroundMark x1="73810" y1="91620" x2="72711" y2="91620"/>
                        <a14:foregroundMark x1="67582" y1="87989" x2="67033" y2="89665"/>
                        <a14:foregroundMark x1="67766" y1="91061" x2="63187" y2="90503"/>
                        <a14:foregroundMark x1="68132" y1="92737" x2="67766" y2="93017"/>
                        <a14:foregroundMark x1="68863" y1="93967" x2="67766" y2="94413"/>
                        <a14:foregroundMark x1="2826" y1="58659" x2="2812" y2="58961"/>
                        <a14:foregroundMark x1="3114" y1="52235" x2="3039" y2="53911"/>
                        <a14:foregroundMark x1="2813" y1="73771" x2="5495" y2="78771"/>
                        <a14:foregroundMark x1="3976" y1="8543" x2="3846" y2="8939"/>
                        <a14:foregroundMark x1="71245" y1="94413" x2="70696" y2="94972"/>
                        <a14:foregroundMark x1="71429" y1="94972" x2="71062" y2="95251"/>
                        <a14:foregroundMark x1="78205" y1="94972" x2="83150" y2="92737"/>
                        <a14:foregroundMark x1="91758" y1="5866" x2="90842" y2="5866"/>
                        <a14:backgroundMark x1="3114" y1="94972" x2="4029" y2="94693"/>
                        <a14:backgroundMark x1="84641" y1="97416" x2="97253" y2="97765"/>
                        <a14:backgroundMark x1="73035" y1="97096" x2="75939" y2="97176"/>
                        <a14:backgroundMark x1="6227" y1="95251" x2="72096" y2="97070"/>
                        <a14:backgroundMark x1="69270" y1="97421" x2="6410" y2="96648"/>
                        <a14:backgroundMark x1="72355" y1="97459" x2="71479" y2="97448"/>
                        <a14:backgroundMark x1="76809" y1="97514" x2="73285" y2="97470"/>
                        <a14:backgroundMark x1="97253" y1="97765" x2="84710" y2="97611"/>
                        <a14:backgroundMark x1="1099" y1="3073" x2="0" y2="838"/>
                        <a14:backgroundMark x1="4396" y1="1397" x2="3663" y2="2514"/>
                        <a14:backgroundMark x1="6410" y1="1955" x2="4945" y2="2793"/>
                        <a14:backgroundMark x1="13187" y1="559" x2="85714" y2="4469"/>
                        <a14:backgroundMark x1="85714" y1="4469" x2="14469" y2="838"/>
                        <a14:backgroundMark x1="90110" y1="1397" x2="88645" y2="1117"/>
                        <a14:backgroundMark x1="89560" y1="2514" x2="86447" y2="2514"/>
                        <a14:backgroundMark x1="89194" y1="3073" x2="86447" y2="3073"/>
                        <a14:backgroundMark x1="87912" y1="2514" x2="86813" y2="3352"/>
                        <a14:backgroundMark x1="99084" y1="9497" x2="99634" y2="89665"/>
                        <a14:backgroundMark x1="4579" y1="4749" x2="13370" y2="3911"/>
                        <a14:backgroundMark x1="3476" y1="8677" x2="3114" y2="10056"/>
                        <a14:backgroundMark x1="4579" y1="4469" x2="4389" y2="5193"/>
                        <a14:backgroundMark x1="2352" y1="80389" x2="2381" y2="87430"/>
                        <a14:backgroundMark x1="2198" y1="43017" x2="2236" y2="52143"/>
                        <a14:backgroundMark x1="2381" y1="87430" x2="2381" y2="87151"/>
                        <a14:backgroundMark x1="2015" y1="58939" x2="1832" y2="73743"/>
                        <a14:backgroundMark x1="1832" y1="73743" x2="1832" y2="73743"/>
                        <a14:backgroundMark x1="85531" y1="5028" x2="88462" y2="4469"/>
                        <a14:backgroundMark x1="2930" y1="5028" x2="7875" y2="3911"/>
                        <a14:backgroundMark x1="96703" y1="92737" x2="96703" y2="94693"/>
                        <a14:backgroundMark x1="96520" y1="92179" x2="97619" y2="92179"/>
                        <a14:backgroundMark x1="84432" y1="95251" x2="82784" y2="96369"/>
                        <a14:backgroundMark x1="91642" y1="5587" x2="92125" y2="5587"/>
                        <a14:backgroundMark x1="97619" y1="8659" x2="97802" y2="10056"/>
                        <a14:backgroundMark x1="2381" y1="31564" x2="2564" y2="41341"/>
                        <a14:backgroundMark x1="2564" y1="29609" x2="2381" y2="31564"/>
                        <a14:backgroundMark x1="2381" y1="57263" x2="2381" y2="58939"/>
                        <a14:backgroundMark x1="2747" y1="54469" x2="2747" y2="58659"/>
                        <a14:backgroundMark x1="2747" y1="53911" x2="2747" y2="55307"/>
                        <a14:backgroundMark x1="62821" y1="92458" x2="63004" y2="95810"/>
                        <a14:backgroundMark x1="75092" y1="92179" x2="75458" y2="96369"/>
                        <a14:backgroundMark x1="71978" y1="92458" x2="71978" y2="95251"/>
                        <a14:backgroundMark x1="75275" y1="91899" x2="75458" y2="94413"/>
                        <a14:backgroundMark x1="72161" y1="91899" x2="72161" y2="94413"/>
                        <a14:backgroundMark x1="77994" y1="95571" x2="77289" y2="95531"/>
                        <a14:backgroundMark x1="82234" y1="95810" x2="82069" y2="95801"/>
                        <a14:backgroundMark x1="2747" y1="73743" x2="2747" y2="74860"/>
                        <a14:backgroundMark x1="2381" y1="42458" x2="2381" y2="44972"/>
                        <a14:backgroundMark x1="0" y1="559" x2="549" y2="326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4937" y="1320044"/>
            <a:ext cx="4061590" cy="2663095"/>
          </a:xfrm>
          <a:prstGeom prst="rect">
            <a:avLst/>
          </a:prstGeom>
        </p:spPr>
      </p:pic>
      <p:grpSp>
        <p:nvGrpSpPr>
          <p:cNvPr id="47" name="组合 46">
            <a:extLst>
              <a:ext uri="{FF2B5EF4-FFF2-40B4-BE49-F238E27FC236}">
                <a16:creationId xmlns:a16="http://schemas.microsoft.com/office/drawing/2014/main" id="{4FE7BFDB-26D8-5020-6423-195B81F3D678}"/>
              </a:ext>
            </a:extLst>
          </p:cNvPr>
          <p:cNvGrpSpPr/>
          <p:nvPr/>
        </p:nvGrpSpPr>
        <p:grpSpPr>
          <a:xfrm>
            <a:off x="977780" y="3038139"/>
            <a:ext cx="1270089" cy="1244031"/>
            <a:chOff x="4140878" y="1617381"/>
            <a:chExt cx="1270089" cy="1244031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41479E3F-0D07-21E4-0505-457F4C7FC409}"/>
                </a:ext>
              </a:extLst>
            </p:cNvPr>
            <p:cNvSpPr txBox="1"/>
            <p:nvPr/>
          </p:nvSpPr>
          <p:spPr>
            <a:xfrm>
              <a:off x="4140878" y="1617381"/>
              <a:ext cx="1244031" cy="1244031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0" tIns="0" rIns="0" bIns="0" rtlCol="0" anchor="t"/>
            <a:lstStyle/>
            <a:p>
              <a:pPr algn="ctr">
                <a:lnSpc>
                  <a:spcPct val="110000"/>
                </a:lnSpc>
              </a:pPr>
              <a:endParaRPr kumimoji="1" lang="zh-CN" altLang="en-US" dirty="0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5AA6C652-E63E-2C1E-9CC5-D2D0299535A4}"/>
                </a:ext>
              </a:extLst>
            </p:cNvPr>
            <p:cNvSpPr txBox="1"/>
            <p:nvPr/>
          </p:nvSpPr>
          <p:spPr>
            <a:xfrm>
              <a:off x="4166162" y="1680300"/>
              <a:ext cx="1244805" cy="1019443"/>
            </a:xfrm>
            <a:prstGeom prst="rect">
              <a:avLst/>
            </a:prstGeom>
            <a:noFill/>
            <a:ln cap="sq">
              <a:noFill/>
            </a:ln>
          </p:spPr>
          <p:txBody>
            <a:bodyPr vert="horz" wrap="square" lIns="0" tIns="0" rIns="0" bIns="0" rtlCol="0" anchor="b"/>
            <a:lstStyle/>
            <a:p>
              <a:pPr algn="ctr">
                <a:lnSpc>
                  <a:spcPct val="110000"/>
                </a:lnSpc>
              </a:pPr>
              <a:r>
                <a:rPr kumimoji="1" lang="en-US" altLang="zh-CN" sz="6000" dirty="0">
                  <a:ln w="12700">
                    <a:noFill/>
                  </a:ln>
                  <a:solidFill>
                    <a:srgbClr val="FFFFFF">
                      <a:alpha val="100000"/>
                    </a:srgbClr>
                  </a:solidFill>
                  <a:latin typeface="Source Han Sans CN Regular"/>
                  <a:ea typeface="Source Han Sans CN Regular"/>
                  <a:cs typeface="Source Han Sans CN Regular"/>
                </a:rPr>
                <a:t>01</a:t>
              </a:r>
              <a:endParaRPr kumimoji="1" lang="zh-CN" altLang="en-US" dirty="0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0ECA21BB-4DD7-5DF1-8F54-F60B85AB61AE}"/>
              </a:ext>
            </a:extLst>
          </p:cNvPr>
          <p:cNvSpPr txBox="1"/>
          <p:nvPr/>
        </p:nvSpPr>
        <p:spPr>
          <a:xfrm>
            <a:off x="2464524" y="3185074"/>
            <a:ext cx="3017441" cy="1657758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zh-CN" altLang="en-US" sz="48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课程导学</a:t>
            </a:r>
            <a:endParaRPr kumimoji="1" lang="zh-CN" altLang="en-US" dirty="0"/>
          </a:p>
        </p:txBody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42266E7B-1C46-C12A-EA2C-25C1D0DB14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353" b="89804" l="3774" r="96913">
                        <a14:foregroundMark x1="37428" y1="23713" x2="37404" y2="23993"/>
                        <a14:foregroundMark x1="74151" y1="27102" x2="73243" y2="28845"/>
                        <a14:foregroundMark x1="71165" y1="68378" x2="71276" y2="68464"/>
                        <a14:foregroundMark x1="94011" y1="30332" x2="95192" y2="36183"/>
                        <a14:foregroundMark x1="93547" y1="28035" x2="93923" y2="29897"/>
                        <a14:foregroundMark x1="95899" y1="53720" x2="95125" y2="60597"/>
                        <a14:foregroundMark x1="49057" y1="7843" x2="48885" y2="7843"/>
                        <a14:foregroundMark x1="48199" y1="5882" x2="47513" y2="6667"/>
                        <a14:foregroundMark x1="46312" y1="5490" x2="41852" y2="5490"/>
                        <a14:foregroundMark x1="86278" y1="16863" x2="87479" y2="31373"/>
                        <a14:foregroundMark x1="87993" y1="15686" x2="89194" y2="30196"/>
                        <a14:foregroundMark x1="84734" y1="17647" x2="83705" y2="24706"/>
                        <a14:foregroundMark x1="83877" y1="24706" x2="82676" y2="28627"/>
                        <a14:foregroundMark x1="83877" y1="20000" x2="82676" y2="26275"/>
                        <a14:foregroundMark x1="10463" y1="25882" x2="6175" y2="34902"/>
                        <a14:foregroundMark x1="24700" y1="27059" x2="25214" y2="27451"/>
                        <a14:foregroundMark x1="27101" y1="29412" x2="28302" y2="29412"/>
                        <a14:backgroundMark x1="2401" y1="2353" x2="8067" y2="15030"/>
                        <a14:backgroundMark x1="28664" y1="18866" x2="29160" y2="18824"/>
                        <a14:backgroundMark x1="17196" y1="9566" x2="6861" y2="1569"/>
                        <a14:backgroundMark x1="29160" y1="18824" x2="28454" y2="18278"/>
                        <a14:backgroundMark x1="6861" y1="1569" x2="3431" y2="4314"/>
                        <a14:backgroundMark x1="27273" y1="12157" x2="16638" y2="15294"/>
                        <a14:backgroundMark x1="16638" y1="15294" x2="7890" y2="7843"/>
                        <a14:backgroundMark x1="7890" y1="7843" x2="19383" y2="2353"/>
                        <a14:backgroundMark x1="19383" y1="2353" x2="25901" y2="11765"/>
                        <a14:backgroundMark x1="4689" y1="32091" x2="4288" y2="32549"/>
                        <a14:backgroundMark x1="13208" y1="22353" x2="10334" y2="25638"/>
                        <a14:backgroundMark x1="4288" y1="32549" x2="2744" y2="39608"/>
                        <a14:backgroundMark x1="5317" y1="20000" x2="15266" y2="19608"/>
                        <a14:backgroundMark x1="15266" y1="19608" x2="4631" y2="20392"/>
                        <a14:backgroundMark x1="4631" y1="20392" x2="3259" y2="22353"/>
                        <a14:backgroundMark x1="36878" y1="59608" x2="46655" y2="58039"/>
                        <a14:backgroundMark x1="46655" y1="58039" x2="60377" y2="58431"/>
                        <a14:backgroundMark x1="60377" y1="58431" x2="44768" y2="74118"/>
                        <a14:backgroundMark x1="44768" y1="74118" x2="37393" y2="57255"/>
                        <a14:backgroundMark x1="37393" y1="57255" x2="37393" y2="57255"/>
                        <a14:backgroundMark x1="33448" y1="15686" x2="33105" y2="43137"/>
                        <a14:backgroundMark x1="33105" y1="43137" x2="35849" y2="20784"/>
                        <a14:backgroundMark x1="35849" y1="20784" x2="34477" y2="14510"/>
                        <a14:backgroundMark x1="32762" y1="46667" x2="32419" y2="44314"/>
                        <a14:backgroundMark x1="27616" y1="19216" x2="26930" y2="19216"/>
                        <a14:backgroundMark x1="28907" y1="27240" x2="30360" y2="29020"/>
                        <a14:backgroundMark x1="26375" y1="24138" x2="28012" y2="26143"/>
                        <a14:backgroundMark x1="25557" y1="23137" x2="25918" y2="23579"/>
                        <a14:backgroundMark x1="3259" y1="41961" x2="3602" y2="73333"/>
                        <a14:backgroundMark x1="4117" y1="26275" x2="1372" y2="47059"/>
                        <a14:backgroundMark x1="1372" y1="47059" x2="2058" y2="38431"/>
                        <a14:backgroundMark x1="4288" y1="20392" x2="4460" y2="22353"/>
                        <a14:backgroundMark x1="3945" y1="23922" x2="3774" y2="27059"/>
                        <a14:backgroundMark x1="515" y1="48235" x2="686" y2="52941"/>
                        <a14:backgroundMark x1="5660" y1="69804" x2="13894" y2="78431"/>
                        <a14:backgroundMark x1="13894" y1="78431" x2="30360" y2="62353"/>
                        <a14:backgroundMark x1="3945" y1="70980" x2="3945" y2="70588"/>
                        <a14:backgroundMark x1="3945" y1="73333" x2="5146" y2="74902"/>
                        <a14:backgroundMark x1="31389" y1="43137" x2="31389" y2="43137"/>
                        <a14:backgroundMark x1="31904" y1="43137" x2="32419" y2="51373"/>
                        <a14:backgroundMark x1="35849" y1="38824" x2="37221" y2="51765"/>
                        <a14:backgroundMark x1="36192" y1="29412" x2="35849" y2="40000"/>
                        <a14:backgroundMark x1="37564" y1="9020" x2="40480" y2="1176"/>
                        <a14:backgroundMark x1="37736" y1="12941" x2="40689" y2="1312"/>
                        <a14:backgroundMark x1="39108" y1="13725" x2="37393" y2="20000"/>
                        <a14:backgroundMark x1="39280" y1="5882" x2="38593" y2="12157"/>
                        <a14:backgroundMark x1="38593" y1="12549" x2="37393" y2="17647"/>
                        <a14:backgroundMark x1="28302" y1="17255" x2="26930" y2="18039"/>
                        <a14:backgroundMark x1="36878" y1="27451" x2="36364" y2="30980"/>
                        <a14:backgroundMark x1="36535" y1="24706" x2="37050" y2="27843"/>
                        <a14:backgroundMark x1="37564" y1="22353" x2="37050" y2="22353"/>
                        <a14:backgroundMark x1="37221" y1="21569" x2="37907" y2="21569"/>
                        <a14:backgroundMark x1="40823" y1="5098" x2="41421" y2="3941"/>
                        <a14:backgroundMark x1="41338" y1="3529" x2="39623" y2="5490"/>
                        <a14:backgroundMark x1="38937" y1="51373" x2="40652" y2="53725"/>
                        <a14:backgroundMark x1="61578" y1="47451" x2="67581" y2="60392"/>
                        <a14:backgroundMark x1="67581" y1="37255" x2="65523" y2="47843"/>
                        <a14:backgroundMark x1="66209" y1="37255" x2="69983" y2="55686"/>
                        <a14:backgroundMark x1="69983" y1="55686" x2="78559" y2="72941"/>
                        <a14:backgroundMark x1="78559" y1="72941" x2="88508" y2="79216"/>
                        <a14:backgroundMark x1="88508" y1="79216" x2="98971" y2="73725"/>
                        <a14:backgroundMark x1="98971" y1="73725" x2="99657" y2="73725"/>
                        <a14:backgroundMark x1="68954" y1="65882" x2="71355" y2="67843"/>
                        <a14:backgroundMark x1="69468" y1="63529" x2="69125" y2="66275"/>
                        <a14:backgroundMark x1="71184" y1="69804" x2="69468" y2="63922"/>
                        <a14:backgroundMark x1="71012" y1="69412" x2="72556" y2="69412"/>
                        <a14:backgroundMark x1="71184" y1="68627" x2="71355" y2="69412"/>
                        <a14:backgroundMark x1="68954" y1="63137" x2="68954" y2="64706"/>
                        <a14:backgroundMark x1="69811" y1="61961" x2="69125" y2="64314"/>
                        <a14:backgroundMark x1="77702" y1="73725" x2="78559" y2="76078"/>
                        <a14:backgroundMark x1="93825" y1="70980" x2="97770" y2="52941"/>
                        <a14:backgroundMark x1="97770" y1="52941" x2="94854" y2="2353"/>
                        <a14:backgroundMark x1="94854" y1="2353" x2="95197" y2="392"/>
                        <a14:backgroundMark x1="97770" y1="27451" x2="98971" y2="57255"/>
                        <a14:backgroundMark x1="98971" y1="57255" x2="97599" y2="71765"/>
                        <a14:backgroundMark x1="96913" y1="62353" x2="95026" y2="71765"/>
                        <a14:backgroundMark x1="97599" y1="62353" x2="98285" y2="65490"/>
                        <a14:backgroundMark x1="98285" y1="61176" x2="98113" y2="63922"/>
                        <a14:backgroundMark x1="96913" y1="25490" x2="98456" y2="27843"/>
                        <a14:backgroundMark x1="96226" y1="25490" x2="97084" y2="25490"/>
                        <a14:backgroundMark x1="77873" y1="14510" x2="89022" y2="10588"/>
                        <a14:backgroundMark x1="90883" y1="14728" x2="95369" y2="24706"/>
                        <a14:backgroundMark x1="89022" y1="10588" x2="90779" y2="14495"/>
                        <a14:backgroundMark x1="95369" y1="24706" x2="95883" y2="24706"/>
                        <a14:backgroundMark x1="78045" y1="16863" x2="65695" y2="9412"/>
                        <a14:backgroundMark x1="65695" y1="9412" x2="61235" y2="0"/>
                        <a14:backgroundMark x1="67067" y1="1961" x2="68096" y2="6275"/>
                        <a14:backgroundMark x1="66724" y1="5098" x2="64151" y2="2745"/>
                        <a14:backgroundMark x1="45882" y1="1346" x2="45145" y2="1299"/>
                        <a14:backgroundMark x1="61578" y1="2353" x2="46421" y2="1381"/>
                        <a14:backgroundMark x1="67067" y1="28627" x2="67067" y2="34902"/>
                        <a14:backgroundMark x1="70326" y1="23137" x2="70326" y2="37647"/>
                        <a14:backgroundMark x1="75129" y1="24706" x2="77187" y2="24314"/>
                        <a14:backgroundMark x1="75300" y1="25098" x2="73756" y2="25882"/>
                        <a14:backgroundMark x1="70840" y1="17255" x2="70840" y2="19216"/>
                        <a14:backgroundMark x1="71527" y1="20000" x2="71184" y2="24314"/>
                        <a14:backgroundMark x1="71698" y1="19216" x2="70840" y2="20784"/>
                        <a14:backgroundMark x1="70154" y1="38824" x2="70154" y2="41961"/>
                        <a14:backgroundMark x1="70497" y1="38039" x2="70497" y2="40392"/>
                        <a14:backgroundMark x1="70669" y1="37255" x2="69811" y2="38431"/>
                        <a14:backgroundMark x1="66724" y1="18431" x2="68096" y2="21961"/>
                        <a14:backgroundMark x1="67925" y1="23137" x2="68439" y2="24314"/>
                        <a14:backgroundMark x1="31389" y1="51373" x2="31732" y2="5725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91809" y="4485679"/>
            <a:ext cx="3728694" cy="1630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72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1D8D4-C8D3-DEF9-D2A5-9B668B1A7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>
            <a:extLst>
              <a:ext uri="{FF2B5EF4-FFF2-40B4-BE49-F238E27FC236}">
                <a16:creationId xmlns:a16="http://schemas.microsoft.com/office/drawing/2014/main" id="{66C5EB8B-62A7-8475-BACC-A7222A44C8B9}"/>
              </a:ext>
            </a:extLst>
          </p:cNvPr>
          <p:cNvSpPr txBox="1"/>
          <p:nvPr/>
        </p:nvSpPr>
        <p:spPr>
          <a:xfrm rot="2544951">
            <a:off x="415546" y="374372"/>
            <a:ext cx="134622" cy="197908"/>
          </a:xfrm>
          <a:custGeom>
            <a:avLst/>
            <a:gdLst>
              <a:gd name="connsiteX0" fmla="*/ 265175 w 356639"/>
              <a:gd name="connsiteY0" fmla="*/ 0 h 524296"/>
              <a:gd name="connsiteX1" fmla="*/ 356639 w 356639"/>
              <a:gd name="connsiteY1" fmla="*/ 0 h 524296"/>
              <a:gd name="connsiteX2" fmla="*/ 356639 w 356639"/>
              <a:gd name="connsiteY2" fmla="*/ 521734 h 524296"/>
              <a:gd name="connsiteX3" fmla="*/ 345917 w 356639"/>
              <a:gd name="connsiteY3" fmla="*/ 521734 h 524296"/>
              <a:gd name="connsiteX4" fmla="*/ 345921 w 356639"/>
              <a:gd name="connsiteY4" fmla="*/ 522433 h 524296"/>
              <a:gd name="connsiteX5" fmla="*/ 493 w 356639"/>
              <a:gd name="connsiteY5" fmla="*/ 524296 h 524296"/>
              <a:gd name="connsiteX6" fmla="*/ 0 w 356639"/>
              <a:gd name="connsiteY6" fmla="*/ 432834 h 524296"/>
              <a:gd name="connsiteX7" fmla="*/ 265175 w 356639"/>
              <a:gd name="connsiteY7" fmla="*/ 431403 h 524296"/>
            </a:gdLst>
            <a:ahLst/>
            <a:cxnLst/>
            <a:rect l="l" t="t" r="r" b="b"/>
            <a:pathLst>
              <a:path w="356639" h="524296">
                <a:moveTo>
                  <a:pt x="265175" y="0"/>
                </a:moveTo>
                <a:lnTo>
                  <a:pt x="356639" y="0"/>
                </a:lnTo>
                <a:lnTo>
                  <a:pt x="356639" y="521734"/>
                </a:lnTo>
                <a:lnTo>
                  <a:pt x="345917" y="521734"/>
                </a:lnTo>
                <a:lnTo>
                  <a:pt x="345921" y="522433"/>
                </a:lnTo>
                <a:lnTo>
                  <a:pt x="493" y="524296"/>
                </a:lnTo>
                <a:lnTo>
                  <a:pt x="0" y="432834"/>
                </a:lnTo>
                <a:lnTo>
                  <a:pt x="265175" y="431403"/>
                </a:ln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97A6495-4001-1ED7-C76C-4CA0F2C65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学习内容规划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4C74E52-618B-09DD-EC5B-96F111084EDB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1419225" y="1219200"/>
            <a:ext cx="9729853" cy="5386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348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75D26-478F-F89E-0EB4-5A8796107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6E606C0-F8E1-CBB3-8320-BAF2AA447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1.2 </a:t>
            </a:r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硬件介绍</a:t>
            </a:r>
            <a:endParaRPr lang="zh-CN" altLang="en-US" dirty="0"/>
          </a:p>
        </p:txBody>
      </p:sp>
      <p:graphicFrame>
        <p:nvGraphicFramePr>
          <p:cNvPr id="7" name="图示 6">
            <a:extLst>
              <a:ext uri="{FF2B5EF4-FFF2-40B4-BE49-F238E27FC236}">
                <a16:creationId xmlns:a16="http://schemas.microsoft.com/office/drawing/2014/main" id="{867B8D80-1EA4-DA21-A8E4-A512A03299A9}"/>
              </a:ext>
            </a:extLst>
          </p:cNvPr>
          <p:cNvGraphicFramePr/>
          <p:nvPr/>
        </p:nvGraphicFramePr>
        <p:xfrm>
          <a:off x="704849" y="1457325"/>
          <a:ext cx="11096625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05986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4EA90-60D8-1786-9869-D90A6676A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>
            <a:extLst>
              <a:ext uri="{FF2B5EF4-FFF2-40B4-BE49-F238E27FC236}">
                <a16:creationId xmlns:a16="http://schemas.microsoft.com/office/drawing/2014/main" id="{B8CF52EE-0454-219E-BB74-788BF9602D44}"/>
              </a:ext>
            </a:extLst>
          </p:cNvPr>
          <p:cNvSpPr/>
          <p:nvPr/>
        </p:nvSpPr>
        <p:spPr>
          <a:xfrm>
            <a:off x="962025" y="1724025"/>
            <a:ext cx="2276475" cy="542925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800" b="1" dirty="0" err="1"/>
              <a:t>Gitee</a:t>
            </a:r>
            <a:r>
              <a:rPr lang="zh-CN" altLang="en-US" sz="2800" b="1" dirty="0"/>
              <a:t>链接</a:t>
            </a: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61CC6CC0-705B-25C2-120A-4BA6607D1CF7}"/>
              </a:ext>
            </a:extLst>
          </p:cNvPr>
          <p:cNvSpPr txBox="1"/>
          <p:nvPr/>
        </p:nvSpPr>
        <p:spPr>
          <a:xfrm rot="2544951">
            <a:off x="415546" y="374372"/>
            <a:ext cx="134622" cy="197908"/>
          </a:xfrm>
          <a:custGeom>
            <a:avLst/>
            <a:gdLst>
              <a:gd name="connsiteX0" fmla="*/ 265175 w 356639"/>
              <a:gd name="connsiteY0" fmla="*/ 0 h 524296"/>
              <a:gd name="connsiteX1" fmla="*/ 356639 w 356639"/>
              <a:gd name="connsiteY1" fmla="*/ 0 h 524296"/>
              <a:gd name="connsiteX2" fmla="*/ 356639 w 356639"/>
              <a:gd name="connsiteY2" fmla="*/ 521734 h 524296"/>
              <a:gd name="connsiteX3" fmla="*/ 345917 w 356639"/>
              <a:gd name="connsiteY3" fmla="*/ 521734 h 524296"/>
              <a:gd name="connsiteX4" fmla="*/ 345921 w 356639"/>
              <a:gd name="connsiteY4" fmla="*/ 522433 h 524296"/>
              <a:gd name="connsiteX5" fmla="*/ 493 w 356639"/>
              <a:gd name="connsiteY5" fmla="*/ 524296 h 524296"/>
              <a:gd name="connsiteX6" fmla="*/ 0 w 356639"/>
              <a:gd name="connsiteY6" fmla="*/ 432834 h 524296"/>
              <a:gd name="connsiteX7" fmla="*/ 265175 w 356639"/>
              <a:gd name="connsiteY7" fmla="*/ 431403 h 524296"/>
            </a:gdLst>
            <a:ahLst/>
            <a:cxnLst/>
            <a:rect l="l" t="t" r="r" b="b"/>
            <a:pathLst>
              <a:path w="356639" h="524296">
                <a:moveTo>
                  <a:pt x="265175" y="0"/>
                </a:moveTo>
                <a:lnTo>
                  <a:pt x="356639" y="0"/>
                </a:lnTo>
                <a:lnTo>
                  <a:pt x="356639" y="521734"/>
                </a:lnTo>
                <a:lnTo>
                  <a:pt x="345917" y="521734"/>
                </a:lnTo>
                <a:lnTo>
                  <a:pt x="345921" y="522433"/>
                </a:lnTo>
                <a:lnTo>
                  <a:pt x="493" y="524296"/>
                </a:lnTo>
                <a:lnTo>
                  <a:pt x="0" y="432834"/>
                </a:lnTo>
                <a:lnTo>
                  <a:pt x="265175" y="431403"/>
                </a:ln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916BCD9-55DA-7981-77C4-B40ADAFF6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8750" y="354869"/>
            <a:ext cx="10267950" cy="758825"/>
          </a:xfrm>
        </p:spPr>
        <p:txBody>
          <a:bodyPr>
            <a:normAutofit/>
          </a:bodyPr>
          <a:lstStyle/>
          <a:p>
            <a:r>
              <a:rPr lang="en-US" altLang="zh-CN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1.3 </a:t>
            </a:r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学习资源获取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47E7BA7-4F43-A5B5-AA14-6B12D95FC6F6}"/>
              </a:ext>
            </a:extLst>
          </p:cNvPr>
          <p:cNvSpPr txBox="1"/>
          <p:nvPr/>
        </p:nvSpPr>
        <p:spPr>
          <a:xfrm>
            <a:off x="962025" y="2343834"/>
            <a:ext cx="103727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https://gitee.com/gaoyanzeng/drg_motor_1_stm32f407igt6.git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169486C4-D235-90C0-B59B-44E8A4E184C7}"/>
              </a:ext>
            </a:extLst>
          </p:cNvPr>
          <p:cNvSpPr/>
          <p:nvPr/>
        </p:nvSpPr>
        <p:spPr>
          <a:xfrm>
            <a:off x="962025" y="3379616"/>
            <a:ext cx="2276475" cy="542925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800" b="1" dirty="0" err="1"/>
              <a:t>Bilibili</a:t>
            </a:r>
            <a:endParaRPr lang="zh-CN" altLang="en-US" sz="2800" b="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680BB58-BD16-5967-0BA0-9B20CB2A92C8}"/>
              </a:ext>
            </a:extLst>
          </p:cNvPr>
          <p:cNvSpPr txBox="1"/>
          <p:nvPr/>
        </p:nvSpPr>
        <p:spPr>
          <a:xfrm>
            <a:off x="962025" y="413460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/>
            </a:lvl1pPr>
          </a:lstStyle>
          <a:p>
            <a:r>
              <a:rPr lang="zh-CN" altLang="en-US" dirty="0"/>
              <a:t>https://space.bilibili.com/486637340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6E4BE7D-C9C1-E135-84DF-433A6BF3C051}"/>
              </a:ext>
            </a:extLst>
          </p:cNvPr>
          <p:cNvSpPr/>
          <p:nvPr/>
        </p:nvSpPr>
        <p:spPr>
          <a:xfrm>
            <a:off x="962025" y="5224920"/>
            <a:ext cx="2276475" cy="542925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800" b="1" dirty="0"/>
              <a:t>QQ</a:t>
            </a:r>
            <a:r>
              <a:rPr lang="zh-CN" altLang="en-US" sz="2800" b="1" dirty="0"/>
              <a:t>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B39B748-1EFB-1F57-E945-A5A210A754B0}"/>
              </a:ext>
            </a:extLst>
          </p:cNvPr>
          <p:cNvSpPr txBox="1"/>
          <p:nvPr/>
        </p:nvSpPr>
        <p:spPr>
          <a:xfrm>
            <a:off x="962025" y="597991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/>
            </a:lvl1pPr>
          </a:lstStyle>
          <a:p>
            <a:r>
              <a:rPr lang="zh-CN" altLang="en-US" dirty="0"/>
              <a:t>见视频简介或评论区</a:t>
            </a:r>
          </a:p>
        </p:txBody>
      </p:sp>
    </p:spTree>
    <p:extLst>
      <p:ext uri="{BB962C8B-B14F-4D97-AF65-F5344CB8AC3E}">
        <p14:creationId xmlns:p14="http://schemas.microsoft.com/office/powerpoint/2010/main" val="977210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-2380" y="0"/>
            <a:ext cx="12196761" cy="6858000"/>
          </a:xfrm>
          <a:prstGeom prst="rect">
            <a:avLst/>
          </a:prstGeom>
          <a:solidFill>
            <a:schemeClr val="accent6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732604" y="3983139"/>
            <a:ext cx="964526" cy="133924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2025.5</a:t>
            </a:r>
            <a:endParaRPr kumimoji="1" lang="zh-CN" altLang="en-US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68B0F158-AC38-B613-9800-2D09116750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35" b="95531" l="2198" r="97619">
                        <a14:foregroundMark x1="2726" y1="41333" x2="2703" y2="42458"/>
                        <a14:foregroundMark x1="3373" y1="10206" x2="3322" y2="12632"/>
                        <a14:foregroundMark x1="5158" y1="91650" x2="5612" y2="92646"/>
                        <a14:foregroundMark x1="3230" y1="87422" x2="4770" y2="90799"/>
                        <a14:foregroundMark x1="97189" y1="90576" x2="97373" y2="89700"/>
                        <a14:foregroundMark x1="96585" y1="8970" x2="91977" y2="5939"/>
                        <a14:foregroundMark x1="5490" y1="86018" x2="30220" y2="83799"/>
                        <a14:foregroundMark x1="30220" y1="83799" x2="82051" y2="86872"/>
                        <a14:foregroundMark x1="82051" y1="86872" x2="72781" y2="91899"/>
                        <a14:foregroundMark x1="7542" y1="92138" x2="4762" y2="86034"/>
                        <a14:foregroundMark x1="83616" y1="8429" x2="80037" y2="17877"/>
                        <a14:foregroundMark x1="80037" y1="17877" x2="86813" y2="91061"/>
                        <a14:foregroundMark x1="86813" y1="91061" x2="96519" y2="89665"/>
                        <a14:foregroundMark x1="96017" y1="16473" x2="91508" y2="7063"/>
                        <a14:foregroundMark x1="92857" y1="8101" x2="92674" y2="6704"/>
                        <a14:foregroundMark x1="93956" y1="7542" x2="96014" y2="16175"/>
                        <a14:foregroundMark x1="96065" y1="23475" x2="89927" y2="16760"/>
                        <a14:foregroundMark x1="89927" y1="16760" x2="93223" y2="6425"/>
                        <a14:foregroundMark x1="95998" y1="13825" x2="95385" y2="10784"/>
                        <a14:foregroundMark x1="95961" y1="8403" x2="95971" y2="8380"/>
                        <a14:foregroundMark x1="20696" y1="61453" x2="21062" y2="63408"/>
                        <a14:foregroundMark x1="63736" y1="91341" x2="63919" y2="91061"/>
                        <a14:foregroundMark x1="73260" y1="91620" x2="73979" y2="91899"/>
                        <a14:foregroundMark x1="74493" y1="91899" x2="73810" y2="91620"/>
                        <a14:foregroundMark x1="73810" y1="91620" x2="72711" y2="91620"/>
                        <a14:foregroundMark x1="67582" y1="87989" x2="67033" y2="89665"/>
                        <a14:foregroundMark x1="67766" y1="91061" x2="63187" y2="90503"/>
                        <a14:foregroundMark x1="68132" y1="92737" x2="67766" y2="93017"/>
                        <a14:foregroundMark x1="68863" y1="93967" x2="67766" y2="94413"/>
                        <a14:foregroundMark x1="2826" y1="58659" x2="2812" y2="58961"/>
                        <a14:foregroundMark x1="3114" y1="52235" x2="3039" y2="53911"/>
                        <a14:foregroundMark x1="2813" y1="73771" x2="5495" y2="78771"/>
                        <a14:foregroundMark x1="3976" y1="8543" x2="3846" y2="8939"/>
                        <a14:foregroundMark x1="71245" y1="94413" x2="70696" y2="94972"/>
                        <a14:foregroundMark x1="71429" y1="94972" x2="71062" y2="95251"/>
                        <a14:foregroundMark x1="78205" y1="94972" x2="83150" y2="92737"/>
                        <a14:foregroundMark x1="91758" y1="5866" x2="90842" y2="5866"/>
                        <a14:backgroundMark x1="3114" y1="94972" x2="4029" y2="94693"/>
                        <a14:backgroundMark x1="84641" y1="97416" x2="97253" y2="97765"/>
                        <a14:backgroundMark x1="73035" y1="97096" x2="75939" y2="97176"/>
                        <a14:backgroundMark x1="6227" y1="95251" x2="72096" y2="97070"/>
                        <a14:backgroundMark x1="69270" y1="97421" x2="6410" y2="96648"/>
                        <a14:backgroundMark x1="72355" y1="97459" x2="71479" y2="97448"/>
                        <a14:backgroundMark x1="76809" y1="97514" x2="73285" y2="97470"/>
                        <a14:backgroundMark x1="97253" y1="97765" x2="84710" y2="97611"/>
                        <a14:backgroundMark x1="1099" y1="3073" x2="0" y2="838"/>
                        <a14:backgroundMark x1="4396" y1="1397" x2="3663" y2="2514"/>
                        <a14:backgroundMark x1="6410" y1="1955" x2="4945" y2="2793"/>
                        <a14:backgroundMark x1="13187" y1="559" x2="85714" y2="4469"/>
                        <a14:backgroundMark x1="85714" y1="4469" x2="14469" y2="838"/>
                        <a14:backgroundMark x1="90110" y1="1397" x2="88645" y2="1117"/>
                        <a14:backgroundMark x1="89560" y1="2514" x2="86447" y2="2514"/>
                        <a14:backgroundMark x1="89194" y1="3073" x2="86447" y2="3073"/>
                        <a14:backgroundMark x1="87912" y1="2514" x2="86813" y2="3352"/>
                        <a14:backgroundMark x1="99084" y1="9497" x2="99634" y2="89665"/>
                        <a14:backgroundMark x1="4579" y1="4749" x2="13370" y2="3911"/>
                        <a14:backgroundMark x1="3476" y1="8677" x2="3114" y2="10056"/>
                        <a14:backgroundMark x1="4579" y1="4469" x2="4389" y2="5193"/>
                        <a14:backgroundMark x1="2352" y1="80389" x2="2381" y2="87430"/>
                        <a14:backgroundMark x1="2198" y1="43017" x2="2236" y2="52143"/>
                        <a14:backgroundMark x1="2381" y1="87430" x2="2381" y2="87151"/>
                        <a14:backgroundMark x1="2015" y1="58939" x2="1832" y2="73743"/>
                        <a14:backgroundMark x1="1832" y1="73743" x2="1832" y2="73743"/>
                        <a14:backgroundMark x1="85531" y1="5028" x2="88462" y2="4469"/>
                        <a14:backgroundMark x1="2930" y1="5028" x2="7875" y2="3911"/>
                        <a14:backgroundMark x1="96703" y1="92737" x2="96703" y2="94693"/>
                        <a14:backgroundMark x1="96520" y1="92179" x2="97619" y2="92179"/>
                        <a14:backgroundMark x1="84432" y1="95251" x2="82784" y2="96369"/>
                        <a14:backgroundMark x1="91642" y1="5587" x2="92125" y2="5587"/>
                        <a14:backgroundMark x1="97619" y1="8659" x2="97802" y2="10056"/>
                        <a14:backgroundMark x1="2381" y1="31564" x2="2564" y2="41341"/>
                        <a14:backgroundMark x1="2564" y1="29609" x2="2381" y2="31564"/>
                        <a14:backgroundMark x1="2381" y1="57263" x2="2381" y2="58939"/>
                        <a14:backgroundMark x1="2747" y1="54469" x2="2747" y2="58659"/>
                        <a14:backgroundMark x1="2747" y1="53911" x2="2747" y2="55307"/>
                        <a14:backgroundMark x1="62821" y1="92458" x2="63004" y2="95810"/>
                        <a14:backgroundMark x1="75092" y1="92179" x2="75458" y2="96369"/>
                        <a14:backgroundMark x1="71978" y1="92458" x2="71978" y2="95251"/>
                        <a14:backgroundMark x1="75275" y1="91899" x2="75458" y2="94413"/>
                        <a14:backgroundMark x1="72161" y1="91899" x2="72161" y2="94413"/>
                        <a14:backgroundMark x1="77994" y1="95571" x2="77289" y2="95531"/>
                        <a14:backgroundMark x1="82234" y1="95810" x2="82069" y2="95801"/>
                        <a14:backgroundMark x1="2747" y1="73743" x2="2747" y2="74860"/>
                        <a14:backgroundMark x1="2381" y1="42458" x2="2381" y2="44972"/>
                        <a14:backgroundMark x1="0" y1="559" x2="549" y2="326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15254" y="1387006"/>
            <a:ext cx="4061590" cy="26630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182</Words>
  <Application>Microsoft Office PowerPoint</Application>
  <PresentationFormat>宽屏</PresentationFormat>
  <Paragraphs>41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Source Han Sans</vt:lpstr>
      <vt:lpstr>Source Han Sans CN Regular</vt:lpstr>
      <vt:lpstr>等线</vt:lpstr>
      <vt:lpstr>等线 Light</vt:lpstr>
      <vt:lpstr>微软雅黑</vt:lpstr>
      <vt:lpstr>Arial</vt:lpstr>
      <vt:lpstr>Office 主题​​</vt:lpstr>
      <vt:lpstr>PowerPoint 演示文稿</vt:lpstr>
      <vt:lpstr>电机开发教程</vt:lpstr>
      <vt:lpstr>开始之前</vt:lpstr>
      <vt:lpstr>PowerPoint 演示文稿</vt:lpstr>
      <vt:lpstr>1.1 学习内容规划</vt:lpstr>
      <vt:lpstr>1.2 硬件介绍</vt:lpstr>
      <vt:lpstr>1.3 学习资源获取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6</cp:revision>
  <dcterms:created xsi:type="dcterms:W3CDTF">2025-05-21T06:55:53Z</dcterms:created>
  <dcterms:modified xsi:type="dcterms:W3CDTF">2025-08-06T14:30:20Z</dcterms:modified>
</cp:coreProperties>
</file>