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9" r:id="rId2"/>
    <p:sldId id="804" r:id="rId3"/>
    <p:sldId id="826" r:id="rId4"/>
    <p:sldId id="813" r:id="rId5"/>
    <p:sldId id="806" r:id="rId6"/>
    <p:sldId id="807" r:id="rId7"/>
    <p:sldId id="808" r:id="rId8"/>
    <p:sldId id="814" r:id="rId9"/>
    <p:sldId id="809" r:id="rId10"/>
    <p:sldId id="810" r:id="rId11"/>
    <p:sldId id="815" r:id="rId12"/>
    <p:sldId id="816" r:id="rId13"/>
    <p:sldId id="820" r:id="rId14"/>
    <p:sldId id="821" r:id="rId15"/>
    <p:sldId id="822" r:id="rId16"/>
    <p:sldId id="825" r:id="rId17"/>
    <p:sldId id="28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C431"/>
    <a:srgbClr val="098F4A"/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A94A45-2EBE-461D-8DD2-C7B6FA45716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A8A189C-4CA9-4FED-B259-17AEB96ED95F}">
      <dgm:prSet/>
      <dgm:spPr/>
      <dgm:t>
        <a:bodyPr/>
        <a:lstStyle/>
        <a:p>
          <a:r>
            <a:rPr lang="zh-CN" altLang="en-US" b="1" dirty="0"/>
            <a:t>认知层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7360435-CDC5-4CF5-AD7E-E85E09A2EEE7}" type="parTrans" cxnId="{09B93758-CFC1-4DAC-99D2-35D473A6CA9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F56EAF1-BCC4-4726-A70D-17416F81BD57}" type="sibTrans" cxnId="{09B93758-CFC1-4DAC-99D2-35D473A6CA9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E5D1841-4577-47A5-BFB0-B3D5BE020BA3}">
      <dgm:prSet/>
      <dgm:spPr/>
      <dgm:t>
        <a:bodyPr/>
        <a:lstStyle/>
        <a:p>
          <a:pPr>
            <a:buNone/>
          </a:pPr>
          <a:r>
            <a:rPr lang="zh-CN" altLang="en-US" b="1" dirty="0"/>
            <a:t>技能层</a:t>
          </a:r>
          <a:endParaRPr lang="zh-CN" altLang="en-US" dirty="0"/>
        </a:p>
      </dgm:t>
    </dgm:pt>
    <dgm:pt modelId="{7DD08C63-673F-4329-9DFB-D043FF9108A7}" type="parTrans" cxnId="{73AEB2E7-38C0-41C2-B030-686086688275}">
      <dgm:prSet/>
      <dgm:spPr/>
      <dgm:t>
        <a:bodyPr/>
        <a:lstStyle/>
        <a:p>
          <a:endParaRPr lang="zh-CN" altLang="en-US"/>
        </a:p>
      </dgm:t>
    </dgm:pt>
    <dgm:pt modelId="{1B37760D-7E9E-4A4D-B937-7463BA5462D3}" type="sibTrans" cxnId="{73AEB2E7-38C0-41C2-B030-686086688275}">
      <dgm:prSet/>
      <dgm:spPr/>
      <dgm:t>
        <a:bodyPr/>
        <a:lstStyle/>
        <a:p>
          <a:endParaRPr lang="zh-CN" altLang="en-US"/>
        </a:p>
      </dgm:t>
    </dgm:pt>
    <dgm:pt modelId="{E929296C-E68F-4215-9299-C52B37736ACC}">
      <dgm:prSet/>
      <dgm:spPr/>
      <dgm:t>
        <a:bodyPr/>
        <a:lstStyle/>
        <a:p>
          <a:pPr>
            <a:buNone/>
          </a:pPr>
          <a:r>
            <a:rPr lang="zh-CN" altLang="en-US" b="1" dirty="0"/>
            <a:t>思维层</a:t>
          </a:r>
          <a:endParaRPr lang="zh-CN" altLang="en-US" dirty="0"/>
        </a:p>
      </dgm:t>
    </dgm:pt>
    <dgm:pt modelId="{09D06F0E-7682-4421-AC5B-0804271145BD}" type="parTrans" cxnId="{FDC6B651-EB58-4C6C-B7F2-F7F35D7A729C}">
      <dgm:prSet/>
      <dgm:spPr/>
      <dgm:t>
        <a:bodyPr/>
        <a:lstStyle/>
        <a:p>
          <a:endParaRPr lang="zh-CN" altLang="en-US"/>
        </a:p>
      </dgm:t>
    </dgm:pt>
    <dgm:pt modelId="{DAFBC7E3-F8E3-4E1D-9BEC-7D4D4E5787FB}" type="sibTrans" cxnId="{FDC6B651-EB58-4C6C-B7F2-F7F35D7A729C}">
      <dgm:prSet/>
      <dgm:spPr/>
      <dgm:t>
        <a:bodyPr/>
        <a:lstStyle/>
        <a:p>
          <a:endParaRPr lang="zh-CN" altLang="en-US"/>
        </a:p>
      </dgm:t>
    </dgm:pt>
    <dgm:pt modelId="{CE05F1A3-62E2-47D3-A182-B601B6E254BA}">
      <dgm:prSet/>
      <dgm:spPr/>
      <dgm:t>
        <a:bodyPr/>
        <a:lstStyle/>
        <a:p>
          <a:r>
            <a:rPr lang="zh-CN" altLang="en-US" dirty="0"/>
            <a:t>理解传感器噪声、机械死区与积分饱和对控制的影响。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DA31A1F-DD70-45DB-83A5-40D506020F0C}" type="parTrans" cxnId="{9DE90903-6F1B-4635-9F2B-19B8B0024197}">
      <dgm:prSet/>
      <dgm:spPr/>
      <dgm:t>
        <a:bodyPr/>
        <a:lstStyle/>
        <a:p>
          <a:endParaRPr lang="zh-CN" altLang="en-US"/>
        </a:p>
      </dgm:t>
    </dgm:pt>
    <dgm:pt modelId="{7B323CFB-1E6D-4AE3-8A92-94D8758F79C1}" type="sibTrans" cxnId="{9DE90903-6F1B-4635-9F2B-19B8B0024197}">
      <dgm:prSet/>
      <dgm:spPr/>
      <dgm:t>
        <a:bodyPr/>
        <a:lstStyle/>
        <a:p>
          <a:endParaRPr lang="zh-CN" altLang="en-US"/>
        </a:p>
      </dgm:t>
    </dgm:pt>
    <dgm:pt modelId="{37E9733E-6452-45E7-85BB-EE4FE29661DA}">
      <dgm:prSet/>
      <dgm:spPr/>
      <dgm:t>
        <a:bodyPr/>
        <a:lstStyle/>
        <a:p>
          <a:pPr>
            <a:buNone/>
          </a:pPr>
          <a:r>
            <a:rPr lang="zh-CN" altLang="en-US" dirty="0"/>
            <a:t>掌握低通滤波、微分先行、死区补偿及积分分离的 </a:t>
          </a:r>
          <a:r>
            <a:rPr lang="en-US" altLang="zh-CN" dirty="0"/>
            <a:t>C </a:t>
          </a:r>
          <a:r>
            <a:rPr lang="zh-CN" altLang="en-US" dirty="0"/>
            <a:t>语言实现。</a:t>
          </a:r>
        </a:p>
      </dgm:t>
    </dgm:pt>
    <dgm:pt modelId="{30178AAA-DDD3-4410-A047-81D7DC2551A1}" type="parTrans" cxnId="{4758DF24-FA2A-458A-B7C8-717D2286C8E5}">
      <dgm:prSet/>
      <dgm:spPr/>
      <dgm:t>
        <a:bodyPr/>
        <a:lstStyle/>
        <a:p>
          <a:endParaRPr lang="zh-CN" altLang="en-US"/>
        </a:p>
      </dgm:t>
    </dgm:pt>
    <dgm:pt modelId="{8912DDF0-198F-4826-B1FC-18058C1240A5}" type="sibTrans" cxnId="{4758DF24-FA2A-458A-B7C8-717D2286C8E5}">
      <dgm:prSet/>
      <dgm:spPr/>
      <dgm:t>
        <a:bodyPr/>
        <a:lstStyle/>
        <a:p>
          <a:endParaRPr lang="zh-CN" altLang="en-US"/>
        </a:p>
      </dgm:t>
    </dgm:pt>
    <dgm:pt modelId="{9E51898F-D31B-460F-A7A3-F656A17B3264}">
      <dgm:prSet/>
      <dgm:spPr/>
      <dgm:t>
        <a:bodyPr/>
        <a:lstStyle/>
        <a:p>
          <a:pPr>
            <a:buNone/>
          </a:pPr>
          <a:r>
            <a:rPr lang="zh-CN" altLang="en-US"/>
            <a:t>建立“硬件约束决定算法边界”的工程思维。</a:t>
          </a:r>
          <a:endParaRPr lang="zh-CN" altLang="en-US" dirty="0"/>
        </a:p>
      </dgm:t>
    </dgm:pt>
    <dgm:pt modelId="{B2A6B63D-BDE3-4FDF-BCBB-8B79C5EF1699}" type="parTrans" cxnId="{B325EF92-63D8-4951-A9B6-85A75B6A3397}">
      <dgm:prSet/>
      <dgm:spPr/>
      <dgm:t>
        <a:bodyPr/>
        <a:lstStyle/>
        <a:p>
          <a:endParaRPr lang="zh-CN" altLang="en-US"/>
        </a:p>
      </dgm:t>
    </dgm:pt>
    <dgm:pt modelId="{7F744C31-7236-45EB-8037-46FEBC2D4C85}" type="sibTrans" cxnId="{B325EF92-63D8-4951-A9B6-85A75B6A3397}">
      <dgm:prSet/>
      <dgm:spPr/>
      <dgm:t>
        <a:bodyPr/>
        <a:lstStyle/>
        <a:p>
          <a:endParaRPr lang="zh-CN" altLang="en-US"/>
        </a:p>
      </dgm:t>
    </dgm:pt>
    <dgm:pt modelId="{A49EB971-188E-4DD3-B568-0F3D2280B238}" type="pres">
      <dgm:prSet presAssocID="{A0A94A45-2EBE-461D-8DD2-C7B6FA457168}" presName="linear" presStyleCnt="0">
        <dgm:presLayoutVars>
          <dgm:dir/>
          <dgm:animLvl val="lvl"/>
          <dgm:resizeHandles val="exact"/>
        </dgm:presLayoutVars>
      </dgm:prSet>
      <dgm:spPr/>
    </dgm:pt>
    <dgm:pt modelId="{50D8CD43-EA9F-4044-BEAD-7049C5A927FB}" type="pres">
      <dgm:prSet presAssocID="{0A8A189C-4CA9-4FED-B259-17AEB96ED95F}" presName="parentLin" presStyleCnt="0"/>
      <dgm:spPr/>
    </dgm:pt>
    <dgm:pt modelId="{9D79B334-E645-4611-BBC2-BD07E87D93F8}" type="pres">
      <dgm:prSet presAssocID="{0A8A189C-4CA9-4FED-B259-17AEB96ED95F}" presName="parentLeftMargin" presStyleLbl="node1" presStyleIdx="0" presStyleCnt="3"/>
      <dgm:spPr/>
    </dgm:pt>
    <dgm:pt modelId="{84F072CC-848C-42AA-824A-DA31CF8C601E}" type="pres">
      <dgm:prSet presAssocID="{0A8A189C-4CA9-4FED-B259-17AEB96ED95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6C02C2B-31CE-4981-B6AD-D41DF555204E}" type="pres">
      <dgm:prSet presAssocID="{0A8A189C-4CA9-4FED-B259-17AEB96ED95F}" presName="negativeSpace" presStyleCnt="0"/>
      <dgm:spPr/>
    </dgm:pt>
    <dgm:pt modelId="{47AFC7CC-CDAC-42A3-A9AB-938DE5C623B8}" type="pres">
      <dgm:prSet presAssocID="{0A8A189C-4CA9-4FED-B259-17AEB96ED95F}" presName="childText" presStyleLbl="conFgAcc1" presStyleIdx="0" presStyleCnt="3">
        <dgm:presLayoutVars>
          <dgm:bulletEnabled val="1"/>
        </dgm:presLayoutVars>
      </dgm:prSet>
      <dgm:spPr/>
    </dgm:pt>
    <dgm:pt modelId="{B3FA8644-7909-4637-997D-9E9DAA40982E}" type="pres">
      <dgm:prSet presAssocID="{6F56EAF1-BCC4-4726-A70D-17416F81BD57}" presName="spaceBetweenRectangles" presStyleCnt="0"/>
      <dgm:spPr/>
    </dgm:pt>
    <dgm:pt modelId="{D8D7EF8C-6468-433E-BCF0-A35C85E0CB5C}" type="pres">
      <dgm:prSet presAssocID="{9E5D1841-4577-47A5-BFB0-B3D5BE020BA3}" presName="parentLin" presStyleCnt="0"/>
      <dgm:spPr/>
    </dgm:pt>
    <dgm:pt modelId="{55434695-56A8-492E-A9FB-71839191EE2D}" type="pres">
      <dgm:prSet presAssocID="{9E5D1841-4577-47A5-BFB0-B3D5BE020BA3}" presName="parentLeftMargin" presStyleLbl="node1" presStyleIdx="0" presStyleCnt="3"/>
      <dgm:spPr/>
    </dgm:pt>
    <dgm:pt modelId="{9FCD6834-E382-4B57-ABA1-63030AE7D67E}" type="pres">
      <dgm:prSet presAssocID="{9E5D1841-4577-47A5-BFB0-B3D5BE020BA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ED8C081-524D-49E3-BF57-7B3E74331A97}" type="pres">
      <dgm:prSet presAssocID="{9E5D1841-4577-47A5-BFB0-B3D5BE020BA3}" presName="negativeSpace" presStyleCnt="0"/>
      <dgm:spPr/>
    </dgm:pt>
    <dgm:pt modelId="{A807BDF5-2574-4130-B6A8-960861657E73}" type="pres">
      <dgm:prSet presAssocID="{9E5D1841-4577-47A5-BFB0-B3D5BE020BA3}" presName="childText" presStyleLbl="conFgAcc1" presStyleIdx="1" presStyleCnt="3">
        <dgm:presLayoutVars>
          <dgm:bulletEnabled val="1"/>
        </dgm:presLayoutVars>
      </dgm:prSet>
      <dgm:spPr/>
    </dgm:pt>
    <dgm:pt modelId="{C47D612C-8899-4E55-9644-6907B6D815B9}" type="pres">
      <dgm:prSet presAssocID="{1B37760D-7E9E-4A4D-B937-7463BA5462D3}" presName="spaceBetweenRectangles" presStyleCnt="0"/>
      <dgm:spPr/>
    </dgm:pt>
    <dgm:pt modelId="{8F7A5799-BB33-4E21-AD9D-B0E78F5475D4}" type="pres">
      <dgm:prSet presAssocID="{E929296C-E68F-4215-9299-C52B37736ACC}" presName="parentLin" presStyleCnt="0"/>
      <dgm:spPr/>
    </dgm:pt>
    <dgm:pt modelId="{4789ED92-9B45-4A9F-BB03-109734F9D525}" type="pres">
      <dgm:prSet presAssocID="{E929296C-E68F-4215-9299-C52B37736ACC}" presName="parentLeftMargin" presStyleLbl="node1" presStyleIdx="1" presStyleCnt="3"/>
      <dgm:spPr/>
    </dgm:pt>
    <dgm:pt modelId="{065B8ADB-805B-4CB9-BA35-7B560B0A8ADA}" type="pres">
      <dgm:prSet presAssocID="{E929296C-E68F-4215-9299-C52B37736AC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70D857F-A4EC-4C64-BDAA-51DBD9F2397B}" type="pres">
      <dgm:prSet presAssocID="{E929296C-E68F-4215-9299-C52B37736ACC}" presName="negativeSpace" presStyleCnt="0"/>
      <dgm:spPr/>
    </dgm:pt>
    <dgm:pt modelId="{14F4D836-0678-405C-885C-2C164075535C}" type="pres">
      <dgm:prSet presAssocID="{E929296C-E68F-4215-9299-C52B37736AC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DE90903-6F1B-4635-9F2B-19B8B0024197}" srcId="{0A8A189C-4CA9-4FED-B259-17AEB96ED95F}" destId="{CE05F1A3-62E2-47D3-A182-B601B6E254BA}" srcOrd="0" destOrd="0" parTransId="{8DA31A1F-DD70-45DB-83A5-40D506020F0C}" sibTransId="{7B323CFB-1E6D-4AE3-8A92-94D8758F79C1}"/>
    <dgm:cxn modelId="{19278F0D-31C7-4F69-8AF2-E967DBF78037}" type="presOf" srcId="{0A8A189C-4CA9-4FED-B259-17AEB96ED95F}" destId="{9D79B334-E645-4611-BBC2-BD07E87D93F8}" srcOrd="0" destOrd="0" presId="urn:microsoft.com/office/officeart/2005/8/layout/list1"/>
    <dgm:cxn modelId="{4758DF24-FA2A-458A-B7C8-717D2286C8E5}" srcId="{9E5D1841-4577-47A5-BFB0-B3D5BE020BA3}" destId="{37E9733E-6452-45E7-85BB-EE4FE29661DA}" srcOrd="0" destOrd="0" parTransId="{30178AAA-DDD3-4410-A047-81D7DC2551A1}" sibTransId="{8912DDF0-198F-4826-B1FC-18058C1240A5}"/>
    <dgm:cxn modelId="{08AD2B67-33C4-49F0-9868-3C6ABA78A25A}" type="presOf" srcId="{E929296C-E68F-4215-9299-C52B37736ACC}" destId="{065B8ADB-805B-4CB9-BA35-7B560B0A8ADA}" srcOrd="1" destOrd="0" presId="urn:microsoft.com/office/officeart/2005/8/layout/list1"/>
    <dgm:cxn modelId="{FDC6B651-EB58-4C6C-B7F2-F7F35D7A729C}" srcId="{A0A94A45-2EBE-461D-8DD2-C7B6FA457168}" destId="{E929296C-E68F-4215-9299-C52B37736ACC}" srcOrd="2" destOrd="0" parTransId="{09D06F0E-7682-4421-AC5B-0804271145BD}" sibTransId="{DAFBC7E3-F8E3-4E1D-9BEC-7D4D4E5787FB}"/>
    <dgm:cxn modelId="{09B93758-CFC1-4DAC-99D2-35D473A6CA92}" srcId="{A0A94A45-2EBE-461D-8DD2-C7B6FA457168}" destId="{0A8A189C-4CA9-4FED-B259-17AEB96ED95F}" srcOrd="0" destOrd="0" parTransId="{17360435-CDC5-4CF5-AD7E-E85E09A2EEE7}" sibTransId="{6F56EAF1-BCC4-4726-A70D-17416F81BD57}"/>
    <dgm:cxn modelId="{B325EF92-63D8-4951-A9B6-85A75B6A3397}" srcId="{E929296C-E68F-4215-9299-C52B37736ACC}" destId="{9E51898F-D31B-460F-A7A3-F656A17B3264}" srcOrd="0" destOrd="0" parTransId="{B2A6B63D-BDE3-4FDF-BCBB-8B79C5EF1699}" sibTransId="{7F744C31-7236-45EB-8037-46FEBC2D4C85}"/>
    <dgm:cxn modelId="{C81C5B9D-B4C0-44B8-AF23-3FC367A02B9F}" type="presOf" srcId="{9E51898F-D31B-460F-A7A3-F656A17B3264}" destId="{14F4D836-0678-405C-885C-2C164075535C}" srcOrd="0" destOrd="0" presId="urn:microsoft.com/office/officeart/2005/8/layout/list1"/>
    <dgm:cxn modelId="{EFC9909F-B7D8-455F-995B-737E157A06A0}" type="presOf" srcId="{9E5D1841-4577-47A5-BFB0-B3D5BE020BA3}" destId="{9FCD6834-E382-4B57-ABA1-63030AE7D67E}" srcOrd="1" destOrd="0" presId="urn:microsoft.com/office/officeart/2005/8/layout/list1"/>
    <dgm:cxn modelId="{B36A47B2-A527-4BC9-AF81-FB2F00ABFD37}" type="presOf" srcId="{CE05F1A3-62E2-47D3-A182-B601B6E254BA}" destId="{47AFC7CC-CDAC-42A3-A9AB-938DE5C623B8}" srcOrd="0" destOrd="0" presId="urn:microsoft.com/office/officeart/2005/8/layout/list1"/>
    <dgm:cxn modelId="{198252B3-2B7E-48F3-98ED-FC7A9690BFC6}" type="presOf" srcId="{9E5D1841-4577-47A5-BFB0-B3D5BE020BA3}" destId="{55434695-56A8-492E-A9FB-71839191EE2D}" srcOrd="0" destOrd="0" presId="urn:microsoft.com/office/officeart/2005/8/layout/list1"/>
    <dgm:cxn modelId="{65D61BB7-ABD3-4661-85C6-5164E350B400}" type="presOf" srcId="{E929296C-E68F-4215-9299-C52B37736ACC}" destId="{4789ED92-9B45-4A9F-BB03-109734F9D525}" srcOrd="0" destOrd="0" presId="urn:microsoft.com/office/officeart/2005/8/layout/list1"/>
    <dgm:cxn modelId="{EF2B67B7-2BC2-4A5A-8691-67B3FB648E51}" type="presOf" srcId="{37E9733E-6452-45E7-85BB-EE4FE29661DA}" destId="{A807BDF5-2574-4130-B6A8-960861657E73}" srcOrd="0" destOrd="0" presId="urn:microsoft.com/office/officeart/2005/8/layout/list1"/>
    <dgm:cxn modelId="{73AEB2E7-38C0-41C2-B030-686086688275}" srcId="{A0A94A45-2EBE-461D-8DD2-C7B6FA457168}" destId="{9E5D1841-4577-47A5-BFB0-B3D5BE020BA3}" srcOrd="1" destOrd="0" parTransId="{7DD08C63-673F-4329-9DFB-D043FF9108A7}" sibTransId="{1B37760D-7E9E-4A4D-B937-7463BA5462D3}"/>
    <dgm:cxn modelId="{6E017FEF-F5DF-4D30-9865-2171ABE9572D}" type="presOf" srcId="{A0A94A45-2EBE-461D-8DD2-C7B6FA457168}" destId="{A49EB971-188E-4DD3-B568-0F3D2280B238}" srcOrd="0" destOrd="0" presId="urn:microsoft.com/office/officeart/2005/8/layout/list1"/>
    <dgm:cxn modelId="{DEAAB0F7-A7D6-4308-BA52-7C2DDE3CEF3A}" type="presOf" srcId="{0A8A189C-4CA9-4FED-B259-17AEB96ED95F}" destId="{84F072CC-848C-42AA-824A-DA31CF8C601E}" srcOrd="1" destOrd="0" presId="urn:microsoft.com/office/officeart/2005/8/layout/list1"/>
    <dgm:cxn modelId="{52EE61E7-AF24-437B-B7E1-57A5EBE02C13}" type="presParOf" srcId="{A49EB971-188E-4DD3-B568-0F3D2280B238}" destId="{50D8CD43-EA9F-4044-BEAD-7049C5A927FB}" srcOrd="0" destOrd="0" presId="urn:microsoft.com/office/officeart/2005/8/layout/list1"/>
    <dgm:cxn modelId="{FECF9A2B-BE3D-4666-9030-BC26410E9F36}" type="presParOf" srcId="{50D8CD43-EA9F-4044-BEAD-7049C5A927FB}" destId="{9D79B334-E645-4611-BBC2-BD07E87D93F8}" srcOrd="0" destOrd="0" presId="urn:microsoft.com/office/officeart/2005/8/layout/list1"/>
    <dgm:cxn modelId="{5B5D33D2-1EBE-4B30-98E8-A1685B6FE80F}" type="presParOf" srcId="{50D8CD43-EA9F-4044-BEAD-7049C5A927FB}" destId="{84F072CC-848C-42AA-824A-DA31CF8C601E}" srcOrd="1" destOrd="0" presId="urn:microsoft.com/office/officeart/2005/8/layout/list1"/>
    <dgm:cxn modelId="{9004B959-ABAC-48BA-AB7B-5C2F8FA9706B}" type="presParOf" srcId="{A49EB971-188E-4DD3-B568-0F3D2280B238}" destId="{66C02C2B-31CE-4981-B6AD-D41DF555204E}" srcOrd="1" destOrd="0" presId="urn:microsoft.com/office/officeart/2005/8/layout/list1"/>
    <dgm:cxn modelId="{BBBA3547-F7D9-4ABA-8BB1-E0BA77F5C1F3}" type="presParOf" srcId="{A49EB971-188E-4DD3-B568-0F3D2280B238}" destId="{47AFC7CC-CDAC-42A3-A9AB-938DE5C623B8}" srcOrd="2" destOrd="0" presId="urn:microsoft.com/office/officeart/2005/8/layout/list1"/>
    <dgm:cxn modelId="{A1C0691B-B2C2-445D-97D0-F5DEE2AF7E5F}" type="presParOf" srcId="{A49EB971-188E-4DD3-B568-0F3D2280B238}" destId="{B3FA8644-7909-4637-997D-9E9DAA40982E}" srcOrd="3" destOrd="0" presId="urn:microsoft.com/office/officeart/2005/8/layout/list1"/>
    <dgm:cxn modelId="{E690DB09-7B7F-4CD5-BB54-546F9B5A877D}" type="presParOf" srcId="{A49EB971-188E-4DD3-B568-0F3D2280B238}" destId="{D8D7EF8C-6468-433E-BCF0-A35C85E0CB5C}" srcOrd="4" destOrd="0" presId="urn:microsoft.com/office/officeart/2005/8/layout/list1"/>
    <dgm:cxn modelId="{B4A48E2F-CA65-4B44-8D7D-A34A67E6E260}" type="presParOf" srcId="{D8D7EF8C-6468-433E-BCF0-A35C85E0CB5C}" destId="{55434695-56A8-492E-A9FB-71839191EE2D}" srcOrd="0" destOrd="0" presId="urn:microsoft.com/office/officeart/2005/8/layout/list1"/>
    <dgm:cxn modelId="{68D6DE2D-68F5-42E9-A802-E70BC705EFC7}" type="presParOf" srcId="{D8D7EF8C-6468-433E-BCF0-A35C85E0CB5C}" destId="{9FCD6834-E382-4B57-ABA1-63030AE7D67E}" srcOrd="1" destOrd="0" presId="urn:microsoft.com/office/officeart/2005/8/layout/list1"/>
    <dgm:cxn modelId="{81C83478-C7FA-4328-9F26-374800285038}" type="presParOf" srcId="{A49EB971-188E-4DD3-B568-0F3D2280B238}" destId="{CED8C081-524D-49E3-BF57-7B3E74331A97}" srcOrd="5" destOrd="0" presId="urn:microsoft.com/office/officeart/2005/8/layout/list1"/>
    <dgm:cxn modelId="{6ADC6153-BD5E-4F88-AF0B-84E9685A0774}" type="presParOf" srcId="{A49EB971-188E-4DD3-B568-0F3D2280B238}" destId="{A807BDF5-2574-4130-B6A8-960861657E73}" srcOrd="6" destOrd="0" presId="urn:microsoft.com/office/officeart/2005/8/layout/list1"/>
    <dgm:cxn modelId="{67FDE302-8769-40BA-A75B-9D1620B85925}" type="presParOf" srcId="{A49EB971-188E-4DD3-B568-0F3D2280B238}" destId="{C47D612C-8899-4E55-9644-6907B6D815B9}" srcOrd="7" destOrd="0" presId="urn:microsoft.com/office/officeart/2005/8/layout/list1"/>
    <dgm:cxn modelId="{0E5D3F7E-38B2-4A64-84B6-075A162682D8}" type="presParOf" srcId="{A49EB971-188E-4DD3-B568-0F3D2280B238}" destId="{8F7A5799-BB33-4E21-AD9D-B0E78F5475D4}" srcOrd="8" destOrd="0" presId="urn:microsoft.com/office/officeart/2005/8/layout/list1"/>
    <dgm:cxn modelId="{C2279A99-0703-49F2-9119-4CC51606245B}" type="presParOf" srcId="{8F7A5799-BB33-4E21-AD9D-B0E78F5475D4}" destId="{4789ED92-9B45-4A9F-BB03-109734F9D525}" srcOrd="0" destOrd="0" presId="urn:microsoft.com/office/officeart/2005/8/layout/list1"/>
    <dgm:cxn modelId="{3F267FB6-E2F9-4978-8DD4-D886BADA6E18}" type="presParOf" srcId="{8F7A5799-BB33-4E21-AD9D-B0E78F5475D4}" destId="{065B8ADB-805B-4CB9-BA35-7B560B0A8ADA}" srcOrd="1" destOrd="0" presId="urn:microsoft.com/office/officeart/2005/8/layout/list1"/>
    <dgm:cxn modelId="{0C697C46-7673-43E8-B2FC-CB37127DC5E9}" type="presParOf" srcId="{A49EB971-188E-4DD3-B568-0F3D2280B238}" destId="{670D857F-A4EC-4C64-BDAA-51DBD9F2397B}" srcOrd="9" destOrd="0" presId="urn:microsoft.com/office/officeart/2005/8/layout/list1"/>
    <dgm:cxn modelId="{0174C560-F258-4714-A54E-03BB284FB719}" type="presParOf" srcId="{A49EB971-188E-4DD3-B568-0F3D2280B238}" destId="{14F4D836-0678-405C-885C-2C164075535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54481F-C792-492F-85D0-10CCBF64481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82F1938-2FA0-43D7-833C-86DE9776ADC0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假设反馈是纯净的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C90745E-8C1A-4E27-AEB6-1EBDF266D662}" type="parTrans" cxnId="{C3B7484C-400D-455C-9EA0-9851CF8610B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72EA9B-B206-4F69-8F34-61047C440149}" type="sibTrans" cxnId="{C3B7484C-400D-455C-9EA0-9851CF8610B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1B4AAE-2C3B-47E0-B6D4-C423D30440B2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假设系统是线性的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5C82138-1A04-4B50-9AD9-A2CD9D0294F7}" type="parTrans" cxnId="{B514E67D-49B1-40CC-999B-9743C0FA40C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97FDAFB-D572-4B89-A3BD-3402AD363095}" type="sibTrans" cxnId="{B514E67D-49B1-40CC-999B-9743C0FA40CE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D9B57E4-2AEC-46FB-82B8-15C99B8B2AFC}">
      <dgm:prSet/>
      <dgm:spPr/>
      <dgm:t>
        <a:bodyPr/>
        <a:lstStyle/>
        <a:p>
          <a:r>
            <a:rPr lang="zh-CN" b="1" dirty="0">
              <a:latin typeface="微软雅黑" panose="020B0503020204020204" pitchFamily="34" charset="-122"/>
              <a:ea typeface="微软雅黑" panose="020B0503020204020204" pitchFamily="34" charset="-122"/>
            </a:rPr>
            <a:t>假设目标是平滑的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4839E19-BD7C-4EC5-A4E3-76C102494D0F}" type="parTrans" cxnId="{DFD72D2B-C6AC-4393-9DDC-46D2C5B47AA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AAE5E50-56D5-4EC6-810E-293015AAF79E}" type="sibTrans" cxnId="{DFD72D2B-C6AC-4393-9DDC-46D2C5B47AA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74D702C-F231-4DB6-9C0F-C38FCEBB59E8}">
      <dgm:prSet/>
      <dgm:spPr/>
      <dgm:t>
        <a:bodyPr/>
        <a:lstStyle/>
        <a:p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认为编码器返回的 </a:t>
          </a:r>
          <a:r>
            <a:rPr lang="en-US" dirty="0" err="1">
              <a:latin typeface="微软雅黑" panose="020B0503020204020204" pitchFamily="34" charset="-122"/>
              <a:ea typeface="微软雅黑" panose="020B0503020204020204" pitchFamily="34" charset="-122"/>
            </a:rPr>
            <a:t>raw_rpm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 完全真实，没有电子噪声或机械振动干扰。</a:t>
          </a:r>
        </a:p>
      </dgm:t>
    </dgm:pt>
    <dgm:pt modelId="{2FDD286A-C737-4492-AF09-E6E434ABDA90}" type="parTrans" cxnId="{673DAACB-62EF-4554-ABB9-E1599010B09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F2BE5B2-D925-4DD8-8080-149B47DC56A7}" type="sibTrans" cxnId="{673DAACB-62EF-4554-ABB9-E1599010B09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BA0CD92-0789-4805-A158-4782DE5D7B58}">
      <dgm:prSet/>
      <dgm:spPr/>
      <dgm:t>
        <a:bodyPr/>
        <a:lstStyle/>
        <a:p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认为给 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1% 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的 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PWM 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电机就会转，给 </a:t>
          </a:r>
          <a:r>
            <a:rPr 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100% </a:t>
          </a:r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就会达到最大速度，忽略了摩擦力和物理极限。</a:t>
          </a:r>
        </a:p>
      </dgm:t>
    </dgm:pt>
    <dgm:pt modelId="{BB00EB1F-0FB5-4FA2-A113-2F50A2B90B16}" type="parTrans" cxnId="{F3E20D5B-32FF-4B12-85E5-D804CBE5189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E995E08-6304-4673-B332-24E2924467C6}" type="sibTrans" cxnId="{F3E20D5B-32FF-4B12-85E5-D804CBE5189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8989A12-7C01-45B8-9092-4116057F42F6}">
      <dgm:prSet/>
      <dgm:spPr/>
      <dgm:t>
        <a:bodyPr/>
        <a:lstStyle/>
        <a:p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认为用户设定的 </a:t>
          </a:r>
          <a:r>
            <a:rPr lang="en-US">
              <a:latin typeface="微软雅黑" panose="020B0503020204020204" pitchFamily="34" charset="-122"/>
              <a:ea typeface="微软雅黑" panose="020B0503020204020204" pitchFamily="34" charset="-122"/>
            </a:rPr>
            <a:t>Target</a:t>
          </a:r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 变化是柔和的，不会发生从 </a:t>
          </a:r>
          <a:r>
            <a:rPr lang="en-US">
              <a:latin typeface="微软雅黑" panose="020B0503020204020204" pitchFamily="34" charset="-122"/>
              <a:ea typeface="微软雅黑" panose="020B0503020204020204" pitchFamily="34" charset="-122"/>
            </a:rPr>
            <a:t>0 </a:t>
          </a:r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直接跳变到 </a:t>
          </a:r>
          <a:r>
            <a:rPr lang="en-US">
              <a:latin typeface="微软雅黑" panose="020B0503020204020204" pitchFamily="34" charset="-122"/>
              <a:ea typeface="微软雅黑" panose="020B0503020204020204" pitchFamily="34" charset="-122"/>
            </a:rPr>
            <a:t>1000 </a:t>
          </a:r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的极端情况。理想 </a:t>
          </a:r>
          <a:r>
            <a:rPr lang="en-US">
              <a:latin typeface="微软雅黑" panose="020B0503020204020204" pitchFamily="34" charset="-122"/>
              <a:ea typeface="微软雅黑" panose="020B0503020204020204" pitchFamily="34" charset="-122"/>
            </a:rPr>
            <a:t>PID </a:t>
          </a:r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无法处理目标值 </a:t>
          </a:r>
          <a:r>
            <a:rPr lang="en-US">
              <a:latin typeface="微软雅黑" panose="020B0503020204020204" pitchFamily="34" charset="-122"/>
              <a:ea typeface="微软雅黑" panose="020B0503020204020204" pitchFamily="34" charset="-122"/>
            </a:rPr>
            <a:t>Target</a:t>
          </a:r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 的瞬间阶跃（如 </a:t>
          </a:r>
          <a:r>
            <a:rPr lang="en-US">
              <a:latin typeface="微软雅黑" panose="020B0503020204020204" pitchFamily="34" charset="-122"/>
              <a:ea typeface="微软雅黑" panose="020B0503020204020204" pitchFamily="34" charset="-122"/>
            </a:rPr>
            <a:t>0→100 RPM</a:t>
          </a:r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</a:rPr>
            <a:t>），这会导致电流和机械冲击。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64A370B-3F38-45C1-A6BE-F165D44C93CE}" type="parTrans" cxnId="{B8DD8568-7355-45E5-853C-206BB05BD3D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A9BD4BE-DD7C-4A6E-B639-EF0F8C0BEA4F}" type="sibTrans" cxnId="{B8DD8568-7355-45E5-853C-206BB05BD3DF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85D27D4-060C-438E-B2EE-D64A09A8EE6D}" type="pres">
      <dgm:prSet presAssocID="{6D54481F-C792-492F-85D0-10CCBF644813}" presName="linear" presStyleCnt="0">
        <dgm:presLayoutVars>
          <dgm:animLvl val="lvl"/>
          <dgm:resizeHandles val="exact"/>
        </dgm:presLayoutVars>
      </dgm:prSet>
      <dgm:spPr/>
    </dgm:pt>
    <dgm:pt modelId="{ED88A717-E35B-4019-8445-854962302F41}" type="pres">
      <dgm:prSet presAssocID="{182F1938-2FA0-43D7-833C-86DE9776ADC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B6F860C-84FB-469B-B559-FE8A2E0763A6}" type="pres">
      <dgm:prSet presAssocID="{182F1938-2FA0-43D7-833C-86DE9776ADC0}" presName="childText" presStyleLbl="revTx" presStyleIdx="0" presStyleCnt="3">
        <dgm:presLayoutVars>
          <dgm:bulletEnabled val="1"/>
        </dgm:presLayoutVars>
      </dgm:prSet>
      <dgm:spPr/>
    </dgm:pt>
    <dgm:pt modelId="{A817CE2C-E269-4F98-A6FD-18CFBB7CCFB4}" type="pres">
      <dgm:prSet presAssocID="{1B1B4AAE-2C3B-47E0-B6D4-C423D30440B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374740E-AD45-4FB2-9657-85C100FE3FA3}" type="pres">
      <dgm:prSet presAssocID="{1B1B4AAE-2C3B-47E0-B6D4-C423D30440B2}" presName="childText" presStyleLbl="revTx" presStyleIdx="1" presStyleCnt="3">
        <dgm:presLayoutVars>
          <dgm:bulletEnabled val="1"/>
        </dgm:presLayoutVars>
      </dgm:prSet>
      <dgm:spPr/>
    </dgm:pt>
    <dgm:pt modelId="{464F59FB-ADBE-4E9B-A482-4B29CF35F27F}" type="pres">
      <dgm:prSet presAssocID="{2D9B57E4-2AEC-46FB-82B8-15C99B8B2AF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58C2B9C-0135-4C15-96A1-E7FDB22FB383}" type="pres">
      <dgm:prSet presAssocID="{2D9B57E4-2AEC-46FB-82B8-15C99B8B2AFC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FD72D2B-C6AC-4393-9DDC-46D2C5B47AA7}" srcId="{6D54481F-C792-492F-85D0-10CCBF644813}" destId="{2D9B57E4-2AEC-46FB-82B8-15C99B8B2AFC}" srcOrd="2" destOrd="0" parTransId="{54839E19-BD7C-4EC5-A4E3-76C102494D0F}" sibTransId="{CAAE5E50-56D5-4EC6-810E-293015AAF79E}"/>
    <dgm:cxn modelId="{F3E20D5B-32FF-4B12-85E5-D804CBE5189B}" srcId="{1B1B4AAE-2C3B-47E0-B6D4-C423D30440B2}" destId="{9BA0CD92-0789-4805-A158-4782DE5D7B58}" srcOrd="0" destOrd="0" parTransId="{BB00EB1F-0FB5-4FA2-A113-2F50A2B90B16}" sibTransId="{AE995E08-6304-4673-B332-24E2924467C6}"/>
    <dgm:cxn modelId="{E249B147-10A2-4F4D-9776-B02484095139}" type="presOf" srcId="{6D54481F-C792-492F-85D0-10CCBF644813}" destId="{685D27D4-060C-438E-B2EE-D64A09A8EE6D}" srcOrd="0" destOrd="0" presId="urn:microsoft.com/office/officeart/2005/8/layout/vList2"/>
    <dgm:cxn modelId="{B8DD8568-7355-45E5-853C-206BB05BD3DF}" srcId="{2D9B57E4-2AEC-46FB-82B8-15C99B8B2AFC}" destId="{A8989A12-7C01-45B8-9092-4116057F42F6}" srcOrd="0" destOrd="0" parTransId="{464A370B-3F38-45C1-A6BE-F165D44C93CE}" sibTransId="{8A9BD4BE-DD7C-4A6E-B639-EF0F8C0BEA4F}"/>
    <dgm:cxn modelId="{C3B7484C-400D-455C-9EA0-9851CF8610BF}" srcId="{6D54481F-C792-492F-85D0-10CCBF644813}" destId="{182F1938-2FA0-43D7-833C-86DE9776ADC0}" srcOrd="0" destOrd="0" parTransId="{1C90745E-8C1A-4E27-AEB6-1EBDF266D662}" sibTransId="{9872EA9B-B206-4F69-8F34-61047C440149}"/>
    <dgm:cxn modelId="{B514E67D-49B1-40CC-999B-9743C0FA40CE}" srcId="{6D54481F-C792-492F-85D0-10CCBF644813}" destId="{1B1B4AAE-2C3B-47E0-B6D4-C423D30440B2}" srcOrd="1" destOrd="0" parTransId="{85C82138-1A04-4B50-9AD9-A2CD9D0294F7}" sibTransId="{C97FDAFB-D572-4B89-A3BD-3402AD363095}"/>
    <dgm:cxn modelId="{1499B290-C083-485C-8099-1C1027EB9A96}" type="presOf" srcId="{182F1938-2FA0-43D7-833C-86DE9776ADC0}" destId="{ED88A717-E35B-4019-8445-854962302F41}" srcOrd="0" destOrd="0" presId="urn:microsoft.com/office/officeart/2005/8/layout/vList2"/>
    <dgm:cxn modelId="{82F3F1AD-4BFB-4CC8-BC2D-F4DDA7507052}" type="presOf" srcId="{9BA0CD92-0789-4805-A158-4782DE5D7B58}" destId="{9374740E-AD45-4FB2-9657-85C100FE3FA3}" srcOrd="0" destOrd="0" presId="urn:microsoft.com/office/officeart/2005/8/layout/vList2"/>
    <dgm:cxn modelId="{673DAACB-62EF-4554-ABB9-E1599010B092}" srcId="{182F1938-2FA0-43D7-833C-86DE9776ADC0}" destId="{B74D702C-F231-4DB6-9C0F-C38FCEBB59E8}" srcOrd="0" destOrd="0" parTransId="{2FDD286A-C737-4492-AF09-E6E434ABDA90}" sibTransId="{0F2BE5B2-D925-4DD8-8080-149B47DC56A7}"/>
    <dgm:cxn modelId="{21E07BD9-20AD-4ADA-9F8F-DAB876CD9491}" type="presOf" srcId="{A8989A12-7C01-45B8-9092-4116057F42F6}" destId="{E58C2B9C-0135-4C15-96A1-E7FDB22FB383}" srcOrd="0" destOrd="0" presId="urn:microsoft.com/office/officeart/2005/8/layout/vList2"/>
    <dgm:cxn modelId="{B23CB0FB-33A1-4D3B-ADEA-EA9E8CEDA8CB}" type="presOf" srcId="{2D9B57E4-2AEC-46FB-82B8-15C99B8B2AFC}" destId="{464F59FB-ADBE-4E9B-A482-4B29CF35F27F}" srcOrd="0" destOrd="0" presId="urn:microsoft.com/office/officeart/2005/8/layout/vList2"/>
    <dgm:cxn modelId="{973999FC-2FFA-46B1-8070-AFCEC5DE9830}" type="presOf" srcId="{B74D702C-F231-4DB6-9C0F-C38FCEBB59E8}" destId="{4B6F860C-84FB-469B-B559-FE8A2E0763A6}" srcOrd="0" destOrd="0" presId="urn:microsoft.com/office/officeart/2005/8/layout/vList2"/>
    <dgm:cxn modelId="{656803FF-DD8F-4934-8A83-68855A66B8E8}" type="presOf" srcId="{1B1B4AAE-2C3B-47E0-B6D4-C423D30440B2}" destId="{A817CE2C-E269-4F98-A6FD-18CFBB7CCFB4}" srcOrd="0" destOrd="0" presId="urn:microsoft.com/office/officeart/2005/8/layout/vList2"/>
    <dgm:cxn modelId="{A14B404A-FDB1-4312-B2A2-72B43721ED0D}" type="presParOf" srcId="{685D27D4-060C-438E-B2EE-D64A09A8EE6D}" destId="{ED88A717-E35B-4019-8445-854962302F41}" srcOrd="0" destOrd="0" presId="urn:microsoft.com/office/officeart/2005/8/layout/vList2"/>
    <dgm:cxn modelId="{AF1F8A6E-B74C-4744-8522-26A74FA0E632}" type="presParOf" srcId="{685D27D4-060C-438E-B2EE-D64A09A8EE6D}" destId="{4B6F860C-84FB-469B-B559-FE8A2E0763A6}" srcOrd="1" destOrd="0" presId="urn:microsoft.com/office/officeart/2005/8/layout/vList2"/>
    <dgm:cxn modelId="{8D76FDE1-A2FA-452A-B194-75944626F0DD}" type="presParOf" srcId="{685D27D4-060C-438E-B2EE-D64A09A8EE6D}" destId="{A817CE2C-E269-4F98-A6FD-18CFBB7CCFB4}" srcOrd="2" destOrd="0" presId="urn:microsoft.com/office/officeart/2005/8/layout/vList2"/>
    <dgm:cxn modelId="{12BD65F2-EB1C-4138-8EC3-94E494D87E46}" type="presParOf" srcId="{685D27D4-060C-438E-B2EE-D64A09A8EE6D}" destId="{9374740E-AD45-4FB2-9657-85C100FE3FA3}" srcOrd="3" destOrd="0" presId="urn:microsoft.com/office/officeart/2005/8/layout/vList2"/>
    <dgm:cxn modelId="{43B40906-0877-49F0-AD30-96E7B2BE1775}" type="presParOf" srcId="{685D27D4-060C-438E-B2EE-D64A09A8EE6D}" destId="{464F59FB-ADBE-4E9B-A482-4B29CF35F27F}" srcOrd="4" destOrd="0" presId="urn:microsoft.com/office/officeart/2005/8/layout/vList2"/>
    <dgm:cxn modelId="{712A9F3D-B579-41DD-9185-23999769FE85}" type="presParOf" srcId="{685D27D4-060C-438E-B2EE-D64A09A8EE6D}" destId="{E58C2B9C-0135-4C15-96A1-E7FDB22FB38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E60C30-AF73-4AC7-95A8-34DCB92C5D2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F032C2A-23E2-499A-A2ED-23A8B64B96D1}">
      <dgm:prSet/>
      <dgm:spPr/>
      <dgm:t>
        <a:bodyPr/>
        <a:lstStyle/>
        <a:p>
          <a:r>
            <a:rPr lang="zh-CN" b="1" i="0" baseline="0"/>
            <a:t>A. “滋滋”作响的电机（噪声放大）</a:t>
          </a:r>
          <a:endParaRPr lang="zh-CN"/>
        </a:p>
      </dgm:t>
    </dgm:pt>
    <dgm:pt modelId="{8D74BB12-6642-4CAB-8156-E32778A01EF5}" type="parTrans" cxnId="{C99E2C11-F9D0-4E60-86F6-F24DE3586E18}">
      <dgm:prSet/>
      <dgm:spPr/>
      <dgm:t>
        <a:bodyPr/>
        <a:lstStyle/>
        <a:p>
          <a:endParaRPr lang="zh-CN" altLang="en-US"/>
        </a:p>
      </dgm:t>
    </dgm:pt>
    <dgm:pt modelId="{3DAB82EA-0D3A-444A-9BD2-CBBD91ED5984}" type="sibTrans" cxnId="{C99E2C11-F9D0-4E60-86F6-F24DE3586E18}">
      <dgm:prSet/>
      <dgm:spPr/>
      <dgm:t>
        <a:bodyPr/>
        <a:lstStyle/>
        <a:p>
          <a:endParaRPr lang="zh-CN" altLang="en-US"/>
        </a:p>
      </dgm:t>
    </dgm:pt>
    <dgm:pt modelId="{6491EBC8-8ADC-45A3-9832-2C5AA8904448}">
      <dgm:prSet/>
      <dgm:spPr/>
      <dgm:t>
        <a:bodyPr/>
        <a:lstStyle/>
        <a:p>
          <a:r>
            <a:rPr lang="zh-CN" b="1" i="0" baseline="0" dirty="0"/>
            <a:t>现象</a:t>
          </a:r>
          <a:r>
            <a:rPr lang="zh-CN" b="0" i="0" baseline="0" dirty="0"/>
            <a:t>：电机运转时伴随不规则的抖动和高频噪音。</a:t>
          </a:r>
          <a:endParaRPr lang="zh-CN" dirty="0"/>
        </a:p>
      </dgm:t>
    </dgm:pt>
    <dgm:pt modelId="{34D1559B-6DA2-448E-A3AA-AE5BA2E0577D}" type="parTrans" cxnId="{A14399DF-A232-49EE-9D09-8527C1C63441}">
      <dgm:prSet/>
      <dgm:spPr/>
      <dgm:t>
        <a:bodyPr/>
        <a:lstStyle/>
        <a:p>
          <a:endParaRPr lang="zh-CN" altLang="en-US"/>
        </a:p>
      </dgm:t>
    </dgm:pt>
    <dgm:pt modelId="{F0DF62FF-2D94-4008-B74E-CEE2C89BAB19}" type="sibTrans" cxnId="{A14399DF-A232-49EE-9D09-8527C1C63441}">
      <dgm:prSet/>
      <dgm:spPr/>
      <dgm:t>
        <a:bodyPr/>
        <a:lstStyle/>
        <a:p>
          <a:endParaRPr lang="zh-CN" altLang="en-US"/>
        </a:p>
      </dgm:t>
    </dgm:pt>
    <dgm:pt modelId="{EF284FC6-FA99-4085-A926-2E5E00AD9D89}">
      <dgm:prSet/>
      <dgm:spPr/>
      <dgm:t>
        <a:bodyPr/>
        <a:lstStyle/>
        <a:p>
          <a:r>
            <a:rPr lang="zh-CN" b="1" i="0" baseline="0" dirty="0"/>
            <a:t>现象</a:t>
          </a:r>
          <a:r>
            <a:rPr lang="zh-CN" b="0" i="0" baseline="0" dirty="0"/>
            <a:t>：电机启动时速度远超设定值，甚至撞向机械限位。</a:t>
          </a:r>
          <a:endParaRPr lang="zh-CN" dirty="0"/>
        </a:p>
      </dgm:t>
    </dgm:pt>
    <dgm:pt modelId="{10A90CE0-7042-4F63-9FFA-C01DA74E001B}" type="parTrans" cxnId="{2627DAA2-F3E6-4351-900D-D6913D1A94B2}">
      <dgm:prSet/>
      <dgm:spPr/>
      <dgm:t>
        <a:bodyPr/>
        <a:lstStyle/>
        <a:p>
          <a:endParaRPr lang="zh-CN" altLang="en-US"/>
        </a:p>
      </dgm:t>
    </dgm:pt>
    <dgm:pt modelId="{3574E677-BC2D-43BB-B61F-035A1BFC39C1}" type="sibTrans" cxnId="{2627DAA2-F3E6-4351-900D-D6913D1A94B2}">
      <dgm:prSet/>
      <dgm:spPr/>
      <dgm:t>
        <a:bodyPr/>
        <a:lstStyle/>
        <a:p>
          <a:endParaRPr lang="zh-CN" altLang="en-US"/>
        </a:p>
      </dgm:t>
    </dgm:pt>
    <dgm:pt modelId="{11A71727-9E50-4535-AB26-6216E4BE7F23}">
      <dgm:prSet/>
      <dgm:spPr/>
      <dgm:t>
        <a:bodyPr/>
        <a:lstStyle/>
        <a:p>
          <a:r>
            <a:rPr lang="zh-CN" b="1" i="0" baseline="0" dirty="0"/>
            <a:t>原因</a:t>
          </a:r>
          <a:r>
            <a:rPr lang="zh-CN" b="0" i="0" baseline="0" dirty="0"/>
            <a:t>：虽然我们设置了 PID_INTEGRAL_MAX，但在启动初期，由于误差 Error 很大，积分项 Integral 迅速填满限幅值。即便速度已经接近目标，满额的积分项仍会推动电机继续加速。</a:t>
          </a:r>
          <a:endParaRPr lang="zh-CN" dirty="0"/>
        </a:p>
      </dgm:t>
    </dgm:pt>
    <dgm:pt modelId="{B166F788-7C63-4E46-9661-8D16F5AD58E5}" type="parTrans" cxnId="{E5273316-0F1E-478D-8AD1-A4E97A89807A}">
      <dgm:prSet/>
      <dgm:spPr/>
      <dgm:t>
        <a:bodyPr/>
        <a:lstStyle/>
        <a:p>
          <a:endParaRPr lang="zh-CN" altLang="en-US"/>
        </a:p>
      </dgm:t>
    </dgm:pt>
    <dgm:pt modelId="{9E796114-51B0-47D6-8655-21C399030EA1}" type="sibTrans" cxnId="{E5273316-0F1E-478D-8AD1-A4E97A89807A}">
      <dgm:prSet/>
      <dgm:spPr/>
      <dgm:t>
        <a:bodyPr/>
        <a:lstStyle/>
        <a:p>
          <a:endParaRPr lang="zh-CN" altLang="en-US"/>
        </a:p>
      </dgm:t>
    </dgm:pt>
    <dgm:pt modelId="{FA3F2C3B-9543-408B-BBEC-CA126D1DE820}">
      <dgm:prSet/>
      <dgm:spPr/>
      <dgm:t>
        <a:bodyPr/>
        <a:lstStyle/>
        <a:p>
          <a:r>
            <a:rPr lang="zh-CN" b="1" i="0" baseline="0" dirty="0"/>
            <a:t>C. 低速时的“死火”现象（机械死区）</a:t>
          </a:r>
          <a:endParaRPr lang="zh-CN" dirty="0"/>
        </a:p>
      </dgm:t>
    </dgm:pt>
    <dgm:pt modelId="{84BAD016-B2E7-4A03-986A-7AA7B29A2FBD}" type="parTrans" cxnId="{AAD9F5CB-6487-4FAE-8F73-1851AAAD83FC}">
      <dgm:prSet/>
      <dgm:spPr/>
      <dgm:t>
        <a:bodyPr/>
        <a:lstStyle/>
        <a:p>
          <a:endParaRPr lang="zh-CN" altLang="en-US"/>
        </a:p>
      </dgm:t>
    </dgm:pt>
    <dgm:pt modelId="{1509715B-9357-40A7-A969-F3D7062FFB17}" type="sibTrans" cxnId="{AAD9F5CB-6487-4FAE-8F73-1851AAAD83FC}">
      <dgm:prSet/>
      <dgm:spPr/>
      <dgm:t>
        <a:bodyPr/>
        <a:lstStyle/>
        <a:p>
          <a:endParaRPr lang="zh-CN" altLang="en-US"/>
        </a:p>
      </dgm:t>
    </dgm:pt>
    <dgm:pt modelId="{AB217831-4593-42CB-AE3B-87F714DD09A7}">
      <dgm:prSet/>
      <dgm:spPr/>
      <dgm:t>
        <a:bodyPr/>
        <a:lstStyle/>
        <a:p>
          <a:r>
            <a:rPr lang="zh-CN" b="1" i="0" baseline="0" dirty="0"/>
            <a:t>现象</a:t>
          </a:r>
          <a:r>
            <a:rPr lang="zh-CN" b="0" i="0" baseline="0" dirty="0"/>
            <a:t>：设定 5 RPM 转速，电机纹丝不动，仅发出电流声。</a:t>
          </a:r>
          <a:endParaRPr lang="zh-CN" dirty="0"/>
        </a:p>
      </dgm:t>
    </dgm:pt>
    <dgm:pt modelId="{4C614242-3EDD-4C85-9D56-29A76389767B}" type="parTrans" cxnId="{AF4B29C8-98B2-4383-A1DF-AAF87D17B44A}">
      <dgm:prSet/>
      <dgm:spPr/>
      <dgm:t>
        <a:bodyPr/>
        <a:lstStyle/>
        <a:p>
          <a:endParaRPr lang="zh-CN" altLang="en-US"/>
        </a:p>
      </dgm:t>
    </dgm:pt>
    <dgm:pt modelId="{0FB1C053-D50D-48CF-8242-5D6DE76EB82B}" type="sibTrans" cxnId="{AF4B29C8-98B2-4383-A1DF-AAF87D17B44A}">
      <dgm:prSet/>
      <dgm:spPr/>
      <dgm:t>
        <a:bodyPr/>
        <a:lstStyle/>
        <a:p>
          <a:endParaRPr lang="zh-CN" altLang="en-US"/>
        </a:p>
      </dgm:t>
    </dgm:pt>
    <dgm:pt modelId="{E90146E2-F3DE-48D9-BB1F-0B0E03716DD4}">
      <dgm:prSet/>
      <dgm:spPr/>
      <dgm:t>
        <a:bodyPr/>
        <a:lstStyle/>
        <a:p>
          <a:r>
            <a:rPr lang="zh-CN" b="1" i="0" baseline="0" dirty="0"/>
            <a:t>原因</a:t>
          </a:r>
          <a:r>
            <a:rPr lang="zh-CN" b="0" i="0" baseline="0" dirty="0"/>
            <a:t>：代码计算出的 Output 可能仅为 2 或 3，不足以克服电机的静摩擦力。在 control_config.h 中定义的 MOTOR_DEAD_ZONE (5.0f) 并没有在逻辑中被补偿。</a:t>
          </a:r>
          <a:endParaRPr lang="zh-CN" dirty="0"/>
        </a:p>
      </dgm:t>
    </dgm:pt>
    <dgm:pt modelId="{49521603-4BD9-4098-A405-7B50DD2206EA}" type="parTrans" cxnId="{D1886ED9-2F24-4B20-A53D-44A6C4F77E45}">
      <dgm:prSet/>
      <dgm:spPr/>
      <dgm:t>
        <a:bodyPr/>
        <a:lstStyle/>
        <a:p>
          <a:endParaRPr lang="zh-CN" altLang="en-US"/>
        </a:p>
      </dgm:t>
    </dgm:pt>
    <dgm:pt modelId="{E1602F79-2C77-4430-A062-41B68ECE5C0A}" type="sibTrans" cxnId="{D1886ED9-2F24-4B20-A53D-44A6C4F77E45}">
      <dgm:prSet/>
      <dgm:spPr/>
      <dgm:t>
        <a:bodyPr/>
        <a:lstStyle/>
        <a:p>
          <a:endParaRPr lang="zh-CN" altLang="en-US"/>
        </a:p>
      </dgm:t>
    </dgm:pt>
    <dgm:pt modelId="{139BAF56-B76C-4823-847B-6773413160B8}">
      <dgm:prSet/>
      <dgm:spPr/>
      <dgm:t>
        <a:bodyPr/>
        <a:lstStyle/>
        <a:p>
          <a:r>
            <a:rPr lang="zh-CN" b="1" i="0" baseline="0" dirty="0"/>
            <a:t>B. 启动时的“飞车”与超调（积分饱和）</a:t>
          </a:r>
          <a:endParaRPr lang="zh-CN" dirty="0"/>
        </a:p>
      </dgm:t>
    </dgm:pt>
    <dgm:pt modelId="{C6E6072C-5332-4A44-9FF5-089D10850527}" type="parTrans" cxnId="{8DB50046-BC3F-4F77-AA26-2ED14271A318}">
      <dgm:prSet/>
      <dgm:spPr/>
      <dgm:t>
        <a:bodyPr/>
        <a:lstStyle/>
        <a:p>
          <a:endParaRPr lang="zh-CN" altLang="en-US"/>
        </a:p>
      </dgm:t>
    </dgm:pt>
    <dgm:pt modelId="{07F6F17C-BE34-485E-B0BB-8AE403B0062A}" type="sibTrans" cxnId="{8DB50046-BC3F-4F77-AA26-2ED14271A318}">
      <dgm:prSet/>
      <dgm:spPr/>
      <dgm:t>
        <a:bodyPr/>
        <a:lstStyle/>
        <a:p>
          <a:endParaRPr lang="zh-CN" altLang="en-US"/>
        </a:p>
      </dgm:t>
    </dgm:pt>
    <dgm:pt modelId="{C113970F-DD50-4FEE-8DD1-778B833DBF8E}">
      <dgm:prSet/>
      <dgm:spPr/>
      <dgm:t>
        <a:bodyPr/>
        <a:lstStyle/>
        <a:p>
          <a:r>
            <a:rPr lang="zh-CN" b="1" i="0" baseline="0" dirty="0"/>
            <a:t>原因</a:t>
          </a:r>
          <a:r>
            <a:rPr lang="zh-CN" b="0" i="0" baseline="0" dirty="0"/>
            <a:t>：基础代码直接计算 Error - Prev_Error。由于测量噪声存在，这个差值会被微分系数 $Kd$ 放大数百倍，导致 PWM 输出剧烈跳变。</a:t>
          </a:r>
          <a:endParaRPr lang="zh-CN" dirty="0"/>
        </a:p>
      </dgm:t>
    </dgm:pt>
    <dgm:pt modelId="{1813F244-DEAF-4C12-B082-18A5A72D31D8}" type="parTrans" cxnId="{16F8E4EB-EED9-48A4-BDFD-5CBFE1EC371A}">
      <dgm:prSet/>
      <dgm:spPr/>
      <dgm:t>
        <a:bodyPr/>
        <a:lstStyle/>
        <a:p>
          <a:endParaRPr lang="zh-CN" altLang="en-US"/>
        </a:p>
      </dgm:t>
    </dgm:pt>
    <dgm:pt modelId="{1914160E-E224-4293-906C-3249E6D80DE2}" type="sibTrans" cxnId="{16F8E4EB-EED9-48A4-BDFD-5CBFE1EC371A}">
      <dgm:prSet/>
      <dgm:spPr/>
      <dgm:t>
        <a:bodyPr/>
        <a:lstStyle/>
        <a:p>
          <a:endParaRPr lang="zh-CN" altLang="en-US"/>
        </a:p>
      </dgm:t>
    </dgm:pt>
    <dgm:pt modelId="{4C8CA743-521D-4B00-B9B3-3710F62231D1}" type="pres">
      <dgm:prSet presAssocID="{C0E60C30-AF73-4AC7-95A8-34DCB92C5D2C}" presName="Name0" presStyleCnt="0">
        <dgm:presLayoutVars>
          <dgm:dir/>
          <dgm:animLvl val="lvl"/>
          <dgm:resizeHandles val="exact"/>
        </dgm:presLayoutVars>
      </dgm:prSet>
      <dgm:spPr/>
    </dgm:pt>
    <dgm:pt modelId="{6BD62492-2DAE-49B2-A418-30B243AA1373}" type="pres">
      <dgm:prSet presAssocID="{7F032C2A-23E2-499A-A2ED-23A8B64B96D1}" presName="linNode" presStyleCnt="0"/>
      <dgm:spPr/>
    </dgm:pt>
    <dgm:pt modelId="{B3F171A8-A4D2-4F51-8165-B27F9D78A1BE}" type="pres">
      <dgm:prSet presAssocID="{7F032C2A-23E2-499A-A2ED-23A8B64B96D1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F76F276-DD1E-4218-BCA0-C9CB9D1BF9BB}" type="pres">
      <dgm:prSet presAssocID="{7F032C2A-23E2-499A-A2ED-23A8B64B96D1}" presName="descendantText" presStyleLbl="alignAccFollowNode1" presStyleIdx="0" presStyleCnt="3">
        <dgm:presLayoutVars>
          <dgm:bulletEnabled val="1"/>
        </dgm:presLayoutVars>
      </dgm:prSet>
      <dgm:spPr/>
    </dgm:pt>
    <dgm:pt modelId="{1EC5F34D-EC7C-4D22-9A5C-44CBF1382123}" type="pres">
      <dgm:prSet presAssocID="{3DAB82EA-0D3A-444A-9BD2-CBBD91ED5984}" presName="sp" presStyleCnt="0"/>
      <dgm:spPr/>
    </dgm:pt>
    <dgm:pt modelId="{1EE7C6E6-FA8E-43CA-A960-049837B3FFFB}" type="pres">
      <dgm:prSet presAssocID="{139BAF56-B76C-4823-847B-6773413160B8}" presName="linNode" presStyleCnt="0"/>
      <dgm:spPr/>
    </dgm:pt>
    <dgm:pt modelId="{E38C2B4F-A9EC-4432-9A18-9378349E5A59}" type="pres">
      <dgm:prSet presAssocID="{139BAF56-B76C-4823-847B-6773413160B8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9DBE3FB-B8CB-461C-B519-D5BC46AD8CF5}" type="pres">
      <dgm:prSet presAssocID="{139BAF56-B76C-4823-847B-6773413160B8}" presName="descendantText" presStyleLbl="alignAccFollowNode1" presStyleIdx="1" presStyleCnt="3">
        <dgm:presLayoutVars>
          <dgm:bulletEnabled val="1"/>
        </dgm:presLayoutVars>
      </dgm:prSet>
      <dgm:spPr/>
    </dgm:pt>
    <dgm:pt modelId="{583C1802-5886-4B90-B015-A923FD550F71}" type="pres">
      <dgm:prSet presAssocID="{07F6F17C-BE34-485E-B0BB-8AE403B0062A}" presName="sp" presStyleCnt="0"/>
      <dgm:spPr/>
    </dgm:pt>
    <dgm:pt modelId="{72D64742-8FE7-4073-A287-B562DB3A9EB7}" type="pres">
      <dgm:prSet presAssocID="{FA3F2C3B-9543-408B-BBEC-CA126D1DE820}" presName="linNode" presStyleCnt="0"/>
      <dgm:spPr/>
    </dgm:pt>
    <dgm:pt modelId="{CD716254-E76F-48BB-AF5F-B2431F06AE7A}" type="pres">
      <dgm:prSet presAssocID="{FA3F2C3B-9543-408B-BBEC-CA126D1DE820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A3FA3B9-FE41-4871-970F-5DFD75686FB3}" type="pres">
      <dgm:prSet presAssocID="{FA3F2C3B-9543-408B-BBEC-CA126D1DE820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99E2C11-F9D0-4E60-86F6-F24DE3586E18}" srcId="{C0E60C30-AF73-4AC7-95A8-34DCB92C5D2C}" destId="{7F032C2A-23E2-499A-A2ED-23A8B64B96D1}" srcOrd="0" destOrd="0" parTransId="{8D74BB12-6642-4CAB-8156-E32778A01EF5}" sibTransId="{3DAB82EA-0D3A-444A-9BD2-CBBD91ED5984}"/>
    <dgm:cxn modelId="{E5273316-0F1E-478D-8AD1-A4E97A89807A}" srcId="{139BAF56-B76C-4823-847B-6773413160B8}" destId="{11A71727-9E50-4535-AB26-6216E4BE7F23}" srcOrd="1" destOrd="0" parTransId="{B166F788-7C63-4E46-9661-8D16F5AD58E5}" sibTransId="{9E796114-51B0-47D6-8655-21C399030EA1}"/>
    <dgm:cxn modelId="{EB0A4443-6CCE-4530-A4D5-0D55558822A5}" type="presOf" srcId="{FA3F2C3B-9543-408B-BBEC-CA126D1DE820}" destId="{CD716254-E76F-48BB-AF5F-B2431F06AE7A}" srcOrd="0" destOrd="0" presId="urn:microsoft.com/office/officeart/2005/8/layout/vList5"/>
    <dgm:cxn modelId="{8DB50046-BC3F-4F77-AA26-2ED14271A318}" srcId="{C0E60C30-AF73-4AC7-95A8-34DCB92C5D2C}" destId="{139BAF56-B76C-4823-847B-6773413160B8}" srcOrd="1" destOrd="0" parTransId="{C6E6072C-5332-4A44-9FF5-089D10850527}" sibTransId="{07F6F17C-BE34-485E-B0BB-8AE403B0062A}"/>
    <dgm:cxn modelId="{E9845C4C-AD12-4316-AEAB-48396C23F504}" type="presOf" srcId="{E90146E2-F3DE-48D9-BB1F-0B0E03716DD4}" destId="{5A3FA3B9-FE41-4871-970F-5DFD75686FB3}" srcOrd="0" destOrd="1" presId="urn:microsoft.com/office/officeart/2005/8/layout/vList5"/>
    <dgm:cxn modelId="{D45FC56C-CA59-4250-8A53-3768106C2BF3}" type="presOf" srcId="{11A71727-9E50-4535-AB26-6216E4BE7F23}" destId="{79DBE3FB-B8CB-461C-B519-D5BC46AD8CF5}" srcOrd="0" destOrd="1" presId="urn:microsoft.com/office/officeart/2005/8/layout/vList5"/>
    <dgm:cxn modelId="{B8BE6A75-F258-41F2-9F69-C70387C7FA42}" type="presOf" srcId="{C113970F-DD50-4FEE-8DD1-778B833DBF8E}" destId="{9F76F276-DD1E-4218-BCA0-C9CB9D1BF9BB}" srcOrd="0" destOrd="1" presId="urn:microsoft.com/office/officeart/2005/8/layout/vList5"/>
    <dgm:cxn modelId="{5AE7F580-3CB4-4028-BA5A-067AC9AA0E55}" type="presOf" srcId="{EF284FC6-FA99-4085-A926-2E5E00AD9D89}" destId="{79DBE3FB-B8CB-461C-B519-D5BC46AD8CF5}" srcOrd="0" destOrd="0" presId="urn:microsoft.com/office/officeart/2005/8/layout/vList5"/>
    <dgm:cxn modelId="{2627DAA2-F3E6-4351-900D-D6913D1A94B2}" srcId="{139BAF56-B76C-4823-847B-6773413160B8}" destId="{EF284FC6-FA99-4085-A926-2E5E00AD9D89}" srcOrd="0" destOrd="0" parTransId="{10A90CE0-7042-4F63-9FFA-C01DA74E001B}" sibTransId="{3574E677-BC2D-43BB-B61F-035A1BFC39C1}"/>
    <dgm:cxn modelId="{946ECEAC-1E8C-4E62-A865-F057C3A47245}" type="presOf" srcId="{AB217831-4593-42CB-AE3B-87F714DD09A7}" destId="{5A3FA3B9-FE41-4871-970F-5DFD75686FB3}" srcOrd="0" destOrd="0" presId="urn:microsoft.com/office/officeart/2005/8/layout/vList5"/>
    <dgm:cxn modelId="{FF18C8AD-F7F0-4959-BBAA-14E5B9B4E7F7}" type="presOf" srcId="{6491EBC8-8ADC-45A3-9832-2C5AA8904448}" destId="{9F76F276-DD1E-4218-BCA0-C9CB9D1BF9BB}" srcOrd="0" destOrd="0" presId="urn:microsoft.com/office/officeart/2005/8/layout/vList5"/>
    <dgm:cxn modelId="{A39C39B9-3247-4154-ACAF-3E0BE8294397}" type="presOf" srcId="{C0E60C30-AF73-4AC7-95A8-34DCB92C5D2C}" destId="{4C8CA743-521D-4B00-B9B3-3710F62231D1}" srcOrd="0" destOrd="0" presId="urn:microsoft.com/office/officeart/2005/8/layout/vList5"/>
    <dgm:cxn modelId="{2ABE88BB-7DF5-4154-A236-BD91908ED22A}" type="presOf" srcId="{139BAF56-B76C-4823-847B-6773413160B8}" destId="{E38C2B4F-A9EC-4432-9A18-9378349E5A59}" srcOrd="0" destOrd="0" presId="urn:microsoft.com/office/officeart/2005/8/layout/vList5"/>
    <dgm:cxn modelId="{AF4B29C8-98B2-4383-A1DF-AAF87D17B44A}" srcId="{FA3F2C3B-9543-408B-BBEC-CA126D1DE820}" destId="{AB217831-4593-42CB-AE3B-87F714DD09A7}" srcOrd="0" destOrd="0" parTransId="{4C614242-3EDD-4C85-9D56-29A76389767B}" sibTransId="{0FB1C053-D50D-48CF-8242-5D6DE76EB82B}"/>
    <dgm:cxn modelId="{AAD9F5CB-6487-4FAE-8F73-1851AAAD83FC}" srcId="{C0E60C30-AF73-4AC7-95A8-34DCB92C5D2C}" destId="{FA3F2C3B-9543-408B-BBEC-CA126D1DE820}" srcOrd="2" destOrd="0" parTransId="{84BAD016-B2E7-4A03-986A-7AA7B29A2FBD}" sibTransId="{1509715B-9357-40A7-A969-F3D7062FFB17}"/>
    <dgm:cxn modelId="{504A4CD7-AB6D-4D48-A619-70D2D2F9F678}" type="presOf" srcId="{7F032C2A-23E2-499A-A2ED-23A8B64B96D1}" destId="{B3F171A8-A4D2-4F51-8165-B27F9D78A1BE}" srcOrd="0" destOrd="0" presId="urn:microsoft.com/office/officeart/2005/8/layout/vList5"/>
    <dgm:cxn modelId="{D1886ED9-2F24-4B20-A53D-44A6C4F77E45}" srcId="{FA3F2C3B-9543-408B-BBEC-CA126D1DE820}" destId="{E90146E2-F3DE-48D9-BB1F-0B0E03716DD4}" srcOrd="1" destOrd="0" parTransId="{49521603-4BD9-4098-A405-7B50DD2206EA}" sibTransId="{E1602F79-2C77-4430-A062-41B68ECE5C0A}"/>
    <dgm:cxn modelId="{A14399DF-A232-49EE-9D09-8527C1C63441}" srcId="{7F032C2A-23E2-499A-A2ED-23A8B64B96D1}" destId="{6491EBC8-8ADC-45A3-9832-2C5AA8904448}" srcOrd="0" destOrd="0" parTransId="{34D1559B-6DA2-448E-A3AA-AE5BA2E0577D}" sibTransId="{F0DF62FF-2D94-4008-B74E-CEE2C89BAB19}"/>
    <dgm:cxn modelId="{16F8E4EB-EED9-48A4-BDFD-5CBFE1EC371A}" srcId="{7F032C2A-23E2-499A-A2ED-23A8B64B96D1}" destId="{C113970F-DD50-4FEE-8DD1-778B833DBF8E}" srcOrd="1" destOrd="0" parTransId="{1813F244-DEAF-4C12-B082-18A5A72D31D8}" sibTransId="{1914160E-E224-4293-906C-3249E6D80DE2}"/>
    <dgm:cxn modelId="{4A7705FF-BDD6-4F10-9896-83DE80E0E301}" type="presParOf" srcId="{4C8CA743-521D-4B00-B9B3-3710F62231D1}" destId="{6BD62492-2DAE-49B2-A418-30B243AA1373}" srcOrd="0" destOrd="0" presId="urn:microsoft.com/office/officeart/2005/8/layout/vList5"/>
    <dgm:cxn modelId="{2CF1EB3E-3A82-4B68-AEFC-D38E238479D0}" type="presParOf" srcId="{6BD62492-2DAE-49B2-A418-30B243AA1373}" destId="{B3F171A8-A4D2-4F51-8165-B27F9D78A1BE}" srcOrd="0" destOrd="0" presId="urn:microsoft.com/office/officeart/2005/8/layout/vList5"/>
    <dgm:cxn modelId="{75B913EE-6752-481B-B233-40A0EBE6917F}" type="presParOf" srcId="{6BD62492-2DAE-49B2-A418-30B243AA1373}" destId="{9F76F276-DD1E-4218-BCA0-C9CB9D1BF9BB}" srcOrd="1" destOrd="0" presId="urn:microsoft.com/office/officeart/2005/8/layout/vList5"/>
    <dgm:cxn modelId="{0041C2E7-9EFA-4966-934F-3D57304C5B11}" type="presParOf" srcId="{4C8CA743-521D-4B00-B9B3-3710F62231D1}" destId="{1EC5F34D-EC7C-4D22-9A5C-44CBF1382123}" srcOrd="1" destOrd="0" presId="urn:microsoft.com/office/officeart/2005/8/layout/vList5"/>
    <dgm:cxn modelId="{563139BA-ACFC-4C11-9504-B71525E92F24}" type="presParOf" srcId="{4C8CA743-521D-4B00-B9B3-3710F62231D1}" destId="{1EE7C6E6-FA8E-43CA-A960-049837B3FFFB}" srcOrd="2" destOrd="0" presId="urn:microsoft.com/office/officeart/2005/8/layout/vList5"/>
    <dgm:cxn modelId="{2146C23D-9247-4E84-AC24-0D03786A177E}" type="presParOf" srcId="{1EE7C6E6-FA8E-43CA-A960-049837B3FFFB}" destId="{E38C2B4F-A9EC-4432-9A18-9378349E5A59}" srcOrd="0" destOrd="0" presId="urn:microsoft.com/office/officeart/2005/8/layout/vList5"/>
    <dgm:cxn modelId="{3E32C3E4-3A91-4CAA-A21B-A7A192293FE3}" type="presParOf" srcId="{1EE7C6E6-FA8E-43CA-A960-049837B3FFFB}" destId="{79DBE3FB-B8CB-461C-B519-D5BC46AD8CF5}" srcOrd="1" destOrd="0" presId="urn:microsoft.com/office/officeart/2005/8/layout/vList5"/>
    <dgm:cxn modelId="{243FAD1C-FB84-4EE9-B7CE-4FCE9FFF543F}" type="presParOf" srcId="{4C8CA743-521D-4B00-B9B3-3710F62231D1}" destId="{583C1802-5886-4B90-B015-A923FD550F71}" srcOrd="3" destOrd="0" presId="urn:microsoft.com/office/officeart/2005/8/layout/vList5"/>
    <dgm:cxn modelId="{D03C32BC-8D7A-4E7D-B68E-79FC2B8E2436}" type="presParOf" srcId="{4C8CA743-521D-4B00-B9B3-3710F62231D1}" destId="{72D64742-8FE7-4073-A287-B562DB3A9EB7}" srcOrd="4" destOrd="0" presId="urn:microsoft.com/office/officeart/2005/8/layout/vList5"/>
    <dgm:cxn modelId="{A76F8C3C-702F-4B74-B320-171DDD4C7AC6}" type="presParOf" srcId="{72D64742-8FE7-4073-A287-B562DB3A9EB7}" destId="{CD716254-E76F-48BB-AF5F-B2431F06AE7A}" srcOrd="0" destOrd="0" presId="urn:microsoft.com/office/officeart/2005/8/layout/vList5"/>
    <dgm:cxn modelId="{A28CF2CD-A30F-42F7-BAB2-1089DC3A9C47}" type="presParOf" srcId="{72D64742-8FE7-4073-A287-B562DB3A9EB7}" destId="{5A3FA3B9-FE41-4871-970F-5DFD75686FB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DD6D77-F987-4C8E-A915-2849DCEA509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0952B16-489A-458B-9EBD-1FCE10024F2B}">
      <dgm:prSet/>
      <dgm:spPr/>
      <dgm:t>
        <a:bodyPr/>
        <a:lstStyle/>
        <a:p>
          <a:r>
            <a:rPr lang="zh-CN" b="1" i="0" baseline="0" dirty="0"/>
            <a:t>稳 (Stability)</a:t>
          </a:r>
          <a:endParaRPr lang="zh-CN" dirty="0"/>
        </a:p>
      </dgm:t>
    </dgm:pt>
    <dgm:pt modelId="{A4FD597F-DEBC-4323-BBFD-2A4429C159AE}" type="parTrans" cxnId="{6F566568-698F-45F4-9662-9CCDCBBD898C}">
      <dgm:prSet/>
      <dgm:spPr/>
      <dgm:t>
        <a:bodyPr/>
        <a:lstStyle/>
        <a:p>
          <a:endParaRPr lang="zh-CN" altLang="en-US"/>
        </a:p>
      </dgm:t>
    </dgm:pt>
    <dgm:pt modelId="{9B6E615A-B8C3-4C45-81CA-90B9CB2C8532}" type="sibTrans" cxnId="{6F566568-698F-45F4-9662-9CCDCBBD898C}">
      <dgm:prSet/>
      <dgm:spPr/>
      <dgm:t>
        <a:bodyPr/>
        <a:lstStyle/>
        <a:p>
          <a:endParaRPr lang="zh-CN" altLang="en-US"/>
        </a:p>
      </dgm:t>
    </dgm:pt>
    <dgm:pt modelId="{CEA1A0D3-34FC-4511-9E08-BE6889F5DB1C}">
      <dgm:prSet/>
      <dgm:spPr/>
      <dgm:t>
        <a:bodyPr/>
        <a:lstStyle/>
        <a:p>
          <a:r>
            <a:rPr lang="zh-CN" b="1" i="0" baseline="0" dirty="0"/>
            <a:t>准 (Accuracy)</a:t>
          </a:r>
          <a:endParaRPr lang="zh-CN" dirty="0"/>
        </a:p>
      </dgm:t>
    </dgm:pt>
    <dgm:pt modelId="{04D8CCDA-B3EE-49D5-AAB6-3C71BE09F9C9}" type="parTrans" cxnId="{D553592C-6EBA-437A-A7B3-033168D8237D}">
      <dgm:prSet/>
      <dgm:spPr/>
      <dgm:t>
        <a:bodyPr/>
        <a:lstStyle/>
        <a:p>
          <a:endParaRPr lang="zh-CN" altLang="en-US"/>
        </a:p>
      </dgm:t>
    </dgm:pt>
    <dgm:pt modelId="{209EDFFC-E1BE-46B2-A5D1-973129F83C60}" type="sibTrans" cxnId="{D553592C-6EBA-437A-A7B3-033168D8237D}">
      <dgm:prSet/>
      <dgm:spPr/>
      <dgm:t>
        <a:bodyPr/>
        <a:lstStyle/>
        <a:p>
          <a:endParaRPr lang="zh-CN" altLang="en-US"/>
        </a:p>
      </dgm:t>
    </dgm:pt>
    <dgm:pt modelId="{FF2FC41F-12BB-4CE0-8AD2-A5847DD92386}">
      <dgm:prSet/>
      <dgm:spPr/>
      <dgm:t>
        <a:bodyPr/>
        <a:lstStyle/>
        <a:p>
          <a:r>
            <a:rPr lang="zh-CN" b="1" i="0" baseline="0" dirty="0"/>
            <a:t>快 (Responsiveness)</a:t>
          </a:r>
          <a:endParaRPr lang="zh-CN" dirty="0"/>
        </a:p>
      </dgm:t>
    </dgm:pt>
    <dgm:pt modelId="{26073B2A-9FA4-4938-9187-257AF373727C}" type="parTrans" cxnId="{904565AA-9688-4748-A29F-C5EE9D6AB385}">
      <dgm:prSet/>
      <dgm:spPr/>
      <dgm:t>
        <a:bodyPr/>
        <a:lstStyle/>
        <a:p>
          <a:endParaRPr lang="zh-CN" altLang="en-US"/>
        </a:p>
      </dgm:t>
    </dgm:pt>
    <dgm:pt modelId="{1328A056-5AE8-40C9-9B16-A57C1E9E9711}" type="sibTrans" cxnId="{904565AA-9688-4748-A29F-C5EE9D6AB385}">
      <dgm:prSet/>
      <dgm:spPr/>
      <dgm:t>
        <a:bodyPr/>
        <a:lstStyle/>
        <a:p>
          <a:endParaRPr lang="zh-CN" altLang="en-US"/>
        </a:p>
      </dgm:t>
    </dgm:pt>
    <dgm:pt modelId="{3B29372F-17F7-4DA6-AA18-2C1A74DCADED}">
      <dgm:prSet/>
      <dgm:spPr/>
      <dgm:t>
        <a:bodyPr/>
        <a:lstStyle/>
        <a:p>
          <a:r>
            <a:rPr lang="zh-CN" b="0" i="0" baseline="0" dirty="0"/>
            <a:t>滤除噪声，让电机运行更安静，减少机械磨损。</a:t>
          </a:r>
          <a:endParaRPr lang="zh-CN" dirty="0"/>
        </a:p>
      </dgm:t>
    </dgm:pt>
    <dgm:pt modelId="{18003B3B-EB93-477C-8C74-9ED58E7AEA8D}" type="parTrans" cxnId="{6007E817-3A1D-49EF-9CCC-DE2F94411C18}">
      <dgm:prSet/>
      <dgm:spPr/>
      <dgm:t>
        <a:bodyPr/>
        <a:lstStyle/>
        <a:p>
          <a:endParaRPr lang="zh-CN" altLang="en-US"/>
        </a:p>
      </dgm:t>
    </dgm:pt>
    <dgm:pt modelId="{8C5F9D13-C702-4852-9D32-A67F56DFDA5B}" type="sibTrans" cxnId="{6007E817-3A1D-49EF-9CCC-DE2F94411C18}">
      <dgm:prSet/>
      <dgm:spPr/>
      <dgm:t>
        <a:bodyPr/>
        <a:lstStyle/>
        <a:p>
          <a:endParaRPr lang="zh-CN" altLang="en-US"/>
        </a:p>
      </dgm:t>
    </dgm:pt>
    <dgm:pt modelId="{93970B2C-AF61-4A73-8776-A603A9E7D428}">
      <dgm:prSet/>
      <dgm:spPr/>
      <dgm:t>
        <a:bodyPr/>
        <a:lstStyle/>
        <a:p>
          <a:r>
            <a:rPr lang="zh-CN" b="0" i="0" baseline="0" dirty="0"/>
            <a:t>克服摩擦死区，让低速控制更精准。</a:t>
          </a:r>
          <a:endParaRPr lang="zh-CN" dirty="0"/>
        </a:p>
      </dgm:t>
    </dgm:pt>
    <dgm:pt modelId="{0C257BB9-5B1F-48F2-BBAF-53230415CF92}" type="parTrans" cxnId="{B350B991-E5E0-4069-A634-F82F1F919246}">
      <dgm:prSet/>
      <dgm:spPr/>
      <dgm:t>
        <a:bodyPr/>
        <a:lstStyle/>
        <a:p>
          <a:endParaRPr lang="zh-CN" altLang="en-US"/>
        </a:p>
      </dgm:t>
    </dgm:pt>
    <dgm:pt modelId="{0640FC3A-D38C-47B7-A5A7-40D51DA711FE}" type="sibTrans" cxnId="{B350B991-E5E0-4069-A634-F82F1F919246}">
      <dgm:prSet/>
      <dgm:spPr/>
      <dgm:t>
        <a:bodyPr/>
        <a:lstStyle/>
        <a:p>
          <a:endParaRPr lang="zh-CN" altLang="en-US"/>
        </a:p>
      </dgm:t>
    </dgm:pt>
    <dgm:pt modelId="{290112FC-30D5-4168-B16C-7705C12F5F39}">
      <dgm:prSet/>
      <dgm:spPr/>
      <dgm:t>
        <a:bodyPr/>
        <a:lstStyle/>
        <a:p>
          <a:r>
            <a:rPr lang="zh-CN" b="0" i="0" baseline="0"/>
            <a:t>在无超调的前提下，实现最快的动态响应。</a:t>
          </a:r>
          <a:endParaRPr lang="zh-CN" dirty="0"/>
        </a:p>
      </dgm:t>
    </dgm:pt>
    <dgm:pt modelId="{3891F32D-F77B-4186-AF0A-EB68EDFC5635}" type="parTrans" cxnId="{393167C1-D4A2-4FA4-AB6E-84BF9CD16E14}">
      <dgm:prSet/>
      <dgm:spPr/>
      <dgm:t>
        <a:bodyPr/>
        <a:lstStyle/>
        <a:p>
          <a:endParaRPr lang="zh-CN" altLang="en-US"/>
        </a:p>
      </dgm:t>
    </dgm:pt>
    <dgm:pt modelId="{7F81B4CC-A087-4E7E-A49E-E621774A47B4}" type="sibTrans" cxnId="{393167C1-D4A2-4FA4-AB6E-84BF9CD16E14}">
      <dgm:prSet/>
      <dgm:spPr/>
      <dgm:t>
        <a:bodyPr/>
        <a:lstStyle/>
        <a:p>
          <a:endParaRPr lang="zh-CN" altLang="en-US"/>
        </a:p>
      </dgm:t>
    </dgm:pt>
    <dgm:pt modelId="{641087E5-B2E3-4A21-AE6A-EB48165B6A61}" type="pres">
      <dgm:prSet presAssocID="{54DD6D77-F987-4C8E-A915-2849DCEA509D}" presName="Name0" presStyleCnt="0">
        <dgm:presLayoutVars>
          <dgm:dir/>
          <dgm:animLvl val="lvl"/>
          <dgm:resizeHandles val="exact"/>
        </dgm:presLayoutVars>
      </dgm:prSet>
      <dgm:spPr/>
    </dgm:pt>
    <dgm:pt modelId="{24BE9D58-7AA8-4B70-9383-3AE5C883F6D3}" type="pres">
      <dgm:prSet presAssocID="{10952B16-489A-458B-9EBD-1FCE10024F2B}" presName="linNode" presStyleCnt="0"/>
      <dgm:spPr/>
    </dgm:pt>
    <dgm:pt modelId="{07CCEDD3-D291-47E4-8705-AC66EDC61E09}" type="pres">
      <dgm:prSet presAssocID="{10952B16-489A-458B-9EBD-1FCE10024F2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8010E5B-C01A-4260-8E2D-2DC88707D22F}" type="pres">
      <dgm:prSet presAssocID="{10952B16-489A-458B-9EBD-1FCE10024F2B}" presName="descendantText" presStyleLbl="alignAccFollowNode1" presStyleIdx="0" presStyleCnt="3">
        <dgm:presLayoutVars>
          <dgm:bulletEnabled val="1"/>
        </dgm:presLayoutVars>
      </dgm:prSet>
      <dgm:spPr/>
    </dgm:pt>
    <dgm:pt modelId="{C4177F5C-5C90-46D9-B98F-B699545D2AE8}" type="pres">
      <dgm:prSet presAssocID="{9B6E615A-B8C3-4C45-81CA-90B9CB2C8532}" presName="sp" presStyleCnt="0"/>
      <dgm:spPr/>
    </dgm:pt>
    <dgm:pt modelId="{9D522326-ECA4-473C-97EA-C59D9D78FDE7}" type="pres">
      <dgm:prSet presAssocID="{CEA1A0D3-34FC-4511-9E08-BE6889F5DB1C}" presName="linNode" presStyleCnt="0"/>
      <dgm:spPr/>
    </dgm:pt>
    <dgm:pt modelId="{82C51CE7-E051-401F-8369-91A1CD9E5711}" type="pres">
      <dgm:prSet presAssocID="{CEA1A0D3-34FC-4511-9E08-BE6889F5DB1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C323A2C-02D0-413B-AC22-389C4B7CC462}" type="pres">
      <dgm:prSet presAssocID="{CEA1A0D3-34FC-4511-9E08-BE6889F5DB1C}" presName="descendantText" presStyleLbl="alignAccFollowNode1" presStyleIdx="1" presStyleCnt="3">
        <dgm:presLayoutVars>
          <dgm:bulletEnabled val="1"/>
        </dgm:presLayoutVars>
      </dgm:prSet>
      <dgm:spPr/>
    </dgm:pt>
    <dgm:pt modelId="{351F1627-1D6B-4AFA-AAB8-6F70C05E4042}" type="pres">
      <dgm:prSet presAssocID="{209EDFFC-E1BE-46B2-A5D1-973129F83C60}" presName="sp" presStyleCnt="0"/>
      <dgm:spPr/>
    </dgm:pt>
    <dgm:pt modelId="{3E428547-FD52-44AA-9B40-D09EF027A8CF}" type="pres">
      <dgm:prSet presAssocID="{FF2FC41F-12BB-4CE0-8AD2-A5847DD92386}" presName="linNode" presStyleCnt="0"/>
      <dgm:spPr/>
    </dgm:pt>
    <dgm:pt modelId="{70C6A2D2-BEA7-4200-ABF3-29A3D22489D7}" type="pres">
      <dgm:prSet presAssocID="{FF2FC41F-12BB-4CE0-8AD2-A5847DD92386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FD7F6450-71B1-4EF7-902F-B0AA7AD203F9}" type="pres">
      <dgm:prSet presAssocID="{FF2FC41F-12BB-4CE0-8AD2-A5847DD92386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6007E817-3A1D-49EF-9CCC-DE2F94411C18}" srcId="{10952B16-489A-458B-9EBD-1FCE10024F2B}" destId="{3B29372F-17F7-4DA6-AA18-2C1A74DCADED}" srcOrd="0" destOrd="0" parTransId="{18003B3B-EB93-477C-8C74-9ED58E7AEA8D}" sibTransId="{8C5F9D13-C702-4852-9D32-A67F56DFDA5B}"/>
    <dgm:cxn modelId="{D553592C-6EBA-437A-A7B3-033168D8237D}" srcId="{54DD6D77-F987-4C8E-A915-2849DCEA509D}" destId="{CEA1A0D3-34FC-4511-9E08-BE6889F5DB1C}" srcOrd="1" destOrd="0" parTransId="{04D8CCDA-B3EE-49D5-AAB6-3C71BE09F9C9}" sibTransId="{209EDFFC-E1BE-46B2-A5D1-973129F83C60}"/>
    <dgm:cxn modelId="{3499983E-D0D0-412A-8772-7429F9249C18}" type="presOf" srcId="{10952B16-489A-458B-9EBD-1FCE10024F2B}" destId="{07CCEDD3-D291-47E4-8705-AC66EDC61E09}" srcOrd="0" destOrd="0" presId="urn:microsoft.com/office/officeart/2005/8/layout/vList5"/>
    <dgm:cxn modelId="{6F566568-698F-45F4-9662-9CCDCBBD898C}" srcId="{54DD6D77-F987-4C8E-A915-2849DCEA509D}" destId="{10952B16-489A-458B-9EBD-1FCE10024F2B}" srcOrd="0" destOrd="0" parTransId="{A4FD597F-DEBC-4323-BBFD-2A4429C159AE}" sibTransId="{9B6E615A-B8C3-4C45-81CA-90B9CB2C8532}"/>
    <dgm:cxn modelId="{33C48668-4DF9-4C63-8A09-1BF9D69A14DC}" type="presOf" srcId="{FF2FC41F-12BB-4CE0-8AD2-A5847DD92386}" destId="{70C6A2D2-BEA7-4200-ABF3-29A3D22489D7}" srcOrd="0" destOrd="0" presId="urn:microsoft.com/office/officeart/2005/8/layout/vList5"/>
    <dgm:cxn modelId="{B350B991-E5E0-4069-A634-F82F1F919246}" srcId="{CEA1A0D3-34FC-4511-9E08-BE6889F5DB1C}" destId="{93970B2C-AF61-4A73-8776-A603A9E7D428}" srcOrd="0" destOrd="0" parTransId="{0C257BB9-5B1F-48F2-BBAF-53230415CF92}" sibTransId="{0640FC3A-D38C-47B7-A5A7-40D51DA711FE}"/>
    <dgm:cxn modelId="{901E3893-E214-4E70-A1A3-74251A8E70C0}" type="presOf" srcId="{290112FC-30D5-4168-B16C-7705C12F5F39}" destId="{FD7F6450-71B1-4EF7-902F-B0AA7AD203F9}" srcOrd="0" destOrd="0" presId="urn:microsoft.com/office/officeart/2005/8/layout/vList5"/>
    <dgm:cxn modelId="{2BA17F9D-581A-4EBC-B420-61C3D7E3CCF1}" type="presOf" srcId="{93970B2C-AF61-4A73-8776-A603A9E7D428}" destId="{9C323A2C-02D0-413B-AC22-389C4B7CC462}" srcOrd="0" destOrd="0" presId="urn:microsoft.com/office/officeart/2005/8/layout/vList5"/>
    <dgm:cxn modelId="{904565AA-9688-4748-A29F-C5EE9D6AB385}" srcId="{54DD6D77-F987-4C8E-A915-2849DCEA509D}" destId="{FF2FC41F-12BB-4CE0-8AD2-A5847DD92386}" srcOrd="2" destOrd="0" parTransId="{26073B2A-9FA4-4938-9187-257AF373727C}" sibTransId="{1328A056-5AE8-40C9-9B16-A57C1E9E9711}"/>
    <dgm:cxn modelId="{393167C1-D4A2-4FA4-AB6E-84BF9CD16E14}" srcId="{FF2FC41F-12BB-4CE0-8AD2-A5847DD92386}" destId="{290112FC-30D5-4168-B16C-7705C12F5F39}" srcOrd="0" destOrd="0" parTransId="{3891F32D-F77B-4186-AF0A-EB68EDFC5635}" sibTransId="{7F81B4CC-A087-4E7E-A49E-E621774A47B4}"/>
    <dgm:cxn modelId="{91A353D5-1970-4FBA-84D0-92A7092BF6A0}" type="presOf" srcId="{54DD6D77-F987-4C8E-A915-2849DCEA509D}" destId="{641087E5-B2E3-4A21-AE6A-EB48165B6A61}" srcOrd="0" destOrd="0" presId="urn:microsoft.com/office/officeart/2005/8/layout/vList5"/>
    <dgm:cxn modelId="{EE9FC5DF-73C2-473B-99C2-1C978B92FE3A}" type="presOf" srcId="{CEA1A0D3-34FC-4511-9E08-BE6889F5DB1C}" destId="{82C51CE7-E051-401F-8369-91A1CD9E5711}" srcOrd="0" destOrd="0" presId="urn:microsoft.com/office/officeart/2005/8/layout/vList5"/>
    <dgm:cxn modelId="{931AB2E7-993F-4D2C-ADCD-45A017B921CB}" type="presOf" srcId="{3B29372F-17F7-4DA6-AA18-2C1A74DCADED}" destId="{E8010E5B-C01A-4260-8E2D-2DC88707D22F}" srcOrd="0" destOrd="0" presId="urn:microsoft.com/office/officeart/2005/8/layout/vList5"/>
    <dgm:cxn modelId="{5B1BE8CA-D7CB-4199-9977-83C80FD953F0}" type="presParOf" srcId="{641087E5-B2E3-4A21-AE6A-EB48165B6A61}" destId="{24BE9D58-7AA8-4B70-9383-3AE5C883F6D3}" srcOrd="0" destOrd="0" presId="urn:microsoft.com/office/officeart/2005/8/layout/vList5"/>
    <dgm:cxn modelId="{9AEC5642-859D-43C5-9666-C6AA10E94BAA}" type="presParOf" srcId="{24BE9D58-7AA8-4B70-9383-3AE5C883F6D3}" destId="{07CCEDD3-D291-47E4-8705-AC66EDC61E09}" srcOrd="0" destOrd="0" presId="urn:microsoft.com/office/officeart/2005/8/layout/vList5"/>
    <dgm:cxn modelId="{06CB7D24-0CE0-4A23-833A-F8B62BA01269}" type="presParOf" srcId="{24BE9D58-7AA8-4B70-9383-3AE5C883F6D3}" destId="{E8010E5B-C01A-4260-8E2D-2DC88707D22F}" srcOrd="1" destOrd="0" presId="urn:microsoft.com/office/officeart/2005/8/layout/vList5"/>
    <dgm:cxn modelId="{BB8F4468-79E3-4A44-99EE-ACC2310EEBED}" type="presParOf" srcId="{641087E5-B2E3-4A21-AE6A-EB48165B6A61}" destId="{C4177F5C-5C90-46D9-B98F-B699545D2AE8}" srcOrd="1" destOrd="0" presId="urn:microsoft.com/office/officeart/2005/8/layout/vList5"/>
    <dgm:cxn modelId="{90D09C9F-3C74-48FD-99F8-C863EA6516C7}" type="presParOf" srcId="{641087E5-B2E3-4A21-AE6A-EB48165B6A61}" destId="{9D522326-ECA4-473C-97EA-C59D9D78FDE7}" srcOrd="2" destOrd="0" presId="urn:microsoft.com/office/officeart/2005/8/layout/vList5"/>
    <dgm:cxn modelId="{36A77159-97EE-4779-8C5B-C3EBF789977B}" type="presParOf" srcId="{9D522326-ECA4-473C-97EA-C59D9D78FDE7}" destId="{82C51CE7-E051-401F-8369-91A1CD9E5711}" srcOrd="0" destOrd="0" presId="urn:microsoft.com/office/officeart/2005/8/layout/vList5"/>
    <dgm:cxn modelId="{CD774E97-0042-4F30-9088-E0AB5F604559}" type="presParOf" srcId="{9D522326-ECA4-473C-97EA-C59D9D78FDE7}" destId="{9C323A2C-02D0-413B-AC22-389C4B7CC462}" srcOrd="1" destOrd="0" presId="urn:microsoft.com/office/officeart/2005/8/layout/vList5"/>
    <dgm:cxn modelId="{E0CCB397-5F46-4ACF-9C56-C59ED15963AD}" type="presParOf" srcId="{641087E5-B2E3-4A21-AE6A-EB48165B6A61}" destId="{351F1627-1D6B-4AFA-AAB8-6F70C05E4042}" srcOrd="3" destOrd="0" presId="urn:microsoft.com/office/officeart/2005/8/layout/vList5"/>
    <dgm:cxn modelId="{156B7B5C-ED34-4528-90EC-8F30FAD1F5B7}" type="presParOf" srcId="{641087E5-B2E3-4A21-AE6A-EB48165B6A61}" destId="{3E428547-FD52-44AA-9B40-D09EF027A8CF}" srcOrd="4" destOrd="0" presId="urn:microsoft.com/office/officeart/2005/8/layout/vList5"/>
    <dgm:cxn modelId="{24292D4E-2E5F-498D-9530-13B11CB8EDF8}" type="presParOf" srcId="{3E428547-FD52-44AA-9B40-D09EF027A8CF}" destId="{70C6A2D2-BEA7-4200-ABF3-29A3D22489D7}" srcOrd="0" destOrd="0" presId="urn:microsoft.com/office/officeart/2005/8/layout/vList5"/>
    <dgm:cxn modelId="{FDAEC43D-49A6-45BF-8C0F-5713D09EC701}" type="presParOf" srcId="{3E428547-FD52-44AA-9B40-D09EF027A8CF}" destId="{FD7F6450-71B1-4EF7-902F-B0AA7AD203F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40B2116-1335-47D0-8F49-0DEFE1F816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6441912-0EA2-4B5C-87B2-9E76886C98F0}">
      <dgm:prSet/>
      <dgm:spPr/>
      <dgm:t>
        <a:bodyPr/>
        <a:lstStyle/>
        <a:p>
          <a:r>
            <a:rPr lang="zh-CN" dirty="0"/>
            <a:t>📊 波形监控</a:t>
          </a:r>
        </a:p>
      </dgm:t>
    </dgm:pt>
    <dgm:pt modelId="{70FA2FC8-1278-47B6-8B22-7565999E127A}" type="parTrans" cxnId="{46D06BC6-5126-4FB3-BB7E-B738C9B9E262}">
      <dgm:prSet/>
      <dgm:spPr/>
      <dgm:t>
        <a:bodyPr/>
        <a:lstStyle/>
        <a:p>
          <a:endParaRPr lang="zh-CN" altLang="en-US"/>
        </a:p>
      </dgm:t>
    </dgm:pt>
    <dgm:pt modelId="{5AA4CBE6-B2A4-4F9E-9B98-8183759CA6A7}" type="sibTrans" cxnId="{46D06BC6-5126-4FB3-BB7E-B738C9B9E262}">
      <dgm:prSet/>
      <dgm:spPr/>
      <dgm:t>
        <a:bodyPr/>
        <a:lstStyle/>
        <a:p>
          <a:endParaRPr lang="zh-CN" altLang="en-US"/>
        </a:p>
      </dgm:t>
    </dgm:pt>
    <dgm:pt modelId="{C4C3E0D3-78A1-4056-BE90-8F196073096A}">
      <dgm:prSet/>
      <dgm:spPr/>
      <dgm:t>
        <a:bodyPr/>
        <a:lstStyle/>
        <a:p>
          <a:r>
            <a:rPr lang="zh-CN" dirty="0"/>
            <a:t>🔧 调参顺序（关键！）：</a:t>
          </a:r>
        </a:p>
      </dgm:t>
    </dgm:pt>
    <dgm:pt modelId="{3D917B2E-C298-44F6-871C-7A0ED4587D73}" type="parTrans" cxnId="{EC464317-1352-48E7-B0DC-366A23312F3E}">
      <dgm:prSet/>
      <dgm:spPr/>
      <dgm:t>
        <a:bodyPr/>
        <a:lstStyle/>
        <a:p>
          <a:endParaRPr lang="zh-CN" altLang="en-US"/>
        </a:p>
      </dgm:t>
    </dgm:pt>
    <dgm:pt modelId="{21D5558F-EB4A-48F0-B184-CCC368B0FD06}" type="sibTrans" cxnId="{EC464317-1352-48E7-B0DC-366A23312F3E}">
      <dgm:prSet/>
      <dgm:spPr/>
      <dgm:t>
        <a:bodyPr/>
        <a:lstStyle/>
        <a:p>
          <a:endParaRPr lang="zh-CN" altLang="en-US"/>
        </a:p>
      </dgm:t>
    </dgm:pt>
    <dgm:pt modelId="{297F6DD1-D5F8-4FF4-8F99-39BE75C623D0}">
      <dgm:prSet/>
      <dgm:spPr/>
      <dgm:t>
        <a:bodyPr/>
        <a:lstStyle/>
        <a:p>
          <a:r>
            <a:rPr lang="en-US" dirty="0"/>
            <a:t>1. </a:t>
          </a:r>
          <a:r>
            <a:rPr lang="zh-CN" dirty="0"/>
            <a:t>先确定</a:t>
          </a:r>
          <a:r>
            <a:rPr lang="en-US" dirty="0"/>
            <a:t>MOTOR_DEAD_ZONE</a:t>
          </a:r>
          <a:r>
            <a:rPr lang="zh-CN" dirty="0"/>
            <a:t>的临界点，确保电机能正常起步</a:t>
          </a:r>
        </a:p>
      </dgm:t>
    </dgm:pt>
    <dgm:pt modelId="{771CA082-0C25-4FB4-BEF4-2C5BAC248570}" type="parTrans" cxnId="{01D0A697-F150-494F-8525-4962AC2BED16}">
      <dgm:prSet/>
      <dgm:spPr/>
      <dgm:t>
        <a:bodyPr/>
        <a:lstStyle/>
        <a:p>
          <a:endParaRPr lang="zh-CN" altLang="en-US"/>
        </a:p>
      </dgm:t>
    </dgm:pt>
    <dgm:pt modelId="{BF6B2041-E1E6-4B13-A66C-5226AE818C8F}" type="sibTrans" cxnId="{01D0A697-F150-494F-8525-4962AC2BED16}">
      <dgm:prSet/>
      <dgm:spPr/>
      <dgm:t>
        <a:bodyPr/>
        <a:lstStyle/>
        <a:p>
          <a:endParaRPr lang="zh-CN" altLang="en-US"/>
        </a:p>
      </dgm:t>
    </dgm:pt>
    <dgm:pt modelId="{2AEA11F1-5C87-4262-BA71-4D35C70E8090}">
      <dgm:prSet/>
      <dgm:spPr/>
      <dgm:t>
        <a:bodyPr/>
        <a:lstStyle/>
        <a:p>
          <a:r>
            <a:rPr lang="en-US" dirty="0"/>
            <a:t>2. </a:t>
          </a:r>
          <a:r>
            <a:rPr lang="zh-CN" dirty="0"/>
            <a:t>调整低通滤波系数</a:t>
          </a:r>
          <a:r>
            <a:rPr lang="en-US" dirty="0"/>
            <a:t>α</a:t>
          </a:r>
          <a:r>
            <a:rPr lang="zh-CN" dirty="0"/>
            <a:t>，确保反馈信号稳定，无明显毛刺</a:t>
          </a:r>
        </a:p>
      </dgm:t>
    </dgm:pt>
    <dgm:pt modelId="{700FFAC6-3E29-4302-9135-ECB8A6B83A74}" type="parTrans" cxnId="{DF170959-AC32-45AF-A6F1-55881E2B91E2}">
      <dgm:prSet/>
      <dgm:spPr/>
      <dgm:t>
        <a:bodyPr/>
        <a:lstStyle/>
        <a:p>
          <a:endParaRPr lang="zh-CN" altLang="en-US"/>
        </a:p>
      </dgm:t>
    </dgm:pt>
    <dgm:pt modelId="{AFF0C903-69F0-4415-B53C-BEE5F4B14436}" type="sibTrans" cxnId="{DF170959-AC32-45AF-A6F1-55881E2B91E2}">
      <dgm:prSet/>
      <dgm:spPr/>
      <dgm:t>
        <a:bodyPr/>
        <a:lstStyle/>
        <a:p>
          <a:endParaRPr lang="zh-CN" altLang="en-US"/>
        </a:p>
      </dgm:t>
    </dgm:pt>
    <dgm:pt modelId="{60B9BD98-2E8F-496C-8526-4FEDE272E970}">
      <dgm:prSet/>
      <dgm:spPr/>
      <dgm:t>
        <a:bodyPr/>
        <a:lstStyle/>
        <a:p>
          <a:r>
            <a:rPr lang="en-US" dirty="0"/>
            <a:t>3. </a:t>
          </a:r>
          <a:r>
            <a:rPr lang="zh-CN" dirty="0"/>
            <a:t>按照 </a:t>
          </a:r>
          <a:r>
            <a:rPr lang="en-US" dirty="0"/>
            <a:t>P → I → D </a:t>
          </a:r>
          <a:r>
            <a:rPr lang="zh-CN" dirty="0"/>
            <a:t>的顺序调节参数，逐步优化控制效果</a:t>
          </a:r>
        </a:p>
      </dgm:t>
    </dgm:pt>
    <dgm:pt modelId="{D3AAD374-E308-4C55-AFB8-820FD9585A32}" type="parTrans" cxnId="{107F4320-D75F-4E46-8467-7203BA8B2CC0}">
      <dgm:prSet/>
      <dgm:spPr/>
      <dgm:t>
        <a:bodyPr/>
        <a:lstStyle/>
        <a:p>
          <a:endParaRPr lang="zh-CN" altLang="en-US"/>
        </a:p>
      </dgm:t>
    </dgm:pt>
    <dgm:pt modelId="{00929999-8617-4B3B-AE63-89F5751A09EF}" type="sibTrans" cxnId="{107F4320-D75F-4E46-8467-7203BA8B2CC0}">
      <dgm:prSet/>
      <dgm:spPr/>
      <dgm:t>
        <a:bodyPr/>
        <a:lstStyle/>
        <a:p>
          <a:endParaRPr lang="zh-CN" altLang="en-US"/>
        </a:p>
      </dgm:t>
    </dgm:pt>
    <dgm:pt modelId="{96CDFE7C-721D-4A7E-B791-F1B117233774}">
      <dgm:prSet/>
      <dgm:spPr/>
      <dgm:t>
        <a:bodyPr/>
        <a:lstStyle/>
        <a:p>
          <a:r>
            <a:rPr lang="zh-CN" dirty="0"/>
            <a:t>⚠️ 安全防范</a:t>
          </a:r>
        </a:p>
      </dgm:t>
    </dgm:pt>
    <dgm:pt modelId="{4FDCE9BC-19EC-4881-B582-48F44504CC45}" type="parTrans" cxnId="{3A104AEB-9B62-43BB-BB5B-570A1057D660}">
      <dgm:prSet/>
      <dgm:spPr/>
      <dgm:t>
        <a:bodyPr/>
        <a:lstStyle/>
        <a:p>
          <a:endParaRPr lang="zh-CN" altLang="en-US"/>
        </a:p>
      </dgm:t>
    </dgm:pt>
    <dgm:pt modelId="{40BC2DA8-0963-47CD-9540-22A020F6D9DA}" type="sibTrans" cxnId="{3A104AEB-9B62-43BB-BB5B-570A1057D660}">
      <dgm:prSet/>
      <dgm:spPr/>
      <dgm:t>
        <a:bodyPr/>
        <a:lstStyle/>
        <a:p>
          <a:endParaRPr lang="zh-CN" altLang="en-US"/>
        </a:p>
      </dgm:t>
    </dgm:pt>
    <dgm:pt modelId="{8E09F556-3B88-41DA-97BE-19F17C352B6C}">
      <dgm:prSet/>
      <dgm:spPr/>
      <dgm:t>
        <a:bodyPr/>
        <a:lstStyle/>
        <a:p>
          <a:r>
            <a:rPr lang="zh-CN"/>
            <a:t>调试时手不要离开电源开关，防止</a:t>
          </a:r>
          <a:r>
            <a:rPr lang="en-US"/>
            <a:t>Output_Max</a:t>
          </a:r>
          <a:r>
            <a:rPr lang="zh-CN"/>
            <a:t>设置失误导致电机失控</a:t>
          </a:r>
          <a:endParaRPr lang="zh-CN" dirty="0"/>
        </a:p>
      </dgm:t>
    </dgm:pt>
    <dgm:pt modelId="{ED84B8F5-DAB9-44E8-898F-42820222F958}" type="parTrans" cxnId="{7E6F8678-6C2C-47EB-8814-E63632182FAF}">
      <dgm:prSet/>
      <dgm:spPr/>
      <dgm:t>
        <a:bodyPr/>
        <a:lstStyle/>
        <a:p>
          <a:endParaRPr lang="zh-CN" altLang="en-US"/>
        </a:p>
      </dgm:t>
    </dgm:pt>
    <dgm:pt modelId="{8BA1E185-79DA-44CE-84A2-785075B194D8}" type="sibTrans" cxnId="{7E6F8678-6C2C-47EB-8814-E63632182FAF}">
      <dgm:prSet/>
      <dgm:spPr/>
      <dgm:t>
        <a:bodyPr/>
        <a:lstStyle/>
        <a:p>
          <a:endParaRPr lang="zh-CN" altLang="en-US"/>
        </a:p>
      </dgm:t>
    </dgm:pt>
    <dgm:pt modelId="{453D976F-B847-4ACB-95BB-E46FA59F5677}">
      <dgm:prSet/>
      <dgm:spPr/>
      <dgm:t>
        <a:bodyPr/>
        <a:lstStyle/>
        <a:p>
          <a:r>
            <a:rPr lang="zh-CN" dirty="0"/>
            <a:t>使用</a:t>
          </a:r>
          <a:r>
            <a:rPr lang="zh-CN" dirty="0">
              <a:highlight>
                <a:srgbClr val="FFFF00"/>
              </a:highlight>
            </a:rPr>
            <a:t>上位机</a:t>
          </a:r>
          <a:r>
            <a:rPr lang="zh-CN" altLang="en-US" dirty="0">
              <a:highlight>
                <a:srgbClr val="FFFF00"/>
              </a:highlight>
            </a:rPr>
            <a:t>软件</a:t>
          </a:r>
          <a:r>
            <a:rPr lang="zh-CN" dirty="0"/>
            <a:t>观察</a:t>
          </a:r>
          <a:r>
            <a:rPr lang="en-US" dirty="0"/>
            <a:t>Target</a:t>
          </a:r>
          <a:r>
            <a:rPr lang="zh-CN" dirty="0"/>
            <a:t>（目标转速）、</a:t>
          </a:r>
          <a:r>
            <a:rPr lang="en-US" dirty="0"/>
            <a:t>Actual</a:t>
          </a:r>
          <a:r>
            <a:rPr lang="zh-CN" dirty="0"/>
            <a:t>（实际转速）和</a:t>
          </a:r>
          <a:r>
            <a:rPr lang="en-US" dirty="0"/>
            <a:t>Output</a:t>
          </a:r>
          <a:r>
            <a:rPr lang="zh-CN" dirty="0"/>
            <a:t>（</a:t>
          </a:r>
          <a:r>
            <a:rPr lang="en-US" dirty="0"/>
            <a:t>PWM</a:t>
          </a:r>
          <a:r>
            <a:rPr lang="zh-CN" dirty="0"/>
            <a:t>输出）三条曲线的贴合度，判断优化效果</a:t>
          </a:r>
        </a:p>
      </dgm:t>
    </dgm:pt>
    <dgm:pt modelId="{A49F9074-2E3C-49CD-A2BE-7F1022E85365}" type="parTrans" cxnId="{8278778E-A43A-4757-9E28-B7E902889FB1}">
      <dgm:prSet/>
      <dgm:spPr/>
      <dgm:t>
        <a:bodyPr/>
        <a:lstStyle/>
        <a:p>
          <a:endParaRPr lang="zh-CN" altLang="en-US"/>
        </a:p>
      </dgm:t>
    </dgm:pt>
    <dgm:pt modelId="{20E718D0-AA8F-44B4-9568-E17E1D434714}" type="sibTrans" cxnId="{8278778E-A43A-4757-9E28-B7E902889FB1}">
      <dgm:prSet/>
      <dgm:spPr/>
      <dgm:t>
        <a:bodyPr/>
        <a:lstStyle/>
        <a:p>
          <a:endParaRPr lang="zh-CN" altLang="en-US"/>
        </a:p>
      </dgm:t>
    </dgm:pt>
    <dgm:pt modelId="{016F4B3E-E7E0-4E3A-8135-07B260C17EE2}" type="pres">
      <dgm:prSet presAssocID="{F40B2116-1335-47D0-8F49-0DEFE1F81696}" presName="linear" presStyleCnt="0">
        <dgm:presLayoutVars>
          <dgm:animLvl val="lvl"/>
          <dgm:resizeHandles val="exact"/>
        </dgm:presLayoutVars>
      </dgm:prSet>
      <dgm:spPr/>
    </dgm:pt>
    <dgm:pt modelId="{33D7708F-7A0D-43B9-80D9-BA88A7E3797F}" type="pres">
      <dgm:prSet presAssocID="{46441912-0EA2-4B5C-87B2-9E76886C98F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7B9BEA3-9755-460D-8969-CE01EBB00621}" type="pres">
      <dgm:prSet presAssocID="{46441912-0EA2-4B5C-87B2-9E76886C98F0}" presName="childText" presStyleLbl="revTx" presStyleIdx="0" presStyleCnt="3">
        <dgm:presLayoutVars>
          <dgm:bulletEnabled val="1"/>
        </dgm:presLayoutVars>
      </dgm:prSet>
      <dgm:spPr/>
    </dgm:pt>
    <dgm:pt modelId="{A5B8251E-E30E-4FBB-A8A3-EB53E4BA408D}" type="pres">
      <dgm:prSet presAssocID="{C4C3E0D3-78A1-4056-BE90-8F196073096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6F60CB6-178A-4033-9C1F-30FDB1D345EC}" type="pres">
      <dgm:prSet presAssocID="{C4C3E0D3-78A1-4056-BE90-8F196073096A}" presName="childText" presStyleLbl="revTx" presStyleIdx="1" presStyleCnt="3">
        <dgm:presLayoutVars>
          <dgm:bulletEnabled val="1"/>
        </dgm:presLayoutVars>
      </dgm:prSet>
      <dgm:spPr/>
    </dgm:pt>
    <dgm:pt modelId="{00E3EB6E-2984-41DA-8A0C-F0E71987AB4F}" type="pres">
      <dgm:prSet presAssocID="{96CDFE7C-721D-4A7E-B791-F1B11723377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AB7B67B-BBA3-425A-8E92-1DB40C3028FD}" type="pres">
      <dgm:prSet presAssocID="{96CDFE7C-721D-4A7E-B791-F1B11723377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C4E750F-9968-42C1-BC6C-035E53F41E03}" type="presOf" srcId="{60B9BD98-2E8F-496C-8526-4FEDE272E970}" destId="{A6F60CB6-178A-4033-9C1F-30FDB1D345EC}" srcOrd="0" destOrd="2" presId="urn:microsoft.com/office/officeart/2005/8/layout/vList2"/>
    <dgm:cxn modelId="{EC464317-1352-48E7-B0DC-366A23312F3E}" srcId="{F40B2116-1335-47D0-8F49-0DEFE1F81696}" destId="{C4C3E0D3-78A1-4056-BE90-8F196073096A}" srcOrd="1" destOrd="0" parTransId="{3D917B2E-C298-44F6-871C-7A0ED4587D73}" sibTransId="{21D5558F-EB4A-48F0-B184-CCC368B0FD06}"/>
    <dgm:cxn modelId="{694C9818-B07C-4364-A2E9-5CCCC7019512}" type="presOf" srcId="{2AEA11F1-5C87-4262-BA71-4D35C70E8090}" destId="{A6F60CB6-178A-4033-9C1F-30FDB1D345EC}" srcOrd="0" destOrd="1" presId="urn:microsoft.com/office/officeart/2005/8/layout/vList2"/>
    <dgm:cxn modelId="{107F4320-D75F-4E46-8467-7203BA8B2CC0}" srcId="{C4C3E0D3-78A1-4056-BE90-8F196073096A}" destId="{60B9BD98-2E8F-496C-8526-4FEDE272E970}" srcOrd="2" destOrd="0" parTransId="{D3AAD374-E308-4C55-AFB8-820FD9585A32}" sibTransId="{00929999-8617-4B3B-AE63-89F5751A09EF}"/>
    <dgm:cxn modelId="{DFEEC961-0A5C-42B0-8974-A2AB629D68DB}" type="presOf" srcId="{46441912-0EA2-4B5C-87B2-9E76886C98F0}" destId="{33D7708F-7A0D-43B9-80D9-BA88A7E3797F}" srcOrd="0" destOrd="0" presId="urn:microsoft.com/office/officeart/2005/8/layout/vList2"/>
    <dgm:cxn modelId="{1C860145-FDF5-4406-8402-3CC6E87C8413}" type="presOf" srcId="{96CDFE7C-721D-4A7E-B791-F1B117233774}" destId="{00E3EB6E-2984-41DA-8A0C-F0E71987AB4F}" srcOrd="0" destOrd="0" presId="urn:microsoft.com/office/officeart/2005/8/layout/vList2"/>
    <dgm:cxn modelId="{7E6F8678-6C2C-47EB-8814-E63632182FAF}" srcId="{96CDFE7C-721D-4A7E-B791-F1B117233774}" destId="{8E09F556-3B88-41DA-97BE-19F17C352B6C}" srcOrd="0" destOrd="0" parTransId="{ED84B8F5-DAB9-44E8-898F-42820222F958}" sibTransId="{8BA1E185-79DA-44CE-84A2-785075B194D8}"/>
    <dgm:cxn modelId="{DF170959-AC32-45AF-A6F1-55881E2B91E2}" srcId="{C4C3E0D3-78A1-4056-BE90-8F196073096A}" destId="{2AEA11F1-5C87-4262-BA71-4D35C70E8090}" srcOrd="1" destOrd="0" parTransId="{700FFAC6-3E29-4302-9135-ECB8A6B83A74}" sibTransId="{AFF0C903-69F0-4415-B53C-BEE5F4B14436}"/>
    <dgm:cxn modelId="{AF0A028C-D7DE-4574-BD9F-07D165FD212E}" type="presOf" srcId="{8E09F556-3B88-41DA-97BE-19F17C352B6C}" destId="{CAB7B67B-BBA3-425A-8E92-1DB40C3028FD}" srcOrd="0" destOrd="0" presId="urn:microsoft.com/office/officeart/2005/8/layout/vList2"/>
    <dgm:cxn modelId="{8278778E-A43A-4757-9E28-B7E902889FB1}" srcId="{46441912-0EA2-4B5C-87B2-9E76886C98F0}" destId="{453D976F-B847-4ACB-95BB-E46FA59F5677}" srcOrd="0" destOrd="0" parTransId="{A49F9074-2E3C-49CD-A2BE-7F1022E85365}" sibTransId="{20E718D0-AA8F-44B4-9568-E17E1D434714}"/>
    <dgm:cxn modelId="{01D0A697-F150-494F-8525-4962AC2BED16}" srcId="{C4C3E0D3-78A1-4056-BE90-8F196073096A}" destId="{297F6DD1-D5F8-4FF4-8F99-39BE75C623D0}" srcOrd="0" destOrd="0" parTransId="{771CA082-0C25-4FB4-BEF4-2C5BAC248570}" sibTransId="{BF6B2041-E1E6-4B13-A66C-5226AE818C8F}"/>
    <dgm:cxn modelId="{2B91BDA2-67A7-4363-B071-531E0CC95448}" type="presOf" srcId="{C4C3E0D3-78A1-4056-BE90-8F196073096A}" destId="{A5B8251E-E30E-4FBB-A8A3-EB53E4BA408D}" srcOrd="0" destOrd="0" presId="urn:microsoft.com/office/officeart/2005/8/layout/vList2"/>
    <dgm:cxn modelId="{46D06BC6-5126-4FB3-BB7E-B738C9B9E262}" srcId="{F40B2116-1335-47D0-8F49-0DEFE1F81696}" destId="{46441912-0EA2-4B5C-87B2-9E76886C98F0}" srcOrd="0" destOrd="0" parTransId="{70FA2FC8-1278-47B6-8B22-7565999E127A}" sibTransId="{5AA4CBE6-B2A4-4F9E-9B98-8183759CA6A7}"/>
    <dgm:cxn modelId="{5C4FA5D2-0805-45BF-8E34-E53357D2DC9D}" type="presOf" srcId="{F40B2116-1335-47D0-8F49-0DEFE1F81696}" destId="{016F4B3E-E7E0-4E3A-8135-07B260C17EE2}" srcOrd="0" destOrd="0" presId="urn:microsoft.com/office/officeart/2005/8/layout/vList2"/>
    <dgm:cxn modelId="{241730E7-CF26-4681-A8F2-BF81594C2B44}" type="presOf" srcId="{297F6DD1-D5F8-4FF4-8F99-39BE75C623D0}" destId="{A6F60CB6-178A-4033-9C1F-30FDB1D345EC}" srcOrd="0" destOrd="0" presId="urn:microsoft.com/office/officeart/2005/8/layout/vList2"/>
    <dgm:cxn modelId="{015356E8-516B-4E16-B98B-987109D3876D}" type="presOf" srcId="{453D976F-B847-4ACB-95BB-E46FA59F5677}" destId="{87B9BEA3-9755-460D-8969-CE01EBB00621}" srcOrd="0" destOrd="0" presId="urn:microsoft.com/office/officeart/2005/8/layout/vList2"/>
    <dgm:cxn modelId="{3A104AEB-9B62-43BB-BB5B-570A1057D660}" srcId="{F40B2116-1335-47D0-8F49-0DEFE1F81696}" destId="{96CDFE7C-721D-4A7E-B791-F1B117233774}" srcOrd="2" destOrd="0" parTransId="{4FDCE9BC-19EC-4881-B582-48F44504CC45}" sibTransId="{40BC2DA8-0963-47CD-9540-22A020F6D9DA}"/>
    <dgm:cxn modelId="{5B62CBA2-AA19-4B63-9CA3-CFF90619A28A}" type="presParOf" srcId="{016F4B3E-E7E0-4E3A-8135-07B260C17EE2}" destId="{33D7708F-7A0D-43B9-80D9-BA88A7E3797F}" srcOrd="0" destOrd="0" presId="urn:microsoft.com/office/officeart/2005/8/layout/vList2"/>
    <dgm:cxn modelId="{D0EF75B0-5092-489F-95B9-098B9D7A7940}" type="presParOf" srcId="{016F4B3E-E7E0-4E3A-8135-07B260C17EE2}" destId="{87B9BEA3-9755-460D-8969-CE01EBB00621}" srcOrd="1" destOrd="0" presId="urn:microsoft.com/office/officeart/2005/8/layout/vList2"/>
    <dgm:cxn modelId="{636F49B0-055E-4564-BB87-489B085D2709}" type="presParOf" srcId="{016F4B3E-E7E0-4E3A-8135-07B260C17EE2}" destId="{A5B8251E-E30E-4FBB-A8A3-EB53E4BA408D}" srcOrd="2" destOrd="0" presId="urn:microsoft.com/office/officeart/2005/8/layout/vList2"/>
    <dgm:cxn modelId="{D5C21F4D-E3DD-49CA-B7AB-081E1ADC9262}" type="presParOf" srcId="{016F4B3E-E7E0-4E3A-8135-07B260C17EE2}" destId="{A6F60CB6-178A-4033-9C1F-30FDB1D345EC}" srcOrd="3" destOrd="0" presId="urn:microsoft.com/office/officeart/2005/8/layout/vList2"/>
    <dgm:cxn modelId="{62F94168-DB52-46D5-A84F-629008467526}" type="presParOf" srcId="{016F4B3E-E7E0-4E3A-8135-07B260C17EE2}" destId="{00E3EB6E-2984-41DA-8A0C-F0E71987AB4F}" srcOrd="4" destOrd="0" presId="urn:microsoft.com/office/officeart/2005/8/layout/vList2"/>
    <dgm:cxn modelId="{65A4D6EA-F8E5-4617-8884-862EE46F51FC}" type="presParOf" srcId="{016F4B3E-E7E0-4E3A-8135-07B260C17EE2}" destId="{CAB7B67B-BBA3-425A-8E92-1DB40C3028F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7ACD22D-BFD2-409A-8BBB-20B012635F1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1ADAF46-2F18-4695-80B4-A606A4AC9FBB}">
      <dgm:prSet/>
      <dgm:spPr/>
      <dgm:t>
        <a:bodyPr/>
        <a:lstStyle/>
        <a:p>
          <a:r>
            <a:rPr lang="zh-CN" dirty="0"/>
            <a:t>优秀的</a:t>
          </a:r>
          <a:r>
            <a:rPr lang="en-US" dirty="0"/>
            <a:t>PID</a:t>
          </a:r>
          <a:r>
            <a:rPr lang="zh-CN" dirty="0"/>
            <a:t>算法</a:t>
          </a:r>
        </a:p>
      </dgm:t>
    </dgm:pt>
    <dgm:pt modelId="{F71B57BA-1CF6-4BF2-98F4-10B2E048DD71}" type="parTrans" cxnId="{DCD13A31-AE46-4DF1-B8DA-7A494D91022B}">
      <dgm:prSet/>
      <dgm:spPr/>
      <dgm:t>
        <a:bodyPr/>
        <a:lstStyle/>
        <a:p>
          <a:endParaRPr lang="zh-CN" altLang="en-US"/>
        </a:p>
      </dgm:t>
    </dgm:pt>
    <dgm:pt modelId="{F60BF84A-F786-4432-A853-0D960C2E6869}" type="sibTrans" cxnId="{DCD13A31-AE46-4DF1-B8DA-7A494D91022B}">
      <dgm:prSet/>
      <dgm:spPr/>
      <dgm:t>
        <a:bodyPr/>
        <a:lstStyle/>
        <a:p>
          <a:endParaRPr lang="zh-CN" altLang="en-US"/>
        </a:p>
      </dgm:t>
    </dgm:pt>
    <dgm:pt modelId="{1BA566B0-F8E9-4C1A-9993-64F9C88AD0FB}">
      <dgm:prSet/>
      <dgm:spPr/>
      <dgm:t>
        <a:bodyPr/>
        <a:lstStyle/>
        <a:p>
          <a:r>
            <a:rPr lang="en-US" dirty="0"/>
            <a:t>1. </a:t>
          </a:r>
          <a:r>
            <a:rPr lang="zh-CN" dirty="0"/>
            <a:t>容忍噪声：通过低通滤波，处理实际采样中的干扰信号</a:t>
          </a:r>
        </a:p>
      </dgm:t>
    </dgm:pt>
    <dgm:pt modelId="{CBF47822-5DE1-4AA4-B6B6-3E82191DB28B}" type="parTrans" cxnId="{7B960AB3-67A9-4883-8E0C-F7AC25EF4DF7}">
      <dgm:prSet/>
      <dgm:spPr/>
      <dgm:t>
        <a:bodyPr/>
        <a:lstStyle/>
        <a:p>
          <a:endParaRPr lang="zh-CN" altLang="en-US"/>
        </a:p>
      </dgm:t>
    </dgm:pt>
    <dgm:pt modelId="{8CCE32A5-F11C-47E4-B1E0-59EA1AF0CB9A}" type="sibTrans" cxnId="{7B960AB3-67A9-4883-8E0C-F7AC25EF4DF7}">
      <dgm:prSet/>
      <dgm:spPr/>
      <dgm:t>
        <a:bodyPr/>
        <a:lstStyle/>
        <a:p>
          <a:endParaRPr lang="zh-CN" altLang="en-US"/>
        </a:p>
      </dgm:t>
    </dgm:pt>
    <dgm:pt modelId="{D7A83AD6-BFDD-40C8-9195-0A3555FB3798}">
      <dgm:prSet/>
      <dgm:spPr/>
      <dgm:t>
        <a:bodyPr/>
        <a:lstStyle/>
        <a:p>
          <a:r>
            <a:rPr lang="en-US" dirty="0"/>
            <a:t>2. </a:t>
          </a:r>
          <a:r>
            <a:rPr lang="zh-CN" dirty="0"/>
            <a:t>尊重物理限制：通过积分限幅、死区补偿，适配电机的机械特性和物理约束</a:t>
          </a:r>
        </a:p>
      </dgm:t>
    </dgm:pt>
    <dgm:pt modelId="{9CAF84F1-E0A1-42FB-BC9B-4FE2839468E6}" type="parTrans" cxnId="{DCEC6FCD-FEEF-43F7-BE04-C8B35EFDBC0C}">
      <dgm:prSet/>
      <dgm:spPr/>
      <dgm:t>
        <a:bodyPr/>
        <a:lstStyle/>
        <a:p>
          <a:endParaRPr lang="zh-CN" altLang="en-US"/>
        </a:p>
      </dgm:t>
    </dgm:pt>
    <dgm:pt modelId="{E8BC240C-03F2-427D-A5A1-ADAB23F52841}" type="sibTrans" cxnId="{DCEC6FCD-FEEF-43F7-BE04-C8B35EFDBC0C}">
      <dgm:prSet/>
      <dgm:spPr/>
      <dgm:t>
        <a:bodyPr/>
        <a:lstStyle/>
        <a:p>
          <a:endParaRPr lang="zh-CN" altLang="en-US"/>
        </a:p>
      </dgm:t>
    </dgm:pt>
    <dgm:pt modelId="{08997EBC-B44A-4BDC-B8A8-D833733A0D8E}">
      <dgm:prSet/>
      <dgm:spPr/>
      <dgm:t>
        <a:bodyPr/>
        <a:lstStyle/>
        <a:p>
          <a:r>
            <a:rPr lang="en-US" dirty="0"/>
            <a:t>3. </a:t>
          </a:r>
          <a:r>
            <a:rPr lang="zh-CN" dirty="0"/>
            <a:t>预判机械特性：通过微分先行，避免目标阶跃带来的机械和电流冲击</a:t>
          </a:r>
        </a:p>
      </dgm:t>
    </dgm:pt>
    <dgm:pt modelId="{8867AC1F-52A0-48ED-A9FD-E5BE8F080B28}" type="parTrans" cxnId="{F5680BD9-6C0F-4CDC-8109-A1103D9FB936}">
      <dgm:prSet/>
      <dgm:spPr/>
      <dgm:t>
        <a:bodyPr/>
        <a:lstStyle/>
        <a:p>
          <a:endParaRPr lang="zh-CN" altLang="en-US"/>
        </a:p>
      </dgm:t>
    </dgm:pt>
    <dgm:pt modelId="{D9C3B266-FB39-40F3-B3AF-A9E94B5333E6}" type="sibTrans" cxnId="{F5680BD9-6C0F-4CDC-8109-A1103D9FB936}">
      <dgm:prSet/>
      <dgm:spPr/>
      <dgm:t>
        <a:bodyPr/>
        <a:lstStyle/>
        <a:p>
          <a:endParaRPr lang="zh-CN" altLang="en-US"/>
        </a:p>
      </dgm:t>
    </dgm:pt>
    <dgm:pt modelId="{5017507F-A107-414D-BAC0-D799FE691EAD}">
      <dgm:prSet/>
      <dgm:spPr/>
      <dgm:t>
        <a:bodyPr/>
        <a:lstStyle/>
        <a:p>
          <a:r>
            <a:rPr lang="zh-CN" dirty="0"/>
            <a:t>最终目标</a:t>
          </a:r>
        </a:p>
      </dgm:t>
    </dgm:pt>
    <dgm:pt modelId="{B7FB356B-FB18-486E-9CAD-449952C9EB56}" type="parTrans" cxnId="{B4E928AC-5002-46AD-848C-8A25E9596113}">
      <dgm:prSet/>
      <dgm:spPr/>
      <dgm:t>
        <a:bodyPr/>
        <a:lstStyle/>
        <a:p>
          <a:endParaRPr lang="zh-CN" altLang="en-US"/>
        </a:p>
      </dgm:t>
    </dgm:pt>
    <dgm:pt modelId="{967405C3-BB76-4FF8-BDA3-4C0C4E829241}" type="sibTrans" cxnId="{B4E928AC-5002-46AD-848C-8A25E9596113}">
      <dgm:prSet/>
      <dgm:spPr/>
      <dgm:t>
        <a:bodyPr/>
        <a:lstStyle/>
        <a:p>
          <a:endParaRPr lang="zh-CN" altLang="en-US"/>
        </a:p>
      </dgm:t>
    </dgm:pt>
    <dgm:pt modelId="{16042DB2-B176-4355-AC9A-7F912085FD5B}">
      <dgm:prSet/>
      <dgm:spPr/>
      <dgm:t>
        <a:bodyPr/>
        <a:lstStyle/>
        <a:p>
          <a:r>
            <a:rPr lang="zh-CN"/>
            <a:t>实现电机平稳、精准、可靠的速度控制，满足工程实际需求</a:t>
          </a:r>
          <a:endParaRPr lang="zh-CN" dirty="0"/>
        </a:p>
      </dgm:t>
    </dgm:pt>
    <dgm:pt modelId="{65A92879-5F75-46AA-AE43-CFFDE01694AB}" type="parTrans" cxnId="{FCF2CA97-D0ED-4AD8-8256-83AD21BABF1C}">
      <dgm:prSet/>
      <dgm:spPr/>
      <dgm:t>
        <a:bodyPr/>
        <a:lstStyle/>
        <a:p>
          <a:endParaRPr lang="zh-CN" altLang="en-US"/>
        </a:p>
      </dgm:t>
    </dgm:pt>
    <dgm:pt modelId="{3E69E909-C8E8-4E33-8ED8-FC89B5A643DD}" type="sibTrans" cxnId="{FCF2CA97-D0ED-4AD8-8256-83AD21BABF1C}">
      <dgm:prSet/>
      <dgm:spPr/>
      <dgm:t>
        <a:bodyPr/>
        <a:lstStyle/>
        <a:p>
          <a:endParaRPr lang="zh-CN" altLang="en-US"/>
        </a:p>
      </dgm:t>
    </dgm:pt>
    <dgm:pt modelId="{5661AC53-2168-46F4-91C0-C6D8B60920F1}" type="pres">
      <dgm:prSet presAssocID="{A7ACD22D-BFD2-409A-8BBB-20B012635F1F}" presName="linear" presStyleCnt="0">
        <dgm:presLayoutVars>
          <dgm:dir/>
          <dgm:animLvl val="lvl"/>
          <dgm:resizeHandles val="exact"/>
        </dgm:presLayoutVars>
      </dgm:prSet>
      <dgm:spPr/>
    </dgm:pt>
    <dgm:pt modelId="{227F1F82-A5A6-4588-8BD6-C7DE8D4A0E41}" type="pres">
      <dgm:prSet presAssocID="{01ADAF46-2F18-4695-80B4-A606A4AC9FBB}" presName="parentLin" presStyleCnt="0"/>
      <dgm:spPr/>
    </dgm:pt>
    <dgm:pt modelId="{CA932FE8-58BD-4D66-831D-5ECBD8BA6AFB}" type="pres">
      <dgm:prSet presAssocID="{01ADAF46-2F18-4695-80B4-A606A4AC9FBB}" presName="parentLeftMargin" presStyleLbl="node1" presStyleIdx="0" presStyleCnt="2"/>
      <dgm:spPr/>
    </dgm:pt>
    <dgm:pt modelId="{BCC725F4-73DF-4904-953B-96F805CEE499}" type="pres">
      <dgm:prSet presAssocID="{01ADAF46-2F18-4695-80B4-A606A4AC9FB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FA7D018-C832-4D01-9B3A-91972BB1506F}" type="pres">
      <dgm:prSet presAssocID="{01ADAF46-2F18-4695-80B4-A606A4AC9FBB}" presName="negativeSpace" presStyleCnt="0"/>
      <dgm:spPr/>
    </dgm:pt>
    <dgm:pt modelId="{17460EE8-F09B-4640-9ADC-7C98F568856C}" type="pres">
      <dgm:prSet presAssocID="{01ADAF46-2F18-4695-80B4-A606A4AC9FBB}" presName="childText" presStyleLbl="conFgAcc1" presStyleIdx="0" presStyleCnt="2">
        <dgm:presLayoutVars>
          <dgm:bulletEnabled val="1"/>
        </dgm:presLayoutVars>
      </dgm:prSet>
      <dgm:spPr/>
    </dgm:pt>
    <dgm:pt modelId="{6D05DF61-088B-4CE4-A2F4-095AD6453B78}" type="pres">
      <dgm:prSet presAssocID="{F60BF84A-F786-4432-A853-0D960C2E6869}" presName="spaceBetweenRectangles" presStyleCnt="0"/>
      <dgm:spPr/>
    </dgm:pt>
    <dgm:pt modelId="{0524F8D7-5021-4FB4-9162-C6A97C759C8A}" type="pres">
      <dgm:prSet presAssocID="{5017507F-A107-414D-BAC0-D799FE691EAD}" presName="parentLin" presStyleCnt="0"/>
      <dgm:spPr/>
    </dgm:pt>
    <dgm:pt modelId="{E477851F-7C62-4241-AF10-6D73D410162F}" type="pres">
      <dgm:prSet presAssocID="{5017507F-A107-414D-BAC0-D799FE691EAD}" presName="parentLeftMargin" presStyleLbl="node1" presStyleIdx="0" presStyleCnt="2"/>
      <dgm:spPr/>
    </dgm:pt>
    <dgm:pt modelId="{AECDC46A-1548-4454-B580-FD093E9F5D34}" type="pres">
      <dgm:prSet presAssocID="{5017507F-A107-414D-BAC0-D799FE691EA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B861DE2-4A57-4C48-ADC9-0FE91CBFFE61}" type="pres">
      <dgm:prSet presAssocID="{5017507F-A107-414D-BAC0-D799FE691EAD}" presName="negativeSpace" presStyleCnt="0"/>
      <dgm:spPr/>
    </dgm:pt>
    <dgm:pt modelId="{EA2244AB-CB62-48AD-A1AF-532CA187CEB8}" type="pres">
      <dgm:prSet presAssocID="{5017507F-A107-414D-BAC0-D799FE691EA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CC24603-DB3A-4D67-B7CB-54AB718CEC99}" type="presOf" srcId="{5017507F-A107-414D-BAC0-D799FE691EAD}" destId="{AECDC46A-1548-4454-B580-FD093E9F5D34}" srcOrd="1" destOrd="0" presId="urn:microsoft.com/office/officeart/2005/8/layout/list1"/>
    <dgm:cxn modelId="{9A7E1412-3BE5-47FE-B50A-14FDC3B6EE5C}" type="presOf" srcId="{01ADAF46-2F18-4695-80B4-A606A4AC9FBB}" destId="{BCC725F4-73DF-4904-953B-96F805CEE499}" srcOrd="1" destOrd="0" presId="urn:microsoft.com/office/officeart/2005/8/layout/list1"/>
    <dgm:cxn modelId="{FF0C6A19-80C4-4084-BDCD-7EF1B9E6AE76}" type="presOf" srcId="{5017507F-A107-414D-BAC0-D799FE691EAD}" destId="{E477851F-7C62-4241-AF10-6D73D410162F}" srcOrd="0" destOrd="0" presId="urn:microsoft.com/office/officeart/2005/8/layout/list1"/>
    <dgm:cxn modelId="{DCD13A31-AE46-4DF1-B8DA-7A494D91022B}" srcId="{A7ACD22D-BFD2-409A-8BBB-20B012635F1F}" destId="{01ADAF46-2F18-4695-80B4-A606A4AC9FBB}" srcOrd="0" destOrd="0" parTransId="{F71B57BA-1CF6-4BF2-98F4-10B2E048DD71}" sibTransId="{F60BF84A-F786-4432-A853-0D960C2E6869}"/>
    <dgm:cxn modelId="{9683735F-3BF7-4817-840F-E4E6CC9EAD8B}" type="presOf" srcId="{16042DB2-B176-4355-AC9A-7F912085FD5B}" destId="{EA2244AB-CB62-48AD-A1AF-532CA187CEB8}" srcOrd="0" destOrd="0" presId="urn:microsoft.com/office/officeart/2005/8/layout/list1"/>
    <dgm:cxn modelId="{51428354-35BC-4F24-AD61-3EB00C390E20}" type="presOf" srcId="{1BA566B0-F8E9-4C1A-9993-64F9C88AD0FB}" destId="{17460EE8-F09B-4640-9ADC-7C98F568856C}" srcOrd="0" destOrd="0" presId="urn:microsoft.com/office/officeart/2005/8/layout/list1"/>
    <dgm:cxn modelId="{0C802C77-FC5A-4DEA-A40D-E88081206EB6}" type="presOf" srcId="{01ADAF46-2F18-4695-80B4-A606A4AC9FBB}" destId="{CA932FE8-58BD-4D66-831D-5ECBD8BA6AFB}" srcOrd="0" destOrd="0" presId="urn:microsoft.com/office/officeart/2005/8/layout/list1"/>
    <dgm:cxn modelId="{FCF2CA97-D0ED-4AD8-8256-83AD21BABF1C}" srcId="{5017507F-A107-414D-BAC0-D799FE691EAD}" destId="{16042DB2-B176-4355-AC9A-7F912085FD5B}" srcOrd="0" destOrd="0" parTransId="{65A92879-5F75-46AA-AE43-CFFDE01694AB}" sibTransId="{3E69E909-C8E8-4E33-8ED8-FC89B5A643DD}"/>
    <dgm:cxn modelId="{B4E928AC-5002-46AD-848C-8A25E9596113}" srcId="{A7ACD22D-BFD2-409A-8BBB-20B012635F1F}" destId="{5017507F-A107-414D-BAC0-D799FE691EAD}" srcOrd="1" destOrd="0" parTransId="{B7FB356B-FB18-486E-9CAD-449952C9EB56}" sibTransId="{967405C3-BB76-4FF8-BDA3-4C0C4E829241}"/>
    <dgm:cxn modelId="{7B960AB3-67A9-4883-8E0C-F7AC25EF4DF7}" srcId="{01ADAF46-2F18-4695-80B4-A606A4AC9FBB}" destId="{1BA566B0-F8E9-4C1A-9993-64F9C88AD0FB}" srcOrd="0" destOrd="0" parTransId="{CBF47822-5DE1-4AA4-B6B6-3E82191DB28B}" sibTransId="{8CCE32A5-F11C-47E4-B1E0-59EA1AF0CB9A}"/>
    <dgm:cxn modelId="{0D04B8BC-282C-425C-A08D-EDE5A2174376}" type="presOf" srcId="{08997EBC-B44A-4BDC-B8A8-D833733A0D8E}" destId="{17460EE8-F09B-4640-9ADC-7C98F568856C}" srcOrd="0" destOrd="2" presId="urn:microsoft.com/office/officeart/2005/8/layout/list1"/>
    <dgm:cxn modelId="{DCEC6FCD-FEEF-43F7-BE04-C8B35EFDBC0C}" srcId="{01ADAF46-2F18-4695-80B4-A606A4AC9FBB}" destId="{D7A83AD6-BFDD-40C8-9195-0A3555FB3798}" srcOrd="1" destOrd="0" parTransId="{9CAF84F1-E0A1-42FB-BC9B-4FE2839468E6}" sibTransId="{E8BC240C-03F2-427D-A5A1-ADAB23F52841}"/>
    <dgm:cxn modelId="{13359DD2-64B3-44E5-90DC-77363A4FA71D}" type="presOf" srcId="{A7ACD22D-BFD2-409A-8BBB-20B012635F1F}" destId="{5661AC53-2168-46F4-91C0-C6D8B60920F1}" srcOrd="0" destOrd="0" presId="urn:microsoft.com/office/officeart/2005/8/layout/list1"/>
    <dgm:cxn modelId="{F5680BD9-6C0F-4CDC-8109-A1103D9FB936}" srcId="{01ADAF46-2F18-4695-80B4-A606A4AC9FBB}" destId="{08997EBC-B44A-4BDC-B8A8-D833733A0D8E}" srcOrd="2" destOrd="0" parTransId="{8867AC1F-52A0-48ED-A9FD-E5BE8F080B28}" sibTransId="{D9C3B266-FB39-40F3-B3AF-A9E94B5333E6}"/>
    <dgm:cxn modelId="{FCCA5DFA-AC40-48AA-8FAE-8B33D337C97F}" type="presOf" srcId="{D7A83AD6-BFDD-40C8-9195-0A3555FB3798}" destId="{17460EE8-F09B-4640-9ADC-7C98F568856C}" srcOrd="0" destOrd="1" presId="urn:microsoft.com/office/officeart/2005/8/layout/list1"/>
    <dgm:cxn modelId="{03451B0B-5A94-4C3B-8662-4EE0C5ABCE84}" type="presParOf" srcId="{5661AC53-2168-46F4-91C0-C6D8B60920F1}" destId="{227F1F82-A5A6-4588-8BD6-C7DE8D4A0E41}" srcOrd="0" destOrd="0" presId="urn:microsoft.com/office/officeart/2005/8/layout/list1"/>
    <dgm:cxn modelId="{7028F894-1583-45C9-BBBF-F960AB2FE84D}" type="presParOf" srcId="{227F1F82-A5A6-4588-8BD6-C7DE8D4A0E41}" destId="{CA932FE8-58BD-4D66-831D-5ECBD8BA6AFB}" srcOrd="0" destOrd="0" presId="urn:microsoft.com/office/officeart/2005/8/layout/list1"/>
    <dgm:cxn modelId="{A4EFFDD6-F98E-4A5B-BE83-23631989EE2D}" type="presParOf" srcId="{227F1F82-A5A6-4588-8BD6-C7DE8D4A0E41}" destId="{BCC725F4-73DF-4904-953B-96F805CEE499}" srcOrd="1" destOrd="0" presId="urn:microsoft.com/office/officeart/2005/8/layout/list1"/>
    <dgm:cxn modelId="{7D61DC3E-7D0B-4EE6-A166-0A9DDFEBB20A}" type="presParOf" srcId="{5661AC53-2168-46F4-91C0-C6D8B60920F1}" destId="{BFA7D018-C832-4D01-9B3A-91972BB1506F}" srcOrd="1" destOrd="0" presId="urn:microsoft.com/office/officeart/2005/8/layout/list1"/>
    <dgm:cxn modelId="{26FFF1C3-1C9E-4D14-91C3-2A1D5BD0A8E6}" type="presParOf" srcId="{5661AC53-2168-46F4-91C0-C6D8B60920F1}" destId="{17460EE8-F09B-4640-9ADC-7C98F568856C}" srcOrd="2" destOrd="0" presId="urn:microsoft.com/office/officeart/2005/8/layout/list1"/>
    <dgm:cxn modelId="{9881826C-43C6-439D-9598-5EA7AA4C438B}" type="presParOf" srcId="{5661AC53-2168-46F4-91C0-C6D8B60920F1}" destId="{6D05DF61-088B-4CE4-A2F4-095AD6453B78}" srcOrd="3" destOrd="0" presId="urn:microsoft.com/office/officeart/2005/8/layout/list1"/>
    <dgm:cxn modelId="{95A1EBA7-7183-458C-954D-F51690A0A64D}" type="presParOf" srcId="{5661AC53-2168-46F4-91C0-C6D8B60920F1}" destId="{0524F8D7-5021-4FB4-9162-C6A97C759C8A}" srcOrd="4" destOrd="0" presId="urn:microsoft.com/office/officeart/2005/8/layout/list1"/>
    <dgm:cxn modelId="{BAEA5639-8FAA-437D-9375-C891BA325339}" type="presParOf" srcId="{0524F8D7-5021-4FB4-9162-C6A97C759C8A}" destId="{E477851F-7C62-4241-AF10-6D73D410162F}" srcOrd="0" destOrd="0" presId="urn:microsoft.com/office/officeart/2005/8/layout/list1"/>
    <dgm:cxn modelId="{26C9EFA5-E6BE-49F9-8BA5-860B79738C92}" type="presParOf" srcId="{0524F8D7-5021-4FB4-9162-C6A97C759C8A}" destId="{AECDC46A-1548-4454-B580-FD093E9F5D34}" srcOrd="1" destOrd="0" presId="urn:microsoft.com/office/officeart/2005/8/layout/list1"/>
    <dgm:cxn modelId="{CB9BECD2-DB69-4908-8C57-A2C1E61C54C3}" type="presParOf" srcId="{5661AC53-2168-46F4-91C0-C6D8B60920F1}" destId="{7B861DE2-4A57-4C48-ADC9-0FE91CBFFE61}" srcOrd="5" destOrd="0" presId="urn:microsoft.com/office/officeart/2005/8/layout/list1"/>
    <dgm:cxn modelId="{67B1B670-5AEF-4029-B3CF-F96BEB6B82C4}" type="presParOf" srcId="{5661AC53-2168-46F4-91C0-C6D8B60920F1}" destId="{EA2244AB-CB62-48AD-A1AF-532CA187CEB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AFC7CC-CDAC-42A3-A9AB-938DE5C623B8}">
      <dsp:nvSpPr>
        <dsp:cNvPr id="0" name=""/>
        <dsp:cNvSpPr/>
      </dsp:nvSpPr>
      <dsp:spPr>
        <a:xfrm>
          <a:off x="0" y="559022"/>
          <a:ext cx="10688441" cy="1269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41528" rIns="829542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2600" kern="1200" dirty="0"/>
            <a:t>理解传感器噪声、机械死区与积分饱和对控制的影响。</a:t>
          </a:r>
          <a:endParaRPr lang="zh-CN" sz="26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559022"/>
        <a:ext cx="10688441" cy="1269450"/>
      </dsp:txXfrm>
    </dsp:sp>
    <dsp:sp modelId="{84F072CC-848C-42AA-824A-DA31CF8C601E}">
      <dsp:nvSpPr>
        <dsp:cNvPr id="0" name=""/>
        <dsp:cNvSpPr/>
      </dsp:nvSpPr>
      <dsp:spPr>
        <a:xfrm>
          <a:off x="534422" y="175262"/>
          <a:ext cx="7481908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1" kern="1200" dirty="0"/>
            <a:t>认知层</a:t>
          </a:r>
          <a:endParaRPr lang="zh-CN" sz="26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71889" y="212729"/>
        <a:ext cx="7406974" cy="692586"/>
      </dsp:txXfrm>
    </dsp:sp>
    <dsp:sp modelId="{A807BDF5-2574-4130-B6A8-960861657E73}">
      <dsp:nvSpPr>
        <dsp:cNvPr id="0" name=""/>
        <dsp:cNvSpPr/>
      </dsp:nvSpPr>
      <dsp:spPr>
        <a:xfrm>
          <a:off x="0" y="2352632"/>
          <a:ext cx="10688441" cy="1146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41528" rIns="829542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altLang="en-US" sz="2600" kern="1200" dirty="0"/>
            <a:t>掌握低通滤波、微分先行、死区补偿及积分分离的 </a:t>
          </a:r>
          <a:r>
            <a:rPr lang="en-US" altLang="zh-CN" sz="2600" kern="1200" dirty="0"/>
            <a:t>C </a:t>
          </a:r>
          <a:r>
            <a:rPr lang="zh-CN" altLang="en-US" sz="2600" kern="1200" dirty="0"/>
            <a:t>语言实现。</a:t>
          </a:r>
        </a:p>
      </dsp:txBody>
      <dsp:txXfrm>
        <a:off x="0" y="2352632"/>
        <a:ext cx="10688441" cy="1146600"/>
      </dsp:txXfrm>
    </dsp:sp>
    <dsp:sp modelId="{9FCD6834-E382-4B57-ABA1-63030AE7D67E}">
      <dsp:nvSpPr>
        <dsp:cNvPr id="0" name=""/>
        <dsp:cNvSpPr/>
      </dsp:nvSpPr>
      <dsp:spPr>
        <a:xfrm>
          <a:off x="534422" y="1968872"/>
          <a:ext cx="7481908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1" kern="1200" dirty="0"/>
            <a:t>技能层</a:t>
          </a:r>
          <a:endParaRPr lang="zh-CN" altLang="en-US" sz="2600" kern="1200" dirty="0"/>
        </a:p>
      </dsp:txBody>
      <dsp:txXfrm>
        <a:off x="571889" y="2006339"/>
        <a:ext cx="7406974" cy="692586"/>
      </dsp:txXfrm>
    </dsp:sp>
    <dsp:sp modelId="{14F4D836-0678-405C-885C-2C164075535C}">
      <dsp:nvSpPr>
        <dsp:cNvPr id="0" name=""/>
        <dsp:cNvSpPr/>
      </dsp:nvSpPr>
      <dsp:spPr>
        <a:xfrm>
          <a:off x="0" y="4023392"/>
          <a:ext cx="10688441" cy="1146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41528" rIns="829542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altLang="en-US" sz="2600" kern="1200"/>
            <a:t>建立“硬件约束决定算法边界”的工程思维。</a:t>
          </a:r>
          <a:endParaRPr lang="zh-CN" altLang="en-US" sz="2600" kern="1200" dirty="0"/>
        </a:p>
      </dsp:txBody>
      <dsp:txXfrm>
        <a:off x="0" y="4023392"/>
        <a:ext cx="10688441" cy="1146600"/>
      </dsp:txXfrm>
    </dsp:sp>
    <dsp:sp modelId="{065B8ADB-805B-4CB9-BA35-7B560B0A8ADA}">
      <dsp:nvSpPr>
        <dsp:cNvPr id="0" name=""/>
        <dsp:cNvSpPr/>
      </dsp:nvSpPr>
      <dsp:spPr>
        <a:xfrm>
          <a:off x="534422" y="3639632"/>
          <a:ext cx="7481908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600" b="1" kern="1200" dirty="0"/>
            <a:t>思维层</a:t>
          </a:r>
          <a:endParaRPr lang="zh-CN" altLang="en-US" sz="2600" kern="1200" dirty="0"/>
        </a:p>
      </dsp:txBody>
      <dsp:txXfrm>
        <a:off x="571889" y="3677099"/>
        <a:ext cx="7406974" cy="692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8A717-E35B-4019-8445-854962302F41}">
      <dsp:nvSpPr>
        <dsp:cNvPr id="0" name=""/>
        <dsp:cNvSpPr/>
      </dsp:nvSpPr>
      <dsp:spPr>
        <a:xfrm>
          <a:off x="0" y="111699"/>
          <a:ext cx="10688441" cy="744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假设反馈是纯净的</a:t>
          </a:r>
          <a:endParaRPr lang="zh-CN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6325" y="148024"/>
        <a:ext cx="10615791" cy="671470"/>
      </dsp:txXfrm>
    </dsp:sp>
    <dsp:sp modelId="{4B6F860C-84FB-469B-B559-FE8A2E0763A6}">
      <dsp:nvSpPr>
        <dsp:cNvPr id="0" name=""/>
        <dsp:cNvSpPr/>
      </dsp:nvSpPr>
      <dsp:spPr>
        <a:xfrm>
          <a:off x="0" y="855819"/>
          <a:ext cx="10688441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认为编码器返回的 </a:t>
          </a:r>
          <a:r>
            <a:rPr lang="en-US" sz="19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raw_rpm</a:t>
          </a:r>
          <a:r>
            <a:rPr lang="zh-CN" sz="1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完全真实，没有电子噪声或机械振动干扰。</a:t>
          </a:r>
        </a:p>
      </dsp:txBody>
      <dsp:txXfrm>
        <a:off x="0" y="855819"/>
        <a:ext cx="10688441" cy="447120"/>
      </dsp:txXfrm>
    </dsp:sp>
    <dsp:sp modelId="{A817CE2C-E269-4F98-A6FD-18CFBB7CCFB4}">
      <dsp:nvSpPr>
        <dsp:cNvPr id="0" name=""/>
        <dsp:cNvSpPr/>
      </dsp:nvSpPr>
      <dsp:spPr>
        <a:xfrm>
          <a:off x="0" y="1302939"/>
          <a:ext cx="10688441" cy="744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假设系统是线性的</a:t>
          </a:r>
          <a:endParaRPr lang="zh-CN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6325" y="1339264"/>
        <a:ext cx="10615791" cy="671470"/>
      </dsp:txXfrm>
    </dsp:sp>
    <dsp:sp modelId="{9374740E-AD45-4FB2-9657-85C100FE3FA3}">
      <dsp:nvSpPr>
        <dsp:cNvPr id="0" name=""/>
        <dsp:cNvSpPr/>
      </dsp:nvSpPr>
      <dsp:spPr>
        <a:xfrm>
          <a:off x="0" y="2047059"/>
          <a:ext cx="10688441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认为给 </a:t>
          </a:r>
          <a:r>
            <a:rPr lang="en-US" sz="1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1% </a:t>
          </a:r>
          <a:r>
            <a:rPr lang="zh-CN" sz="1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的 </a:t>
          </a:r>
          <a:r>
            <a:rPr lang="en-US" sz="1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PWM </a:t>
          </a:r>
          <a:r>
            <a:rPr lang="zh-CN" sz="1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电机就会转，给 </a:t>
          </a:r>
          <a:r>
            <a:rPr lang="en-US" sz="1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100% </a:t>
          </a:r>
          <a:r>
            <a:rPr lang="zh-CN" sz="19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就会达到最大速度，忽略了摩擦力和物理极限。</a:t>
          </a:r>
        </a:p>
      </dsp:txBody>
      <dsp:txXfrm>
        <a:off x="0" y="2047059"/>
        <a:ext cx="10688441" cy="447120"/>
      </dsp:txXfrm>
    </dsp:sp>
    <dsp:sp modelId="{464F59FB-ADBE-4E9B-A482-4B29CF35F27F}">
      <dsp:nvSpPr>
        <dsp:cNvPr id="0" name=""/>
        <dsp:cNvSpPr/>
      </dsp:nvSpPr>
      <dsp:spPr>
        <a:xfrm>
          <a:off x="0" y="2494179"/>
          <a:ext cx="10688441" cy="744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4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假设目标是平滑的</a:t>
          </a:r>
          <a:endParaRPr lang="zh-CN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6325" y="2530504"/>
        <a:ext cx="10615791" cy="671470"/>
      </dsp:txXfrm>
    </dsp:sp>
    <dsp:sp modelId="{E58C2B9C-0135-4C15-96A1-E7FDB22FB383}">
      <dsp:nvSpPr>
        <dsp:cNvPr id="0" name=""/>
        <dsp:cNvSpPr/>
      </dsp:nvSpPr>
      <dsp:spPr>
        <a:xfrm>
          <a:off x="0" y="3238299"/>
          <a:ext cx="10688441" cy="819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认为用户设定的 </a:t>
          </a:r>
          <a:r>
            <a:rPr lang="en-US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Target</a:t>
          </a:r>
          <a:r>
            <a:rPr lang="zh-CN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 变化是柔和的，不会发生从 </a:t>
          </a:r>
          <a:r>
            <a:rPr lang="en-US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0 </a:t>
          </a:r>
          <a:r>
            <a:rPr lang="zh-CN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直接跳变到 </a:t>
          </a:r>
          <a:r>
            <a:rPr lang="en-US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1000 </a:t>
          </a:r>
          <a:r>
            <a:rPr lang="zh-CN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的极端情况。理想 </a:t>
          </a:r>
          <a:r>
            <a:rPr lang="en-US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PID </a:t>
          </a:r>
          <a:r>
            <a:rPr lang="zh-CN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无法处理目标值 </a:t>
          </a:r>
          <a:r>
            <a:rPr lang="en-US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Target</a:t>
          </a:r>
          <a:r>
            <a:rPr lang="zh-CN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 的瞬间阶跃（如 </a:t>
          </a:r>
          <a:r>
            <a:rPr lang="en-US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0→100 RPM</a:t>
          </a:r>
          <a:r>
            <a:rPr lang="zh-CN" sz="1900" kern="1200">
              <a:latin typeface="微软雅黑" panose="020B0503020204020204" pitchFamily="34" charset="-122"/>
              <a:ea typeface="微软雅黑" panose="020B0503020204020204" pitchFamily="34" charset="-122"/>
            </a:rPr>
            <a:t>），这会导致电流和机械冲击。</a:t>
          </a:r>
          <a:endParaRPr lang="zh-CN" sz="19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3238299"/>
        <a:ext cx="10688441" cy="8197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6F276-DD1E-4218-BCA0-C9CB9D1BF9BB}">
      <dsp:nvSpPr>
        <dsp:cNvPr id="0" name=""/>
        <dsp:cNvSpPr/>
      </dsp:nvSpPr>
      <dsp:spPr>
        <a:xfrm rot="5400000">
          <a:off x="6579103" y="-2556395"/>
          <a:ext cx="1378073" cy="684060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800" b="1" i="0" kern="1200" baseline="0" dirty="0"/>
            <a:t>现象</a:t>
          </a:r>
          <a:r>
            <a:rPr lang="zh-CN" sz="1800" b="0" i="0" kern="1200" baseline="0" dirty="0"/>
            <a:t>：电机运转时伴随不规则的抖动和高频噪音。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800" b="1" i="0" kern="1200" baseline="0" dirty="0"/>
            <a:t>原因</a:t>
          </a:r>
          <a:r>
            <a:rPr lang="zh-CN" sz="1800" b="0" i="0" kern="1200" baseline="0" dirty="0"/>
            <a:t>：基础代码直接计算 Error - Prev_Error。由于测量噪声存在，这个差值会被微分系数 $Kd$ 放大数百倍，导致 PWM 输出剧烈跳变。</a:t>
          </a:r>
          <a:endParaRPr lang="zh-CN" sz="1800" kern="1200" dirty="0"/>
        </a:p>
      </dsp:txBody>
      <dsp:txXfrm rot="-5400000">
        <a:off x="3847839" y="242141"/>
        <a:ext cx="6773330" cy="1243529"/>
      </dsp:txXfrm>
    </dsp:sp>
    <dsp:sp modelId="{B3F171A8-A4D2-4F51-8165-B27F9D78A1BE}">
      <dsp:nvSpPr>
        <dsp:cNvPr id="0" name=""/>
        <dsp:cNvSpPr/>
      </dsp:nvSpPr>
      <dsp:spPr>
        <a:xfrm>
          <a:off x="0" y="2609"/>
          <a:ext cx="3847838" cy="17225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300" b="1" i="0" kern="1200" baseline="0"/>
            <a:t>A. “滋滋”作响的电机（噪声放大）</a:t>
          </a:r>
          <a:endParaRPr lang="zh-CN" sz="3300" kern="1200"/>
        </a:p>
      </dsp:txBody>
      <dsp:txXfrm>
        <a:off x="84090" y="86699"/>
        <a:ext cx="3679658" cy="1554411"/>
      </dsp:txXfrm>
    </dsp:sp>
    <dsp:sp modelId="{79DBE3FB-B8CB-461C-B519-D5BC46AD8CF5}">
      <dsp:nvSpPr>
        <dsp:cNvPr id="0" name=""/>
        <dsp:cNvSpPr/>
      </dsp:nvSpPr>
      <dsp:spPr>
        <a:xfrm rot="5400000">
          <a:off x="6579103" y="-747673"/>
          <a:ext cx="1378073" cy="684060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800" b="1" i="0" kern="1200" baseline="0" dirty="0"/>
            <a:t>现象</a:t>
          </a:r>
          <a:r>
            <a:rPr lang="zh-CN" sz="1800" b="0" i="0" kern="1200" baseline="0" dirty="0"/>
            <a:t>：电机启动时速度远超设定值，甚至撞向机械限位。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800" b="1" i="0" kern="1200" baseline="0" dirty="0"/>
            <a:t>原因</a:t>
          </a:r>
          <a:r>
            <a:rPr lang="zh-CN" sz="1800" b="0" i="0" kern="1200" baseline="0" dirty="0"/>
            <a:t>：虽然我们设置了 PID_INTEGRAL_MAX，但在启动初期，由于误差 Error 很大，积分项 Integral 迅速填满限幅值。即便速度已经接近目标，满额的积分项仍会推动电机继续加速。</a:t>
          </a:r>
          <a:endParaRPr lang="zh-CN" sz="1800" kern="1200" dirty="0"/>
        </a:p>
      </dsp:txBody>
      <dsp:txXfrm rot="-5400000">
        <a:off x="3847839" y="2050863"/>
        <a:ext cx="6773330" cy="1243529"/>
      </dsp:txXfrm>
    </dsp:sp>
    <dsp:sp modelId="{E38C2B4F-A9EC-4432-9A18-9378349E5A59}">
      <dsp:nvSpPr>
        <dsp:cNvPr id="0" name=""/>
        <dsp:cNvSpPr/>
      </dsp:nvSpPr>
      <dsp:spPr>
        <a:xfrm>
          <a:off x="0" y="1811331"/>
          <a:ext cx="3847838" cy="17225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300" b="1" i="0" kern="1200" baseline="0" dirty="0"/>
            <a:t>B. 启动时的“飞车”与超调（积分饱和）</a:t>
          </a:r>
          <a:endParaRPr lang="zh-CN" sz="3300" kern="1200" dirty="0"/>
        </a:p>
      </dsp:txBody>
      <dsp:txXfrm>
        <a:off x="84090" y="1895421"/>
        <a:ext cx="3679658" cy="1554411"/>
      </dsp:txXfrm>
    </dsp:sp>
    <dsp:sp modelId="{5A3FA3B9-FE41-4871-970F-5DFD75686FB3}">
      <dsp:nvSpPr>
        <dsp:cNvPr id="0" name=""/>
        <dsp:cNvSpPr/>
      </dsp:nvSpPr>
      <dsp:spPr>
        <a:xfrm rot="5400000">
          <a:off x="6579103" y="1061047"/>
          <a:ext cx="1378073" cy="684060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800" b="1" i="0" kern="1200" baseline="0" dirty="0"/>
            <a:t>现象</a:t>
          </a:r>
          <a:r>
            <a:rPr lang="zh-CN" sz="1800" b="0" i="0" kern="1200" baseline="0" dirty="0"/>
            <a:t>：设定 5 RPM 转速，电机纹丝不动，仅发出电流声。</a:t>
          </a:r>
          <a:endParaRPr lang="zh-C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800" b="1" i="0" kern="1200" baseline="0" dirty="0"/>
            <a:t>原因</a:t>
          </a:r>
          <a:r>
            <a:rPr lang="zh-CN" sz="1800" b="0" i="0" kern="1200" baseline="0" dirty="0"/>
            <a:t>：代码计算出的 Output 可能仅为 2 或 3，不足以克服电机的静摩擦力。在 control_config.h 中定义的 MOTOR_DEAD_ZONE (5.0f) 并没有在逻辑中被补偿。</a:t>
          </a:r>
          <a:endParaRPr lang="zh-CN" sz="1800" kern="1200" dirty="0"/>
        </a:p>
      </dsp:txBody>
      <dsp:txXfrm rot="-5400000">
        <a:off x="3847839" y="3859583"/>
        <a:ext cx="6773330" cy="1243529"/>
      </dsp:txXfrm>
    </dsp:sp>
    <dsp:sp modelId="{CD716254-E76F-48BB-AF5F-B2431F06AE7A}">
      <dsp:nvSpPr>
        <dsp:cNvPr id="0" name=""/>
        <dsp:cNvSpPr/>
      </dsp:nvSpPr>
      <dsp:spPr>
        <a:xfrm>
          <a:off x="0" y="3620053"/>
          <a:ext cx="3847838" cy="17225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300" b="1" i="0" kern="1200" baseline="0" dirty="0"/>
            <a:t>C. 低速时的“死火”现象（机械死区）</a:t>
          </a:r>
          <a:endParaRPr lang="zh-CN" sz="3300" kern="1200" dirty="0"/>
        </a:p>
      </dsp:txBody>
      <dsp:txXfrm>
        <a:off x="84090" y="3704143"/>
        <a:ext cx="3679658" cy="15544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010E5B-C01A-4260-8E2D-2DC88707D22F}">
      <dsp:nvSpPr>
        <dsp:cNvPr id="0" name=""/>
        <dsp:cNvSpPr/>
      </dsp:nvSpPr>
      <dsp:spPr>
        <a:xfrm rot="5400000">
          <a:off x="6579103" y="-2556395"/>
          <a:ext cx="1378073" cy="684060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500" b="0" i="0" kern="1200" baseline="0" dirty="0"/>
            <a:t>滤除噪声，让电机运行更安静，减少机械磨损。</a:t>
          </a:r>
          <a:endParaRPr lang="zh-CN" sz="3500" kern="1200" dirty="0"/>
        </a:p>
      </dsp:txBody>
      <dsp:txXfrm rot="-5400000">
        <a:off x="3847839" y="242141"/>
        <a:ext cx="6773330" cy="1243529"/>
      </dsp:txXfrm>
    </dsp:sp>
    <dsp:sp modelId="{07CCEDD3-D291-47E4-8705-AC66EDC61E09}">
      <dsp:nvSpPr>
        <dsp:cNvPr id="0" name=""/>
        <dsp:cNvSpPr/>
      </dsp:nvSpPr>
      <dsp:spPr>
        <a:xfrm>
          <a:off x="0" y="2609"/>
          <a:ext cx="3847838" cy="17225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400" b="1" i="0" kern="1200" baseline="0" dirty="0"/>
            <a:t>稳 (Stability)</a:t>
          </a:r>
          <a:endParaRPr lang="zh-CN" sz="3400" kern="1200" dirty="0"/>
        </a:p>
      </dsp:txBody>
      <dsp:txXfrm>
        <a:off x="84090" y="86699"/>
        <a:ext cx="3679658" cy="1554411"/>
      </dsp:txXfrm>
    </dsp:sp>
    <dsp:sp modelId="{9C323A2C-02D0-413B-AC22-389C4B7CC462}">
      <dsp:nvSpPr>
        <dsp:cNvPr id="0" name=""/>
        <dsp:cNvSpPr/>
      </dsp:nvSpPr>
      <dsp:spPr>
        <a:xfrm rot="5400000">
          <a:off x="6579103" y="-747673"/>
          <a:ext cx="1378073" cy="684060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500" b="0" i="0" kern="1200" baseline="0" dirty="0"/>
            <a:t>克服摩擦死区，让低速控制更精准。</a:t>
          </a:r>
          <a:endParaRPr lang="zh-CN" sz="3500" kern="1200" dirty="0"/>
        </a:p>
      </dsp:txBody>
      <dsp:txXfrm rot="-5400000">
        <a:off x="3847839" y="2050863"/>
        <a:ext cx="6773330" cy="1243529"/>
      </dsp:txXfrm>
    </dsp:sp>
    <dsp:sp modelId="{82C51CE7-E051-401F-8369-91A1CD9E5711}">
      <dsp:nvSpPr>
        <dsp:cNvPr id="0" name=""/>
        <dsp:cNvSpPr/>
      </dsp:nvSpPr>
      <dsp:spPr>
        <a:xfrm>
          <a:off x="0" y="1811331"/>
          <a:ext cx="3847838" cy="17225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400" b="1" i="0" kern="1200" baseline="0" dirty="0"/>
            <a:t>准 (Accuracy)</a:t>
          </a:r>
          <a:endParaRPr lang="zh-CN" sz="3400" kern="1200" dirty="0"/>
        </a:p>
      </dsp:txBody>
      <dsp:txXfrm>
        <a:off x="84090" y="1895421"/>
        <a:ext cx="3679658" cy="1554411"/>
      </dsp:txXfrm>
    </dsp:sp>
    <dsp:sp modelId="{FD7F6450-71B1-4EF7-902F-B0AA7AD203F9}">
      <dsp:nvSpPr>
        <dsp:cNvPr id="0" name=""/>
        <dsp:cNvSpPr/>
      </dsp:nvSpPr>
      <dsp:spPr>
        <a:xfrm rot="5400000">
          <a:off x="6579103" y="1061047"/>
          <a:ext cx="1378073" cy="684060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3500" b="0" i="0" kern="1200" baseline="0"/>
            <a:t>在无超调的前提下，实现最快的动态响应。</a:t>
          </a:r>
          <a:endParaRPr lang="zh-CN" sz="3500" kern="1200" dirty="0"/>
        </a:p>
      </dsp:txBody>
      <dsp:txXfrm rot="-5400000">
        <a:off x="3847839" y="3859583"/>
        <a:ext cx="6773330" cy="1243529"/>
      </dsp:txXfrm>
    </dsp:sp>
    <dsp:sp modelId="{70C6A2D2-BEA7-4200-ABF3-29A3D22489D7}">
      <dsp:nvSpPr>
        <dsp:cNvPr id="0" name=""/>
        <dsp:cNvSpPr/>
      </dsp:nvSpPr>
      <dsp:spPr>
        <a:xfrm>
          <a:off x="0" y="3620053"/>
          <a:ext cx="3847838" cy="17225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3400" b="1" i="0" kern="1200" baseline="0" dirty="0"/>
            <a:t>快 (Responsiveness)</a:t>
          </a:r>
          <a:endParaRPr lang="zh-CN" sz="3400" kern="1200" dirty="0"/>
        </a:p>
      </dsp:txBody>
      <dsp:txXfrm>
        <a:off x="84090" y="3704143"/>
        <a:ext cx="3679658" cy="15544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D7708F-7A0D-43B9-80D9-BA88A7E3797F}">
      <dsp:nvSpPr>
        <dsp:cNvPr id="0" name=""/>
        <dsp:cNvSpPr/>
      </dsp:nvSpPr>
      <dsp:spPr>
        <a:xfrm>
          <a:off x="0" y="66374"/>
          <a:ext cx="10688440" cy="758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700" kern="1200" dirty="0"/>
            <a:t>📊 波形监控</a:t>
          </a:r>
        </a:p>
      </dsp:txBody>
      <dsp:txXfrm>
        <a:off x="37010" y="103384"/>
        <a:ext cx="10614420" cy="684140"/>
      </dsp:txXfrm>
    </dsp:sp>
    <dsp:sp modelId="{87B9BEA3-9755-460D-8969-CE01EBB00621}">
      <dsp:nvSpPr>
        <dsp:cNvPr id="0" name=""/>
        <dsp:cNvSpPr/>
      </dsp:nvSpPr>
      <dsp:spPr>
        <a:xfrm>
          <a:off x="0" y="824534"/>
          <a:ext cx="10688440" cy="740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100" kern="1200" dirty="0"/>
            <a:t>使用</a:t>
          </a:r>
          <a:r>
            <a:rPr lang="zh-CN" sz="2100" kern="1200" dirty="0">
              <a:highlight>
                <a:srgbClr val="FFFF00"/>
              </a:highlight>
            </a:rPr>
            <a:t>上位机</a:t>
          </a:r>
          <a:r>
            <a:rPr lang="zh-CN" altLang="en-US" sz="2100" kern="1200" dirty="0">
              <a:highlight>
                <a:srgbClr val="FFFF00"/>
              </a:highlight>
            </a:rPr>
            <a:t>软件</a:t>
          </a:r>
          <a:r>
            <a:rPr lang="zh-CN" sz="2100" kern="1200" dirty="0"/>
            <a:t>观察</a:t>
          </a:r>
          <a:r>
            <a:rPr lang="en-US" sz="2100" kern="1200" dirty="0"/>
            <a:t>Target</a:t>
          </a:r>
          <a:r>
            <a:rPr lang="zh-CN" sz="2100" kern="1200" dirty="0"/>
            <a:t>（目标转速）、</a:t>
          </a:r>
          <a:r>
            <a:rPr lang="en-US" sz="2100" kern="1200" dirty="0"/>
            <a:t>Actual</a:t>
          </a:r>
          <a:r>
            <a:rPr lang="zh-CN" sz="2100" kern="1200" dirty="0"/>
            <a:t>（实际转速）和</a:t>
          </a:r>
          <a:r>
            <a:rPr lang="en-US" sz="2100" kern="1200" dirty="0"/>
            <a:t>Output</a:t>
          </a:r>
          <a:r>
            <a:rPr lang="zh-CN" sz="2100" kern="1200" dirty="0"/>
            <a:t>（</a:t>
          </a:r>
          <a:r>
            <a:rPr lang="en-US" sz="2100" kern="1200" dirty="0"/>
            <a:t>PWM</a:t>
          </a:r>
          <a:r>
            <a:rPr lang="zh-CN" sz="2100" kern="1200" dirty="0"/>
            <a:t>输出）三条曲线的贴合度，判断优化效果</a:t>
          </a:r>
        </a:p>
      </dsp:txBody>
      <dsp:txXfrm>
        <a:off x="0" y="824534"/>
        <a:ext cx="10688440" cy="740542"/>
      </dsp:txXfrm>
    </dsp:sp>
    <dsp:sp modelId="{A5B8251E-E30E-4FBB-A8A3-EB53E4BA408D}">
      <dsp:nvSpPr>
        <dsp:cNvPr id="0" name=""/>
        <dsp:cNvSpPr/>
      </dsp:nvSpPr>
      <dsp:spPr>
        <a:xfrm>
          <a:off x="0" y="1565077"/>
          <a:ext cx="10688440" cy="758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700" kern="1200" dirty="0"/>
            <a:t>🔧 调参顺序（关键！）：</a:t>
          </a:r>
        </a:p>
      </dsp:txBody>
      <dsp:txXfrm>
        <a:off x="37010" y="1602087"/>
        <a:ext cx="10614420" cy="684140"/>
      </dsp:txXfrm>
    </dsp:sp>
    <dsp:sp modelId="{A6F60CB6-178A-4033-9C1F-30FDB1D345EC}">
      <dsp:nvSpPr>
        <dsp:cNvPr id="0" name=""/>
        <dsp:cNvSpPr/>
      </dsp:nvSpPr>
      <dsp:spPr>
        <a:xfrm>
          <a:off x="0" y="2323237"/>
          <a:ext cx="10688440" cy="12016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1. </a:t>
          </a:r>
          <a:r>
            <a:rPr lang="zh-CN" sz="2100" kern="1200" dirty="0"/>
            <a:t>先确定</a:t>
          </a:r>
          <a:r>
            <a:rPr lang="en-US" sz="2100" kern="1200" dirty="0"/>
            <a:t>MOTOR_DEAD_ZONE</a:t>
          </a:r>
          <a:r>
            <a:rPr lang="zh-CN" sz="2100" kern="1200" dirty="0"/>
            <a:t>的临界点，确保电机能正常起步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2. </a:t>
          </a:r>
          <a:r>
            <a:rPr lang="zh-CN" sz="2100" kern="1200" dirty="0"/>
            <a:t>调整低通滤波系数</a:t>
          </a:r>
          <a:r>
            <a:rPr lang="en-US" sz="2100" kern="1200" dirty="0"/>
            <a:t>α</a:t>
          </a:r>
          <a:r>
            <a:rPr lang="zh-CN" sz="2100" kern="1200" dirty="0"/>
            <a:t>，确保反馈信号稳定，无明显毛刺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/>
            <a:t>3. </a:t>
          </a:r>
          <a:r>
            <a:rPr lang="zh-CN" sz="2100" kern="1200" dirty="0"/>
            <a:t>按照 </a:t>
          </a:r>
          <a:r>
            <a:rPr lang="en-US" sz="2100" kern="1200" dirty="0"/>
            <a:t>P → I → D </a:t>
          </a:r>
          <a:r>
            <a:rPr lang="zh-CN" sz="2100" kern="1200" dirty="0"/>
            <a:t>的顺序调节参数，逐步优化控制效果</a:t>
          </a:r>
        </a:p>
      </dsp:txBody>
      <dsp:txXfrm>
        <a:off x="0" y="2323237"/>
        <a:ext cx="10688440" cy="1201634"/>
      </dsp:txXfrm>
    </dsp:sp>
    <dsp:sp modelId="{00E3EB6E-2984-41DA-8A0C-F0E71987AB4F}">
      <dsp:nvSpPr>
        <dsp:cNvPr id="0" name=""/>
        <dsp:cNvSpPr/>
      </dsp:nvSpPr>
      <dsp:spPr>
        <a:xfrm>
          <a:off x="0" y="3524872"/>
          <a:ext cx="10688440" cy="758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700" kern="1200" dirty="0"/>
            <a:t>⚠️ 安全防范</a:t>
          </a:r>
        </a:p>
      </dsp:txBody>
      <dsp:txXfrm>
        <a:off x="37010" y="3561882"/>
        <a:ext cx="10614420" cy="684140"/>
      </dsp:txXfrm>
    </dsp:sp>
    <dsp:sp modelId="{CAB7B67B-BBA3-425A-8E92-1DB40C3028FD}">
      <dsp:nvSpPr>
        <dsp:cNvPr id="0" name=""/>
        <dsp:cNvSpPr/>
      </dsp:nvSpPr>
      <dsp:spPr>
        <a:xfrm>
          <a:off x="0" y="4283032"/>
          <a:ext cx="10688440" cy="447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358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2100" kern="1200"/>
            <a:t>调试时手不要离开电源开关，防止</a:t>
          </a:r>
          <a:r>
            <a:rPr lang="en-US" sz="2100" kern="1200"/>
            <a:t>Output_Max</a:t>
          </a:r>
          <a:r>
            <a:rPr lang="zh-CN" sz="2100" kern="1200"/>
            <a:t>设置失误导致电机失控</a:t>
          </a:r>
          <a:endParaRPr lang="zh-CN" sz="2100" kern="1200" dirty="0"/>
        </a:p>
      </dsp:txBody>
      <dsp:txXfrm>
        <a:off x="0" y="4283032"/>
        <a:ext cx="10688440" cy="4471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460EE8-F09B-4640-9ADC-7C98F568856C}">
      <dsp:nvSpPr>
        <dsp:cNvPr id="0" name=""/>
        <dsp:cNvSpPr/>
      </dsp:nvSpPr>
      <dsp:spPr>
        <a:xfrm>
          <a:off x="0" y="554927"/>
          <a:ext cx="10688441" cy="294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41528" rIns="829542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1. </a:t>
          </a:r>
          <a:r>
            <a:rPr lang="zh-CN" sz="2600" kern="1200" dirty="0"/>
            <a:t>容忍噪声：通过低通滤波，处理实际采样中的干扰信号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2. </a:t>
          </a:r>
          <a:r>
            <a:rPr lang="zh-CN" sz="2600" kern="1200" dirty="0"/>
            <a:t>尊重物理限制：通过积分限幅、死区补偿，适配电机的机械特性和物理约束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3. </a:t>
          </a:r>
          <a:r>
            <a:rPr lang="zh-CN" sz="2600" kern="1200" dirty="0"/>
            <a:t>预判机械特性：通过微分先行，避免目标阶跃带来的机械和电流冲击</a:t>
          </a:r>
        </a:p>
      </dsp:txBody>
      <dsp:txXfrm>
        <a:off x="0" y="554927"/>
        <a:ext cx="10688441" cy="2948400"/>
      </dsp:txXfrm>
    </dsp:sp>
    <dsp:sp modelId="{BCC725F4-73DF-4904-953B-96F805CEE499}">
      <dsp:nvSpPr>
        <dsp:cNvPr id="0" name=""/>
        <dsp:cNvSpPr/>
      </dsp:nvSpPr>
      <dsp:spPr>
        <a:xfrm>
          <a:off x="534422" y="171167"/>
          <a:ext cx="7481908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优秀的</a:t>
          </a:r>
          <a:r>
            <a:rPr lang="en-US" sz="2600" kern="1200" dirty="0"/>
            <a:t>PID</a:t>
          </a:r>
          <a:r>
            <a:rPr lang="zh-CN" sz="2600" kern="1200" dirty="0"/>
            <a:t>算法</a:t>
          </a:r>
        </a:p>
      </dsp:txBody>
      <dsp:txXfrm>
        <a:off x="571889" y="208634"/>
        <a:ext cx="7406974" cy="692586"/>
      </dsp:txXfrm>
    </dsp:sp>
    <dsp:sp modelId="{EA2244AB-CB62-48AD-A1AF-532CA187CEB8}">
      <dsp:nvSpPr>
        <dsp:cNvPr id="0" name=""/>
        <dsp:cNvSpPr/>
      </dsp:nvSpPr>
      <dsp:spPr>
        <a:xfrm>
          <a:off x="0" y="4027487"/>
          <a:ext cx="10688441" cy="1146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542" tIns="541528" rIns="829542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600" kern="1200"/>
            <a:t>实现电机平稳、精准、可靠的速度控制，满足工程实际需求</a:t>
          </a:r>
          <a:endParaRPr lang="zh-CN" sz="2600" kern="1200" dirty="0"/>
        </a:p>
      </dsp:txBody>
      <dsp:txXfrm>
        <a:off x="0" y="4027487"/>
        <a:ext cx="10688441" cy="1146600"/>
      </dsp:txXfrm>
    </dsp:sp>
    <dsp:sp modelId="{AECDC46A-1548-4454-B580-FD093E9F5D34}">
      <dsp:nvSpPr>
        <dsp:cNvPr id="0" name=""/>
        <dsp:cNvSpPr/>
      </dsp:nvSpPr>
      <dsp:spPr>
        <a:xfrm>
          <a:off x="534422" y="3643727"/>
          <a:ext cx="7481908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2798" tIns="0" rIns="282798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600" kern="1200" dirty="0"/>
            <a:t>最终目标</a:t>
          </a:r>
        </a:p>
      </dsp:txBody>
      <dsp:txXfrm>
        <a:off x="571889" y="3681194"/>
        <a:ext cx="7406974" cy="692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3" y="374795"/>
            <a:ext cx="10586281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2026/3/2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42742" y="2679323"/>
            <a:ext cx="7951268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速度环 </a:t>
            </a: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 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的工程优化</a:t>
            </a:r>
            <a:endParaRPr kumimoji="1" lang="zh-CN" altLang="en-US" sz="44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r>
              <a:rPr kumimoji="1" lang="en-US" altLang="zh-CN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_</a:t>
            </a: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嵌入式 电机开发教程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1263" y="212192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【10-03】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E33E338-E8AF-591D-25DD-39918C8EE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教学目标</a:t>
            </a:r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D3C73BA1-5F0A-B6AA-1F68-CED95CA5D60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232481594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6303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AFC8330-8F29-8DD0-4D3C-D841651F9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Keil MDK </a:t>
            </a:r>
            <a:r>
              <a:rPr lang="zh-CN" altLang="en-US" dirty="0"/>
              <a:t>工程准备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8CE3DC-119A-BB09-7D56-93EB25507A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复制</a:t>
            </a:r>
            <a:r>
              <a:rPr lang="en-US" altLang="zh-CN" sz="2400" dirty="0"/>
              <a:t>chap10_brush_motor_6</a:t>
            </a:r>
            <a:r>
              <a:rPr lang="zh-CN" altLang="en-US" sz="2400" dirty="0"/>
              <a:t>，重命名为</a:t>
            </a:r>
            <a:r>
              <a:rPr lang="en-US" altLang="zh-CN" sz="2400" dirty="0"/>
              <a:t>chap10_brush_motor_7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重命名</a:t>
            </a:r>
            <a:r>
              <a:rPr lang="en-US" altLang="zh-CN" sz="2400" dirty="0"/>
              <a:t>brush_motor_6.ioc</a:t>
            </a:r>
            <a:r>
              <a:rPr lang="zh-CN" altLang="en-US" sz="2400" dirty="0"/>
              <a:t>为</a:t>
            </a:r>
            <a:r>
              <a:rPr lang="en-US" altLang="zh-CN" sz="2400" dirty="0"/>
              <a:t>brush_motor_7.ioc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删除文件夹“</a:t>
            </a:r>
            <a:r>
              <a:rPr lang="en-US" altLang="zh-CN" sz="2400" dirty="0"/>
              <a:t>MDK-ARM</a:t>
            </a:r>
            <a:r>
              <a:rPr lang="zh-CN" altLang="en-US" sz="2400" dirty="0"/>
              <a:t>”</a:t>
            </a:r>
            <a:endParaRPr lang="en-US" altLang="zh-CN" sz="24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使用</a:t>
            </a:r>
            <a:r>
              <a:rPr lang="en-US" altLang="zh-CN" sz="2400" dirty="0" err="1"/>
              <a:t>CubeMX</a:t>
            </a:r>
            <a:r>
              <a:rPr lang="zh-CN" altLang="en-US" sz="2400" dirty="0"/>
              <a:t>打开</a:t>
            </a:r>
            <a:r>
              <a:rPr lang="en-US" altLang="zh-CN" sz="2400" dirty="0"/>
              <a:t>brush_motor_7.ioc</a:t>
            </a:r>
            <a:r>
              <a:rPr lang="zh-CN" altLang="en-US" sz="2400" dirty="0"/>
              <a:t>并重新生成代码</a:t>
            </a:r>
            <a:endParaRPr lang="en-US" altLang="zh-CN" sz="24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打开生成的</a:t>
            </a:r>
            <a:r>
              <a:rPr lang="en-US" altLang="zh-CN" sz="2400" dirty="0"/>
              <a:t>MDK-ARM</a:t>
            </a:r>
            <a:r>
              <a:rPr lang="zh-CN" altLang="en-US" sz="2400" dirty="0"/>
              <a:t>文件夹中的</a:t>
            </a:r>
            <a:r>
              <a:rPr lang="en-US" altLang="zh-CN" sz="2400" dirty="0"/>
              <a:t>brush_motor_7.uvprojx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使用</a:t>
            </a:r>
            <a:r>
              <a:rPr lang="en-US" altLang="zh-CN" sz="2400" dirty="0"/>
              <a:t>Keil MDK</a:t>
            </a:r>
            <a:r>
              <a:rPr lang="zh-CN" altLang="en-US" sz="2400" dirty="0"/>
              <a:t>重写添加</a:t>
            </a:r>
            <a:r>
              <a:rPr lang="en-US" altLang="zh-CN" sz="2400" dirty="0"/>
              <a:t>Drivers</a:t>
            </a:r>
            <a:r>
              <a:rPr lang="zh-CN" altLang="en-US" sz="2400" dirty="0"/>
              <a:t>中的模块和</a:t>
            </a:r>
            <a:r>
              <a:rPr lang="en-US" altLang="zh-CN" sz="2400" dirty="0"/>
              <a:t>Inc</a:t>
            </a:r>
            <a:r>
              <a:rPr lang="zh-CN" altLang="en-US" sz="2400" dirty="0"/>
              <a:t>路径等</a:t>
            </a:r>
            <a:endParaRPr lang="en-US" altLang="zh-CN" sz="24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根据本课件后续的内容优化</a:t>
            </a:r>
            <a:r>
              <a:rPr lang="en-US" altLang="zh-CN" sz="2400" dirty="0"/>
              <a:t>Control</a:t>
            </a:r>
            <a:r>
              <a:rPr lang="zh-CN" altLang="en-US" sz="2400" dirty="0"/>
              <a:t>部分的代码</a:t>
            </a:r>
          </a:p>
        </p:txBody>
      </p:sp>
    </p:spTree>
    <p:extLst>
      <p:ext uri="{BB962C8B-B14F-4D97-AF65-F5344CB8AC3E}">
        <p14:creationId xmlns:p14="http://schemas.microsoft.com/office/powerpoint/2010/main" val="674860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56A83C7-3A6B-43E9-E974-19A6B9B4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10.3.1</a:t>
            </a:r>
            <a:r>
              <a:rPr lang="zh-CN" altLang="en-US" dirty="0"/>
              <a:t>基础版 </a:t>
            </a:r>
            <a:r>
              <a:rPr lang="en-US" altLang="zh-CN" dirty="0"/>
              <a:t>PID </a:t>
            </a:r>
            <a:r>
              <a:rPr lang="zh-CN" altLang="en-US" dirty="0"/>
              <a:t>代码局限性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5568C1-9F11-4EE2-1F6A-6A8AB4CF75DA}"/>
              </a:ext>
            </a:extLst>
          </p:cNvPr>
          <p:cNvSpPr txBox="1"/>
          <p:nvPr/>
        </p:nvSpPr>
        <p:spPr>
          <a:xfrm>
            <a:off x="3905250" y="35718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为什么要进行工程优化？</a:t>
            </a:r>
          </a:p>
        </p:txBody>
      </p:sp>
    </p:spTree>
    <p:extLst>
      <p:ext uri="{BB962C8B-B14F-4D97-AF65-F5344CB8AC3E}">
        <p14:creationId xmlns:p14="http://schemas.microsoft.com/office/powerpoint/2010/main" val="269758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CDC0F-86B4-F9F6-91E1-1119B938C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理想</a:t>
            </a:r>
            <a:r>
              <a:rPr lang="en-US" altLang="zh-CN" dirty="0" err="1"/>
              <a:t>pid</a:t>
            </a:r>
            <a:r>
              <a:rPr lang="zh-CN" altLang="en-US" dirty="0"/>
              <a:t>代码进行工程优化的主要原因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0DC0879A-8363-A1FA-9110-7E30DC57F68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451419557"/>
              </p:ext>
            </p:extLst>
          </p:nvPr>
        </p:nvGraphicFramePr>
        <p:xfrm>
          <a:off x="952623" y="1697412"/>
          <a:ext cx="10688441" cy="4169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40D3C66-5FE4-082E-80C7-3BBEB3E386CB}"/>
              </a:ext>
            </a:extLst>
          </p:cNvPr>
          <p:cNvSpPr txBox="1"/>
          <p:nvPr/>
        </p:nvSpPr>
        <p:spPr>
          <a:xfrm>
            <a:off x="1245326" y="1174192"/>
            <a:ext cx="104589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在上一节的代码实现中，我们默认了以下三个理想化条件：</a:t>
            </a:r>
          </a:p>
        </p:txBody>
      </p:sp>
    </p:spTree>
    <p:extLst>
      <p:ext uri="{BB962C8B-B14F-4D97-AF65-F5344CB8AC3E}">
        <p14:creationId xmlns:p14="http://schemas.microsoft.com/office/powerpoint/2010/main" val="2291832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6D2B6-2256-C441-043D-4B8B87AE6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理想代码在实战中的三个主要缺点</a:t>
            </a:r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5D8C1A3B-2C6C-779B-0345-1B604C86F272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224562603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327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EE840-7845-B410-A076-B8CDDC44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优化的核心目标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65D2D6DD-8040-35B7-F2AE-E032A7AD371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741204329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8573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6AE74-405A-09CD-7AB2-949560BB7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82311A2-176D-ABC8-CE39-93DF345B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10.3.2 </a:t>
            </a:r>
            <a:r>
              <a:rPr lang="zh-CN" altLang="en-US" b="1" dirty="0"/>
              <a:t>工程使用</a:t>
            </a:r>
            <a:r>
              <a:rPr lang="en-US" altLang="zh-CN" b="1" dirty="0"/>
              <a:t>PID</a:t>
            </a:r>
            <a:r>
              <a:rPr lang="zh-CN" altLang="en-US" b="1" dirty="0"/>
              <a:t>的优化</a:t>
            </a:r>
          </a:p>
        </p:txBody>
      </p:sp>
    </p:spTree>
    <p:extLst>
      <p:ext uri="{BB962C8B-B14F-4D97-AF65-F5344CB8AC3E}">
        <p14:creationId xmlns:p14="http://schemas.microsoft.com/office/powerpoint/2010/main" val="1892433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41738-AF46-BAB0-C4AC-7BFBE625C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信号处理：一阶低通滤波 </a:t>
            </a:r>
            <a:r>
              <a:rPr lang="en-US" altLang="zh-CN" dirty="0"/>
              <a:t>(Low-Pass Filter)</a:t>
            </a:r>
            <a:endParaRPr lang="zh-CN" alt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107A99F-AA3B-3C78-03AD-26FBAFBEE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28" y="1554154"/>
            <a:ext cx="10763795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工程痛点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：编码器原始数据 </a:t>
            </a:r>
            <a:r>
              <a:rPr lang="zh-CN" altLang="zh-CN" sz="1600" dirty="0">
                <a:latin typeface="Arial" panose="020B0604020202020204" pitchFamily="34" charset="0"/>
              </a:rPr>
              <a:t>raw_rpm 存在噪声，且微分项 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Kd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会显著放大噪声，导致电机发出细微的“滋滋”声。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308CCE-2312-888A-CA99-B8E868725D50}"/>
              </a:ext>
            </a:extLst>
          </p:cNvPr>
          <p:cNvSpPr txBox="1"/>
          <p:nvPr/>
        </p:nvSpPr>
        <p:spPr>
          <a:xfrm>
            <a:off x="435428" y="2097818"/>
            <a:ext cx="10659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优化原理</a:t>
            </a:r>
            <a:r>
              <a:rPr lang="zh-CN" altLang="en-US" dirty="0"/>
              <a:t>：通过数学方式滤除高频抖动，保留真实的转速趋势。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2003AE-1CCD-7F8A-DFD1-E5BF90AE724B}"/>
              </a:ext>
            </a:extLst>
          </p:cNvPr>
          <p:cNvSpPr txBox="1"/>
          <p:nvPr/>
        </p:nvSpPr>
        <p:spPr>
          <a:xfrm>
            <a:off x="435428" y="27184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代码实现</a:t>
            </a:r>
            <a:r>
              <a:rPr lang="zh-CN" altLang="en-US" dirty="0"/>
              <a:t>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4C0BAEA-A586-F22C-BBAD-CAD06C2490D0}"/>
              </a:ext>
            </a:extLst>
          </p:cNvPr>
          <p:cNvSpPr txBox="1"/>
          <p:nvPr/>
        </p:nvSpPr>
        <p:spPr>
          <a:xfrm>
            <a:off x="1715589" y="3370955"/>
            <a:ext cx="9379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上式中，</a:t>
            </a:r>
            <a:r>
              <a:rPr lang="en-US" altLang="zh-CN" b="1" dirty="0"/>
              <a:t>α</a:t>
            </a:r>
            <a:r>
              <a:rPr lang="zh-CN" altLang="en-US" b="1" dirty="0"/>
              <a:t>越小信号越平滑，但响应会变慢（延迟）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D87459-C7F3-0375-B2D9-F6A7BAB7E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171" y="2529027"/>
            <a:ext cx="7806662" cy="95998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4878AB9-9A15-A1E8-425D-275FBE8BFC41}"/>
              </a:ext>
            </a:extLst>
          </p:cNvPr>
          <p:cNvSpPr txBox="1"/>
          <p:nvPr/>
        </p:nvSpPr>
        <p:spPr>
          <a:xfrm>
            <a:off x="435428" y="4180239"/>
            <a:ext cx="10763795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static float filtered_rpm = 0; // 静态变量保存上次值</a:t>
            </a:r>
          </a:p>
          <a:p>
            <a:r>
              <a:rPr lang="zh-CN" altLang="en-US" dirty="0"/>
              <a:t>float alpha = 0.2f;            // 滤波系数(0.1~0.3)</a:t>
            </a:r>
          </a:p>
          <a:p>
            <a:r>
              <a:rPr lang="zh-CN" altLang="en-US" dirty="0"/>
              <a:t>float raw_rpm = BSP_GetRPM();  // 获取原始值</a:t>
            </a:r>
          </a:p>
          <a:p>
            <a:endParaRPr lang="zh-CN" altLang="en-US" dirty="0"/>
          </a:p>
          <a:p>
            <a:r>
              <a:rPr lang="zh-CN" altLang="en-US" dirty="0"/>
              <a:t>// 滤波计算：削弱瞬时毛刺，平滑反馈</a:t>
            </a:r>
          </a:p>
          <a:p>
            <a:r>
              <a:rPr lang="zh-CN" altLang="en-US" dirty="0"/>
              <a:t>filtered_rpm = alpha * raw_rpm + (1.0f - alpha) * filtered_rpm;</a:t>
            </a:r>
          </a:p>
        </p:txBody>
      </p:sp>
    </p:spTree>
    <p:extLst>
      <p:ext uri="{BB962C8B-B14F-4D97-AF65-F5344CB8AC3E}">
        <p14:creationId xmlns:p14="http://schemas.microsoft.com/office/powerpoint/2010/main" val="1681393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EDE8A-DB7F-19CE-38A3-702CD35C0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算法改型：微分先行 </a:t>
            </a:r>
            <a:r>
              <a:rPr lang="en-US" altLang="zh-CN" dirty="0"/>
              <a:t>(Derivative on Feedback)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7964D1-D457-1F27-2B8B-9EE75094C2A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9150" y="1007323"/>
            <a:ext cx="5873101" cy="3286004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优化逻辑：将微分项从计算“误差变化”改为计算“反馈变化”。</a:t>
            </a:r>
          </a:p>
          <a:p>
            <a:r>
              <a:rPr lang="zh-CN" altLang="en-US" sz="2000" dirty="0"/>
              <a:t>传统</a:t>
            </a:r>
            <a:r>
              <a:rPr lang="en-US" altLang="zh-CN" sz="2000" dirty="0"/>
              <a:t>D</a:t>
            </a:r>
            <a:r>
              <a:rPr lang="zh-CN" altLang="en-US" sz="2000" dirty="0"/>
              <a:t>项：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优化后</a:t>
            </a:r>
            <a:r>
              <a:rPr lang="en-US" altLang="zh-CN" sz="2000" dirty="0"/>
              <a:t>D</a:t>
            </a:r>
            <a:r>
              <a:rPr lang="zh-CN" altLang="en-US" sz="2000" dirty="0"/>
              <a:t>项：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77B894A-7721-B118-873C-8563129B5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808" y="2129926"/>
            <a:ext cx="4791443" cy="86813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132D05F-3174-298B-A0CB-0519FC40A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39" y="3498737"/>
            <a:ext cx="4872384" cy="72240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DAD0899-F949-E025-0CBE-5A3F74EA5732}"/>
              </a:ext>
            </a:extLst>
          </p:cNvPr>
          <p:cNvSpPr txBox="1"/>
          <p:nvPr/>
        </p:nvSpPr>
        <p:spPr>
          <a:xfrm>
            <a:off x="6783978" y="1610100"/>
            <a:ext cx="50388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// 传统 D 项：受 Target 突变影响产生电压尖峰</a:t>
            </a:r>
          </a:p>
          <a:p>
            <a:r>
              <a:rPr lang="zh-CN" altLang="en-US" sz="1600" dirty="0"/>
              <a:t>float d_out = Kd * (Error - Prev_Error);</a:t>
            </a:r>
          </a:p>
          <a:p>
            <a:endParaRPr lang="zh-CN" altLang="en-US" sz="1600" dirty="0"/>
          </a:p>
          <a:p>
            <a:r>
              <a:rPr lang="zh-CN" altLang="en-US" sz="1600" dirty="0"/>
              <a:t>// 优化后 D 项（微分先行）：只看实际转速变化</a:t>
            </a:r>
          </a:p>
          <a:p>
            <a:r>
              <a:rPr lang="zh-CN" altLang="en-US" sz="1600" dirty="0"/>
              <a:t>// 优点：Target 改变时，输出依然平滑</a:t>
            </a:r>
          </a:p>
          <a:p>
            <a:r>
              <a:rPr lang="zh-CN" altLang="en-US" sz="1600" dirty="0"/>
              <a:t>float d_out = -Kd * (Actual - Last_Actual);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F1EA0D-7942-1F65-1A9F-3EB7011EED3E}"/>
              </a:ext>
            </a:extLst>
          </p:cNvPr>
          <p:cNvSpPr txBox="1"/>
          <p:nvPr/>
        </p:nvSpPr>
        <p:spPr>
          <a:xfrm>
            <a:off x="409302" y="4535328"/>
            <a:ext cx="1110343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核心优点：目标值突变时，微分项不产生电压尖峰，有效保护减速箱和电机，避免机械冲击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4C775E-0B79-7240-F1B2-A33E51E6A33A}"/>
              </a:ext>
            </a:extLst>
          </p:cNvPr>
          <p:cNvSpPr txBox="1"/>
          <p:nvPr/>
        </p:nvSpPr>
        <p:spPr>
          <a:xfrm>
            <a:off x="409302" y="5306120"/>
            <a:ext cx="11103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传统微分算的是「误差的变化」，目标突变会直接让误差跳变，微分输出瞬间拉满形成尖峰；而微分先行算的是「实际转速的变化」，目标突变时电机实际转速不会瞬间变，微分输出始终为 </a:t>
            </a:r>
            <a:r>
              <a:rPr lang="en-US" altLang="zh-CN" dirty="0">
                <a:solidFill>
                  <a:srgbClr val="000000"/>
                </a:solidFill>
                <a:effectLst/>
                <a:latin typeface="ui-sans-serif"/>
              </a:rPr>
              <a:t>0 / </a:t>
            </a: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接近 </a:t>
            </a:r>
            <a:r>
              <a:rPr lang="en-US" altLang="zh-CN" dirty="0">
                <a:solidFill>
                  <a:srgbClr val="000000"/>
                </a:solidFill>
                <a:effectLst/>
                <a:latin typeface="ui-sans-serif"/>
              </a:rPr>
              <a:t>0</a:t>
            </a:r>
            <a:r>
              <a:rPr lang="zh-CN" altLang="en-US" dirty="0">
                <a:solidFill>
                  <a:srgbClr val="000000"/>
                </a:solidFill>
                <a:effectLst/>
                <a:latin typeface="ui-sans-serif"/>
              </a:rPr>
              <a:t>，自然无尖峰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02454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F9AB-4ED2-6FFD-68B7-A31E7FBC2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6AAF1-FB64-4C4A-FD6F-5C3A46975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积分精细化：分离与限幅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6A89B9C-48F4-DB2C-6DDF-60CB7A766DC8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522515" y="1622122"/>
            <a:ext cx="11118550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积分分离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：当 |Error| &gt; Threshold 时，停止积分累加，防止超调。</a:t>
            </a:r>
            <a:r>
              <a:rPr lang="zh-CN" altLang="en-US" sz="1800" dirty="0"/>
              <a:t>大误差时不积分，进入精调区再积分。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抗饱和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</a:t>
            </a:r>
            <a:r>
              <a:rPr lang="zh-CN" altLang="en-US" sz="1800" dirty="0"/>
              <a:t>严格限制</a:t>
            </a:r>
            <a:r>
              <a:rPr lang="en-US" altLang="zh-CN" sz="1800" dirty="0"/>
              <a:t>Integral</a:t>
            </a:r>
            <a:r>
              <a:rPr lang="zh-CN" altLang="en-US" sz="1800" dirty="0"/>
              <a:t>输出不超过</a:t>
            </a:r>
            <a:r>
              <a:rPr lang="en-US" altLang="zh-CN" sz="1800" dirty="0"/>
              <a:t>PID_INTEGRAL_MAX (90.0f)</a:t>
            </a:r>
            <a:r>
              <a:rPr lang="zh-CN" altLang="en-US" sz="1800" dirty="0"/>
              <a:t>，确保系统快速退出饱和状态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CA395A-885C-5879-F816-AD647CC9DF29}"/>
              </a:ext>
            </a:extLst>
          </p:cNvPr>
          <p:cNvSpPr txBox="1"/>
          <p:nvPr/>
        </p:nvSpPr>
        <p:spPr>
          <a:xfrm>
            <a:off x="671605" y="3323961"/>
            <a:ext cx="9822223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// 设置积分分离门槛（例如转速误差大于 30RPM 时分离）</a:t>
            </a:r>
          </a:p>
          <a:p>
            <a:r>
              <a:rPr lang="zh-CN" altLang="en-US"/>
              <a:t>if (fabs(pid-&gt;Error) &gt; 30.0f) {</a:t>
            </a:r>
          </a:p>
          <a:p>
            <a:r>
              <a:rPr lang="zh-CN" altLang="en-US"/>
              <a:t>    pid-&gt;Integral = 0; // 误差太大，关停积分防止过冲</a:t>
            </a:r>
          </a:p>
          <a:p>
            <a:r>
              <a:rPr lang="zh-CN" altLang="en-US"/>
              <a:t>} else {</a:t>
            </a:r>
          </a:p>
          <a:p>
            <a:r>
              <a:rPr lang="zh-CN" altLang="en-US"/>
              <a:t>    pid-&gt;Integral += pid-&gt;Error; // 误差小，开启积分消除静差</a:t>
            </a:r>
          </a:p>
          <a:p>
            <a:r>
              <a:rPr lang="zh-CN" altLang="en-US"/>
              <a:t>    // 配合之前的积分限幅(Integral_Max)</a:t>
            </a:r>
          </a:p>
          <a:p>
            <a:r>
              <a:rPr lang="zh-CN" altLang="en-US"/>
              <a:t>}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D709E3-AF4D-0012-BDA5-3EED82209A18}"/>
              </a:ext>
            </a:extLst>
          </p:cNvPr>
          <p:cNvSpPr txBox="1"/>
          <p:nvPr/>
        </p:nvSpPr>
        <p:spPr>
          <a:xfrm>
            <a:off x="671605" y="28686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代码实现 </a:t>
            </a:r>
            <a:r>
              <a:rPr lang="en-US" altLang="zh-CN" b="1" dirty="0"/>
              <a:t>(</a:t>
            </a:r>
            <a:r>
              <a:rPr lang="zh-CN" altLang="en-US" b="1" dirty="0"/>
              <a:t>在 </a:t>
            </a:r>
            <a:r>
              <a:rPr lang="en-US" altLang="zh-CN" b="1" dirty="0" err="1">
                <a:latin typeface="Courier New" panose="02070309020205020404" pitchFamily="49" charset="0"/>
              </a:rPr>
              <a:t>PID_Compute</a:t>
            </a:r>
            <a:r>
              <a:rPr lang="en-US" altLang="zh-CN" b="1" dirty="0"/>
              <a:t> </a:t>
            </a:r>
            <a:r>
              <a:rPr lang="zh-CN" altLang="en-US" b="1" dirty="0"/>
              <a:t>中</a:t>
            </a:r>
            <a:r>
              <a:rPr lang="en-US" altLang="zh-CN" b="1" dirty="0"/>
              <a:t>)</a:t>
            </a:r>
            <a:r>
              <a:rPr lang="zh-CN" altLang="en-US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3142665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48969-D7E6-1BB3-D510-5572749E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2B757E-1E76-CC29-C346-B5BC0B08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4</a:t>
            </a:r>
            <a:r>
              <a:rPr lang="zh-CN" altLang="en-US" sz="3200" dirty="0"/>
              <a:t>物理补偿：死区处理 </a:t>
            </a:r>
            <a:r>
              <a:rPr lang="en-US" altLang="zh-CN" sz="3200" dirty="0"/>
              <a:t>(Dead Zone Compensation)</a:t>
            </a:r>
            <a:endParaRPr lang="zh-CN" altLang="en-US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CD5DB7-9EC2-A8C6-685C-9C030A7AE922}"/>
              </a:ext>
            </a:extLst>
          </p:cNvPr>
          <p:cNvSpPr txBox="1"/>
          <p:nvPr/>
        </p:nvSpPr>
        <p:spPr>
          <a:xfrm>
            <a:off x="923109" y="1307013"/>
            <a:ext cx="10789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dirty="0">
                <a:effectLst/>
              </a:rPr>
              <a:t>实现方式：在</a:t>
            </a:r>
            <a:r>
              <a:rPr lang="en-US" altLang="zh-CN" dirty="0">
                <a:effectLst/>
              </a:rPr>
              <a:t>PID</a:t>
            </a:r>
            <a:r>
              <a:rPr lang="zh-CN" altLang="en-US" dirty="0">
                <a:effectLst/>
              </a:rPr>
              <a:t>最终输出前，手动叠加</a:t>
            </a:r>
            <a:r>
              <a:rPr lang="en-US" altLang="zh-CN" dirty="0">
                <a:effectLst/>
              </a:rPr>
              <a:t>MOTOR_DEAD_ZONE (5.0f)</a:t>
            </a:r>
            <a:r>
              <a:rPr lang="zh-CN" altLang="en-US" dirty="0">
                <a:effectLst/>
              </a:rPr>
              <a:t>，补偿静摩擦力</a:t>
            </a:r>
          </a:p>
          <a:p>
            <a:pPr algn="l">
              <a:buNone/>
            </a:pPr>
            <a:r>
              <a:rPr lang="zh-CN" altLang="en-US" dirty="0">
                <a:effectLst/>
              </a:rPr>
              <a:t>核心效果：克服电机静摩擦力，使电机在极低转速设定下也能立即起步，解决低速“死火”问题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B5C815-CB6B-869C-96B5-8676D7517836}"/>
              </a:ext>
            </a:extLst>
          </p:cNvPr>
          <p:cNvSpPr txBox="1"/>
          <p:nvPr/>
        </p:nvSpPr>
        <p:spPr>
          <a:xfrm>
            <a:off x="923110" y="3028406"/>
            <a:ext cx="10789919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float final_output = 0;</a:t>
            </a:r>
          </a:p>
          <a:p>
            <a:r>
              <a:rPr lang="zh-CN" altLang="en-US" dirty="0"/>
              <a:t>if (pid_output &gt; 0.1f) {</a:t>
            </a:r>
          </a:p>
          <a:p>
            <a:r>
              <a:rPr lang="zh-CN" altLang="en-US" dirty="0"/>
              <a:t>    final_output = pid_output + MOTOR_DEAD_ZONE; // 正向补偿</a:t>
            </a:r>
          </a:p>
          <a:p>
            <a:r>
              <a:rPr lang="zh-CN" altLang="en-US" dirty="0"/>
              <a:t>} else if (pid_output &lt; -0.1f) {</a:t>
            </a:r>
          </a:p>
          <a:p>
            <a:r>
              <a:rPr lang="zh-CN" altLang="en-US" dirty="0"/>
              <a:t>    final_output = pid_output - MOTOR_DEAD_ZONE; // 负向补偿</a:t>
            </a:r>
          </a:p>
          <a:p>
            <a:r>
              <a:rPr lang="zh-CN" altLang="en-US" dirty="0"/>
              <a:t>}</a:t>
            </a:r>
            <a:r>
              <a:rPr lang="en-US" altLang="zh-CN" dirty="0"/>
              <a:t>else{</a:t>
            </a:r>
          </a:p>
          <a:p>
            <a:r>
              <a:rPr lang="zh-CN" altLang="en-US" dirty="0"/>
              <a:t>    final_output </a:t>
            </a:r>
            <a:r>
              <a:rPr lang="zh-CN" altLang="en-US"/>
              <a:t>= </a:t>
            </a:r>
            <a:r>
              <a:rPr lang="en-US" altLang="zh-CN"/>
              <a:t>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// 最终作用于电机 BrushMotor_SetPWM(final_output);</a:t>
            </a:r>
          </a:p>
        </p:txBody>
      </p:sp>
    </p:spTree>
    <p:extLst>
      <p:ext uri="{BB962C8B-B14F-4D97-AF65-F5344CB8AC3E}">
        <p14:creationId xmlns:p14="http://schemas.microsoft.com/office/powerpoint/2010/main" val="2124858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CF65D-34AF-2BB2-771F-4C7CC295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3CC9D41-E772-52E1-9D08-507A3CC60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846" y="2532586"/>
            <a:ext cx="8273143" cy="1302294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性能对比与调试验证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BA16CF-CFBE-E63B-5812-F09DCB99871C}"/>
              </a:ext>
            </a:extLst>
          </p:cNvPr>
          <p:cNvSpPr txBox="1"/>
          <p:nvPr/>
        </p:nvSpPr>
        <p:spPr>
          <a:xfrm>
            <a:off x="1889760" y="2829790"/>
            <a:ext cx="16807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/>
              <a:t>10.3.3 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140964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E2515-8C22-B188-DAEE-5658DF43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25CCD-4F30-ECE3-985D-C8CAC5B3C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直观对比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8BCBAE6-6D53-B834-7658-D05D896B0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641119"/>
              </p:ext>
            </p:extLst>
          </p:nvPr>
        </p:nvGraphicFramePr>
        <p:xfrm>
          <a:off x="2209522" y="1820854"/>
          <a:ext cx="7772955" cy="2942735"/>
        </p:xfrm>
        <a:graphic>
          <a:graphicData uri="http://schemas.openxmlformats.org/drawingml/2006/table">
            <a:tbl>
              <a:tblPr/>
              <a:tblGrid>
                <a:gridCol w="1993593">
                  <a:extLst>
                    <a:ext uri="{9D8B030D-6E8A-4147-A177-3AD203B41FA5}">
                      <a16:colId xmlns:a16="http://schemas.microsoft.com/office/drawing/2014/main" val="1781424588"/>
                    </a:ext>
                  </a:extLst>
                </a:gridCol>
                <a:gridCol w="2689934">
                  <a:extLst>
                    <a:ext uri="{9D8B030D-6E8A-4147-A177-3AD203B41FA5}">
                      <a16:colId xmlns:a16="http://schemas.microsoft.com/office/drawing/2014/main" val="60841905"/>
                    </a:ext>
                  </a:extLst>
                </a:gridCol>
                <a:gridCol w="3089428">
                  <a:extLst>
                    <a:ext uri="{9D8B030D-6E8A-4147-A177-3AD203B41FA5}">
                      <a16:colId xmlns:a16="http://schemas.microsoft.com/office/drawing/2014/main" val="3916378828"/>
                    </a:ext>
                  </a:extLst>
                </a:gridCol>
              </a:tblGrid>
              <a:tr h="58854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性能指标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基础版代码（未优化）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600" b="1" dirty="0">
                          <a:effectLst/>
                        </a:rPr>
                        <a:t>进阶版代码（本节优化）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858358"/>
                  </a:ext>
                </a:extLst>
              </a:tr>
              <a:tr h="58854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600">
                          <a:effectLst/>
                        </a:rPr>
                        <a:t>运行声音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有高频噪音、“滋滋”声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600">
                          <a:effectLst/>
                        </a:rPr>
                        <a:t>声音平滑、纯净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799573"/>
                  </a:ext>
                </a:extLst>
              </a:tr>
              <a:tr h="58854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600">
                          <a:effectLst/>
                        </a:rPr>
                        <a:t>启动过程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600">
                          <a:effectLst/>
                        </a:rPr>
                        <a:t>可能伴随猛烈冲击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600">
                          <a:effectLst/>
                        </a:rPr>
                        <a:t>启动平稳、线性升速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005112"/>
                  </a:ext>
                </a:extLst>
              </a:tr>
              <a:tr h="58854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600">
                          <a:effectLst/>
                        </a:rPr>
                        <a:t>低速表现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sz="1600">
                          <a:effectLst/>
                        </a:rPr>
                        <a:t>5% </a:t>
                      </a:r>
                      <a:r>
                        <a:rPr lang="zh-CN" altLang="en-US" sz="1600">
                          <a:effectLst/>
                        </a:rPr>
                        <a:t>以下占空比不工作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1% </a:t>
                      </a:r>
                      <a:r>
                        <a:rPr lang="zh-CN" altLang="en-US" sz="1600" dirty="0">
                          <a:effectLst/>
                        </a:rPr>
                        <a:t>占空比即可缓慢爬行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473730"/>
                  </a:ext>
                </a:extLst>
              </a:tr>
              <a:tr h="58854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600">
                          <a:effectLst/>
                        </a:rPr>
                        <a:t>动态超调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600">
                          <a:effectLst/>
                        </a:rPr>
                        <a:t>超调量较大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zh-CN" altLang="en-US" sz="1600" dirty="0">
                          <a:effectLst/>
                        </a:rPr>
                        <a:t>基本无超调或极小超调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246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675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90DE6-402B-663D-2DE6-014404072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工程调试建议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B22E46EF-D34E-D5FE-86B9-1168E860CD8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859062398"/>
              </p:ext>
            </p:extLst>
          </p:nvPr>
        </p:nvGraphicFramePr>
        <p:xfrm>
          <a:off x="952625" y="1053857"/>
          <a:ext cx="10688440" cy="4796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7586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5CD5-E883-E3E1-B488-364323CF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E3960-ECCA-1AD4-FEEA-DD0EA5BC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总结：优秀的</a:t>
            </a:r>
            <a:r>
              <a:rPr lang="en-US" altLang="zh-CN" dirty="0"/>
              <a:t>PID</a:t>
            </a:r>
            <a:r>
              <a:rPr lang="zh-CN" altLang="en-US" dirty="0"/>
              <a:t>算法</a:t>
            </a: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EFE81AFB-094B-863B-A5E2-D919DC991A3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583093723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6852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2026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r>
              <a:rPr kumimoji="1" lang="en-US" altLang="zh-CN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_</a:t>
            </a:r>
            <a:r>
              <a:rPr kumimoji="1" lang="zh-CN" altLang="en-US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嵌入式</a:t>
            </a:r>
            <a:endParaRPr kumimoji="1" lang="zh-CN" altLang="en-US" dirty="0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2026.01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9234</TotalTime>
  <Words>1534</Words>
  <Application>Microsoft Office PowerPoint</Application>
  <PresentationFormat>宽屏</PresentationFormat>
  <Paragraphs>140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Source Han Sans</vt:lpstr>
      <vt:lpstr>Source Han Sans CN Regular</vt:lpstr>
      <vt:lpstr>ui-sans-serif</vt:lpstr>
      <vt:lpstr>等线</vt:lpstr>
      <vt:lpstr>微软雅黑</vt:lpstr>
      <vt:lpstr>Arial</vt:lpstr>
      <vt:lpstr>Courier New</vt:lpstr>
      <vt:lpstr>Office 主题​​</vt:lpstr>
      <vt:lpstr>PowerPoint 演示文稿</vt:lpstr>
      <vt:lpstr>教学目标</vt:lpstr>
      <vt:lpstr>Keil MDK 工程准备</vt:lpstr>
      <vt:lpstr>10.3.1基础版 PID 代码局限性</vt:lpstr>
      <vt:lpstr>1 理想pid代码进行工程优化的主要原因</vt:lpstr>
      <vt:lpstr>2. 理想代码在实战中的三个主要缺点</vt:lpstr>
      <vt:lpstr>3. 优化的核心目标</vt:lpstr>
      <vt:lpstr>10.3.2 工程使用PID的优化</vt:lpstr>
      <vt:lpstr>1. 信号处理：一阶低通滤波 (Low-Pass Filter)</vt:lpstr>
      <vt:lpstr>2 算法改型：微分先行 (Derivative on Feedback)</vt:lpstr>
      <vt:lpstr>3 积分精细化：分离与限幅</vt:lpstr>
      <vt:lpstr>4物理补偿：死区处理 (Dead Zone Compensation)</vt:lpstr>
      <vt:lpstr>性能对比与调试验证</vt:lpstr>
      <vt:lpstr>1 直观对比</vt:lpstr>
      <vt:lpstr>2. 工程调试建议</vt:lpstr>
      <vt:lpstr>总结：优秀的PID算法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235</cp:revision>
  <dcterms:created xsi:type="dcterms:W3CDTF">2025-05-21T06:55:53Z</dcterms:created>
  <dcterms:modified xsi:type="dcterms:W3CDTF">2026-03-02T06:09:07Z</dcterms:modified>
</cp:coreProperties>
</file>