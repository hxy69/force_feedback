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9" r:id="rId2"/>
    <p:sldId id="827" r:id="rId3"/>
    <p:sldId id="804" r:id="rId4"/>
    <p:sldId id="813" r:id="rId5"/>
    <p:sldId id="806" r:id="rId6"/>
    <p:sldId id="807" r:id="rId7"/>
    <p:sldId id="814" r:id="rId8"/>
    <p:sldId id="809" r:id="rId9"/>
    <p:sldId id="810" r:id="rId10"/>
    <p:sldId id="815" r:id="rId11"/>
    <p:sldId id="828" r:id="rId12"/>
    <p:sldId id="820" r:id="rId13"/>
    <p:sldId id="830" r:id="rId14"/>
    <p:sldId id="831" r:id="rId15"/>
    <p:sldId id="832" r:id="rId16"/>
    <p:sldId id="829" r:id="rId17"/>
    <p:sldId id="821" r:id="rId18"/>
    <p:sldId id="28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A94A45-2EBE-461D-8DD2-C7B6FA45716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A8A189C-4CA9-4FED-B259-17AEB96ED95F}">
      <dgm:prSet/>
      <dgm:spPr/>
      <dgm:t>
        <a:bodyPr/>
        <a:lstStyle/>
        <a:p>
          <a:r>
            <a:rPr lang="zh-CN" altLang="en-US" b="0" dirty="0"/>
            <a:t>了解</a:t>
          </a:r>
          <a:r>
            <a:rPr lang="en-US" altLang="zh-CN" b="0" dirty="0"/>
            <a:t>VOFA+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7360435-CDC5-4CF5-AD7E-E85E09A2EEE7}" type="par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56EAF1-BCC4-4726-A70D-17416F81BD57}" type="sib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DE49ACC-69EF-4B8A-9982-EFD8B6DBE0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dirty="0"/>
            <a:t>图形化显示下位机通过串口按照一定协议发上来的数据</a:t>
          </a:r>
        </a:p>
      </dgm:t>
    </dgm:pt>
    <dgm:pt modelId="{B57C7031-89F5-4FCB-B51A-6F7627A53E86}" type="parTrans" cxnId="{09A95B69-64DE-4996-B90C-DBE94FDCFDD7}">
      <dgm:prSet/>
      <dgm:spPr/>
      <dgm:t>
        <a:bodyPr/>
        <a:lstStyle/>
        <a:p>
          <a:endParaRPr lang="zh-CN" altLang="en-US"/>
        </a:p>
      </dgm:t>
    </dgm:pt>
    <dgm:pt modelId="{3F72B6DB-0BE0-4777-B417-43AF6EF88983}" type="sibTrans" cxnId="{09A95B69-64DE-4996-B90C-DBE94FDCFDD7}">
      <dgm:prSet/>
      <dgm:spPr/>
      <dgm:t>
        <a:bodyPr/>
        <a:lstStyle/>
        <a:p>
          <a:endParaRPr lang="zh-CN" altLang="en-US"/>
        </a:p>
      </dgm:t>
    </dgm:pt>
    <dgm:pt modelId="{79AEC0B2-E1A8-448F-8AD9-D2CCD683D8C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实现</a:t>
          </a:r>
          <a:r>
            <a:rPr lang="en-US" altLang="zh-CN" dirty="0"/>
            <a:t>PID</a:t>
          </a:r>
          <a:r>
            <a:rPr lang="zh-CN" altLang="en-US" dirty="0"/>
            <a:t>参数调试效果的可视化</a:t>
          </a:r>
          <a:endParaRPr lang="zh-CN" altLang="en-US" b="0" dirty="0"/>
        </a:p>
      </dgm:t>
    </dgm:pt>
    <dgm:pt modelId="{40038415-F53D-44D8-ACBA-4F03D27ABE54}" type="parTrans" cxnId="{3E9A8E40-4529-4BC9-A03D-ED608F07413B}">
      <dgm:prSet/>
      <dgm:spPr/>
      <dgm:t>
        <a:bodyPr/>
        <a:lstStyle/>
        <a:p>
          <a:endParaRPr lang="zh-CN" altLang="en-US"/>
        </a:p>
      </dgm:t>
    </dgm:pt>
    <dgm:pt modelId="{89330BCB-3DE2-46E9-AE2C-6DE5291877E8}" type="sibTrans" cxnId="{3E9A8E40-4529-4BC9-A03D-ED608F07413B}">
      <dgm:prSet/>
      <dgm:spPr/>
      <dgm:t>
        <a:bodyPr/>
        <a:lstStyle/>
        <a:p>
          <a:endParaRPr lang="zh-CN" altLang="en-US"/>
        </a:p>
      </dgm:t>
    </dgm:pt>
    <dgm:pt modelId="{13DEDCD0-5B88-4172-83CC-63B2B83BB625}">
      <dgm:prSet/>
      <dgm:spPr/>
      <dgm:t>
        <a:bodyPr/>
        <a:lstStyle/>
        <a:p>
          <a:r>
            <a:rPr lang="zh-CN" altLang="en-US" b="0" dirty="0"/>
            <a:t>安装、串口配置与协议选择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A271DDF-8EAC-4671-95DD-0BA951C895C5}" type="parTrans" cxnId="{BA753BC5-BAAC-4EFC-826B-B35B2A4D373F}">
      <dgm:prSet/>
      <dgm:spPr/>
      <dgm:t>
        <a:bodyPr/>
        <a:lstStyle/>
        <a:p>
          <a:endParaRPr lang="zh-CN" altLang="en-US"/>
        </a:p>
      </dgm:t>
    </dgm:pt>
    <dgm:pt modelId="{B018594C-DF18-4C11-BB99-9C6D0DBB11B3}" type="sibTrans" cxnId="{BA753BC5-BAAC-4EFC-826B-B35B2A4D373F}">
      <dgm:prSet/>
      <dgm:spPr/>
      <dgm:t>
        <a:bodyPr/>
        <a:lstStyle/>
        <a:p>
          <a:endParaRPr lang="zh-CN" altLang="en-US"/>
        </a:p>
      </dgm:t>
    </dgm:pt>
    <dgm:pt modelId="{C64F5756-089E-4C27-AE8D-A0AA97DD8EFF}">
      <dgm:prSet/>
      <dgm:spPr/>
      <dgm:t>
        <a:bodyPr/>
        <a:lstStyle/>
        <a:p>
          <a:r>
            <a:rPr lang="zh-CN" altLang="en-US" b="0" dirty="0"/>
            <a:t>根据波形特征优化 </a:t>
          </a:r>
          <a:r>
            <a:rPr lang="en-US" altLang="zh-CN" b="0" dirty="0"/>
            <a:t>PID </a:t>
          </a:r>
          <a:r>
            <a:rPr lang="zh-CN" altLang="en-US" b="0" dirty="0"/>
            <a:t>参数，解决超调、稳态误差等问题</a:t>
          </a:r>
        </a:p>
      </dgm:t>
    </dgm:pt>
    <dgm:pt modelId="{A1FB2BDE-2A44-4936-BB48-3A39D42CE608}" type="parTrans" cxnId="{9A1F9416-DD27-4808-97AC-62990B06DC19}">
      <dgm:prSet/>
      <dgm:spPr/>
      <dgm:t>
        <a:bodyPr/>
        <a:lstStyle/>
        <a:p>
          <a:endParaRPr lang="zh-CN" altLang="en-US"/>
        </a:p>
      </dgm:t>
    </dgm:pt>
    <dgm:pt modelId="{35260283-E289-460D-8765-E845D143B284}" type="sibTrans" cxnId="{9A1F9416-DD27-4808-97AC-62990B06DC19}">
      <dgm:prSet/>
      <dgm:spPr/>
      <dgm:t>
        <a:bodyPr/>
        <a:lstStyle/>
        <a:p>
          <a:endParaRPr lang="zh-CN" altLang="en-US"/>
        </a:p>
      </dgm:t>
    </dgm:pt>
    <dgm:pt modelId="{420C27E6-D5C2-4174-AD3F-BAEBCB944C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dirty="0"/>
            <a:t>数据引擎</a:t>
          </a:r>
        </a:p>
      </dgm:t>
    </dgm:pt>
    <dgm:pt modelId="{D7E161DC-5B9D-4A20-AE31-B18C4E0F4FE6}" type="parTrans" cxnId="{8F5566CB-0C62-4EEC-A968-3142BADD5DCF}">
      <dgm:prSet/>
      <dgm:spPr/>
      <dgm:t>
        <a:bodyPr/>
        <a:lstStyle/>
        <a:p>
          <a:endParaRPr lang="zh-CN" altLang="en-US"/>
        </a:p>
      </dgm:t>
    </dgm:pt>
    <dgm:pt modelId="{A0E965A8-AF34-4FEA-9956-E10EA09A7BB2}" type="sibTrans" cxnId="{8F5566CB-0C62-4EEC-A968-3142BADD5DCF}">
      <dgm:prSet/>
      <dgm:spPr/>
      <dgm:t>
        <a:bodyPr/>
        <a:lstStyle/>
        <a:p>
          <a:endParaRPr lang="zh-CN" altLang="en-US"/>
        </a:p>
      </dgm:t>
    </dgm:pt>
    <dgm:pt modelId="{000029B3-CD4E-4462-B5A4-801A12FDF53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b="0" dirty="0" err="1"/>
            <a:t>FireWater</a:t>
          </a:r>
          <a:endParaRPr lang="zh-CN" altLang="en-US" b="0" dirty="0"/>
        </a:p>
      </dgm:t>
    </dgm:pt>
    <dgm:pt modelId="{4DA2200B-1AA0-4941-9E91-603F9EB9B0FD}" type="parTrans" cxnId="{FA451F27-7C5C-4FE3-94A9-A63B105D7C94}">
      <dgm:prSet/>
      <dgm:spPr/>
      <dgm:t>
        <a:bodyPr/>
        <a:lstStyle/>
        <a:p>
          <a:endParaRPr lang="zh-CN" altLang="en-US"/>
        </a:p>
      </dgm:t>
    </dgm:pt>
    <dgm:pt modelId="{508DFAD5-2526-4DEC-933A-CB67AF9E78E5}" type="sibTrans" cxnId="{FA451F27-7C5C-4FE3-94A9-A63B105D7C94}">
      <dgm:prSet/>
      <dgm:spPr/>
      <dgm:t>
        <a:bodyPr/>
        <a:lstStyle/>
        <a:p>
          <a:endParaRPr lang="zh-CN" altLang="en-US"/>
        </a:p>
      </dgm:t>
    </dgm:pt>
    <dgm:pt modelId="{0F7ACB58-37EB-41FC-83B0-A136C24A769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b="0" dirty="0" err="1"/>
            <a:t>JustFloat</a:t>
          </a:r>
          <a:endParaRPr lang="zh-CN" altLang="en-US" b="0" dirty="0"/>
        </a:p>
      </dgm:t>
    </dgm:pt>
    <dgm:pt modelId="{F4DF4EE8-7858-40C7-B489-6E1C5ACCB9F1}" type="parTrans" cxnId="{1B57B307-C491-4347-85EA-1D4587CD3074}">
      <dgm:prSet/>
      <dgm:spPr/>
      <dgm:t>
        <a:bodyPr/>
        <a:lstStyle/>
        <a:p>
          <a:endParaRPr lang="zh-CN" altLang="en-US"/>
        </a:p>
      </dgm:t>
    </dgm:pt>
    <dgm:pt modelId="{69421A5D-77D7-4BB9-80AD-CE2976720047}" type="sibTrans" cxnId="{1B57B307-C491-4347-85EA-1D4587CD3074}">
      <dgm:prSet/>
      <dgm:spPr/>
      <dgm:t>
        <a:bodyPr/>
        <a:lstStyle/>
        <a:p>
          <a:endParaRPr lang="zh-CN" altLang="en-US"/>
        </a:p>
      </dgm:t>
    </dgm:pt>
    <dgm:pt modelId="{4CCCAE7C-5A37-4FC0-BA43-40F009AE14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b="0" dirty="0" err="1"/>
            <a:t>RawData</a:t>
          </a:r>
          <a:endParaRPr lang="zh-CN" altLang="en-US" b="0" dirty="0"/>
        </a:p>
      </dgm:t>
    </dgm:pt>
    <dgm:pt modelId="{7414AACA-0476-41A2-8B65-BE57820550B2}" type="parTrans" cxnId="{030C4801-8A22-422C-B57E-488C51A0890B}">
      <dgm:prSet/>
      <dgm:spPr/>
      <dgm:t>
        <a:bodyPr/>
        <a:lstStyle/>
        <a:p>
          <a:endParaRPr lang="zh-CN" altLang="en-US"/>
        </a:p>
      </dgm:t>
    </dgm:pt>
    <dgm:pt modelId="{BF62EEB6-67F6-4A34-9A2F-D73655356885}" type="sibTrans" cxnId="{030C4801-8A22-422C-B57E-488C51A0890B}">
      <dgm:prSet/>
      <dgm:spPr/>
      <dgm:t>
        <a:bodyPr/>
        <a:lstStyle/>
        <a:p>
          <a:endParaRPr lang="zh-CN" altLang="en-US"/>
        </a:p>
      </dgm:t>
    </dgm:pt>
    <dgm:pt modelId="{A49EB971-188E-4DD3-B568-0F3D2280B238}" type="pres">
      <dgm:prSet presAssocID="{A0A94A45-2EBE-461D-8DD2-C7B6FA457168}" presName="linear" presStyleCnt="0">
        <dgm:presLayoutVars>
          <dgm:dir/>
          <dgm:animLvl val="lvl"/>
          <dgm:resizeHandles val="exact"/>
        </dgm:presLayoutVars>
      </dgm:prSet>
      <dgm:spPr/>
    </dgm:pt>
    <dgm:pt modelId="{50D8CD43-EA9F-4044-BEAD-7049C5A927FB}" type="pres">
      <dgm:prSet presAssocID="{0A8A189C-4CA9-4FED-B259-17AEB96ED95F}" presName="parentLin" presStyleCnt="0"/>
      <dgm:spPr/>
    </dgm:pt>
    <dgm:pt modelId="{9D79B334-E645-4611-BBC2-BD07E87D93F8}" type="pres">
      <dgm:prSet presAssocID="{0A8A189C-4CA9-4FED-B259-17AEB96ED95F}" presName="parentLeftMargin" presStyleLbl="node1" presStyleIdx="0" presStyleCnt="3"/>
      <dgm:spPr/>
    </dgm:pt>
    <dgm:pt modelId="{84F072CC-848C-42AA-824A-DA31CF8C601E}" type="pres">
      <dgm:prSet presAssocID="{0A8A189C-4CA9-4FED-B259-17AEB96ED9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C02C2B-31CE-4981-B6AD-D41DF555204E}" type="pres">
      <dgm:prSet presAssocID="{0A8A189C-4CA9-4FED-B259-17AEB96ED95F}" presName="negativeSpace" presStyleCnt="0"/>
      <dgm:spPr/>
    </dgm:pt>
    <dgm:pt modelId="{47AFC7CC-CDAC-42A3-A9AB-938DE5C623B8}" type="pres">
      <dgm:prSet presAssocID="{0A8A189C-4CA9-4FED-B259-17AEB96ED95F}" presName="childText" presStyleLbl="conFgAcc1" presStyleIdx="0" presStyleCnt="3">
        <dgm:presLayoutVars>
          <dgm:bulletEnabled val="1"/>
        </dgm:presLayoutVars>
      </dgm:prSet>
      <dgm:spPr/>
    </dgm:pt>
    <dgm:pt modelId="{B8A79EE3-AB36-4381-A1CD-DFEC43323828}" type="pres">
      <dgm:prSet presAssocID="{6F56EAF1-BCC4-4726-A70D-17416F81BD57}" presName="spaceBetweenRectangles" presStyleCnt="0"/>
      <dgm:spPr/>
    </dgm:pt>
    <dgm:pt modelId="{FA711989-58E0-4873-B957-5D6A1254B2D4}" type="pres">
      <dgm:prSet presAssocID="{420C27E6-D5C2-4174-AD3F-BAEBCB944C26}" presName="parentLin" presStyleCnt="0"/>
      <dgm:spPr/>
    </dgm:pt>
    <dgm:pt modelId="{DC98EA01-0CBF-4024-8309-DFA91CAD04D2}" type="pres">
      <dgm:prSet presAssocID="{420C27E6-D5C2-4174-AD3F-BAEBCB944C26}" presName="parentLeftMargin" presStyleLbl="node1" presStyleIdx="0" presStyleCnt="3"/>
      <dgm:spPr/>
    </dgm:pt>
    <dgm:pt modelId="{B38522A8-9556-46DA-BE8C-426F21B433B6}" type="pres">
      <dgm:prSet presAssocID="{420C27E6-D5C2-4174-AD3F-BAEBCB944C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96BFAA-58AF-49A8-8270-324814F5A812}" type="pres">
      <dgm:prSet presAssocID="{420C27E6-D5C2-4174-AD3F-BAEBCB944C26}" presName="negativeSpace" presStyleCnt="0"/>
      <dgm:spPr/>
    </dgm:pt>
    <dgm:pt modelId="{B1E5C485-7AA9-40A0-B521-3B6B4A7B0B85}" type="pres">
      <dgm:prSet presAssocID="{420C27E6-D5C2-4174-AD3F-BAEBCB944C26}" presName="childText" presStyleLbl="conFgAcc1" presStyleIdx="1" presStyleCnt="3">
        <dgm:presLayoutVars>
          <dgm:bulletEnabled val="1"/>
        </dgm:presLayoutVars>
      </dgm:prSet>
      <dgm:spPr/>
    </dgm:pt>
    <dgm:pt modelId="{9CE42033-040A-4287-BFBA-8FCDE6398363}" type="pres">
      <dgm:prSet presAssocID="{A0E965A8-AF34-4FEA-9956-E10EA09A7BB2}" presName="spaceBetweenRectangles" presStyleCnt="0"/>
      <dgm:spPr/>
    </dgm:pt>
    <dgm:pt modelId="{9289DD01-9455-4C7B-B59E-5CF841F437AA}" type="pres">
      <dgm:prSet presAssocID="{79AEC0B2-E1A8-448F-8AD9-D2CCD683D8CD}" presName="parentLin" presStyleCnt="0"/>
      <dgm:spPr/>
    </dgm:pt>
    <dgm:pt modelId="{B1428C23-8E99-4D7C-8CA9-A14CFF8444C1}" type="pres">
      <dgm:prSet presAssocID="{79AEC0B2-E1A8-448F-8AD9-D2CCD683D8CD}" presName="parentLeftMargin" presStyleLbl="node1" presStyleIdx="1" presStyleCnt="3"/>
      <dgm:spPr/>
    </dgm:pt>
    <dgm:pt modelId="{95810CFB-3A01-40CC-8634-91991F9FA8AF}" type="pres">
      <dgm:prSet presAssocID="{79AEC0B2-E1A8-448F-8AD9-D2CCD683D8C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B3D57EB-4BCE-4C7F-A4C0-94F3E0AC3A69}" type="pres">
      <dgm:prSet presAssocID="{79AEC0B2-E1A8-448F-8AD9-D2CCD683D8CD}" presName="negativeSpace" presStyleCnt="0"/>
      <dgm:spPr/>
    </dgm:pt>
    <dgm:pt modelId="{79238913-F4F6-4D07-9CB8-1740A9C80452}" type="pres">
      <dgm:prSet presAssocID="{79AEC0B2-E1A8-448F-8AD9-D2CCD683D8C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30C4801-8A22-422C-B57E-488C51A0890B}" srcId="{420C27E6-D5C2-4174-AD3F-BAEBCB944C26}" destId="{4CCCAE7C-5A37-4FC0-BA43-40F009AE1423}" srcOrd="2" destOrd="0" parTransId="{7414AACA-0476-41A2-8B65-BE57820550B2}" sibTransId="{BF62EEB6-67F6-4A34-9A2F-D73655356885}"/>
    <dgm:cxn modelId="{1B57B307-C491-4347-85EA-1D4587CD3074}" srcId="{420C27E6-D5C2-4174-AD3F-BAEBCB944C26}" destId="{0F7ACB58-37EB-41FC-83B0-A136C24A7693}" srcOrd="1" destOrd="0" parTransId="{F4DF4EE8-7858-40C7-B489-6E1C5ACCB9F1}" sibTransId="{69421A5D-77D7-4BB9-80AD-CE2976720047}"/>
    <dgm:cxn modelId="{433DDB13-3609-4F2F-9CC8-984410A85330}" type="presOf" srcId="{DDE49ACC-69EF-4B8A-9982-EFD8B6DBE017}" destId="{47AFC7CC-CDAC-42A3-A9AB-938DE5C623B8}" srcOrd="0" destOrd="1" presId="urn:microsoft.com/office/officeart/2005/8/layout/list1"/>
    <dgm:cxn modelId="{9A1F9416-DD27-4808-97AC-62990B06DC19}" srcId="{79AEC0B2-E1A8-448F-8AD9-D2CCD683D8CD}" destId="{C64F5756-089E-4C27-AE8D-A0AA97DD8EFF}" srcOrd="0" destOrd="0" parTransId="{A1FB2BDE-2A44-4936-BB48-3A39D42CE608}" sibTransId="{35260283-E289-460D-8765-E845D143B284}"/>
    <dgm:cxn modelId="{BF42B123-2873-4C0F-99A2-D904E0F91B57}" type="presOf" srcId="{13DEDCD0-5B88-4172-83CC-63B2B83BB625}" destId="{47AFC7CC-CDAC-42A3-A9AB-938DE5C623B8}" srcOrd="0" destOrd="0" presId="urn:microsoft.com/office/officeart/2005/8/layout/list1"/>
    <dgm:cxn modelId="{FA451F27-7C5C-4FE3-94A9-A63B105D7C94}" srcId="{420C27E6-D5C2-4174-AD3F-BAEBCB944C26}" destId="{000029B3-CD4E-4462-B5A4-801A12FDF537}" srcOrd="0" destOrd="0" parTransId="{4DA2200B-1AA0-4941-9E91-603F9EB9B0FD}" sibTransId="{508DFAD5-2526-4DEC-933A-CB67AF9E78E5}"/>
    <dgm:cxn modelId="{30C6A327-F9F5-4821-9039-A38F92F1EB26}" type="presOf" srcId="{C64F5756-089E-4C27-AE8D-A0AA97DD8EFF}" destId="{79238913-F4F6-4D07-9CB8-1740A9C80452}" srcOrd="0" destOrd="0" presId="urn:microsoft.com/office/officeart/2005/8/layout/list1"/>
    <dgm:cxn modelId="{EA3A4E40-02B4-4F42-BEEF-7EDC44830638}" type="presOf" srcId="{4CCCAE7C-5A37-4FC0-BA43-40F009AE1423}" destId="{B1E5C485-7AA9-40A0-B521-3B6B4A7B0B85}" srcOrd="0" destOrd="2" presId="urn:microsoft.com/office/officeart/2005/8/layout/list1"/>
    <dgm:cxn modelId="{3E9A8E40-4529-4BC9-A03D-ED608F07413B}" srcId="{A0A94A45-2EBE-461D-8DD2-C7B6FA457168}" destId="{79AEC0B2-E1A8-448F-8AD9-D2CCD683D8CD}" srcOrd="2" destOrd="0" parTransId="{40038415-F53D-44D8-ACBA-4F03D27ABE54}" sibTransId="{89330BCB-3DE2-46E9-AE2C-6DE5291877E8}"/>
    <dgm:cxn modelId="{115F8E5F-EF81-4A12-959A-5D534E0B2971}" type="presOf" srcId="{79AEC0B2-E1A8-448F-8AD9-D2CCD683D8CD}" destId="{95810CFB-3A01-40CC-8634-91991F9FA8AF}" srcOrd="1" destOrd="0" presId="urn:microsoft.com/office/officeart/2005/8/layout/list1"/>
    <dgm:cxn modelId="{878CBE45-32CB-4645-BAF7-1CF522F2934B}" type="presOf" srcId="{000029B3-CD4E-4462-B5A4-801A12FDF537}" destId="{B1E5C485-7AA9-40A0-B521-3B6B4A7B0B85}" srcOrd="0" destOrd="0" presId="urn:microsoft.com/office/officeart/2005/8/layout/list1"/>
    <dgm:cxn modelId="{09A95B69-64DE-4996-B90C-DBE94FDCFDD7}" srcId="{0A8A189C-4CA9-4FED-B259-17AEB96ED95F}" destId="{DDE49ACC-69EF-4B8A-9982-EFD8B6DBE017}" srcOrd="1" destOrd="0" parTransId="{B57C7031-89F5-4FCB-B51A-6F7627A53E86}" sibTransId="{3F72B6DB-0BE0-4777-B417-43AF6EF88983}"/>
    <dgm:cxn modelId="{5DADCB76-4525-478C-BE71-65CA849C3D48}" type="presOf" srcId="{0F7ACB58-37EB-41FC-83B0-A136C24A7693}" destId="{B1E5C485-7AA9-40A0-B521-3B6B4A7B0B85}" srcOrd="0" destOrd="1" presId="urn:microsoft.com/office/officeart/2005/8/layout/list1"/>
    <dgm:cxn modelId="{09B93758-CFC1-4DAC-99D2-35D473A6CA92}" srcId="{A0A94A45-2EBE-461D-8DD2-C7B6FA457168}" destId="{0A8A189C-4CA9-4FED-B259-17AEB96ED95F}" srcOrd="0" destOrd="0" parTransId="{17360435-CDC5-4CF5-AD7E-E85E09A2EEE7}" sibTransId="{6F56EAF1-BCC4-4726-A70D-17416F81BD57}"/>
    <dgm:cxn modelId="{27EBC57A-F07F-43CD-892B-8200BC2B8DF8}" type="presOf" srcId="{420C27E6-D5C2-4174-AD3F-BAEBCB944C26}" destId="{B38522A8-9556-46DA-BE8C-426F21B433B6}" srcOrd="1" destOrd="0" presId="urn:microsoft.com/office/officeart/2005/8/layout/list1"/>
    <dgm:cxn modelId="{BA753BC5-BAAC-4EFC-826B-B35B2A4D373F}" srcId="{0A8A189C-4CA9-4FED-B259-17AEB96ED95F}" destId="{13DEDCD0-5B88-4172-83CC-63B2B83BB625}" srcOrd="0" destOrd="0" parTransId="{2A271DDF-8EAC-4671-95DD-0BA951C895C5}" sibTransId="{B018594C-DF18-4C11-BB99-9C6D0DBB11B3}"/>
    <dgm:cxn modelId="{797726C6-73E1-435A-A6DF-76B4A4E7A751}" type="presOf" srcId="{420C27E6-D5C2-4174-AD3F-BAEBCB944C26}" destId="{DC98EA01-0CBF-4024-8309-DFA91CAD04D2}" srcOrd="0" destOrd="0" presId="urn:microsoft.com/office/officeart/2005/8/layout/list1"/>
    <dgm:cxn modelId="{8F5566CB-0C62-4EEC-A968-3142BADD5DCF}" srcId="{A0A94A45-2EBE-461D-8DD2-C7B6FA457168}" destId="{420C27E6-D5C2-4174-AD3F-BAEBCB944C26}" srcOrd="1" destOrd="0" parTransId="{D7E161DC-5B9D-4A20-AE31-B18C4E0F4FE6}" sibTransId="{A0E965A8-AF34-4FEA-9956-E10EA09A7BB2}"/>
    <dgm:cxn modelId="{5E95E7DF-160D-4578-B780-DB65699467FD}" type="presOf" srcId="{0A8A189C-4CA9-4FED-B259-17AEB96ED95F}" destId="{9D79B334-E645-4611-BBC2-BD07E87D93F8}" srcOrd="0" destOrd="0" presId="urn:microsoft.com/office/officeart/2005/8/layout/list1"/>
    <dgm:cxn modelId="{6E017FEF-F5DF-4D30-9865-2171ABE9572D}" type="presOf" srcId="{A0A94A45-2EBE-461D-8DD2-C7B6FA457168}" destId="{A49EB971-188E-4DD3-B568-0F3D2280B238}" srcOrd="0" destOrd="0" presId="urn:microsoft.com/office/officeart/2005/8/layout/list1"/>
    <dgm:cxn modelId="{98D020F9-0500-45E3-8019-38E623AB737A}" type="presOf" srcId="{79AEC0B2-E1A8-448F-8AD9-D2CCD683D8CD}" destId="{B1428C23-8E99-4D7C-8CA9-A14CFF8444C1}" srcOrd="0" destOrd="0" presId="urn:microsoft.com/office/officeart/2005/8/layout/list1"/>
    <dgm:cxn modelId="{8A3D75FE-91E7-475F-A421-9889AF9CA636}" type="presOf" srcId="{0A8A189C-4CA9-4FED-B259-17AEB96ED95F}" destId="{84F072CC-848C-42AA-824A-DA31CF8C601E}" srcOrd="1" destOrd="0" presId="urn:microsoft.com/office/officeart/2005/8/layout/list1"/>
    <dgm:cxn modelId="{8DE324D6-A318-4E50-99CE-7F80721E6D3D}" type="presParOf" srcId="{A49EB971-188E-4DD3-B568-0F3D2280B238}" destId="{50D8CD43-EA9F-4044-BEAD-7049C5A927FB}" srcOrd="0" destOrd="0" presId="urn:microsoft.com/office/officeart/2005/8/layout/list1"/>
    <dgm:cxn modelId="{35E6306D-1277-4F14-87FA-A521778FE388}" type="presParOf" srcId="{50D8CD43-EA9F-4044-BEAD-7049C5A927FB}" destId="{9D79B334-E645-4611-BBC2-BD07E87D93F8}" srcOrd="0" destOrd="0" presId="urn:microsoft.com/office/officeart/2005/8/layout/list1"/>
    <dgm:cxn modelId="{387D6420-3A1B-458B-BC52-DEF6064C87E9}" type="presParOf" srcId="{50D8CD43-EA9F-4044-BEAD-7049C5A927FB}" destId="{84F072CC-848C-42AA-824A-DA31CF8C601E}" srcOrd="1" destOrd="0" presId="urn:microsoft.com/office/officeart/2005/8/layout/list1"/>
    <dgm:cxn modelId="{0228CD36-7636-4239-B011-306B752F1351}" type="presParOf" srcId="{A49EB971-188E-4DD3-B568-0F3D2280B238}" destId="{66C02C2B-31CE-4981-B6AD-D41DF555204E}" srcOrd="1" destOrd="0" presId="urn:microsoft.com/office/officeart/2005/8/layout/list1"/>
    <dgm:cxn modelId="{10EDB485-CF0A-4F10-880E-2962F30202AC}" type="presParOf" srcId="{A49EB971-188E-4DD3-B568-0F3D2280B238}" destId="{47AFC7CC-CDAC-42A3-A9AB-938DE5C623B8}" srcOrd="2" destOrd="0" presId="urn:microsoft.com/office/officeart/2005/8/layout/list1"/>
    <dgm:cxn modelId="{6C3B0B7E-0096-4326-AD36-F195BB6CFD32}" type="presParOf" srcId="{A49EB971-188E-4DD3-B568-0F3D2280B238}" destId="{B8A79EE3-AB36-4381-A1CD-DFEC43323828}" srcOrd="3" destOrd="0" presId="urn:microsoft.com/office/officeart/2005/8/layout/list1"/>
    <dgm:cxn modelId="{D5EED1A0-8710-4FCB-A252-59B4E255AC7B}" type="presParOf" srcId="{A49EB971-188E-4DD3-B568-0F3D2280B238}" destId="{FA711989-58E0-4873-B957-5D6A1254B2D4}" srcOrd="4" destOrd="0" presId="urn:microsoft.com/office/officeart/2005/8/layout/list1"/>
    <dgm:cxn modelId="{F263B7F3-4A63-4480-B52C-A3C3213D44BA}" type="presParOf" srcId="{FA711989-58E0-4873-B957-5D6A1254B2D4}" destId="{DC98EA01-0CBF-4024-8309-DFA91CAD04D2}" srcOrd="0" destOrd="0" presId="urn:microsoft.com/office/officeart/2005/8/layout/list1"/>
    <dgm:cxn modelId="{5BB4820C-963C-4EA5-A91C-E6F28A7FDF4D}" type="presParOf" srcId="{FA711989-58E0-4873-B957-5D6A1254B2D4}" destId="{B38522A8-9556-46DA-BE8C-426F21B433B6}" srcOrd="1" destOrd="0" presId="urn:microsoft.com/office/officeart/2005/8/layout/list1"/>
    <dgm:cxn modelId="{144E3E7D-B04C-4580-B018-BB8686BDDA4C}" type="presParOf" srcId="{A49EB971-188E-4DD3-B568-0F3D2280B238}" destId="{0B96BFAA-58AF-49A8-8270-324814F5A812}" srcOrd="5" destOrd="0" presId="urn:microsoft.com/office/officeart/2005/8/layout/list1"/>
    <dgm:cxn modelId="{CBAFC5E6-14D3-4E88-AC92-FB23280AFC34}" type="presParOf" srcId="{A49EB971-188E-4DD3-B568-0F3D2280B238}" destId="{B1E5C485-7AA9-40A0-B521-3B6B4A7B0B85}" srcOrd="6" destOrd="0" presId="urn:microsoft.com/office/officeart/2005/8/layout/list1"/>
    <dgm:cxn modelId="{14E3AAC3-030C-4816-9427-9D9FD8FCCC31}" type="presParOf" srcId="{A49EB971-188E-4DD3-B568-0F3D2280B238}" destId="{9CE42033-040A-4287-BFBA-8FCDE6398363}" srcOrd="7" destOrd="0" presId="urn:microsoft.com/office/officeart/2005/8/layout/list1"/>
    <dgm:cxn modelId="{9D20329A-6596-4CF3-9800-3BD5E7B56378}" type="presParOf" srcId="{A49EB971-188E-4DD3-B568-0F3D2280B238}" destId="{9289DD01-9455-4C7B-B59E-5CF841F437AA}" srcOrd="8" destOrd="0" presId="urn:microsoft.com/office/officeart/2005/8/layout/list1"/>
    <dgm:cxn modelId="{A0790C7A-D5EC-43DE-B168-5B6380AE938D}" type="presParOf" srcId="{9289DD01-9455-4C7B-B59E-5CF841F437AA}" destId="{B1428C23-8E99-4D7C-8CA9-A14CFF8444C1}" srcOrd="0" destOrd="0" presId="urn:microsoft.com/office/officeart/2005/8/layout/list1"/>
    <dgm:cxn modelId="{16013C64-C868-4C10-8190-27EB0D0A27A1}" type="presParOf" srcId="{9289DD01-9455-4C7B-B59E-5CF841F437AA}" destId="{95810CFB-3A01-40CC-8634-91991F9FA8AF}" srcOrd="1" destOrd="0" presId="urn:microsoft.com/office/officeart/2005/8/layout/list1"/>
    <dgm:cxn modelId="{80C5F7D5-4915-4A6F-A148-C5B497DD9FD9}" type="presParOf" srcId="{A49EB971-188E-4DD3-B568-0F3D2280B238}" destId="{8B3D57EB-4BCE-4C7F-A4C0-94F3E0AC3A69}" srcOrd="9" destOrd="0" presId="urn:microsoft.com/office/officeart/2005/8/layout/list1"/>
    <dgm:cxn modelId="{37F176C8-3161-42C4-B71A-C465274EA07B}" type="presParOf" srcId="{A49EB971-188E-4DD3-B568-0F3D2280B238}" destId="{79238913-F4F6-4D07-9CB8-1740A9C8045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AB4956-35C2-479E-A9DA-8099033CD8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5EACA56-9541-49BC-A824-8B6CA9B4CF4C}">
      <dgm:prSet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定位：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BF904B-4E01-4CAD-B9D3-7DCA28BFDDB3}" type="parTrans" cxnId="{809DBADA-735C-4D06-A089-73344EB2CE3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AEB5AC-F15A-4C0C-987A-395A8E2E0572}" type="sibTrans" cxnId="{809DBADA-735C-4D06-A089-73344EB2CE31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844099-430C-4FA0-98F3-7DD03DA6065F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基于字符串解析。只要串口打印 printf("%f,%f\n", val1, val2);，VOFA+ 就能自动识别出两个通道。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7D8B21-D11C-43D7-A375-4DCCDD37BFE0}" type="parTrans" cxnId="{CB85A2AE-3C10-4215-BCD8-3091D54A5F5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B51079D-2B20-4136-9286-ACBB682B9684}" type="sibTrans" cxnId="{CB85A2AE-3C10-4215-BCD8-3091D54A5F5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81035B7-9D87-4093-AA70-B5B662E1987F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特点：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9055741-13C0-48E3-ACBF-3DED1082AB8F}" type="parTrans" cxnId="{30635770-EFB1-4B67-BCA9-59BA48A17AD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37B285B-D809-438D-8EF8-8EAA847B7132}" type="sibTrans" cxnId="{30635770-EFB1-4B67-BCA9-59BA48A17AD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6F90275-6234-4BE1-8CEF-3DE168B57E9C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可读性高</a:t>
          </a:r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：关闭波形后，直接看串口助手就能认出数字。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C3D685D-0706-4B7A-AF9E-EBD81726CA2C}" type="parTrans" cxnId="{17031607-0519-413E-8D94-3F215BA2BC1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60CA3F-2AB0-42D9-9DD7-FCCF67A7DE0C}" type="sibTrans" cxnId="{17031607-0519-413E-8D94-3F215BA2BC1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F044FC-9CAC-46AD-9E96-8EA1290B9ED2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零协议成本</a:t>
          </a:r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：不需要学习复杂的帧格式，会 printf 就会用。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2F39878-DC9C-4660-BA29-2BB528611EAE}" type="parTrans" cxnId="{1FFB8EA0-543F-47D3-A7F4-A122042C662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0381C3E-CD69-439C-AA25-6017A038D0BC}" type="sibTrans" cxnId="{1FFB8EA0-543F-47D3-A7F4-A122042C662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F77E3C5-3C24-4E43-A6DA-1FBE557B61AA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缺点：</a:t>
          </a:r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 * </a:t>
          </a:r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性能开销大</a:t>
          </a:r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：printf 浮点数非常消耗单片机 CPU 资源，容易干扰 PID 采样周期（如 1ms 循环）。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0E5E8C-318D-4BAB-ACAF-DD93ACCDC0CC}" type="parTrans" cxnId="{38607C9B-BE0B-4736-B2AF-5EDF4970691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BD4B72-B409-4DFB-BEA0-2A952D23AF3C}" type="sibTrans" cxnId="{38607C9B-BE0B-4736-B2AF-5EDF4970691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487233-E160-4CE0-BD68-9D7C0C36CE93}">
      <dgm:prSet/>
      <dgm:spPr/>
      <dgm:t>
        <a:bodyPr/>
        <a:lstStyle/>
        <a:p>
          <a:r>
            <a:rPr lang="zh-CN" b="1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传输效率低</a:t>
          </a:r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：一个浮点数转成字符串可能占用 10 字节，而二进制只需 4 字节。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618957D-A09F-4EFA-BBD4-E02B24AE97D0}" type="parTrans" cxnId="{FE7779AC-0A66-44C6-831A-B996AC44318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79C94DE-B09B-4BBA-AB21-C7CBA5F6EABF}" type="sibTrans" cxnId="{FE7779AC-0A66-44C6-831A-B996AC44318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36FC7B9-B9B3-42D7-96F2-24984EBC4206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适用场景：</a:t>
          </a:r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 初次调通程序、低速控制系统（如温度控制）。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ACDEE55-C21E-458B-AD12-CA7A238184D4}" type="parTrans" cxnId="{206E9E2C-44A5-4512-B766-94647CC1534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7B1261-B639-4F8B-ABD3-0FF0897F02FB}" type="sibTrans" cxnId="{206E9E2C-44A5-4512-B766-94647CC1534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A1BE4C-7EC7-4674-AC0D-2BB4150B2348}">
      <dgm:prSet/>
      <dgm:spPr/>
      <dgm:t>
        <a:bodyPr/>
        <a:lstStyle/>
        <a:p>
          <a:r>
            <a:rPr lang="zh-CN" b="1" i="0" baseline="0">
              <a:latin typeface="微软雅黑" panose="020B0503020204020204" pitchFamily="34" charset="-122"/>
              <a:ea typeface="微软雅黑" panose="020B0503020204020204" pitchFamily="34" charset="-122"/>
            </a:rPr>
            <a:t>原理：</a:t>
          </a:r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64B54B-C183-4C8A-9BDF-CD6656D410CB}" type="parTrans" cxnId="{72F6530C-9A44-4D17-9226-5EC001904EA8}">
      <dgm:prSet/>
      <dgm:spPr/>
      <dgm:t>
        <a:bodyPr/>
        <a:lstStyle/>
        <a:p>
          <a:endParaRPr lang="zh-CN" altLang="en-US"/>
        </a:p>
      </dgm:t>
    </dgm:pt>
    <dgm:pt modelId="{DBD45FB6-8816-4883-B49D-A2C2B0B0434B}" type="sibTrans" cxnId="{72F6530C-9A44-4D17-9226-5EC001904EA8}">
      <dgm:prSet/>
      <dgm:spPr/>
      <dgm:t>
        <a:bodyPr/>
        <a:lstStyle/>
        <a:p>
          <a:endParaRPr lang="zh-CN" altLang="en-US"/>
        </a:p>
      </dgm:t>
    </dgm:pt>
    <dgm:pt modelId="{0CB6091A-8C0C-4FFC-A290-184DCEED0F02}">
      <dgm:prSet/>
      <dgm:spPr/>
      <dgm:t>
        <a:bodyPr/>
        <a:lstStyle/>
        <a:p>
          <a:pPr>
            <a:buNone/>
          </a:pPr>
          <a:r>
            <a:rPr lang="zh-CN" altLang="en-US" dirty="0"/>
            <a:t>低成本快速调试的入门级数据传输协议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B84918-7949-4C85-8152-C7CEFAF35E3A}" type="parTrans" cxnId="{0A29021E-B14A-4456-8746-FF94E35F99A7}">
      <dgm:prSet/>
      <dgm:spPr/>
      <dgm:t>
        <a:bodyPr/>
        <a:lstStyle/>
        <a:p>
          <a:endParaRPr lang="zh-CN" altLang="en-US"/>
        </a:p>
      </dgm:t>
    </dgm:pt>
    <dgm:pt modelId="{5C25BBDA-EBC4-48F1-B835-AB8CD04D4C6E}" type="sibTrans" cxnId="{0A29021E-B14A-4456-8746-FF94E35F99A7}">
      <dgm:prSet/>
      <dgm:spPr/>
      <dgm:t>
        <a:bodyPr/>
        <a:lstStyle/>
        <a:p>
          <a:endParaRPr lang="zh-CN" altLang="en-US"/>
        </a:p>
      </dgm:t>
    </dgm:pt>
    <dgm:pt modelId="{715D4F81-2C41-4AEB-A547-B1B8F775F9B8}" type="pres">
      <dgm:prSet presAssocID="{65AB4956-35C2-479E-A9DA-8099033CD8D6}" presName="linear" presStyleCnt="0">
        <dgm:presLayoutVars>
          <dgm:animLvl val="lvl"/>
          <dgm:resizeHandles val="exact"/>
        </dgm:presLayoutVars>
      </dgm:prSet>
      <dgm:spPr/>
    </dgm:pt>
    <dgm:pt modelId="{FADAC478-65DB-4714-B58D-9A8189A70AD7}" type="pres">
      <dgm:prSet presAssocID="{15EACA56-9541-49BC-A824-8B6CA9B4CF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4CA1C6-B20A-423A-AAA9-9C19967B66FF}" type="pres">
      <dgm:prSet presAssocID="{15EACA56-9541-49BC-A824-8B6CA9B4CF4C}" presName="childText" presStyleLbl="revTx" presStyleIdx="0" presStyleCnt="3">
        <dgm:presLayoutVars>
          <dgm:bulletEnabled val="1"/>
        </dgm:presLayoutVars>
      </dgm:prSet>
      <dgm:spPr/>
    </dgm:pt>
    <dgm:pt modelId="{5565CE5F-1F01-4CD8-8EC6-C16FAD21C970}" type="pres">
      <dgm:prSet presAssocID="{49A1BE4C-7EC7-4674-AC0D-2BB4150B234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648A6A-7ED7-417A-814E-1AE829798A39}" type="pres">
      <dgm:prSet presAssocID="{49A1BE4C-7EC7-4674-AC0D-2BB4150B2348}" presName="childText" presStyleLbl="revTx" presStyleIdx="1" presStyleCnt="3">
        <dgm:presLayoutVars>
          <dgm:bulletEnabled val="1"/>
        </dgm:presLayoutVars>
      </dgm:prSet>
      <dgm:spPr/>
    </dgm:pt>
    <dgm:pt modelId="{A1B25C8D-C8C3-4C93-9FFB-1C0319228188}" type="pres">
      <dgm:prSet presAssocID="{181035B7-9D87-4093-AA70-B5B662E1987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D7D429B-52E7-4B9B-BCEC-0991E264A39A}" type="pres">
      <dgm:prSet presAssocID="{181035B7-9D87-4093-AA70-B5B662E1987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2A19002-C1B0-41E7-81F6-D83A2B719F36}" type="presOf" srcId="{0CB6091A-8C0C-4FFC-A290-184DCEED0F02}" destId="{DC4CA1C6-B20A-423A-AAA9-9C19967B66FF}" srcOrd="0" destOrd="0" presId="urn:microsoft.com/office/officeart/2005/8/layout/vList2"/>
    <dgm:cxn modelId="{17031607-0519-413E-8D94-3F215BA2BC1E}" srcId="{181035B7-9D87-4093-AA70-B5B662E1987F}" destId="{36F90275-6234-4BE1-8CEF-3DE168B57E9C}" srcOrd="0" destOrd="0" parTransId="{FC3D685D-0706-4B7A-AF9E-EBD81726CA2C}" sibTransId="{9960CA3F-2AB0-42D9-9DD7-FCCF67A7DE0C}"/>
    <dgm:cxn modelId="{72F6530C-9A44-4D17-9226-5EC001904EA8}" srcId="{65AB4956-35C2-479E-A9DA-8099033CD8D6}" destId="{49A1BE4C-7EC7-4674-AC0D-2BB4150B2348}" srcOrd="1" destOrd="0" parTransId="{4164B54B-C183-4C8A-9BDF-CD6656D410CB}" sibTransId="{DBD45FB6-8816-4883-B49D-A2C2B0B0434B}"/>
    <dgm:cxn modelId="{0A29021E-B14A-4456-8746-FF94E35F99A7}" srcId="{15EACA56-9541-49BC-A824-8B6CA9B4CF4C}" destId="{0CB6091A-8C0C-4FFC-A290-184DCEED0F02}" srcOrd="0" destOrd="0" parTransId="{EAB84918-7949-4C85-8152-C7CEFAF35E3A}" sibTransId="{5C25BBDA-EBC4-48F1-B835-AB8CD04D4C6E}"/>
    <dgm:cxn modelId="{206E9E2C-44A5-4512-B766-94647CC1534B}" srcId="{181035B7-9D87-4093-AA70-B5B662E1987F}" destId="{236FC7B9-B9B3-42D7-96F2-24984EBC4206}" srcOrd="4" destOrd="0" parTransId="{2ACDEE55-C21E-458B-AD12-CA7A238184D4}" sibTransId="{FA7B1261-B639-4F8B-ABD3-0FF0897F02FB}"/>
    <dgm:cxn modelId="{9190F12E-1D39-40C1-A5A3-4166EC97D36A}" type="presOf" srcId="{36F90275-6234-4BE1-8CEF-3DE168B57E9C}" destId="{0D7D429B-52E7-4B9B-BCEC-0991E264A39A}" srcOrd="0" destOrd="0" presId="urn:microsoft.com/office/officeart/2005/8/layout/vList2"/>
    <dgm:cxn modelId="{093B842F-740C-436B-925A-028FAFE4C49B}" type="presOf" srcId="{15EACA56-9541-49BC-A824-8B6CA9B4CF4C}" destId="{FADAC478-65DB-4714-B58D-9A8189A70AD7}" srcOrd="0" destOrd="0" presId="urn:microsoft.com/office/officeart/2005/8/layout/vList2"/>
    <dgm:cxn modelId="{C64BE734-8335-4681-98A5-B04DA4CA5B8A}" type="presOf" srcId="{6B487233-E160-4CE0-BD68-9D7C0C36CE93}" destId="{0D7D429B-52E7-4B9B-BCEC-0991E264A39A}" srcOrd="0" destOrd="3" presId="urn:microsoft.com/office/officeart/2005/8/layout/vList2"/>
    <dgm:cxn modelId="{66FC6136-8FED-441E-9055-879F5CAF1B40}" type="presOf" srcId="{DF77E3C5-3C24-4E43-A6DA-1FBE557B61AA}" destId="{0D7D429B-52E7-4B9B-BCEC-0991E264A39A}" srcOrd="0" destOrd="2" presId="urn:microsoft.com/office/officeart/2005/8/layout/vList2"/>
    <dgm:cxn modelId="{4C18375F-A64E-48D1-B8DE-CDC9F02CD054}" type="presOf" srcId="{181035B7-9D87-4093-AA70-B5B662E1987F}" destId="{A1B25C8D-C8C3-4C93-9FFB-1C0319228188}" srcOrd="0" destOrd="0" presId="urn:microsoft.com/office/officeart/2005/8/layout/vList2"/>
    <dgm:cxn modelId="{30635770-EFB1-4B67-BCA9-59BA48A17ADB}" srcId="{65AB4956-35C2-479E-A9DA-8099033CD8D6}" destId="{181035B7-9D87-4093-AA70-B5B662E1987F}" srcOrd="2" destOrd="0" parTransId="{39055741-13C0-48E3-ACBF-3DED1082AB8F}" sibTransId="{637B285B-D809-438D-8EF8-8EAA847B7132}"/>
    <dgm:cxn modelId="{0366BE79-BD91-4E10-BCD3-1B847609F0D0}" type="presOf" srcId="{236FC7B9-B9B3-42D7-96F2-24984EBC4206}" destId="{0D7D429B-52E7-4B9B-BCEC-0991E264A39A}" srcOrd="0" destOrd="4" presId="urn:microsoft.com/office/officeart/2005/8/layout/vList2"/>
    <dgm:cxn modelId="{8D6AE58E-1E46-4359-BD3C-BF338703EA00}" type="presOf" srcId="{03F044FC-9CAC-46AD-9E96-8EA1290B9ED2}" destId="{0D7D429B-52E7-4B9B-BCEC-0991E264A39A}" srcOrd="0" destOrd="1" presId="urn:microsoft.com/office/officeart/2005/8/layout/vList2"/>
    <dgm:cxn modelId="{38607C9B-BE0B-4736-B2AF-5EDF49706917}" srcId="{181035B7-9D87-4093-AA70-B5B662E1987F}" destId="{DF77E3C5-3C24-4E43-A6DA-1FBE557B61AA}" srcOrd="2" destOrd="0" parTransId="{900E5E8C-318D-4BAB-ACAF-DD93ACCDC0CC}" sibTransId="{DABD4B72-B409-4DFB-BEA0-2A952D23AF3C}"/>
    <dgm:cxn modelId="{1ECE2D9D-B277-4123-B05C-D3FC1A6BEADE}" type="presOf" srcId="{A6844099-430C-4FA0-98F3-7DD03DA6065F}" destId="{F5648A6A-7ED7-417A-814E-1AE829798A39}" srcOrd="0" destOrd="0" presId="urn:microsoft.com/office/officeart/2005/8/layout/vList2"/>
    <dgm:cxn modelId="{1FFB8EA0-543F-47D3-A7F4-A122042C662F}" srcId="{181035B7-9D87-4093-AA70-B5B662E1987F}" destId="{03F044FC-9CAC-46AD-9E96-8EA1290B9ED2}" srcOrd="1" destOrd="0" parTransId="{22F39878-DC9C-4660-BA29-2BB528611EAE}" sibTransId="{20381C3E-CD69-439C-AA25-6017A038D0BC}"/>
    <dgm:cxn modelId="{FE7779AC-0A66-44C6-831A-B996AC44318A}" srcId="{181035B7-9D87-4093-AA70-B5B662E1987F}" destId="{6B487233-E160-4CE0-BD68-9D7C0C36CE93}" srcOrd="3" destOrd="0" parTransId="{0618957D-A09F-4EFA-BBD4-E02B24AE97D0}" sibTransId="{979C94DE-B09B-4BBA-AB21-C7CBA5F6EABF}"/>
    <dgm:cxn modelId="{CB85A2AE-3C10-4215-BCD8-3091D54A5F5B}" srcId="{49A1BE4C-7EC7-4674-AC0D-2BB4150B2348}" destId="{A6844099-430C-4FA0-98F3-7DD03DA6065F}" srcOrd="0" destOrd="0" parTransId="{647D8B21-D11C-43D7-A375-4DCCDD37BFE0}" sibTransId="{BB51079D-2B20-4136-9286-ACBB682B9684}"/>
    <dgm:cxn modelId="{8694C7CD-F4C9-43D8-983E-0055F89AF775}" type="presOf" srcId="{49A1BE4C-7EC7-4674-AC0D-2BB4150B2348}" destId="{5565CE5F-1F01-4CD8-8EC6-C16FAD21C970}" srcOrd="0" destOrd="0" presId="urn:microsoft.com/office/officeart/2005/8/layout/vList2"/>
    <dgm:cxn modelId="{809DBADA-735C-4D06-A089-73344EB2CE31}" srcId="{65AB4956-35C2-479E-A9DA-8099033CD8D6}" destId="{15EACA56-9541-49BC-A824-8B6CA9B4CF4C}" srcOrd="0" destOrd="0" parTransId="{8EBF904B-4E01-4CAD-B9D3-7DCA28BFDDB3}" sibTransId="{A6AEB5AC-F15A-4C0C-987A-395A8E2E0572}"/>
    <dgm:cxn modelId="{6FFC6BE7-7F7C-45BC-878F-341D5C705996}" type="presOf" srcId="{65AB4956-35C2-479E-A9DA-8099033CD8D6}" destId="{715D4F81-2C41-4AEB-A547-B1B8F775F9B8}" srcOrd="0" destOrd="0" presId="urn:microsoft.com/office/officeart/2005/8/layout/vList2"/>
    <dgm:cxn modelId="{274C0FF6-092D-4EAB-9603-095339D8DC66}" type="presParOf" srcId="{715D4F81-2C41-4AEB-A547-B1B8F775F9B8}" destId="{FADAC478-65DB-4714-B58D-9A8189A70AD7}" srcOrd="0" destOrd="0" presId="urn:microsoft.com/office/officeart/2005/8/layout/vList2"/>
    <dgm:cxn modelId="{C8E4C8F4-2EBC-4467-9675-842FBC67D922}" type="presParOf" srcId="{715D4F81-2C41-4AEB-A547-B1B8F775F9B8}" destId="{DC4CA1C6-B20A-423A-AAA9-9C19967B66FF}" srcOrd="1" destOrd="0" presId="urn:microsoft.com/office/officeart/2005/8/layout/vList2"/>
    <dgm:cxn modelId="{3C8FA03E-ABAF-4B80-8709-B034DAA5C5CB}" type="presParOf" srcId="{715D4F81-2C41-4AEB-A547-B1B8F775F9B8}" destId="{5565CE5F-1F01-4CD8-8EC6-C16FAD21C970}" srcOrd="2" destOrd="0" presId="urn:microsoft.com/office/officeart/2005/8/layout/vList2"/>
    <dgm:cxn modelId="{01C92527-9E8F-4715-8F59-056CBE5C85D7}" type="presParOf" srcId="{715D4F81-2C41-4AEB-A547-B1B8F775F9B8}" destId="{F5648A6A-7ED7-417A-814E-1AE829798A39}" srcOrd="3" destOrd="0" presId="urn:microsoft.com/office/officeart/2005/8/layout/vList2"/>
    <dgm:cxn modelId="{DA0B97F0-3F61-467F-9546-77B1693921BE}" type="presParOf" srcId="{715D4F81-2C41-4AEB-A547-B1B8F775F9B8}" destId="{A1B25C8D-C8C3-4C93-9FFB-1C0319228188}" srcOrd="4" destOrd="0" presId="urn:microsoft.com/office/officeart/2005/8/layout/vList2"/>
    <dgm:cxn modelId="{C0ECA62A-3DB8-4FAD-941A-05D60C8F6247}" type="presParOf" srcId="{715D4F81-2C41-4AEB-A547-B1B8F775F9B8}" destId="{0D7D429B-52E7-4B9B-BCEC-0991E264A39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D262E6-05A9-411B-BF53-1B165B6C54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C679251-DD54-42A7-A7D1-83A6C06C5D2A}">
      <dgm:prSet/>
      <dgm:spPr/>
      <dgm:t>
        <a:bodyPr/>
        <a:lstStyle/>
        <a:p>
          <a:r>
            <a:rPr lang="zh-CN" b="1" i="0" baseline="0" dirty="0"/>
            <a:t>定位</a:t>
          </a:r>
          <a:endParaRPr lang="zh-CN" dirty="0"/>
        </a:p>
      </dgm:t>
    </dgm:pt>
    <dgm:pt modelId="{76E84820-0012-4F60-BEF8-ACE2EDA01C6D}" type="parTrans" cxnId="{3A7B89D7-CB82-4B21-B415-CB7852094FED}">
      <dgm:prSet/>
      <dgm:spPr/>
      <dgm:t>
        <a:bodyPr/>
        <a:lstStyle/>
        <a:p>
          <a:endParaRPr lang="zh-CN" altLang="en-US"/>
        </a:p>
      </dgm:t>
    </dgm:pt>
    <dgm:pt modelId="{ECEBDEB6-8E33-42B2-8BB5-8FC6000143AE}" type="sibTrans" cxnId="{3A7B89D7-CB82-4B21-B415-CB7852094FED}">
      <dgm:prSet/>
      <dgm:spPr/>
      <dgm:t>
        <a:bodyPr/>
        <a:lstStyle/>
        <a:p>
          <a:endParaRPr lang="zh-CN" altLang="en-US"/>
        </a:p>
      </dgm:t>
    </dgm:pt>
    <dgm:pt modelId="{6073C7CF-8739-4AFA-B986-B595CA8E022F}">
      <dgm:prSet/>
      <dgm:spPr/>
      <dgm:t>
        <a:bodyPr/>
        <a:lstStyle/>
        <a:p>
          <a:r>
            <a:rPr lang="zh-CN" b="1" i="0" baseline="0" dirty="0"/>
            <a:t>原理</a:t>
          </a:r>
          <a:endParaRPr lang="zh-CN" dirty="0"/>
        </a:p>
      </dgm:t>
    </dgm:pt>
    <dgm:pt modelId="{496E0C62-9BB1-44CA-A526-EE2A3FF61D05}" type="parTrans" cxnId="{F1C5D800-5D15-4535-90E5-64B4DE6E467C}">
      <dgm:prSet/>
      <dgm:spPr/>
      <dgm:t>
        <a:bodyPr/>
        <a:lstStyle/>
        <a:p>
          <a:endParaRPr lang="zh-CN" altLang="en-US"/>
        </a:p>
      </dgm:t>
    </dgm:pt>
    <dgm:pt modelId="{EE515CEE-C2D0-4A53-8827-7421692EADF8}" type="sibTrans" cxnId="{F1C5D800-5D15-4535-90E5-64B4DE6E467C}">
      <dgm:prSet/>
      <dgm:spPr/>
      <dgm:t>
        <a:bodyPr/>
        <a:lstStyle/>
        <a:p>
          <a:endParaRPr lang="zh-CN" altLang="en-US"/>
        </a:p>
      </dgm:t>
    </dgm:pt>
    <dgm:pt modelId="{717794D4-F81F-442C-AFF4-C89289DD937E}">
      <dgm:prSet/>
      <dgm:spPr/>
      <dgm:t>
        <a:bodyPr/>
        <a:lstStyle/>
        <a:p>
          <a:r>
            <a:rPr lang="zh-CN" b="1" i="0" baseline="0" dirty="0"/>
            <a:t>特点：</a:t>
          </a:r>
          <a:endParaRPr lang="zh-CN" dirty="0"/>
        </a:p>
      </dgm:t>
    </dgm:pt>
    <dgm:pt modelId="{C90C8148-9E71-46C9-B800-4C7315F8F708}" type="parTrans" cxnId="{DC5CE394-5549-44F5-B82D-396A60892637}">
      <dgm:prSet/>
      <dgm:spPr/>
      <dgm:t>
        <a:bodyPr/>
        <a:lstStyle/>
        <a:p>
          <a:endParaRPr lang="zh-CN" altLang="en-US"/>
        </a:p>
      </dgm:t>
    </dgm:pt>
    <dgm:pt modelId="{18FCC0EB-8ED5-4AA9-9D56-811093C9F8EF}" type="sibTrans" cxnId="{DC5CE394-5549-44F5-B82D-396A60892637}">
      <dgm:prSet/>
      <dgm:spPr/>
      <dgm:t>
        <a:bodyPr/>
        <a:lstStyle/>
        <a:p>
          <a:endParaRPr lang="zh-CN" altLang="en-US"/>
        </a:p>
      </dgm:t>
    </dgm:pt>
    <dgm:pt modelId="{E843E703-28D5-44FE-82B0-EC74516D9EFB}">
      <dgm:prSet/>
      <dgm:spPr/>
      <dgm:t>
        <a:bodyPr/>
        <a:lstStyle/>
        <a:p>
          <a:r>
            <a:rPr lang="zh-CN" b="1" i="0" baseline="0" dirty="0"/>
            <a:t>极致轻量</a:t>
          </a:r>
          <a:r>
            <a:rPr lang="zh-CN" b="0" i="0" baseline="0" dirty="0"/>
            <a:t>：单片机只需执行 memcpy 或直接发送数组内存，对控制频率几乎无影响。</a:t>
          </a:r>
          <a:endParaRPr lang="zh-CN" dirty="0"/>
        </a:p>
      </dgm:t>
    </dgm:pt>
    <dgm:pt modelId="{F3426E50-5830-4D38-82A8-539AC88D5CB3}" type="parTrans" cxnId="{AD9262F9-1949-4EEC-8B9F-2AD6C2156C71}">
      <dgm:prSet/>
      <dgm:spPr/>
      <dgm:t>
        <a:bodyPr/>
        <a:lstStyle/>
        <a:p>
          <a:endParaRPr lang="zh-CN" altLang="en-US"/>
        </a:p>
      </dgm:t>
    </dgm:pt>
    <dgm:pt modelId="{9CAB5FB5-BDB5-4145-B7F2-07D583D813A3}" type="sibTrans" cxnId="{AD9262F9-1949-4EEC-8B9F-2AD6C2156C71}">
      <dgm:prSet/>
      <dgm:spPr/>
      <dgm:t>
        <a:bodyPr/>
        <a:lstStyle/>
        <a:p>
          <a:endParaRPr lang="zh-CN" altLang="en-US"/>
        </a:p>
      </dgm:t>
    </dgm:pt>
    <dgm:pt modelId="{C3B8A6D4-70B2-4AC0-8587-F6FCA25B5FD7}">
      <dgm:prSet/>
      <dgm:spPr/>
      <dgm:t>
        <a:bodyPr/>
        <a:lstStyle/>
        <a:p>
          <a:r>
            <a:rPr lang="zh-CN" b="1" i="0" baseline="0" dirty="0"/>
            <a:t>波形丝滑</a:t>
          </a:r>
          <a:r>
            <a:rPr lang="zh-CN" b="0" i="0" baseline="0" dirty="0"/>
            <a:t>：支持高采样率（如 1kHz 以上），波形不会因为串口堵塞而丢包或延迟。</a:t>
          </a:r>
          <a:endParaRPr lang="zh-CN" dirty="0"/>
        </a:p>
      </dgm:t>
    </dgm:pt>
    <dgm:pt modelId="{99BB3030-672C-446B-8435-8BD60EBFE452}" type="parTrans" cxnId="{067C5A5B-61A4-4573-B036-370B80C5AEC7}">
      <dgm:prSet/>
      <dgm:spPr/>
      <dgm:t>
        <a:bodyPr/>
        <a:lstStyle/>
        <a:p>
          <a:endParaRPr lang="zh-CN" altLang="en-US"/>
        </a:p>
      </dgm:t>
    </dgm:pt>
    <dgm:pt modelId="{7092C952-D554-4AEA-9F33-C033C8228A6E}" type="sibTrans" cxnId="{067C5A5B-61A4-4573-B036-370B80C5AEC7}">
      <dgm:prSet/>
      <dgm:spPr/>
      <dgm:t>
        <a:bodyPr/>
        <a:lstStyle/>
        <a:p>
          <a:endParaRPr lang="zh-CN" altLang="en-US"/>
        </a:p>
      </dgm:t>
    </dgm:pt>
    <dgm:pt modelId="{987A9CEC-8EE3-4B57-B155-6AD4D3349262}">
      <dgm:prSet/>
      <dgm:spPr/>
      <dgm:t>
        <a:bodyPr/>
        <a:lstStyle/>
        <a:p>
          <a:r>
            <a:rPr lang="zh-CN" b="1" i="0" baseline="0" dirty="0"/>
            <a:t>代码实现：</a:t>
          </a:r>
          <a:endParaRPr lang="zh-CN" dirty="0"/>
        </a:p>
      </dgm:t>
    </dgm:pt>
    <dgm:pt modelId="{C8086957-F5E1-4FC7-B5B8-8FA84F55B0AF}" type="parTrans" cxnId="{039DA061-8CBA-4114-A18A-DD704F9A5F87}">
      <dgm:prSet/>
      <dgm:spPr/>
      <dgm:t>
        <a:bodyPr/>
        <a:lstStyle/>
        <a:p>
          <a:endParaRPr lang="zh-CN" altLang="en-US"/>
        </a:p>
      </dgm:t>
    </dgm:pt>
    <dgm:pt modelId="{5B61DD54-DFE2-4433-9312-4F168D390972}" type="sibTrans" cxnId="{039DA061-8CBA-4114-A18A-DD704F9A5F87}">
      <dgm:prSet/>
      <dgm:spPr/>
      <dgm:t>
        <a:bodyPr/>
        <a:lstStyle/>
        <a:p>
          <a:endParaRPr lang="zh-CN" altLang="en-US"/>
        </a:p>
      </dgm:t>
    </dgm:pt>
    <dgm:pt modelId="{5F14B09C-C41D-488C-9CCA-135BE1BD9392}">
      <dgm:prSet/>
      <dgm:spPr/>
      <dgm:t>
        <a:bodyPr/>
        <a:lstStyle/>
        <a:p>
          <a:r>
            <a:rPr lang="zh-CN" b="0" i="0" baseline="0" dirty="0"/>
            <a:t>float data[3] = {Target, Actual, Output}; HAL_UART_Transmit(&amp;huart1, (uint8_t*)data, 12, 10); // 发送数据</a:t>
          </a:r>
          <a:endParaRPr lang="zh-CN" dirty="0"/>
        </a:p>
      </dgm:t>
    </dgm:pt>
    <dgm:pt modelId="{3EFA3781-D7ED-4A90-AF30-0399EA4DA9B8}" type="parTrans" cxnId="{0A2C8F23-BA2C-4866-BA4D-D972BD23E756}">
      <dgm:prSet/>
      <dgm:spPr/>
      <dgm:t>
        <a:bodyPr/>
        <a:lstStyle/>
        <a:p>
          <a:endParaRPr lang="zh-CN" altLang="en-US"/>
        </a:p>
      </dgm:t>
    </dgm:pt>
    <dgm:pt modelId="{98ACDEBE-3CBA-4831-8B20-29CD86B50423}" type="sibTrans" cxnId="{0A2C8F23-BA2C-4866-BA4D-D972BD23E756}">
      <dgm:prSet/>
      <dgm:spPr/>
      <dgm:t>
        <a:bodyPr/>
        <a:lstStyle/>
        <a:p>
          <a:endParaRPr lang="zh-CN" altLang="en-US"/>
        </a:p>
      </dgm:t>
    </dgm:pt>
    <dgm:pt modelId="{FE47F1F1-14EE-4625-AED9-AFF4708EF80D}">
      <dgm:prSet/>
      <dgm:spPr/>
      <dgm:t>
        <a:bodyPr/>
        <a:lstStyle/>
        <a:p>
          <a:r>
            <a:rPr lang="zh-CN" b="1" i="0" baseline="0" dirty="0"/>
            <a:t>适用场景</a:t>
          </a:r>
          <a:endParaRPr lang="zh-CN" dirty="0"/>
        </a:p>
      </dgm:t>
    </dgm:pt>
    <dgm:pt modelId="{710264B2-0F07-4F6B-AF9C-336E297EAE0C}" type="parTrans" cxnId="{745CF277-2B3F-46B0-87AB-C06F7F5BF826}">
      <dgm:prSet/>
      <dgm:spPr/>
      <dgm:t>
        <a:bodyPr/>
        <a:lstStyle/>
        <a:p>
          <a:endParaRPr lang="zh-CN" altLang="en-US"/>
        </a:p>
      </dgm:t>
    </dgm:pt>
    <dgm:pt modelId="{7C015B18-AFBA-4D24-ABCC-460A52742ED5}" type="sibTrans" cxnId="{745CF277-2B3F-46B0-87AB-C06F7F5BF826}">
      <dgm:prSet/>
      <dgm:spPr/>
      <dgm:t>
        <a:bodyPr/>
        <a:lstStyle/>
        <a:p>
          <a:endParaRPr lang="zh-CN" altLang="en-US"/>
        </a:p>
      </dgm:t>
    </dgm:pt>
    <dgm:pt modelId="{9A97D7B8-E345-4815-A0E5-EA678A1786FD}">
      <dgm:prSet/>
      <dgm:spPr/>
      <dgm:t>
        <a:bodyPr/>
        <a:lstStyle/>
        <a:p>
          <a:r>
            <a:rPr lang="zh-CN" b="0" i="0" baseline="0" dirty="0"/>
            <a:t> 实时性要求极高的专业调试。</a:t>
          </a:r>
          <a:endParaRPr lang="zh-CN" dirty="0"/>
        </a:p>
      </dgm:t>
    </dgm:pt>
    <dgm:pt modelId="{32042D4F-B898-4041-ADDB-9719DCBFCD64}" type="parTrans" cxnId="{8463065D-F142-4FD3-AC96-0D225314B2B5}">
      <dgm:prSet/>
      <dgm:spPr/>
      <dgm:t>
        <a:bodyPr/>
        <a:lstStyle/>
        <a:p>
          <a:endParaRPr lang="zh-CN" altLang="en-US"/>
        </a:p>
      </dgm:t>
    </dgm:pt>
    <dgm:pt modelId="{1F283897-3D9A-4EA1-865E-766B0E0C2585}" type="sibTrans" cxnId="{8463065D-F142-4FD3-AC96-0D225314B2B5}">
      <dgm:prSet/>
      <dgm:spPr/>
      <dgm:t>
        <a:bodyPr/>
        <a:lstStyle/>
        <a:p>
          <a:endParaRPr lang="zh-CN" altLang="en-US"/>
        </a:p>
      </dgm:t>
    </dgm:pt>
    <dgm:pt modelId="{06E80551-A5D5-472B-8C92-98432D94ACA3}">
      <dgm:prSet/>
      <dgm:spPr/>
      <dgm:t>
        <a:bodyPr/>
        <a:lstStyle/>
        <a:p>
          <a:r>
            <a:rPr lang="zh-CN" b="0" i="0" baseline="0" dirty="0"/>
            <a:t>传输 IEEE 754 标准的 4 字节原始浮点数（Hex），末尾追加固定帧尾 00 00 80 7F。</a:t>
          </a:r>
          <a:endParaRPr lang="zh-CN" dirty="0"/>
        </a:p>
      </dgm:t>
    </dgm:pt>
    <dgm:pt modelId="{D73B56C9-6C6A-4590-90A6-330E0016DBC2}" type="parTrans" cxnId="{2E8F789E-C510-4DA9-BD5E-1EA451F1F82D}">
      <dgm:prSet/>
      <dgm:spPr/>
      <dgm:t>
        <a:bodyPr/>
        <a:lstStyle/>
        <a:p>
          <a:endParaRPr lang="zh-CN" altLang="en-US"/>
        </a:p>
      </dgm:t>
    </dgm:pt>
    <dgm:pt modelId="{35B978E0-BEB6-4A38-9419-640B1B56BCF0}" type="sibTrans" cxnId="{2E8F789E-C510-4DA9-BD5E-1EA451F1F82D}">
      <dgm:prSet/>
      <dgm:spPr/>
      <dgm:t>
        <a:bodyPr/>
        <a:lstStyle/>
        <a:p>
          <a:endParaRPr lang="zh-CN" altLang="en-US"/>
        </a:p>
      </dgm:t>
    </dgm:pt>
    <dgm:pt modelId="{928A756B-555D-46E7-8388-37946348F474}">
      <dgm:prSet/>
      <dgm:spPr/>
      <dgm:t>
        <a:bodyPr/>
        <a:lstStyle/>
        <a:p>
          <a:r>
            <a:rPr lang="zh-CN" b="0" i="0" baseline="0" dirty="0"/>
            <a:t>电机速度环/电流环调试、无人机姿态控制、倒立摆。</a:t>
          </a:r>
          <a:endParaRPr lang="zh-CN" dirty="0"/>
        </a:p>
      </dgm:t>
    </dgm:pt>
    <dgm:pt modelId="{B3FA22B0-8FFB-4A7F-9CCF-358771243A73}" type="parTrans" cxnId="{85CE5D04-9763-4E2F-A185-AF1BCE9628D3}">
      <dgm:prSet/>
      <dgm:spPr/>
      <dgm:t>
        <a:bodyPr/>
        <a:lstStyle/>
        <a:p>
          <a:endParaRPr lang="zh-CN" altLang="en-US"/>
        </a:p>
      </dgm:t>
    </dgm:pt>
    <dgm:pt modelId="{3A3AEEA4-5298-4EBD-AA7A-18257B82778A}" type="sibTrans" cxnId="{85CE5D04-9763-4E2F-A185-AF1BCE9628D3}">
      <dgm:prSet/>
      <dgm:spPr/>
      <dgm:t>
        <a:bodyPr/>
        <a:lstStyle/>
        <a:p>
          <a:endParaRPr lang="zh-CN" altLang="en-US"/>
        </a:p>
      </dgm:t>
    </dgm:pt>
    <dgm:pt modelId="{8E6B9475-2664-4D81-B6FF-36D9CDDAF266}">
      <dgm:prSet/>
      <dgm:spPr/>
      <dgm:t>
        <a:bodyPr/>
        <a:lstStyle/>
        <a:p>
          <a:r>
            <a:rPr lang="zh-CN" b="0" i="0" baseline="0" dirty="0"/>
            <a:t>uint8_t tail[4] = {0x00, 0x00, 0x80, 0x7F}; HAL_UART_Transmit(&amp;huart1, tail, 4, 10); // 发送帧尾 </a:t>
          </a:r>
          <a:endParaRPr lang="zh-CN" dirty="0"/>
        </a:p>
      </dgm:t>
    </dgm:pt>
    <dgm:pt modelId="{7136D6B9-A2D2-43EB-BE19-45A8C12F2991}" type="parTrans" cxnId="{B2269C69-C86E-493B-B4CC-001B783F541A}">
      <dgm:prSet/>
      <dgm:spPr/>
      <dgm:t>
        <a:bodyPr/>
        <a:lstStyle/>
        <a:p>
          <a:endParaRPr lang="zh-CN" altLang="en-US"/>
        </a:p>
      </dgm:t>
    </dgm:pt>
    <dgm:pt modelId="{EA8D6CC7-6ABD-4FAB-A60C-02B234C0E6C6}" type="sibTrans" cxnId="{B2269C69-C86E-493B-B4CC-001B783F541A}">
      <dgm:prSet/>
      <dgm:spPr/>
      <dgm:t>
        <a:bodyPr/>
        <a:lstStyle/>
        <a:p>
          <a:endParaRPr lang="zh-CN" altLang="en-US"/>
        </a:p>
      </dgm:t>
    </dgm:pt>
    <dgm:pt modelId="{FCF540D4-9DA0-4838-935D-596EA4E35DA6}" type="pres">
      <dgm:prSet presAssocID="{35D262E6-05A9-411B-BF53-1B165B6C54AD}" presName="linear" presStyleCnt="0">
        <dgm:presLayoutVars>
          <dgm:animLvl val="lvl"/>
          <dgm:resizeHandles val="exact"/>
        </dgm:presLayoutVars>
      </dgm:prSet>
      <dgm:spPr/>
    </dgm:pt>
    <dgm:pt modelId="{F7BE565F-B1BE-4548-86FD-D20CCEBBE5A5}" type="pres">
      <dgm:prSet presAssocID="{2C679251-DD54-42A7-A7D1-83A6C06C5D2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E88CC6-57EC-4A3E-BAE2-01D95E283215}" type="pres">
      <dgm:prSet presAssocID="{2C679251-DD54-42A7-A7D1-83A6C06C5D2A}" presName="childText" presStyleLbl="revTx" presStyleIdx="0" presStyleCnt="5">
        <dgm:presLayoutVars>
          <dgm:bulletEnabled val="1"/>
        </dgm:presLayoutVars>
      </dgm:prSet>
      <dgm:spPr/>
    </dgm:pt>
    <dgm:pt modelId="{167FD1B5-D1FB-4F42-A761-862C5F802810}" type="pres">
      <dgm:prSet presAssocID="{6073C7CF-8739-4AFA-B986-B595CA8E022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AC3E141-B364-46EF-95FF-94885A23F07E}" type="pres">
      <dgm:prSet presAssocID="{6073C7CF-8739-4AFA-B986-B595CA8E022F}" presName="childText" presStyleLbl="revTx" presStyleIdx="1" presStyleCnt="5">
        <dgm:presLayoutVars>
          <dgm:bulletEnabled val="1"/>
        </dgm:presLayoutVars>
      </dgm:prSet>
      <dgm:spPr/>
    </dgm:pt>
    <dgm:pt modelId="{9A6A0036-25DB-411D-8867-AE1B62EDE454}" type="pres">
      <dgm:prSet presAssocID="{717794D4-F81F-442C-AFF4-C89289DD937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67A47A-F75C-411A-863A-0B7EB8343F1F}" type="pres">
      <dgm:prSet presAssocID="{717794D4-F81F-442C-AFF4-C89289DD937E}" presName="childText" presStyleLbl="revTx" presStyleIdx="2" presStyleCnt="5">
        <dgm:presLayoutVars>
          <dgm:bulletEnabled val="1"/>
        </dgm:presLayoutVars>
      </dgm:prSet>
      <dgm:spPr/>
    </dgm:pt>
    <dgm:pt modelId="{2F4A325B-0D93-4254-9085-D91C556156E1}" type="pres">
      <dgm:prSet presAssocID="{987A9CEC-8EE3-4B57-B155-6AD4D334926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6626DA7-F0D3-41FF-A6A8-041A1EB62194}" type="pres">
      <dgm:prSet presAssocID="{987A9CEC-8EE3-4B57-B155-6AD4D3349262}" presName="childText" presStyleLbl="revTx" presStyleIdx="3" presStyleCnt="5">
        <dgm:presLayoutVars>
          <dgm:bulletEnabled val="1"/>
        </dgm:presLayoutVars>
      </dgm:prSet>
      <dgm:spPr/>
    </dgm:pt>
    <dgm:pt modelId="{52BD49E3-D7A9-4B54-B555-14866CB9E8D8}" type="pres">
      <dgm:prSet presAssocID="{FE47F1F1-14EE-4625-AED9-AFF4708EF80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93374FC-94DC-4B3D-B4DD-F9F5F4D79324}" type="pres">
      <dgm:prSet presAssocID="{FE47F1F1-14EE-4625-AED9-AFF4708EF80D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F1C5D800-5D15-4535-90E5-64B4DE6E467C}" srcId="{35D262E6-05A9-411B-BF53-1B165B6C54AD}" destId="{6073C7CF-8739-4AFA-B986-B595CA8E022F}" srcOrd="1" destOrd="0" parTransId="{496E0C62-9BB1-44CA-A526-EE2A3FF61D05}" sibTransId="{EE515CEE-C2D0-4A53-8827-7421692EADF8}"/>
    <dgm:cxn modelId="{85CE5D04-9763-4E2F-A185-AF1BCE9628D3}" srcId="{FE47F1F1-14EE-4625-AED9-AFF4708EF80D}" destId="{928A756B-555D-46E7-8388-37946348F474}" srcOrd="0" destOrd="0" parTransId="{B3FA22B0-8FFB-4A7F-9CCF-358771243A73}" sibTransId="{3A3AEEA4-5298-4EBD-AA7A-18257B82778A}"/>
    <dgm:cxn modelId="{B0FC460A-6E89-4DFE-9F1B-E4EEB8D40F22}" type="presOf" srcId="{5F14B09C-C41D-488C-9CCA-135BE1BD9392}" destId="{A6626DA7-F0D3-41FF-A6A8-041A1EB62194}" srcOrd="0" destOrd="0" presId="urn:microsoft.com/office/officeart/2005/8/layout/vList2"/>
    <dgm:cxn modelId="{323E4910-88BE-470B-BEAB-CCABA17D4738}" type="presOf" srcId="{8E6B9475-2664-4D81-B6FF-36D9CDDAF266}" destId="{A6626DA7-F0D3-41FF-A6A8-041A1EB62194}" srcOrd="0" destOrd="1" presId="urn:microsoft.com/office/officeart/2005/8/layout/vList2"/>
    <dgm:cxn modelId="{2276FA10-D536-497E-B6D1-F6B88BB74569}" type="presOf" srcId="{717794D4-F81F-442C-AFF4-C89289DD937E}" destId="{9A6A0036-25DB-411D-8867-AE1B62EDE454}" srcOrd="0" destOrd="0" presId="urn:microsoft.com/office/officeart/2005/8/layout/vList2"/>
    <dgm:cxn modelId="{6700121F-0CCD-4578-965D-138EC887FDE0}" type="presOf" srcId="{9A97D7B8-E345-4815-A0E5-EA678A1786FD}" destId="{E7E88CC6-57EC-4A3E-BAE2-01D95E283215}" srcOrd="0" destOrd="0" presId="urn:microsoft.com/office/officeart/2005/8/layout/vList2"/>
    <dgm:cxn modelId="{0A2C8F23-BA2C-4866-BA4D-D972BD23E756}" srcId="{987A9CEC-8EE3-4B57-B155-6AD4D3349262}" destId="{5F14B09C-C41D-488C-9CCA-135BE1BD9392}" srcOrd="0" destOrd="0" parTransId="{3EFA3781-D7ED-4A90-AF30-0399EA4DA9B8}" sibTransId="{98ACDEBE-3CBA-4831-8B20-29CD86B50423}"/>
    <dgm:cxn modelId="{BDA11724-4323-4C3E-8C85-F6C3F92CC951}" type="presOf" srcId="{C3B8A6D4-70B2-4AC0-8587-F6FCA25B5FD7}" destId="{2A67A47A-F75C-411A-863A-0B7EB8343F1F}" srcOrd="0" destOrd="1" presId="urn:microsoft.com/office/officeart/2005/8/layout/vList2"/>
    <dgm:cxn modelId="{067C5A5B-61A4-4573-B036-370B80C5AEC7}" srcId="{717794D4-F81F-442C-AFF4-C89289DD937E}" destId="{C3B8A6D4-70B2-4AC0-8587-F6FCA25B5FD7}" srcOrd="1" destOrd="0" parTransId="{99BB3030-672C-446B-8435-8BD60EBFE452}" sibTransId="{7092C952-D554-4AEA-9F33-C033C8228A6E}"/>
    <dgm:cxn modelId="{8463065D-F142-4FD3-AC96-0D225314B2B5}" srcId="{2C679251-DD54-42A7-A7D1-83A6C06C5D2A}" destId="{9A97D7B8-E345-4815-A0E5-EA678A1786FD}" srcOrd="0" destOrd="0" parTransId="{32042D4F-B898-4041-ADDB-9719DCBFCD64}" sibTransId="{1F283897-3D9A-4EA1-865E-766B0E0C2585}"/>
    <dgm:cxn modelId="{039DA061-8CBA-4114-A18A-DD704F9A5F87}" srcId="{35D262E6-05A9-411B-BF53-1B165B6C54AD}" destId="{987A9CEC-8EE3-4B57-B155-6AD4D3349262}" srcOrd="3" destOrd="0" parTransId="{C8086957-F5E1-4FC7-B5B8-8FA84F55B0AF}" sibTransId="{5B61DD54-DFE2-4433-9312-4F168D390972}"/>
    <dgm:cxn modelId="{B2269C69-C86E-493B-B4CC-001B783F541A}" srcId="{987A9CEC-8EE3-4B57-B155-6AD4D3349262}" destId="{8E6B9475-2664-4D81-B6FF-36D9CDDAF266}" srcOrd="1" destOrd="0" parTransId="{7136D6B9-A2D2-43EB-BE19-45A8C12F2991}" sibTransId="{EA8D6CC7-6ABD-4FAB-A60C-02B234C0E6C6}"/>
    <dgm:cxn modelId="{1B30BB4A-5A2D-423C-B77D-7C8D6AF07FAC}" type="presOf" srcId="{987A9CEC-8EE3-4B57-B155-6AD4D3349262}" destId="{2F4A325B-0D93-4254-9085-D91C556156E1}" srcOrd="0" destOrd="0" presId="urn:microsoft.com/office/officeart/2005/8/layout/vList2"/>
    <dgm:cxn modelId="{64A0F475-D95D-43BB-B5A1-176869E40EBD}" type="presOf" srcId="{35D262E6-05A9-411B-BF53-1B165B6C54AD}" destId="{FCF540D4-9DA0-4838-935D-596EA4E35DA6}" srcOrd="0" destOrd="0" presId="urn:microsoft.com/office/officeart/2005/8/layout/vList2"/>
    <dgm:cxn modelId="{745CF277-2B3F-46B0-87AB-C06F7F5BF826}" srcId="{35D262E6-05A9-411B-BF53-1B165B6C54AD}" destId="{FE47F1F1-14EE-4625-AED9-AFF4708EF80D}" srcOrd="4" destOrd="0" parTransId="{710264B2-0F07-4F6B-AF9C-336E297EAE0C}" sibTransId="{7C015B18-AFBA-4D24-ABCC-460A52742ED5}"/>
    <dgm:cxn modelId="{DC5CE394-5549-44F5-B82D-396A60892637}" srcId="{35D262E6-05A9-411B-BF53-1B165B6C54AD}" destId="{717794D4-F81F-442C-AFF4-C89289DD937E}" srcOrd="2" destOrd="0" parTransId="{C90C8148-9E71-46C9-B800-4C7315F8F708}" sibTransId="{18FCC0EB-8ED5-4AA9-9D56-811093C9F8EF}"/>
    <dgm:cxn modelId="{2E8F789E-C510-4DA9-BD5E-1EA451F1F82D}" srcId="{6073C7CF-8739-4AFA-B986-B595CA8E022F}" destId="{06E80551-A5D5-472B-8C92-98432D94ACA3}" srcOrd="0" destOrd="0" parTransId="{D73B56C9-6C6A-4590-90A6-330E0016DBC2}" sibTransId="{35B978E0-BEB6-4A38-9419-640B1B56BCF0}"/>
    <dgm:cxn modelId="{E9C55FAC-6D49-451A-A188-55A9D94C5CD6}" type="presOf" srcId="{6073C7CF-8739-4AFA-B986-B595CA8E022F}" destId="{167FD1B5-D1FB-4F42-A761-862C5F802810}" srcOrd="0" destOrd="0" presId="urn:microsoft.com/office/officeart/2005/8/layout/vList2"/>
    <dgm:cxn modelId="{C2FFFEAD-727A-4FE4-B26C-68099B4B4FAA}" type="presOf" srcId="{E843E703-28D5-44FE-82B0-EC74516D9EFB}" destId="{2A67A47A-F75C-411A-863A-0B7EB8343F1F}" srcOrd="0" destOrd="0" presId="urn:microsoft.com/office/officeart/2005/8/layout/vList2"/>
    <dgm:cxn modelId="{571C6FB4-5BBC-4BF7-B908-33CBD869562F}" type="presOf" srcId="{06E80551-A5D5-472B-8C92-98432D94ACA3}" destId="{7AC3E141-B364-46EF-95FF-94885A23F07E}" srcOrd="0" destOrd="0" presId="urn:microsoft.com/office/officeart/2005/8/layout/vList2"/>
    <dgm:cxn modelId="{3A7B89D7-CB82-4B21-B415-CB7852094FED}" srcId="{35D262E6-05A9-411B-BF53-1B165B6C54AD}" destId="{2C679251-DD54-42A7-A7D1-83A6C06C5D2A}" srcOrd="0" destOrd="0" parTransId="{76E84820-0012-4F60-BEF8-ACE2EDA01C6D}" sibTransId="{ECEBDEB6-8E33-42B2-8BB5-8FC6000143AE}"/>
    <dgm:cxn modelId="{EDCEAEE2-2017-4554-91A4-AFD942B0D115}" type="presOf" srcId="{928A756B-555D-46E7-8388-37946348F474}" destId="{693374FC-94DC-4B3D-B4DD-F9F5F4D79324}" srcOrd="0" destOrd="0" presId="urn:microsoft.com/office/officeart/2005/8/layout/vList2"/>
    <dgm:cxn modelId="{288FDEE5-8F76-483B-8FB1-E22B7F3B83D4}" type="presOf" srcId="{2C679251-DD54-42A7-A7D1-83A6C06C5D2A}" destId="{F7BE565F-B1BE-4548-86FD-D20CCEBBE5A5}" srcOrd="0" destOrd="0" presId="urn:microsoft.com/office/officeart/2005/8/layout/vList2"/>
    <dgm:cxn modelId="{4710A3E9-5165-4796-93AD-50A9E3A93CB1}" type="presOf" srcId="{FE47F1F1-14EE-4625-AED9-AFF4708EF80D}" destId="{52BD49E3-D7A9-4B54-B555-14866CB9E8D8}" srcOrd="0" destOrd="0" presId="urn:microsoft.com/office/officeart/2005/8/layout/vList2"/>
    <dgm:cxn modelId="{AD9262F9-1949-4EEC-8B9F-2AD6C2156C71}" srcId="{717794D4-F81F-442C-AFF4-C89289DD937E}" destId="{E843E703-28D5-44FE-82B0-EC74516D9EFB}" srcOrd="0" destOrd="0" parTransId="{F3426E50-5830-4D38-82A8-539AC88D5CB3}" sibTransId="{9CAB5FB5-BDB5-4145-B7F2-07D583D813A3}"/>
    <dgm:cxn modelId="{A79AB224-28E3-4D55-9B9B-1C5B92910271}" type="presParOf" srcId="{FCF540D4-9DA0-4838-935D-596EA4E35DA6}" destId="{F7BE565F-B1BE-4548-86FD-D20CCEBBE5A5}" srcOrd="0" destOrd="0" presId="urn:microsoft.com/office/officeart/2005/8/layout/vList2"/>
    <dgm:cxn modelId="{9735BC44-B06B-480E-8EDB-679423D1E552}" type="presParOf" srcId="{FCF540D4-9DA0-4838-935D-596EA4E35DA6}" destId="{E7E88CC6-57EC-4A3E-BAE2-01D95E283215}" srcOrd="1" destOrd="0" presId="urn:microsoft.com/office/officeart/2005/8/layout/vList2"/>
    <dgm:cxn modelId="{1E59881A-F216-4143-98C8-64E09E14487E}" type="presParOf" srcId="{FCF540D4-9DA0-4838-935D-596EA4E35DA6}" destId="{167FD1B5-D1FB-4F42-A761-862C5F802810}" srcOrd="2" destOrd="0" presId="urn:microsoft.com/office/officeart/2005/8/layout/vList2"/>
    <dgm:cxn modelId="{2A4114DC-3FF0-4968-B740-B6BD3A360E2B}" type="presParOf" srcId="{FCF540D4-9DA0-4838-935D-596EA4E35DA6}" destId="{7AC3E141-B364-46EF-95FF-94885A23F07E}" srcOrd="3" destOrd="0" presId="urn:microsoft.com/office/officeart/2005/8/layout/vList2"/>
    <dgm:cxn modelId="{DFC3CE44-C016-4F4D-81F8-BE7C57E476C7}" type="presParOf" srcId="{FCF540D4-9DA0-4838-935D-596EA4E35DA6}" destId="{9A6A0036-25DB-411D-8867-AE1B62EDE454}" srcOrd="4" destOrd="0" presId="urn:microsoft.com/office/officeart/2005/8/layout/vList2"/>
    <dgm:cxn modelId="{ED0D2F67-1947-44CC-BFE3-4B643AD34C7D}" type="presParOf" srcId="{FCF540D4-9DA0-4838-935D-596EA4E35DA6}" destId="{2A67A47A-F75C-411A-863A-0B7EB8343F1F}" srcOrd="5" destOrd="0" presId="urn:microsoft.com/office/officeart/2005/8/layout/vList2"/>
    <dgm:cxn modelId="{6FA3C328-F63E-44B2-9730-C071E189A357}" type="presParOf" srcId="{FCF540D4-9DA0-4838-935D-596EA4E35DA6}" destId="{2F4A325B-0D93-4254-9085-D91C556156E1}" srcOrd="6" destOrd="0" presId="urn:microsoft.com/office/officeart/2005/8/layout/vList2"/>
    <dgm:cxn modelId="{F4A2A4BF-F59E-4B30-A0EC-CB938D0C55FD}" type="presParOf" srcId="{FCF540D4-9DA0-4838-935D-596EA4E35DA6}" destId="{A6626DA7-F0D3-41FF-A6A8-041A1EB62194}" srcOrd="7" destOrd="0" presId="urn:microsoft.com/office/officeart/2005/8/layout/vList2"/>
    <dgm:cxn modelId="{7303B4BD-F572-44DE-B76E-C6377A6E2E9B}" type="presParOf" srcId="{FCF540D4-9DA0-4838-935D-596EA4E35DA6}" destId="{52BD49E3-D7A9-4B54-B555-14866CB9E8D8}" srcOrd="8" destOrd="0" presId="urn:microsoft.com/office/officeart/2005/8/layout/vList2"/>
    <dgm:cxn modelId="{2F05B477-1196-4E3E-AAC7-0442ECF56D82}" type="presParOf" srcId="{FCF540D4-9DA0-4838-935D-596EA4E35DA6}" destId="{693374FC-94DC-4B3D-B4DD-F9F5F4D79324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E7B8EE-6C80-4D5B-B594-F8219C2341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6B0C39A-0414-40B9-A4EA-A285DF3F7F24}">
      <dgm:prSet/>
      <dgm:spPr/>
      <dgm:t>
        <a:bodyPr/>
        <a:lstStyle/>
        <a:p>
          <a:r>
            <a:rPr lang="zh-CN" b="1"/>
            <a:t>定位：</a:t>
          </a:r>
          <a:r>
            <a:rPr lang="zh-CN"/>
            <a:t> </a:t>
          </a:r>
        </a:p>
      </dgm:t>
    </dgm:pt>
    <dgm:pt modelId="{BF35EEB6-2159-45E9-BF3A-49884E550F42}" type="parTrans" cxnId="{B06390DD-F61F-4E8D-A86B-429138C562D2}">
      <dgm:prSet/>
      <dgm:spPr/>
      <dgm:t>
        <a:bodyPr/>
        <a:lstStyle/>
        <a:p>
          <a:endParaRPr lang="zh-CN" altLang="en-US"/>
        </a:p>
      </dgm:t>
    </dgm:pt>
    <dgm:pt modelId="{168D3F4D-4B65-4E9E-BCEE-17C88E3B6247}" type="sibTrans" cxnId="{B06390DD-F61F-4E8D-A86B-429138C562D2}">
      <dgm:prSet/>
      <dgm:spPr/>
      <dgm:t>
        <a:bodyPr/>
        <a:lstStyle/>
        <a:p>
          <a:endParaRPr lang="zh-CN" altLang="en-US"/>
        </a:p>
      </dgm:t>
    </dgm:pt>
    <dgm:pt modelId="{8338A96A-F21C-4AEE-B77D-2A7544E6A938}">
      <dgm:prSet/>
      <dgm:spPr/>
      <dgm:t>
        <a:bodyPr/>
        <a:lstStyle/>
        <a:p>
          <a:r>
            <a:rPr lang="zh-CN"/>
            <a:t>自定义协议与复杂数据分析。</a:t>
          </a:r>
        </a:p>
      </dgm:t>
    </dgm:pt>
    <dgm:pt modelId="{4BF499E9-8EF1-47E1-BF81-1DF55BC9DF87}" type="parTrans" cxnId="{3DC03A02-26CC-4D64-8F91-20E2D75E82D0}">
      <dgm:prSet/>
      <dgm:spPr/>
      <dgm:t>
        <a:bodyPr/>
        <a:lstStyle/>
        <a:p>
          <a:endParaRPr lang="zh-CN" altLang="en-US"/>
        </a:p>
      </dgm:t>
    </dgm:pt>
    <dgm:pt modelId="{3D886F34-F520-491F-826F-660ABA32DE6F}" type="sibTrans" cxnId="{3DC03A02-26CC-4D64-8F91-20E2D75E82D0}">
      <dgm:prSet/>
      <dgm:spPr/>
      <dgm:t>
        <a:bodyPr/>
        <a:lstStyle/>
        <a:p>
          <a:endParaRPr lang="zh-CN" altLang="en-US"/>
        </a:p>
      </dgm:t>
    </dgm:pt>
    <dgm:pt modelId="{5E385D17-4308-4D1A-8C07-44DD17FD5CD5}">
      <dgm:prSet/>
      <dgm:spPr/>
      <dgm:t>
        <a:bodyPr/>
        <a:lstStyle/>
        <a:p>
          <a:r>
            <a:rPr lang="zh-CN" b="1"/>
            <a:t>原理：</a:t>
          </a:r>
          <a:r>
            <a:rPr lang="zh-CN"/>
            <a:t> </a:t>
          </a:r>
        </a:p>
      </dgm:t>
    </dgm:pt>
    <dgm:pt modelId="{FCA195DE-1B4F-45F2-ADE8-F5B39C9425EA}" type="parTrans" cxnId="{EA8A1528-F9DB-425C-BBFE-8E7BC619E1A2}">
      <dgm:prSet/>
      <dgm:spPr/>
      <dgm:t>
        <a:bodyPr/>
        <a:lstStyle/>
        <a:p>
          <a:endParaRPr lang="zh-CN" altLang="en-US"/>
        </a:p>
      </dgm:t>
    </dgm:pt>
    <dgm:pt modelId="{FDB37C97-FC83-4376-87D1-1D97770F53A4}" type="sibTrans" cxnId="{EA8A1528-F9DB-425C-BBFE-8E7BC619E1A2}">
      <dgm:prSet/>
      <dgm:spPr/>
      <dgm:t>
        <a:bodyPr/>
        <a:lstStyle/>
        <a:p>
          <a:endParaRPr lang="zh-CN" altLang="en-US"/>
        </a:p>
      </dgm:t>
    </dgm:pt>
    <dgm:pt modelId="{DB6C8381-6392-4D37-A48B-601C1ED7966A}">
      <dgm:prSet/>
      <dgm:spPr/>
      <dgm:t>
        <a:bodyPr/>
        <a:lstStyle/>
        <a:p>
          <a:r>
            <a:rPr lang="zh-CN"/>
            <a:t>引擎不对原始数据做预处理，用户通过 </a:t>
          </a:r>
          <a:r>
            <a:rPr lang="en-US" b="1"/>
            <a:t>Javascript </a:t>
          </a:r>
          <a:r>
            <a:rPr lang="zh-CN" b="1"/>
            <a:t>脚本</a:t>
          </a:r>
          <a:r>
            <a:rPr lang="zh-CN"/>
            <a:t> 来编写解析逻辑。</a:t>
          </a:r>
        </a:p>
      </dgm:t>
    </dgm:pt>
    <dgm:pt modelId="{4A9E69C9-9B09-4620-8D26-189E83EDF019}" type="parTrans" cxnId="{28BD58FA-C746-4B1C-8911-31EA27AC6CEC}">
      <dgm:prSet/>
      <dgm:spPr/>
      <dgm:t>
        <a:bodyPr/>
        <a:lstStyle/>
        <a:p>
          <a:endParaRPr lang="zh-CN" altLang="en-US"/>
        </a:p>
      </dgm:t>
    </dgm:pt>
    <dgm:pt modelId="{1BAA2CAD-4D88-41D0-98BC-00409F1C6628}" type="sibTrans" cxnId="{28BD58FA-C746-4B1C-8911-31EA27AC6CEC}">
      <dgm:prSet/>
      <dgm:spPr/>
      <dgm:t>
        <a:bodyPr/>
        <a:lstStyle/>
        <a:p>
          <a:endParaRPr lang="zh-CN" altLang="en-US"/>
        </a:p>
      </dgm:t>
    </dgm:pt>
    <dgm:pt modelId="{ABD06FAA-C613-4822-A1F9-8A8FA1ADCCE6}">
      <dgm:prSet/>
      <dgm:spPr/>
      <dgm:t>
        <a:bodyPr/>
        <a:lstStyle/>
        <a:p>
          <a:r>
            <a:rPr lang="zh-CN" b="1"/>
            <a:t>特点：</a:t>
          </a:r>
          <a:endParaRPr lang="zh-CN"/>
        </a:p>
      </dgm:t>
    </dgm:pt>
    <dgm:pt modelId="{277D4293-543E-41C1-B489-173B70B24502}" type="parTrans" cxnId="{70D43E66-4A82-4A5C-BB78-8DEDCB08324F}">
      <dgm:prSet/>
      <dgm:spPr/>
      <dgm:t>
        <a:bodyPr/>
        <a:lstStyle/>
        <a:p>
          <a:endParaRPr lang="zh-CN" altLang="en-US"/>
        </a:p>
      </dgm:t>
    </dgm:pt>
    <dgm:pt modelId="{24A04F9A-F3AB-40CE-B9FC-5C26429A48E6}" type="sibTrans" cxnId="{70D43E66-4A82-4A5C-BB78-8DEDCB08324F}">
      <dgm:prSet/>
      <dgm:spPr/>
      <dgm:t>
        <a:bodyPr/>
        <a:lstStyle/>
        <a:p>
          <a:endParaRPr lang="zh-CN" altLang="en-US"/>
        </a:p>
      </dgm:t>
    </dgm:pt>
    <dgm:pt modelId="{6C399D0A-A9C4-4114-9FA5-B596AD987226}">
      <dgm:prSet/>
      <dgm:spPr/>
      <dgm:t>
        <a:bodyPr/>
        <a:lstStyle/>
        <a:p>
          <a:r>
            <a:rPr lang="zh-CN" b="1" dirty="0"/>
            <a:t>高度自由</a:t>
          </a:r>
          <a:r>
            <a:rPr lang="zh-CN" dirty="0"/>
            <a:t>：如果你已经有了一套成熟的通讯协议（比如大疆 </a:t>
          </a:r>
          <a:r>
            <a:rPr lang="en-US" dirty="0" err="1"/>
            <a:t>RoboMaster</a:t>
          </a:r>
          <a:r>
            <a:rPr lang="en-US" dirty="0"/>
            <a:t> </a:t>
          </a:r>
          <a:r>
            <a:rPr lang="zh-CN" dirty="0"/>
            <a:t>协议、私有加密协议），不需要改单片机代码，直接在 </a:t>
          </a:r>
          <a:r>
            <a:rPr lang="en-US" dirty="0"/>
            <a:t>VOFA+ </a:t>
          </a:r>
          <a:r>
            <a:rPr lang="zh-CN" dirty="0"/>
            <a:t>里写脚本适配。</a:t>
          </a:r>
        </a:p>
      </dgm:t>
    </dgm:pt>
    <dgm:pt modelId="{8399365F-0859-4A7F-9AE4-685D4574C3C3}" type="parTrans" cxnId="{EA4634DE-593B-4215-83C8-52BFD92E0F1F}">
      <dgm:prSet/>
      <dgm:spPr/>
      <dgm:t>
        <a:bodyPr/>
        <a:lstStyle/>
        <a:p>
          <a:endParaRPr lang="zh-CN" altLang="en-US"/>
        </a:p>
      </dgm:t>
    </dgm:pt>
    <dgm:pt modelId="{0B9E8420-21AC-439E-A5D8-D354D5567638}" type="sibTrans" cxnId="{EA4634DE-593B-4215-83C8-52BFD92E0F1F}">
      <dgm:prSet/>
      <dgm:spPr/>
      <dgm:t>
        <a:bodyPr/>
        <a:lstStyle/>
        <a:p>
          <a:endParaRPr lang="zh-CN" altLang="en-US"/>
        </a:p>
      </dgm:t>
    </dgm:pt>
    <dgm:pt modelId="{91848DCF-BD96-4C4F-A7EC-2417EDB0D6A0}">
      <dgm:prSet/>
      <dgm:spPr/>
      <dgm:t>
        <a:bodyPr/>
        <a:lstStyle/>
        <a:p>
          <a:r>
            <a:rPr lang="zh-CN" b="1" dirty="0"/>
            <a:t>多维支持</a:t>
          </a:r>
          <a:r>
            <a:rPr lang="zh-CN" dirty="0"/>
            <a:t>：不仅可以画波形，还可以解析出状态位、故障码并在仪表盘显示。</a:t>
          </a:r>
        </a:p>
      </dgm:t>
    </dgm:pt>
    <dgm:pt modelId="{0B7B02BB-CE75-410A-BA15-094DF3DE7550}" type="parTrans" cxnId="{543A5305-A2E2-4002-B4F3-05DA04631099}">
      <dgm:prSet/>
      <dgm:spPr/>
      <dgm:t>
        <a:bodyPr/>
        <a:lstStyle/>
        <a:p>
          <a:endParaRPr lang="zh-CN" altLang="en-US"/>
        </a:p>
      </dgm:t>
    </dgm:pt>
    <dgm:pt modelId="{C30C0E88-3D54-4574-A881-F4BAA7FA5AF6}" type="sibTrans" cxnId="{543A5305-A2E2-4002-B4F3-05DA04631099}">
      <dgm:prSet/>
      <dgm:spPr/>
      <dgm:t>
        <a:bodyPr/>
        <a:lstStyle/>
        <a:p>
          <a:endParaRPr lang="zh-CN" altLang="en-US"/>
        </a:p>
      </dgm:t>
    </dgm:pt>
    <dgm:pt modelId="{455C67C9-D5D3-41F6-A7A0-1A6C115EB492}">
      <dgm:prSet/>
      <dgm:spPr/>
      <dgm:t>
        <a:bodyPr/>
        <a:lstStyle/>
        <a:p>
          <a:r>
            <a:rPr lang="zh-CN" b="1" dirty="0"/>
            <a:t>缺点：</a:t>
          </a:r>
          <a:r>
            <a:rPr lang="zh-CN" dirty="0"/>
            <a:t> 上手难度最高，需要一点 </a:t>
          </a:r>
          <a:r>
            <a:rPr lang="en-US" dirty="0"/>
            <a:t>JS </a:t>
          </a:r>
          <a:r>
            <a:rPr lang="zh-CN" dirty="0"/>
            <a:t>编程基础。</a:t>
          </a:r>
        </a:p>
      </dgm:t>
    </dgm:pt>
    <dgm:pt modelId="{67D86D2D-EB66-494F-8784-46F036350842}" type="parTrans" cxnId="{54A1B7F2-48F6-4AFF-9D5D-FA844F112EEB}">
      <dgm:prSet/>
      <dgm:spPr/>
      <dgm:t>
        <a:bodyPr/>
        <a:lstStyle/>
        <a:p>
          <a:endParaRPr lang="zh-CN" altLang="en-US"/>
        </a:p>
      </dgm:t>
    </dgm:pt>
    <dgm:pt modelId="{7463A7DB-582D-41FE-816F-8E13BF30173C}" type="sibTrans" cxnId="{54A1B7F2-48F6-4AFF-9D5D-FA844F112EEB}">
      <dgm:prSet/>
      <dgm:spPr/>
      <dgm:t>
        <a:bodyPr/>
        <a:lstStyle/>
        <a:p>
          <a:endParaRPr lang="zh-CN" altLang="en-US"/>
        </a:p>
      </dgm:t>
    </dgm:pt>
    <dgm:pt modelId="{0E9BDC9A-AA50-4C65-96E8-EC7026BDAAB3}">
      <dgm:prSet/>
      <dgm:spPr/>
      <dgm:t>
        <a:bodyPr/>
        <a:lstStyle/>
        <a:p>
          <a:r>
            <a:rPr lang="zh-CN" b="1"/>
            <a:t>适用场景：</a:t>
          </a:r>
          <a:r>
            <a:rPr lang="zh-CN"/>
            <a:t> </a:t>
          </a:r>
        </a:p>
      </dgm:t>
    </dgm:pt>
    <dgm:pt modelId="{15305513-F2C2-49A9-92AD-DD834F9133A6}" type="parTrans" cxnId="{AFC7034B-15CD-4E1F-AD17-B1E9462FD6D1}">
      <dgm:prSet/>
      <dgm:spPr/>
      <dgm:t>
        <a:bodyPr/>
        <a:lstStyle/>
        <a:p>
          <a:endParaRPr lang="zh-CN" altLang="en-US"/>
        </a:p>
      </dgm:t>
    </dgm:pt>
    <dgm:pt modelId="{28CB3366-5475-40AA-AFEA-D8ED6C8A4FD7}" type="sibTrans" cxnId="{AFC7034B-15CD-4E1F-AD17-B1E9462FD6D1}">
      <dgm:prSet/>
      <dgm:spPr/>
      <dgm:t>
        <a:bodyPr/>
        <a:lstStyle/>
        <a:p>
          <a:endParaRPr lang="zh-CN" altLang="en-US"/>
        </a:p>
      </dgm:t>
    </dgm:pt>
    <dgm:pt modelId="{03DEF115-531F-4724-B069-84278DA9A3B1}">
      <dgm:prSet/>
      <dgm:spPr/>
      <dgm:t>
        <a:bodyPr/>
        <a:lstStyle/>
        <a:p>
          <a:r>
            <a:rPr lang="zh-CN"/>
            <a:t>复杂机器人系统、工业私有协议对接、需要解析非浮点数（整型、位域）的场景。</a:t>
          </a:r>
        </a:p>
      </dgm:t>
    </dgm:pt>
    <dgm:pt modelId="{C130C330-1BDF-49C9-AB07-34A7F709C1B9}" type="parTrans" cxnId="{2DA5ECD8-C385-4E7A-A8BD-74ADAAD025D3}">
      <dgm:prSet/>
      <dgm:spPr/>
      <dgm:t>
        <a:bodyPr/>
        <a:lstStyle/>
        <a:p>
          <a:endParaRPr lang="zh-CN" altLang="en-US"/>
        </a:p>
      </dgm:t>
    </dgm:pt>
    <dgm:pt modelId="{FAD89A40-7C1A-4114-A216-040879B1D5FE}" type="sibTrans" cxnId="{2DA5ECD8-C385-4E7A-A8BD-74ADAAD025D3}">
      <dgm:prSet/>
      <dgm:spPr/>
      <dgm:t>
        <a:bodyPr/>
        <a:lstStyle/>
        <a:p>
          <a:endParaRPr lang="zh-CN" altLang="en-US"/>
        </a:p>
      </dgm:t>
    </dgm:pt>
    <dgm:pt modelId="{2092262F-F382-4ADE-B501-AFFD5F098F34}" type="pres">
      <dgm:prSet presAssocID="{17E7B8EE-6C80-4D5B-B594-F8219C234106}" presName="linear" presStyleCnt="0">
        <dgm:presLayoutVars>
          <dgm:animLvl val="lvl"/>
          <dgm:resizeHandles val="exact"/>
        </dgm:presLayoutVars>
      </dgm:prSet>
      <dgm:spPr/>
    </dgm:pt>
    <dgm:pt modelId="{B0282EEA-FC37-487E-B6E3-F5AA85135560}" type="pres">
      <dgm:prSet presAssocID="{A6B0C39A-0414-40B9-A4EA-A285DF3F7F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63EC34-99DE-4C9C-9F0A-F1259EA08A63}" type="pres">
      <dgm:prSet presAssocID="{A6B0C39A-0414-40B9-A4EA-A285DF3F7F24}" presName="childText" presStyleLbl="revTx" presStyleIdx="0" presStyleCnt="4">
        <dgm:presLayoutVars>
          <dgm:bulletEnabled val="1"/>
        </dgm:presLayoutVars>
      </dgm:prSet>
      <dgm:spPr/>
    </dgm:pt>
    <dgm:pt modelId="{264BD3D0-52DB-42CC-BE73-B58355AB00A2}" type="pres">
      <dgm:prSet presAssocID="{5E385D17-4308-4D1A-8C07-44DD17FD5C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7185F99-EB77-4F45-B954-E3DF7C73D455}" type="pres">
      <dgm:prSet presAssocID="{5E385D17-4308-4D1A-8C07-44DD17FD5CD5}" presName="childText" presStyleLbl="revTx" presStyleIdx="1" presStyleCnt="4">
        <dgm:presLayoutVars>
          <dgm:bulletEnabled val="1"/>
        </dgm:presLayoutVars>
      </dgm:prSet>
      <dgm:spPr/>
    </dgm:pt>
    <dgm:pt modelId="{1DD7A0A3-37CA-4FCD-B3FE-0AF9EA5F401A}" type="pres">
      <dgm:prSet presAssocID="{ABD06FAA-C613-4822-A1F9-8A8FA1ADCC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796DA2-1963-4FDC-83B5-E1F5683B6C62}" type="pres">
      <dgm:prSet presAssocID="{ABD06FAA-C613-4822-A1F9-8A8FA1ADCCE6}" presName="childText" presStyleLbl="revTx" presStyleIdx="2" presStyleCnt="4">
        <dgm:presLayoutVars>
          <dgm:bulletEnabled val="1"/>
        </dgm:presLayoutVars>
      </dgm:prSet>
      <dgm:spPr/>
    </dgm:pt>
    <dgm:pt modelId="{9C42D2C8-B86B-4A67-8E8F-E3F71925A1DF}" type="pres">
      <dgm:prSet presAssocID="{0E9BDC9A-AA50-4C65-96E8-EC7026BDAA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5DF6FF4-EB23-4388-B9B3-AEF766EDDF89}" type="pres">
      <dgm:prSet presAssocID="{0E9BDC9A-AA50-4C65-96E8-EC7026BDAAB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DC03A02-26CC-4D64-8F91-20E2D75E82D0}" srcId="{A6B0C39A-0414-40B9-A4EA-A285DF3F7F24}" destId="{8338A96A-F21C-4AEE-B77D-2A7544E6A938}" srcOrd="0" destOrd="0" parTransId="{4BF499E9-8EF1-47E1-BF81-1DF55BC9DF87}" sibTransId="{3D886F34-F520-491F-826F-660ABA32DE6F}"/>
    <dgm:cxn modelId="{2B3BB804-3358-4322-9E3F-A4705BD31DE4}" type="presOf" srcId="{ABD06FAA-C613-4822-A1F9-8A8FA1ADCCE6}" destId="{1DD7A0A3-37CA-4FCD-B3FE-0AF9EA5F401A}" srcOrd="0" destOrd="0" presId="urn:microsoft.com/office/officeart/2005/8/layout/vList2"/>
    <dgm:cxn modelId="{543A5305-A2E2-4002-B4F3-05DA04631099}" srcId="{ABD06FAA-C613-4822-A1F9-8A8FA1ADCCE6}" destId="{91848DCF-BD96-4C4F-A7EC-2417EDB0D6A0}" srcOrd="1" destOrd="0" parTransId="{0B7B02BB-CE75-410A-BA15-094DF3DE7550}" sibTransId="{C30C0E88-3D54-4574-A881-F4BAA7FA5AF6}"/>
    <dgm:cxn modelId="{DEAAD712-4C9F-4EE6-9126-C131C349F383}" type="presOf" srcId="{DB6C8381-6392-4D37-A48B-601C1ED7966A}" destId="{97185F99-EB77-4F45-B954-E3DF7C73D455}" srcOrd="0" destOrd="0" presId="urn:microsoft.com/office/officeart/2005/8/layout/vList2"/>
    <dgm:cxn modelId="{14C18B1B-19A2-4076-A83B-0BC48E5452B9}" type="presOf" srcId="{03DEF115-531F-4724-B069-84278DA9A3B1}" destId="{75DF6FF4-EB23-4388-B9B3-AEF766EDDF89}" srcOrd="0" destOrd="0" presId="urn:microsoft.com/office/officeart/2005/8/layout/vList2"/>
    <dgm:cxn modelId="{EA8A1528-F9DB-425C-BBFE-8E7BC619E1A2}" srcId="{17E7B8EE-6C80-4D5B-B594-F8219C234106}" destId="{5E385D17-4308-4D1A-8C07-44DD17FD5CD5}" srcOrd="1" destOrd="0" parTransId="{FCA195DE-1B4F-45F2-ADE8-F5B39C9425EA}" sibTransId="{FDB37C97-FC83-4376-87D1-1D97770F53A4}"/>
    <dgm:cxn modelId="{70D43E66-4A82-4A5C-BB78-8DEDCB08324F}" srcId="{17E7B8EE-6C80-4D5B-B594-F8219C234106}" destId="{ABD06FAA-C613-4822-A1F9-8A8FA1ADCCE6}" srcOrd="2" destOrd="0" parTransId="{277D4293-543E-41C1-B489-173B70B24502}" sibTransId="{24A04F9A-F3AB-40CE-B9FC-5C26429A48E6}"/>
    <dgm:cxn modelId="{C9926C46-BCF5-48EC-B9AB-7C5A1DCAE7CC}" type="presOf" srcId="{5E385D17-4308-4D1A-8C07-44DD17FD5CD5}" destId="{264BD3D0-52DB-42CC-BE73-B58355AB00A2}" srcOrd="0" destOrd="0" presId="urn:microsoft.com/office/officeart/2005/8/layout/vList2"/>
    <dgm:cxn modelId="{AFC7034B-15CD-4E1F-AD17-B1E9462FD6D1}" srcId="{17E7B8EE-6C80-4D5B-B594-F8219C234106}" destId="{0E9BDC9A-AA50-4C65-96E8-EC7026BDAAB3}" srcOrd="3" destOrd="0" parTransId="{15305513-F2C2-49A9-92AD-DD834F9133A6}" sibTransId="{28CB3366-5475-40AA-AFEA-D8ED6C8A4FD7}"/>
    <dgm:cxn modelId="{ACFBEA4E-0FE2-42FF-ADF6-8FC6F85201A7}" type="presOf" srcId="{A6B0C39A-0414-40B9-A4EA-A285DF3F7F24}" destId="{B0282EEA-FC37-487E-B6E3-F5AA85135560}" srcOrd="0" destOrd="0" presId="urn:microsoft.com/office/officeart/2005/8/layout/vList2"/>
    <dgm:cxn modelId="{A014B57B-085A-4F09-A7BA-37FD4DE43109}" type="presOf" srcId="{17E7B8EE-6C80-4D5B-B594-F8219C234106}" destId="{2092262F-F382-4ADE-B501-AFFD5F098F34}" srcOrd="0" destOrd="0" presId="urn:microsoft.com/office/officeart/2005/8/layout/vList2"/>
    <dgm:cxn modelId="{1DA4658B-84CB-48D6-877A-5C7A1673257D}" type="presOf" srcId="{6C399D0A-A9C4-4114-9FA5-B596AD987226}" destId="{9E796DA2-1963-4FDC-83B5-E1F5683B6C62}" srcOrd="0" destOrd="0" presId="urn:microsoft.com/office/officeart/2005/8/layout/vList2"/>
    <dgm:cxn modelId="{CA3843A9-98C8-4E0C-ABDB-32CC0BF3583A}" type="presOf" srcId="{0E9BDC9A-AA50-4C65-96E8-EC7026BDAAB3}" destId="{9C42D2C8-B86B-4A67-8E8F-E3F71925A1DF}" srcOrd="0" destOrd="0" presId="urn:microsoft.com/office/officeart/2005/8/layout/vList2"/>
    <dgm:cxn modelId="{C18B7FB0-AE72-4522-993D-4A551D4FDE6F}" type="presOf" srcId="{8338A96A-F21C-4AEE-B77D-2A7544E6A938}" destId="{1E63EC34-99DE-4C9C-9F0A-F1259EA08A63}" srcOrd="0" destOrd="0" presId="urn:microsoft.com/office/officeart/2005/8/layout/vList2"/>
    <dgm:cxn modelId="{10B6EBB9-23F7-412D-877F-4DBA9E172AAA}" type="presOf" srcId="{91848DCF-BD96-4C4F-A7EC-2417EDB0D6A0}" destId="{9E796DA2-1963-4FDC-83B5-E1F5683B6C62}" srcOrd="0" destOrd="1" presId="urn:microsoft.com/office/officeart/2005/8/layout/vList2"/>
    <dgm:cxn modelId="{2DA5ECD8-C385-4E7A-A8BD-74ADAAD025D3}" srcId="{0E9BDC9A-AA50-4C65-96E8-EC7026BDAAB3}" destId="{03DEF115-531F-4724-B069-84278DA9A3B1}" srcOrd="0" destOrd="0" parTransId="{C130C330-1BDF-49C9-AB07-34A7F709C1B9}" sibTransId="{FAD89A40-7C1A-4114-A216-040879B1D5FE}"/>
    <dgm:cxn modelId="{B06390DD-F61F-4E8D-A86B-429138C562D2}" srcId="{17E7B8EE-6C80-4D5B-B594-F8219C234106}" destId="{A6B0C39A-0414-40B9-A4EA-A285DF3F7F24}" srcOrd="0" destOrd="0" parTransId="{BF35EEB6-2159-45E9-BF3A-49884E550F42}" sibTransId="{168D3F4D-4B65-4E9E-BCEE-17C88E3B6247}"/>
    <dgm:cxn modelId="{EA4634DE-593B-4215-83C8-52BFD92E0F1F}" srcId="{ABD06FAA-C613-4822-A1F9-8A8FA1ADCCE6}" destId="{6C399D0A-A9C4-4114-9FA5-B596AD987226}" srcOrd="0" destOrd="0" parTransId="{8399365F-0859-4A7F-9AE4-685D4574C3C3}" sibTransId="{0B9E8420-21AC-439E-A5D8-D354D5567638}"/>
    <dgm:cxn modelId="{CEC3F1EA-BD7C-48F3-B5CC-BC1582BCEEE4}" type="presOf" srcId="{455C67C9-D5D3-41F6-A7A0-1A6C115EB492}" destId="{9E796DA2-1963-4FDC-83B5-E1F5683B6C62}" srcOrd="0" destOrd="2" presId="urn:microsoft.com/office/officeart/2005/8/layout/vList2"/>
    <dgm:cxn modelId="{54A1B7F2-48F6-4AFF-9D5D-FA844F112EEB}" srcId="{ABD06FAA-C613-4822-A1F9-8A8FA1ADCCE6}" destId="{455C67C9-D5D3-41F6-A7A0-1A6C115EB492}" srcOrd="2" destOrd="0" parTransId="{67D86D2D-EB66-494F-8784-46F036350842}" sibTransId="{7463A7DB-582D-41FE-816F-8E13BF30173C}"/>
    <dgm:cxn modelId="{28BD58FA-C746-4B1C-8911-31EA27AC6CEC}" srcId="{5E385D17-4308-4D1A-8C07-44DD17FD5CD5}" destId="{DB6C8381-6392-4D37-A48B-601C1ED7966A}" srcOrd="0" destOrd="0" parTransId="{4A9E69C9-9B09-4620-8D26-189E83EDF019}" sibTransId="{1BAA2CAD-4D88-41D0-98BC-00409F1C6628}"/>
    <dgm:cxn modelId="{FBC9F057-6FD3-40FA-BF9A-56DFC171F326}" type="presParOf" srcId="{2092262F-F382-4ADE-B501-AFFD5F098F34}" destId="{B0282EEA-FC37-487E-B6E3-F5AA85135560}" srcOrd="0" destOrd="0" presId="urn:microsoft.com/office/officeart/2005/8/layout/vList2"/>
    <dgm:cxn modelId="{3A973DB7-2A32-409E-AA69-15032598C64A}" type="presParOf" srcId="{2092262F-F382-4ADE-B501-AFFD5F098F34}" destId="{1E63EC34-99DE-4C9C-9F0A-F1259EA08A63}" srcOrd="1" destOrd="0" presId="urn:microsoft.com/office/officeart/2005/8/layout/vList2"/>
    <dgm:cxn modelId="{E649BE3B-5DC3-4B5B-BC37-F31B6B88DE10}" type="presParOf" srcId="{2092262F-F382-4ADE-B501-AFFD5F098F34}" destId="{264BD3D0-52DB-42CC-BE73-B58355AB00A2}" srcOrd="2" destOrd="0" presId="urn:microsoft.com/office/officeart/2005/8/layout/vList2"/>
    <dgm:cxn modelId="{D23A370A-AE6E-42D5-8FA2-FD57F05FFB66}" type="presParOf" srcId="{2092262F-F382-4ADE-B501-AFFD5F098F34}" destId="{97185F99-EB77-4F45-B954-E3DF7C73D455}" srcOrd="3" destOrd="0" presId="urn:microsoft.com/office/officeart/2005/8/layout/vList2"/>
    <dgm:cxn modelId="{01A4EB0B-E652-4552-A635-82E44E789AB2}" type="presParOf" srcId="{2092262F-F382-4ADE-B501-AFFD5F098F34}" destId="{1DD7A0A3-37CA-4FCD-B3FE-0AF9EA5F401A}" srcOrd="4" destOrd="0" presId="urn:microsoft.com/office/officeart/2005/8/layout/vList2"/>
    <dgm:cxn modelId="{0F2AC4D7-F72C-402E-90CE-828F6E4CD5A0}" type="presParOf" srcId="{2092262F-F382-4ADE-B501-AFFD5F098F34}" destId="{9E796DA2-1963-4FDC-83B5-E1F5683B6C62}" srcOrd="5" destOrd="0" presId="urn:microsoft.com/office/officeart/2005/8/layout/vList2"/>
    <dgm:cxn modelId="{69EF2401-0E42-4504-8C2A-1C2F71F6C877}" type="presParOf" srcId="{2092262F-F382-4ADE-B501-AFFD5F098F34}" destId="{9C42D2C8-B86B-4A67-8E8F-E3F71925A1DF}" srcOrd="6" destOrd="0" presId="urn:microsoft.com/office/officeart/2005/8/layout/vList2"/>
    <dgm:cxn modelId="{448CE84D-1B15-4D54-AD8B-5EE5B88F79C6}" type="presParOf" srcId="{2092262F-F382-4ADE-B501-AFFD5F098F34}" destId="{75DF6FF4-EB23-4388-B9B3-AEF766EDDF8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FC7CC-CDAC-42A3-A9AB-938DE5C623B8}">
      <dsp:nvSpPr>
        <dsp:cNvPr id="0" name=""/>
        <dsp:cNvSpPr/>
      </dsp:nvSpPr>
      <dsp:spPr>
        <a:xfrm>
          <a:off x="0" y="386672"/>
          <a:ext cx="10688441" cy="1422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437388" rIns="82954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100" b="0" kern="1200" dirty="0"/>
            <a:t>安装、串口配置与协议选择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100" b="0" kern="1200" dirty="0"/>
            <a:t>图形化显示下位机通过串口按照一定协议发上来的数据</a:t>
          </a:r>
        </a:p>
      </dsp:txBody>
      <dsp:txXfrm>
        <a:off x="0" y="386672"/>
        <a:ext cx="10688441" cy="1422225"/>
      </dsp:txXfrm>
    </dsp:sp>
    <dsp:sp modelId="{84F072CC-848C-42AA-824A-DA31CF8C601E}">
      <dsp:nvSpPr>
        <dsp:cNvPr id="0" name=""/>
        <dsp:cNvSpPr/>
      </dsp:nvSpPr>
      <dsp:spPr>
        <a:xfrm>
          <a:off x="534422" y="76712"/>
          <a:ext cx="748190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0" kern="1200" dirty="0"/>
            <a:t>了解</a:t>
          </a:r>
          <a:r>
            <a:rPr lang="en-US" altLang="zh-CN" sz="2100" b="0" kern="1200" dirty="0"/>
            <a:t>VOFA+</a:t>
          </a:r>
          <a:endParaRPr lang="zh-CN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64684" y="106974"/>
        <a:ext cx="7421384" cy="559396"/>
      </dsp:txXfrm>
    </dsp:sp>
    <dsp:sp modelId="{B1E5C485-7AA9-40A0-B521-3B6B4A7B0B85}">
      <dsp:nvSpPr>
        <dsp:cNvPr id="0" name=""/>
        <dsp:cNvSpPr/>
      </dsp:nvSpPr>
      <dsp:spPr>
        <a:xfrm>
          <a:off x="0" y="2232257"/>
          <a:ext cx="10688441" cy="1686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437388" rIns="82954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zh-CN" sz="2100" b="0" kern="1200" dirty="0" err="1"/>
            <a:t>FireWater</a:t>
          </a:r>
          <a:endParaRPr lang="zh-CN" altLang="en-US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zh-CN" sz="2100" b="0" kern="1200" dirty="0" err="1"/>
            <a:t>JustFloat</a:t>
          </a:r>
          <a:endParaRPr lang="zh-CN" altLang="en-US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zh-CN" sz="2100" b="0" kern="1200" dirty="0" err="1"/>
            <a:t>RawData</a:t>
          </a:r>
          <a:endParaRPr lang="zh-CN" altLang="en-US" sz="2100" b="0" kern="1200" dirty="0"/>
        </a:p>
      </dsp:txBody>
      <dsp:txXfrm>
        <a:off x="0" y="2232257"/>
        <a:ext cx="10688441" cy="1686825"/>
      </dsp:txXfrm>
    </dsp:sp>
    <dsp:sp modelId="{B38522A8-9556-46DA-BE8C-426F21B433B6}">
      <dsp:nvSpPr>
        <dsp:cNvPr id="0" name=""/>
        <dsp:cNvSpPr/>
      </dsp:nvSpPr>
      <dsp:spPr>
        <a:xfrm>
          <a:off x="534422" y="1922297"/>
          <a:ext cx="748190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100" b="0" kern="1200" dirty="0"/>
            <a:t>数据引擎</a:t>
          </a:r>
        </a:p>
      </dsp:txBody>
      <dsp:txXfrm>
        <a:off x="564684" y="1952559"/>
        <a:ext cx="7421384" cy="559396"/>
      </dsp:txXfrm>
    </dsp:sp>
    <dsp:sp modelId="{79238913-F4F6-4D07-9CB8-1740A9C80452}">
      <dsp:nvSpPr>
        <dsp:cNvPr id="0" name=""/>
        <dsp:cNvSpPr/>
      </dsp:nvSpPr>
      <dsp:spPr>
        <a:xfrm>
          <a:off x="0" y="4342442"/>
          <a:ext cx="10688441" cy="926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437388" rIns="82954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100" b="0" kern="1200" dirty="0"/>
            <a:t>根据波形特征优化 </a:t>
          </a:r>
          <a:r>
            <a:rPr lang="en-US" altLang="zh-CN" sz="2100" b="0" kern="1200" dirty="0"/>
            <a:t>PID </a:t>
          </a:r>
          <a:r>
            <a:rPr lang="zh-CN" altLang="en-US" sz="2100" b="0" kern="1200" dirty="0"/>
            <a:t>参数，解决超调、稳态误差等问题</a:t>
          </a:r>
        </a:p>
      </dsp:txBody>
      <dsp:txXfrm>
        <a:off x="0" y="4342442"/>
        <a:ext cx="10688441" cy="926100"/>
      </dsp:txXfrm>
    </dsp:sp>
    <dsp:sp modelId="{95810CFB-3A01-40CC-8634-91991F9FA8AF}">
      <dsp:nvSpPr>
        <dsp:cNvPr id="0" name=""/>
        <dsp:cNvSpPr/>
      </dsp:nvSpPr>
      <dsp:spPr>
        <a:xfrm>
          <a:off x="534422" y="4032482"/>
          <a:ext cx="748190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100" kern="1200" dirty="0"/>
            <a:t>实现</a:t>
          </a:r>
          <a:r>
            <a:rPr lang="en-US" altLang="zh-CN" sz="2100" kern="1200" dirty="0"/>
            <a:t>PID</a:t>
          </a:r>
          <a:r>
            <a:rPr lang="zh-CN" altLang="en-US" sz="2100" kern="1200" dirty="0"/>
            <a:t>参数调试效果的可视化</a:t>
          </a:r>
          <a:endParaRPr lang="zh-CN" altLang="en-US" sz="2100" b="0" kern="1200" dirty="0"/>
        </a:p>
      </dsp:txBody>
      <dsp:txXfrm>
        <a:off x="564684" y="4062744"/>
        <a:ext cx="7421384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AC478-65DB-4714-B58D-9A8189A70AD7}">
      <dsp:nvSpPr>
        <dsp:cNvPr id="0" name=""/>
        <dsp:cNvSpPr/>
      </dsp:nvSpPr>
      <dsp:spPr>
        <a:xfrm>
          <a:off x="0" y="243559"/>
          <a:ext cx="11800114" cy="713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定位：</a:t>
          </a:r>
          <a:endParaRPr lang="zh-CN" sz="2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811" y="278370"/>
        <a:ext cx="11730492" cy="643492"/>
      </dsp:txXfrm>
    </dsp:sp>
    <dsp:sp modelId="{DC4CA1C6-B20A-423A-AAA9-9C19967B66FF}">
      <dsp:nvSpPr>
        <dsp:cNvPr id="0" name=""/>
        <dsp:cNvSpPr/>
      </dsp:nvSpPr>
      <dsp:spPr>
        <a:xfrm>
          <a:off x="0" y="956674"/>
          <a:ext cx="11800114" cy="42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6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zh-CN" altLang="en-US" sz="1800" kern="1200" dirty="0"/>
            <a:t>低成本快速调试的入门级数据传输协议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956674"/>
        <a:ext cx="11800114" cy="428490"/>
      </dsp:txXfrm>
    </dsp:sp>
    <dsp:sp modelId="{5565CE5F-1F01-4CD8-8EC6-C16FAD21C970}">
      <dsp:nvSpPr>
        <dsp:cNvPr id="0" name=""/>
        <dsp:cNvSpPr/>
      </dsp:nvSpPr>
      <dsp:spPr>
        <a:xfrm>
          <a:off x="0" y="1385164"/>
          <a:ext cx="11800114" cy="713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原理：</a:t>
          </a:r>
          <a:r>
            <a:rPr lang="zh-CN" sz="23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endParaRPr lang="zh-CN" sz="23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811" y="1419975"/>
        <a:ext cx="11730492" cy="643492"/>
      </dsp:txXfrm>
    </dsp:sp>
    <dsp:sp modelId="{F5648A6A-7ED7-417A-814E-1AE829798A39}">
      <dsp:nvSpPr>
        <dsp:cNvPr id="0" name=""/>
        <dsp:cNvSpPr/>
      </dsp:nvSpPr>
      <dsp:spPr>
        <a:xfrm>
          <a:off x="0" y="2098279"/>
          <a:ext cx="11800114" cy="42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6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基于字符串解析。只要串口打印 printf("%f,%f\n", val1, val2);，VOFA+ 就能自动识别出两个通道。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098279"/>
        <a:ext cx="11800114" cy="428490"/>
      </dsp:txXfrm>
    </dsp:sp>
    <dsp:sp modelId="{A1B25C8D-C8C3-4C93-9FFB-1C0319228188}">
      <dsp:nvSpPr>
        <dsp:cNvPr id="0" name=""/>
        <dsp:cNvSpPr/>
      </dsp:nvSpPr>
      <dsp:spPr>
        <a:xfrm>
          <a:off x="0" y="2526769"/>
          <a:ext cx="11800114" cy="713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特点：</a:t>
          </a:r>
          <a:endParaRPr lang="zh-CN" sz="23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811" y="2561580"/>
        <a:ext cx="11730492" cy="643492"/>
      </dsp:txXfrm>
    </dsp:sp>
    <dsp:sp modelId="{0D7D429B-52E7-4B9B-BCEC-0991E264A39A}">
      <dsp:nvSpPr>
        <dsp:cNvPr id="0" name=""/>
        <dsp:cNvSpPr/>
      </dsp:nvSpPr>
      <dsp:spPr>
        <a:xfrm>
          <a:off x="0" y="3239884"/>
          <a:ext cx="11800114" cy="2190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6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可读性高</a:t>
          </a:r>
          <a:r>
            <a:rPr lang="zh-CN" sz="18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：关闭波形后，直接看串口助手就能认出数字。</a:t>
          </a:r>
          <a:endParaRPr lang="zh-CN" sz="1800" kern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零协议成本</a:t>
          </a:r>
          <a:r>
            <a:rPr lang="zh-CN" sz="18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：不需要学习复杂的帧格式，会 printf 就会用。</a:t>
          </a:r>
          <a:endParaRPr lang="zh-CN" sz="1800" kern="120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缺点：</a:t>
          </a:r>
          <a:r>
            <a:rPr lang="zh-CN" sz="18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 * </a:t>
          </a:r>
          <a:r>
            <a:rPr lang="zh-CN" sz="18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性能开销大</a:t>
          </a:r>
          <a:r>
            <a:rPr lang="zh-CN" sz="18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：printf 浮点数非常消耗单片机 CPU 资源，容易干扰 PID 采样周期（如 1ms 循环）。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传输效率低</a:t>
          </a:r>
          <a:r>
            <a:rPr lang="zh-CN" sz="18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：一个浮点数转成字符串可能占用 10 字节，而二进制只需 4 字节。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适用场景：</a:t>
          </a:r>
          <a:r>
            <a:rPr lang="zh-CN" sz="18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 初次调通程序、低速控制系统（如温度控制）。</a:t>
          </a:r>
          <a:endParaRPr lang="zh-CN" sz="18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239884"/>
        <a:ext cx="11800114" cy="2190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E565F-B1BE-4548-86FD-D20CCEBBE5A5}">
      <dsp:nvSpPr>
        <dsp:cNvPr id="0" name=""/>
        <dsp:cNvSpPr/>
      </dsp:nvSpPr>
      <dsp:spPr>
        <a:xfrm>
          <a:off x="0" y="149416"/>
          <a:ext cx="11391995" cy="605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 dirty="0"/>
            <a:t>定位</a:t>
          </a:r>
          <a:endParaRPr lang="zh-CN" sz="2300" kern="1200" dirty="0"/>
        </a:p>
      </dsp:txBody>
      <dsp:txXfrm>
        <a:off x="29557" y="178973"/>
        <a:ext cx="11332881" cy="546360"/>
      </dsp:txXfrm>
    </dsp:sp>
    <dsp:sp modelId="{E7E88CC6-57EC-4A3E-BAE2-01D95E283215}">
      <dsp:nvSpPr>
        <dsp:cNvPr id="0" name=""/>
        <dsp:cNvSpPr/>
      </dsp:nvSpPr>
      <dsp:spPr>
        <a:xfrm>
          <a:off x="0" y="754891"/>
          <a:ext cx="11391995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69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0" i="0" kern="1200" baseline="0" dirty="0"/>
            <a:t> 实时性要求极高的专业调试。</a:t>
          </a:r>
          <a:endParaRPr lang="zh-CN" sz="1800" kern="1200" dirty="0"/>
        </a:p>
      </dsp:txBody>
      <dsp:txXfrm>
        <a:off x="0" y="754891"/>
        <a:ext cx="11391995" cy="380880"/>
      </dsp:txXfrm>
    </dsp:sp>
    <dsp:sp modelId="{167FD1B5-D1FB-4F42-A761-862C5F802810}">
      <dsp:nvSpPr>
        <dsp:cNvPr id="0" name=""/>
        <dsp:cNvSpPr/>
      </dsp:nvSpPr>
      <dsp:spPr>
        <a:xfrm>
          <a:off x="0" y="1135771"/>
          <a:ext cx="11391995" cy="605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 dirty="0"/>
            <a:t>原理</a:t>
          </a:r>
          <a:endParaRPr lang="zh-CN" sz="2300" kern="1200" dirty="0"/>
        </a:p>
      </dsp:txBody>
      <dsp:txXfrm>
        <a:off x="29557" y="1165328"/>
        <a:ext cx="11332881" cy="546360"/>
      </dsp:txXfrm>
    </dsp:sp>
    <dsp:sp modelId="{7AC3E141-B364-46EF-95FF-94885A23F07E}">
      <dsp:nvSpPr>
        <dsp:cNvPr id="0" name=""/>
        <dsp:cNvSpPr/>
      </dsp:nvSpPr>
      <dsp:spPr>
        <a:xfrm>
          <a:off x="0" y="1741247"/>
          <a:ext cx="11391995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69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0" i="0" kern="1200" baseline="0" dirty="0"/>
            <a:t>传输 IEEE 754 标准的 4 字节原始浮点数（Hex），末尾追加固定帧尾 00 00 80 7F。</a:t>
          </a:r>
          <a:endParaRPr lang="zh-CN" sz="1800" kern="1200" dirty="0"/>
        </a:p>
      </dsp:txBody>
      <dsp:txXfrm>
        <a:off x="0" y="1741247"/>
        <a:ext cx="11391995" cy="380880"/>
      </dsp:txXfrm>
    </dsp:sp>
    <dsp:sp modelId="{9A6A0036-25DB-411D-8867-AE1B62EDE454}">
      <dsp:nvSpPr>
        <dsp:cNvPr id="0" name=""/>
        <dsp:cNvSpPr/>
      </dsp:nvSpPr>
      <dsp:spPr>
        <a:xfrm>
          <a:off x="0" y="2122127"/>
          <a:ext cx="11391995" cy="605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 dirty="0"/>
            <a:t>特点：</a:t>
          </a:r>
          <a:endParaRPr lang="zh-CN" sz="2300" kern="1200" dirty="0"/>
        </a:p>
      </dsp:txBody>
      <dsp:txXfrm>
        <a:off x="29557" y="2151684"/>
        <a:ext cx="11332881" cy="546360"/>
      </dsp:txXfrm>
    </dsp:sp>
    <dsp:sp modelId="{2A67A47A-F75C-411A-863A-0B7EB8343F1F}">
      <dsp:nvSpPr>
        <dsp:cNvPr id="0" name=""/>
        <dsp:cNvSpPr/>
      </dsp:nvSpPr>
      <dsp:spPr>
        <a:xfrm>
          <a:off x="0" y="2727601"/>
          <a:ext cx="11391995" cy="69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69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 dirty="0"/>
            <a:t>极致轻量</a:t>
          </a:r>
          <a:r>
            <a:rPr lang="zh-CN" sz="1800" b="0" i="0" kern="1200" baseline="0" dirty="0"/>
            <a:t>：单片机只需执行 memcpy 或直接发送数组内存，对控制频率几乎无影响。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1" i="0" kern="1200" baseline="0" dirty="0"/>
            <a:t>波形丝滑</a:t>
          </a:r>
          <a:r>
            <a:rPr lang="zh-CN" sz="1800" b="0" i="0" kern="1200" baseline="0" dirty="0"/>
            <a:t>：支持高采样率（如 1kHz 以上），波形不会因为串口堵塞而丢包或延迟。</a:t>
          </a:r>
          <a:endParaRPr lang="zh-CN" sz="1800" kern="1200" dirty="0"/>
        </a:p>
      </dsp:txBody>
      <dsp:txXfrm>
        <a:off x="0" y="2727601"/>
        <a:ext cx="11391995" cy="690345"/>
      </dsp:txXfrm>
    </dsp:sp>
    <dsp:sp modelId="{2F4A325B-0D93-4254-9085-D91C556156E1}">
      <dsp:nvSpPr>
        <dsp:cNvPr id="0" name=""/>
        <dsp:cNvSpPr/>
      </dsp:nvSpPr>
      <dsp:spPr>
        <a:xfrm>
          <a:off x="0" y="3417946"/>
          <a:ext cx="11391995" cy="605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 dirty="0"/>
            <a:t>代码实现：</a:t>
          </a:r>
          <a:endParaRPr lang="zh-CN" sz="2300" kern="1200" dirty="0"/>
        </a:p>
      </dsp:txBody>
      <dsp:txXfrm>
        <a:off x="29557" y="3447503"/>
        <a:ext cx="11332881" cy="546360"/>
      </dsp:txXfrm>
    </dsp:sp>
    <dsp:sp modelId="{A6626DA7-F0D3-41FF-A6A8-041A1EB62194}">
      <dsp:nvSpPr>
        <dsp:cNvPr id="0" name=""/>
        <dsp:cNvSpPr/>
      </dsp:nvSpPr>
      <dsp:spPr>
        <a:xfrm>
          <a:off x="0" y="4023421"/>
          <a:ext cx="11391995" cy="69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69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0" i="0" kern="1200" baseline="0" dirty="0"/>
            <a:t>float data[3] = {Target, Actual, Output}; HAL_UART_Transmit(&amp;huart1, (uint8_t*)data, 12, 10); // 发送数据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0" i="0" kern="1200" baseline="0" dirty="0"/>
            <a:t>uint8_t tail[4] = {0x00, 0x00, 0x80, 0x7F}; HAL_UART_Transmit(&amp;huart1, tail, 4, 10); // 发送帧尾 </a:t>
          </a:r>
          <a:endParaRPr lang="zh-CN" sz="1800" kern="1200" dirty="0"/>
        </a:p>
      </dsp:txBody>
      <dsp:txXfrm>
        <a:off x="0" y="4023421"/>
        <a:ext cx="11391995" cy="690345"/>
      </dsp:txXfrm>
    </dsp:sp>
    <dsp:sp modelId="{52BD49E3-D7A9-4B54-B555-14866CB9E8D8}">
      <dsp:nvSpPr>
        <dsp:cNvPr id="0" name=""/>
        <dsp:cNvSpPr/>
      </dsp:nvSpPr>
      <dsp:spPr>
        <a:xfrm>
          <a:off x="0" y="4713767"/>
          <a:ext cx="11391995" cy="605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i="0" kern="1200" baseline="0" dirty="0"/>
            <a:t>适用场景</a:t>
          </a:r>
          <a:endParaRPr lang="zh-CN" sz="2300" kern="1200" dirty="0"/>
        </a:p>
      </dsp:txBody>
      <dsp:txXfrm>
        <a:off x="29557" y="4743324"/>
        <a:ext cx="11332881" cy="546360"/>
      </dsp:txXfrm>
    </dsp:sp>
    <dsp:sp modelId="{693374FC-94DC-4B3D-B4DD-F9F5F4D79324}">
      <dsp:nvSpPr>
        <dsp:cNvPr id="0" name=""/>
        <dsp:cNvSpPr/>
      </dsp:nvSpPr>
      <dsp:spPr>
        <a:xfrm>
          <a:off x="0" y="5319241"/>
          <a:ext cx="11391995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69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b="0" i="0" kern="1200" baseline="0" dirty="0"/>
            <a:t>电机速度环/电流环调试、无人机姿态控制、倒立摆。</a:t>
          </a:r>
          <a:endParaRPr lang="zh-CN" sz="1800" kern="1200" dirty="0"/>
        </a:p>
      </dsp:txBody>
      <dsp:txXfrm>
        <a:off x="0" y="5319241"/>
        <a:ext cx="11391995" cy="38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82EEA-FC37-487E-B6E3-F5AA85135560}">
      <dsp:nvSpPr>
        <dsp:cNvPr id="0" name=""/>
        <dsp:cNvSpPr/>
      </dsp:nvSpPr>
      <dsp:spPr>
        <a:xfrm>
          <a:off x="0" y="10877"/>
          <a:ext cx="10688441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b="1" kern="1200"/>
            <a:t>定位：</a:t>
          </a:r>
          <a:r>
            <a:rPr lang="zh-CN" sz="2500" kern="1200"/>
            <a:t> </a:t>
          </a:r>
        </a:p>
      </dsp:txBody>
      <dsp:txXfrm>
        <a:off x="32127" y="43004"/>
        <a:ext cx="10624187" cy="593871"/>
      </dsp:txXfrm>
    </dsp:sp>
    <dsp:sp modelId="{1E63EC34-99DE-4C9C-9F0A-F1259EA08A63}">
      <dsp:nvSpPr>
        <dsp:cNvPr id="0" name=""/>
        <dsp:cNvSpPr/>
      </dsp:nvSpPr>
      <dsp:spPr>
        <a:xfrm>
          <a:off x="0" y="669002"/>
          <a:ext cx="10688441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kern="1200"/>
            <a:t>自定义协议与复杂数据分析。</a:t>
          </a:r>
        </a:p>
      </dsp:txBody>
      <dsp:txXfrm>
        <a:off x="0" y="669002"/>
        <a:ext cx="10688441" cy="414000"/>
      </dsp:txXfrm>
    </dsp:sp>
    <dsp:sp modelId="{264BD3D0-52DB-42CC-BE73-B58355AB00A2}">
      <dsp:nvSpPr>
        <dsp:cNvPr id="0" name=""/>
        <dsp:cNvSpPr/>
      </dsp:nvSpPr>
      <dsp:spPr>
        <a:xfrm>
          <a:off x="0" y="1083002"/>
          <a:ext cx="10688441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b="1" kern="1200"/>
            <a:t>原理：</a:t>
          </a:r>
          <a:r>
            <a:rPr lang="zh-CN" sz="2500" kern="1200"/>
            <a:t> </a:t>
          </a:r>
        </a:p>
      </dsp:txBody>
      <dsp:txXfrm>
        <a:off x="32127" y="1115129"/>
        <a:ext cx="10624187" cy="593871"/>
      </dsp:txXfrm>
    </dsp:sp>
    <dsp:sp modelId="{97185F99-EB77-4F45-B954-E3DF7C73D455}">
      <dsp:nvSpPr>
        <dsp:cNvPr id="0" name=""/>
        <dsp:cNvSpPr/>
      </dsp:nvSpPr>
      <dsp:spPr>
        <a:xfrm>
          <a:off x="0" y="1741127"/>
          <a:ext cx="10688441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kern="1200"/>
            <a:t>引擎不对原始数据做预处理，用户通过 </a:t>
          </a:r>
          <a:r>
            <a:rPr lang="en-US" sz="2000" b="1" kern="1200"/>
            <a:t>Javascript </a:t>
          </a:r>
          <a:r>
            <a:rPr lang="zh-CN" sz="2000" b="1" kern="1200"/>
            <a:t>脚本</a:t>
          </a:r>
          <a:r>
            <a:rPr lang="zh-CN" sz="2000" kern="1200"/>
            <a:t> 来编写解析逻辑。</a:t>
          </a:r>
        </a:p>
      </dsp:txBody>
      <dsp:txXfrm>
        <a:off x="0" y="1741127"/>
        <a:ext cx="10688441" cy="414000"/>
      </dsp:txXfrm>
    </dsp:sp>
    <dsp:sp modelId="{1DD7A0A3-37CA-4FCD-B3FE-0AF9EA5F401A}">
      <dsp:nvSpPr>
        <dsp:cNvPr id="0" name=""/>
        <dsp:cNvSpPr/>
      </dsp:nvSpPr>
      <dsp:spPr>
        <a:xfrm>
          <a:off x="0" y="2155127"/>
          <a:ext cx="10688441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b="1" kern="1200"/>
            <a:t>特点：</a:t>
          </a:r>
          <a:endParaRPr lang="zh-CN" sz="2500" kern="1200"/>
        </a:p>
      </dsp:txBody>
      <dsp:txXfrm>
        <a:off x="32127" y="2187254"/>
        <a:ext cx="10624187" cy="593871"/>
      </dsp:txXfrm>
    </dsp:sp>
    <dsp:sp modelId="{9E796DA2-1963-4FDC-83B5-E1F5683B6C62}">
      <dsp:nvSpPr>
        <dsp:cNvPr id="0" name=""/>
        <dsp:cNvSpPr/>
      </dsp:nvSpPr>
      <dsp:spPr>
        <a:xfrm>
          <a:off x="0" y="2813252"/>
          <a:ext cx="10688441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1" kern="1200" dirty="0"/>
            <a:t>高度自由</a:t>
          </a:r>
          <a:r>
            <a:rPr lang="zh-CN" sz="2000" kern="1200" dirty="0"/>
            <a:t>：如果你已经有了一套成熟的通讯协议（比如大疆 </a:t>
          </a:r>
          <a:r>
            <a:rPr lang="en-US" sz="2000" kern="1200" dirty="0" err="1"/>
            <a:t>RoboMaster</a:t>
          </a:r>
          <a:r>
            <a:rPr lang="en-US" sz="2000" kern="1200" dirty="0"/>
            <a:t> </a:t>
          </a:r>
          <a:r>
            <a:rPr lang="zh-CN" sz="2000" kern="1200" dirty="0"/>
            <a:t>协议、私有加密协议），不需要改单片机代码，直接在 </a:t>
          </a:r>
          <a:r>
            <a:rPr lang="en-US" sz="2000" kern="1200" dirty="0"/>
            <a:t>VOFA+ </a:t>
          </a:r>
          <a:r>
            <a:rPr lang="zh-CN" sz="2000" kern="1200" dirty="0"/>
            <a:t>里写脚本适配。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1" kern="1200" dirty="0"/>
            <a:t>多维支持</a:t>
          </a:r>
          <a:r>
            <a:rPr lang="zh-CN" sz="2000" kern="1200" dirty="0"/>
            <a:t>：不仅可以画波形，还可以解析出状态位、故障码并在仪表盘显示。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1" kern="1200" dirty="0"/>
            <a:t>缺点：</a:t>
          </a:r>
          <a:r>
            <a:rPr lang="zh-CN" sz="2000" kern="1200" dirty="0"/>
            <a:t> 上手难度最高，需要一点 </a:t>
          </a:r>
          <a:r>
            <a:rPr lang="en-US" sz="2000" kern="1200" dirty="0"/>
            <a:t>JS </a:t>
          </a:r>
          <a:r>
            <a:rPr lang="zh-CN" sz="2000" kern="1200" dirty="0"/>
            <a:t>编程基础。</a:t>
          </a:r>
        </a:p>
      </dsp:txBody>
      <dsp:txXfrm>
        <a:off x="0" y="2813252"/>
        <a:ext cx="10688441" cy="1449000"/>
      </dsp:txXfrm>
    </dsp:sp>
    <dsp:sp modelId="{9C42D2C8-B86B-4A67-8E8F-E3F71925A1DF}">
      <dsp:nvSpPr>
        <dsp:cNvPr id="0" name=""/>
        <dsp:cNvSpPr/>
      </dsp:nvSpPr>
      <dsp:spPr>
        <a:xfrm>
          <a:off x="0" y="4262252"/>
          <a:ext cx="10688441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b="1" kern="1200"/>
            <a:t>适用场景：</a:t>
          </a:r>
          <a:r>
            <a:rPr lang="zh-CN" sz="2500" kern="1200"/>
            <a:t> </a:t>
          </a:r>
        </a:p>
      </dsp:txBody>
      <dsp:txXfrm>
        <a:off x="32127" y="4294379"/>
        <a:ext cx="10624187" cy="593871"/>
      </dsp:txXfrm>
    </dsp:sp>
    <dsp:sp modelId="{75DF6FF4-EB23-4388-B9B3-AEF766EDDF89}">
      <dsp:nvSpPr>
        <dsp:cNvPr id="0" name=""/>
        <dsp:cNvSpPr/>
      </dsp:nvSpPr>
      <dsp:spPr>
        <a:xfrm>
          <a:off x="0" y="4920377"/>
          <a:ext cx="10688441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kern="1200"/>
            <a:t>复杂机器人系统、工业私有协议对接、需要解析非浮点数（整型、位域）的场景。</a:t>
          </a:r>
        </a:p>
      </dsp:txBody>
      <dsp:txXfrm>
        <a:off x="0" y="4920377"/>
        <a:ext cx="10688441" cy="41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42742" y="2679323"/>
            <a:ext cx="7951268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VOFA+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使用入门</a:t>
            </a:r>
            <a:endParaRPr kumimoji="1" lang="zh-CN" altLang="en-US" sz="4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1263" y="212192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【10-04】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6D18F656-6B2A-7F12-EE70-5F50CAC6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https://www.vofa.plus/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D3FE835-7B8C-0C60-67E7-71649A586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1" y="965562"/>
            <a:ext cx="5383767" cy="157390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BEB996D-069A-8FB5-5105-126C609D7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471" y="843643"/>
            <a:ext cx="7006350" cy="589243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5EFC500-2A21-0694-39B2-C2FA61F43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3046"/>
            <a:ext cx="5395817" cy="296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E33E338-E8AF-591D-25DD-39918C8E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教学目标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D3C73BA1-5F0A-B6AA-1F68-CED95CA5D60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28530280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30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56A83C7-3A6B-43E9-E974-19A6B9B4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10.4.1 </a:t>
            </a:r>
            <a:r>
              <a:rPr lang="zh-CN" altLang="en-US" dirty="0"/>
              <a:t>下载、安装、运行</a:t>
            </a:r>
            <a:r>
              <a:rPr lang="en-US" altLang="zh-CN" dirty="0"/>
              <a:t>VOFA+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58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CDC0F-86B4-F9F6-91E1-1119B938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下载、安装</a:t>
            </a:r>
            <a:r>
              <a:rPr lang="en-US" altLang="zh-CN" dirty="0"/>
              <a:t>VOFA+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51BB754-0B2B-4B89-38B6-7CAACA35998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126" y="2012682"/>
            <a:ext cx="7255146" cy="44705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FF934DD-A6E5-6786-5541-0C34FA548D5C}"/>
              </a:ext>
            </a:extLst>
          </p:cNvPr>
          <p:cNvSpPr txBox="1"/>
          <p:nvPr/>
        </p:nvSpPr>
        <p:spPr>
          <a:xfrm>
            <a:off x="1193074" y="13567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https://www.vofa.plus/downloads/</a:t>
            </a:r>
          </a:p>
        </p:txBody>
      </p:sp>
    </p:spTree>
    <p:extLst>
      <p:ext uri="{BB962C8B-B14F-4D97-AF65-F5344CB8AC3E}">
        <p14:creationId xmlns:p14="http://schemas.microsoft.com/office/powerpoint/2010/main" val="229183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6D2B6-2256-C441-043D-4B8B87AE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运行</a:t>
            </a:r>
            <a:r>
              <a:rPr lang="en-US" altLang="zh-CN" dirty="0"/>
              <a:t>VOFA+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D4192-C292-EFE2-4E88-6194EC591143}"/>
              </a:ext>
            </a:extLst>
          </p:cNvPr>
          <p:cNvSpPr txBox="1"/>
          <p:nvPr/>
        </p:nvSpPr>
        <p:spPr>
          <a:xfrm>
            <a:off x="879565" y="1052789"/>
            <a:ext cx="10586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https://www.vofa.plus/docs/learning/start/software_interface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1EFFE59B-D566-9649-2C7C-DDB730C446A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37" y="1878874"/>
            <a:ext cx="6067025" cy="429391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7A13FD8-38AB-6152-91D9-0C588AB654B9}"/>
              </a:ext>
            </a:extLst>
          </p:cNvPr>
          <p:cNvSpPr txBox="1"/>
          <p:nvPr/>
        </p:nvSpPr>
        <p:spPr>
          <a:xfrm>
            <a:off x="6831240" y="2097866"/>
            <a:ext cx="536076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2250"/>
              </a:spcBef>
              <a:spcAft>
                <a:spcPts val="1500"/>
              </a:spcAft>
              <a:buAutoNum type="arabicPeriod"/>
            </a:pPr>
            <a:r>
              <a:rPr lang="zh-CN" altLang="en-US" b="1" i="0" dirty="0">
                <a:solidFill>
                  <a:srgbClr val="1C1E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选择调试方式（如：串口），并设置好参数</a:t>
            </a:r>
            <a:endParaRPr lang="en-US" altLang="zh-CN" b="1" i="0" dirty="0">
              <a:solidFill>
                <a:srgbClr val="1C1E2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2250"/>
              </a:spcBef>
              <a:spcAft>
                <a:spcPts val="1500"/>
              </a:spcAft>
              <a:buFontTx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firewater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协议引擎</a:t>
            </a:r>
          </a:p>
          <a:p>
            <a:pPr marL="342900" indent="-342900">
              <a:spcBef>
                <a:spcPts val="2250"/>
              </a:spcBef>
              <a:spcAft>
                <a:spcPts val="1500"/>
              </a:spcAft>
              <a:buFontTx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发送数据</a:t>
            </a:r>
          </a:p>
          <a:p>
            <a:pPr marL="342900" indent="-342900">
              <a:spcBef>
                <a:spcPts val="2250"/>
              </a:spcBef>
              <a:spcAft>
                <a:spcPts val="1500"/>
              </a:spcAft>
              <a:buFontTx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添加波形控件并绑定数据</a:t>
            </a:r>
          </a:p>
        </p:txBody>
      </p:sp>
    </p:spTree>
    <p:extLst>
      <p:ext uri="{BB962C8B-B14F-4D97-AF65-F5344CB8AC3E}">
        <p14:creationId xmlns:p14="http://schemas.microsoft.com/office/powerpoint/2010/main" val="162327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AE74-405A-09CD-7AB2-949560BB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82311A2-176D-ABC8-CE39-93DF345B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10.4.2 </a:t>
            </a:r>
            <a:r>
              <a:rPr lang="en-US" altLang="zh-CN" sz="3600" b="1" dirty="0" err="1"/>
              <a:t>FireWater</a:t>
            </a:r>
            <a:r>
              <a:rPr lang="zh-CN" altLang="en-US" sz="3600" b="1" dirty="0"/>
              <a:t>、</a:t>
            </a:r>
            <a:r>
              <a:rPr lang="en-US" altLang="zh-CN" sz="3600" b="1" dirty="0" err="1"/>
              <a:t>RawData</a:t>
            </a:r>
            <a:r>
              <a:rPr lang="zh-CN" altLang="en-US" sz="3600" b="1" dirty="0"/>
              <a:t>等数据引擎</a:t>
            </a:r>
          </a:p>
        </p:txBody>
      </p:sp>
    </p:spTree>
    <p:extLst>
      <p:ext uri="{BB962C8B-B14F-4D97-AF65-F5344CB8AC3E}">
        <p14:creationId xmlns:p14="http://schemas.microsoft.com/office/powerpoint/2010/main" val="18924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41738-AF46-BAB0-C4AC-7BFBE625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en-US" altLang="zh-CN" dirty="0" err="1"/>
              <a:t>FireWater</a:t>
            </a:r>
            <a:endParaRPr lang="zh-CN" altLang="en-US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C16869C7-6DEF-A58D-3945-121610141BF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79361513"/>
              </p:ext>
            </p:extLst>
          </p:nvPr>
        </p:nvGraphicFramePr>
        <p:xfrm>
          <a:off x="182881" y="927593"/>
          <a:ext cx="11800114" cy="567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139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DE8A-DB7F-19CE-38A3-702CD35C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US" altLang="zh-CN" dirty="0" err="1"/>
              <a:t>JustFloat</a:t>
            </a:r>
            <a:endParaRPr lang="zh-CN" altLang="en-US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5592C029-5EF5-657E-3F26-314A40D7781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41629990"/>
              </p:ext>
            </p:extLst>
          </p:nvPr>
        </p:nvGraphicFramePr>
        <p:xfrm>
          <a:off x="557349" y="870856"/>
          <a:ext cx="11391995" cy="5849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245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F9AB-4ED2-6FFD-68B7-A31E7FBC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6AAF1-FB64-4C4A-FD6F-5C3A4697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US" altLang="zh-CN" dirty="0" err="1"/>
              <a:t>RawData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E784575-40A1-86F6-870D-5706B453E71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9481434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66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F7577-1F48-3B14-3939-C35D65C2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对比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8BA819E0-F96C-91BA-75F7-5A9915B77B8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71708265"/>
              </p:ext>
            </p:extLst>
          </p:nvPr>
        </p:nvGraphicFramePr>
        <p:xfrm>
          <a:off x="461554" y="992777"/>
          <a:ext cx="10812503" cy="562758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21529">
                  <a:extLst>
                    <a:ext uri="{9D8B030D-6E8A-4147-A177-3AD203B41FA5}">
                      <a16:colId xmlns:a16="http://schemas.microsoft.com/office/drawing/2014/main" val="203118767"/>
                    </a:ext>
                  </a:extLst>
                </a:gridCol>
                <a:gridCol w="3272391">
                  <a:extLst>
                    <a:ext uri="{9D8B030D-6E8A-4147-A177-3AD203B41FA5}">
                      <a16:colId xmlns:a16="http://schemas.microsoft.com/office/drawing/2014/main" val="3801483935"/>
                    </a:ext>
                  </a:extLst>
                </a:gridCol>
                <a:gridCol w="3483429">
                  <a:extLst>
                    <a:ext uri="{9D8B030D-6E8A-4147-A177-3AD203B41FA5}">
                      <a16:colId xmlns:a16="http://schemas.microsoft.com/office/drawing/2014/main" val="3771095309"/>
                    </a:ext>
                  </a:extLst>
                </a:gridCol>
                <a:gridCol w="2635154">
                  <a:extLst>
                    <a:ext uri="{9D8B030D-6E8A-4147-A177-3AD203B41FA5}">
                      <a16:colId xmlns:a16="http://schemas.microsoft.com/office/drawing/2014/main" val="1223101901"/>
                    </a:ext>
                  </a:extLst>
                </a:gridCol>
              </a:tblGrid>
              <a:tr h="50150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维度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</a:rPr>
                        <a:t>FireWater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 (</a:t>
                      </a: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字符串</a:t>
                      </a:r>
                      <a:r>
                        <a:rPr lang="en-US" altLang="zh-CN" sz="1600" b="1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</a:rPr>
                        <a:t>JustFloat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 (</a:t>
                      </a: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浮点二进制</a:t>
                      </a:r>
                      <a:r>
                        <a:rPr lang="en-US" altLang="zh-CN" sz="1600" b="1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</a:rPr>
                        <a:t>RawData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 (</a:t>
                      </a: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自定义协议</a:t>
                      </a:r>
                      <a:r>
                        <a:rPr lang="en-US" altLang="zh-CN" sz="1600" b="1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505282520"/>
                  </a:ext>
                </a:extLst>
              </a:tr>
              <a:tr h="7089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数据格式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纯文本 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ASCII (</a:t>
                      </a: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如 </a:t>
                      </a:r>
                      <a:r>
                        <a:rPr lang="en-US" altLang="zh-CN" sz="1600" dirty="0">
                          <a:solidFill>
                            <a:srgbClr val="444746"/>
                          </a:solidFill>
                          <a:effectLst/>
                        </a:rPr>
                        <a:t>1.2,3.4\</a:t>
                      </a:r>
                      <a:r>
                        <a:rPr lang="en-US" sz="1600" dirty="0">
                          <a:solidFill>
                            <a:srgbClr val="444746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IEEE 754 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标准浮点数 </a:t>
                      </a:r>
                      <a:r>
                        <a:rPr lang="en-US" altLang="zh-CN" sz="160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Hex)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原始字节流 </a:t>
                      </a:r>
                      <a:r>
                        <a:rPr lang="en-US" altLang="zh-CN" sz="160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Raw Bytes)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1243456023"/>
                  </a:ext>
                </a:extLst>
              </a:tr>
              <a:tr h="7498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发送难度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极低</a:t>
                      </a: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：只需 </a:t>
                      </a:r>
                      <a:r>
                        <a:rPr lang="en-US" sz="1600" dirty="0" err="1">
                          <a:solidFill>
                            <a:srgbClr val="444746"/>
                          </a:solidFill>
                          <a:effectLst/>
                        </a:rPr>
                        <a:t>printf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即可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中等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：需发送 </a:t>
                      </a:r>
                      <a:r>
                        <a:rPr lang="en-US" altLang="zh-CN" sz="1600">
                          <a:solidFill>
                            <a:srgbClr val="1F1F1F"/>
                          </a:solidFill>
                          <a:effectLst/>
                        </a:rPr>
                        <a:t>4 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字节 </a:t>
                      </a:r>
                      <a:r>
                        <a:rPr lang="en-US" altLang="zh-CN" sz="1600">
                          <a:solidFill>
                            <a:srgbClr val="1F1F1F"/>
                          </a:solidFill>
                          <a:effectLst/>
                        </a:rPr>
                        <a:t>Hex 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和帧尾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较高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：需匹配特定通讯协议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2327269199"/>
                  </a:ext>
                </a:extLst>
              </a:tr>
              <a:tr h="7089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单片机开销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高</a:t>
                      </a: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：浮点转字符串非常耗时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极低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：直接内存拷贝，速度飞快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低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：取决于协议复杂度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3356253620"/>
                  </a:ext>
                </a:extLst>
              </a:tr>
              <a:tr h="7089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可读性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极高</a:t>
                      </a: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：普通串口助手也能看懂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低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：串口助手里显示为乱码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无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：必须配合解析脚本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560090751"/>
                  </a:ext>
                </a:extLst>
              </a:tr>
              <a:tr h="7498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实时性能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一般，高频采样易导致串口堵塞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极强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：支持 </a:t>
                      </a:r>
                      <a:r>
                        <a:rPr lang="en-US" altLang="zh-CN" sz="1600">
                          <a:solidFill>
                            <a:srgbClr val="1F1F1F"/>
                          </a:solidFill>
                          <a:effectLst/>
                        </a:rPr>
                        <a:t>kHz 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级别的采样率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强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：取决于脚本解析效率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2461597279"/>
                  </a:ext>
                </a:extLst>
              </a:tr>
              <a:tr h="7498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灵活性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dirty="0">
                          <a:solidFill>
                            <a:srgbClr val="1F1F1F"/>
                          </a:solidFill>
                          <a:effectLst/>
                        </a:rPr>
                        <a:t>固定分隔符格式</a:t>
                      </a:r>
                      <a:endParaRPr lang="zh-CN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固定 </a:t>
                      </a:r>
                      <a:r>
                        <a:rPr lang="en-US" altLang="zh-CN" sz="1600">
                          <a:solidFill>
                            <a:srgbClr val="1F1F1F"/>
                          </a:solidFill>
                          <a:effectLst/>
                        </a:rPr>
                        <a:t>4 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字节浮点格式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无限</a:t>
                      </a:r>
                      <a:r>
                        <a:rPr lang="zh-CN" altLang="en-US" sz="1600">
                          <a:solidFill>
                            <a:srgbClr val="1F1F1F"/>
                          </a:solidFill>
                          <a:effectLst/>
                        </a:rPr>
                        <a:t>：支持位域、整型、校验位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4097211016"/>
                  </a:ext>
                </a:extLst>
              </a:tr>
              <a:tr h="7498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1">
                          <a:solidFill>
                            <a:srgbClr val="1F1F1F"/>
                          </a:solidFill>
                          <a:effectLst/>
                        </a:rPr>
                        <a:t>适用场景</a:t>
                      </a:r>
                      <a:endParaRPr lang="zh-CN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0" dirty="0">
                          <a:solidFill>
                            <a:srgbClr val="1F1F1F"/>
                          </a:solidFill>
                          <a:effectLst/>
                        </a:rPr>
                        <a:t>快速验证逻辑、低速控制</a:t>
                      </a:r>
                      <a:endParaRPr lang="zh-CN" altLang="en-US" sz="16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600" b="0" dirty="0">
                          <a:solidFill>
                            <a:srgbClr val="1F1F1F"/>
                          </a:solidFill>
                          <a:effectLst/>
                        </a:rPr>
                        <a:t>PID </a:t>
                      </a:r>
                      <a:r>
                        <a:rPr lang="zh-CN" altLang="en-US" sz="1600" b="0" dirty="0">
                          <a:solidFill>
                            <a:srgbClr val="1F1F1F"/>
                          </a:solidFill>
                          <a:effectLst/>
                        </a:rPr>
                        <a:t>调参、波形高频监控</a:t>
                      </a:r>
                      <a:endParaRPr lang="zh-CN" altLang="en-US" sz="16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93229" marT="124305" marB="12430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600" b="0" dirty="0">
                          <a:solidFill>
                            <a:srgbClr val="1F1F1F"/>
                          </a:solidFill>
                          <a:effectLst/>
                        </a:rPr>
                        <a:t>工业私有协议、多数据类型解析</a:t>
                      </a:r>
                      <a:endParaRPr lang="zh-CN" altLang="en-US" sz="16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583" marR="74583" marT="124305" marB="124305" anchor="ctr"/>
                </a:tc>
                <a:extLst>
                  <a:ext uri="{0D108BD9-81ED-4DB2-BD59-A6C34878D82A}">
                    <a16:rowId xmlns:a16="http://schemas.microsoft.com/office/drawing/2014/main" val="201385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258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F65D-34AF-2BB2-771F-4C7CC295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3CC9D41-E772-52E1-9D08-507A3CC6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846" y="2532586"/>
            <a:ext cx="8273143" cy="130229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给速度环案例添加</a:t>
            </a:r>
            <a:r>
              <a:rPr lang="en-US" altLang="zh-CN" sz="4000" dirty="0" err="1"/>
              <a:t>vofa_plus</a:t>
            </a:r>
            <a:r>
              <a:rPr lang="zh-CN" altLang="en-US" sz="4000" dirty="0"/>
              <a:t>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A16CF-CFBE-E63B-5812-F09DCB99871C}"/>
              </a:ext>
            </a:extLst>
          </p:cNvPr>
          <p:cNvSpPr txBox="1"/>
          <p:nvPr/>
        </p:nvSpPr>
        <p:spPr>
          <a:xfrm>
            <a:off x="1889760" y="2829790"/>
            <a:ext cx="1680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10.4.3 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40964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8C4B49-7D93-2DF9-457B-84EA7B6C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在</a:t>
            </a:r>
            <a:r>
              <a:rPr lang="en-US" altLang="zh-CN" dirty="0"/>
              <a:t>Control</a:t>
            </a:r>
            <a:r>
              <a:rPr lang="zh-CN" altLang="en-US" dirty="0"/>
              <a:t>中添加</a:t>
            </a:r>
            <a:r>
              <a:rPr lang="en-US" altLang="zh-CN" dirty="0" err="1"/>
              <a:t>vofa_plus</a:t>
            </a:r>
            <a:r>
              <a:rPr lang="zh-CN" altLang="en-US" dirty="0"/>
              <a:t>模块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0DF7A06-24CE-8A4A-934E-43AE9F00627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8" y="918142"/>
            <a:ext cx="3463824" cy="33142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EA5B8A-E3D3-11A2-46CA-AB1D5A508636}"/>
              </a:ext>
            </a:extLst>
          </p:cNvPr>
          <p:cNvSpPr txBox="1"/>
          <p:nvPr/>
        </p:nvSpPr>
        <p:spPr>
          <a:xfrm>
            <a:off x="3823062" y="918142"/>
            <a:ext cx="8368937" cy="582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#ifndef __VOFA_PLUS_H__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__VOFA_PLUS_H__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#include "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main.h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"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#include "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speed_loop.h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" 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引入速度环头文件，获取调试数据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stdint.h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string.h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开启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关闭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VOFA+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调试功能：调试时设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，量产时设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0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VOFA_PLUS_ENABLE        1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#if VOFA_PLUS_ENABLE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/* ====================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硬件配置（根据工程实际修改）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==================== */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// 1.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选择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VOFA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使用的串口句柄（需匹配你实际使用的串口，如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STM32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的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huart1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）</a:t>
            </a:r>
            <a:endParaRPr lang="en-US" altLang="zh-CN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VOFA_UART_HANDLE        huart1  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// 2. VOFA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协议选择：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1=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FireWater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（字符串，易调试），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2=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RawData</a:t>
            </a:r>
            <a:endParaRPr lang="en-US" altLang="zh-CN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VOFA_PROTOCOL 1  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默认选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FireWater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，改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2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即可切换为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RawData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（暂未实现）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// 3.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定义发送缓冲区长度（根据数据量调整，至少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32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字节）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VOFA_SEND_BUF_MAX_LEN   64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复用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SpeedLoop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中的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SpeedLoop_DebugData_t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结构体作为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VOFA+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数据载体，避免重复定义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typedef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SpeedLoop_DebugData_t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VOFA_Data_t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; // VOFA+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数据结构与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SpeedLoop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调试数据结构相同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/* ====================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函数声明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==================== */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VOFA_Plus_Init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(void);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uint16_t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VOFA_Plus_PackData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VOFA_Data_t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*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, uint8_t *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send_buf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, uint16_t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buf_len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VOFA_Plus_SendData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VOFA_Data_t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*data);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VOFA_Plus_SendSpeedLoopData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(void);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#else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/* ====================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空实现（当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VOFA+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功能关闭时，避免编译错误）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==================== */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VOFA_Plus_Init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() ((void)0)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VOFA_Plus_PackData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send_buf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buf_len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) ((uint16_t)0)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VOFA_Plus_SendData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(data) ((void)0)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#define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VOFA_Plus_SendSpeedLoopData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() ((void)0)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#endif // VOFA_PLUS_ENABLE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#endif /* __VOFA_PLUS_H__ */</a:t>
            </a:r>
          </a:p>
        </p:txBody>
      </p:sp>
    </p:spTree>
    <p:extLst>
      <p:ext uri="{BB962C8B-B14F-4D97-AF65-F5344CB8AC3E}">
        <p14:creationId xmlns:p14="http://schemas.microsoft.com/office/powerpoint/2010/main" val="131968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C895F-E262-8B08-EEBA-5E0C1811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为</a:t>
            </a:r>
            <a:r>
              <a:rPr lang="en-US" altLang="zh-CN" dirty="0" err="1"/>
              <a:t>speed_loop</a:t>
            </a:r>
            <a:r>
              <a:rPr lang="zh-CN" altLang="en-US" dirty="0"/>
              <a:t>添加</a:t>
            </a:r>
            <a:r>
              <a:rPr lang="en-US" altLang="zh-CN" dirty="0"/>
              <a:t>debug</a:t>
            </a:r>
            <a:r>
              <a:rPr lang="zh-CN" altLang="en-US" dirty="0"/>
              <a:t>结构体和接口函数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8F8319-D779-2528-B421-81713A1A29F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5" y="1053857"/>
            <a:ext cx="10446896" cy="1968017"/>
          </a:xfrm>
        </p:spPr>
        <p:txBody>
          <a:bodyPr>
            <a:normAutofit/>
          </a:bodyPr>
          <a:lstStyle/>
          <a:p>
            <a:r>
              <a:rPr lang="en-US" altLang="zh-CN" sz="1100" dirty="0"/>
              <a:t>// </a:t>
            </a:r>
            <a:r>
              <a:rPr lang="zh-CN" altLang="en-US" sz="1100" dirty="0"/>
              <a:t>相对于</a:t>
            </a:r>
            <a:r>
              <a:rPr lang="en-US" altLang="zh-CN" sz="1100" dirty="0"/>
              <a:t>brush_motor_7</a:t>
            </a:r>
            <a:r>
              <a:rPr lang="zh-CN" altLang="en-US" sz="1100" dirty="0"/>
              <a:t>新增：</a:t>
            </a:r>
            <a:r>
              <a:rPr lang="en-US" altLang="zh-CN" sz="1100" dirty="0"/>
              <a:t>VOFA+</a:t>
            </a:r>
            <a:r>
              <a:rPr lang="zh-CN" altLang="en-US" sz="1100" dirty="0"/>
              <a:t>调试用全局变量（尽开启</a:t>
            </a:r>
            <a:r>
              <a:rPr lang="en-US" altLang="zh-CN" sz="1100" dirty="0"/>
              <a:t>VOFA+</a:t>
            </a:r>
            <a:r>
              <a:rPr lang="zh-CN" altLang="en-US" sz="1100" dirty="0"/>
              <a:t>时定义）</a:t>
            </a:r>
            <a:r>
              <a:rPr lang="en-US" altLang="zh-CN" sz="1100" dirty="0"/>
              <a:t>,</a:t>
            </a:r>
            <a:r>
              <a:rPr lang="zh-CN" altLang="en-US" sz="1100" dirty="0"/>
              <a:t>也可以给显示屏显示等使用</a:t>
            </a:r>
          </a:p>
          <a:p>
            <a:r>
              <a:rPr lang="en-US" altLang="zh-CN" sz="1100" dirty="0"/>
              <a:t>typedef struct</a:t>
            </a:r>
          </a:p>
          <a:p>
            <a:r>
              <a:rPr lang="en-US" altLang="zh-CN" sz="1100" dirty="0"/>
              <a:t>{</a:t>
            </a:r>
          </a:p>
          <a:p>
            <a:r>
              <a:rPr lang="en-US" altLang="zh-CN" sz="1100" dirty="0"/>
              <a:t>    float </a:t>
            </a:r>
            <a:r>
              <a:rPr lang="en-US" altLang="zh-CN" sz="1100" dirty="0" err="1"/>
              <a:t>target_rpm</a:t>
            </a:r>
            <a:r>
              <a:rPr lang="en-US" altLang="zh-CN" sz="1100" dirty="0"/>
              <a:t>;   // </a:t>
            </a:r>
            <a:r>
              <a:rPr lang="zh-CN" altLang="en-US" sz="1100" dirty="0"/>
              <a:t>目标转速（</a:t>
            </a:r>
            <a:r>
              <a:rPr lang="en-US" altLang="zh-CN" sz="1100" dirty="0" err="1"/>
              <a:t>SpeedLoop_SetTargetRPM</a:t>
            </a:r>
            <a:r>
              <a:rPr lang="zh-CN" altLang="en-US" sz="1100" dirty="0"/>
              <a:t>设置的值）</a:t>
            </a:r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actual_rpm</a:t>
            </a:r>
            <a:r>
              <a:rPr lang="en-US" altLang="zh-CN" sz="1100" dirty="0"/>
              <a:t>;   // </a:t>
            </a:r>
            <a:r>
              <a:rPr lang="zh-CN" altLang="en-US" sz="1100" dirty="0"/>
              <a:t>实际转速（滤波后的</a:t>
            </a:r>
            <a:r>
              <a:rPr lang="en-US" altLang="zh-CN" sz="1100" dirty="0" err="1"/>
              <a:t>filtered_rpm</a:t>
            </a:r>
            <a:r>
              <a:rPr lang="zh-CN" altLang="en-US" sz="1100" dirty="0"/>
              <a:t>）</a:t>
            </a:r>
            <a:endParaRPr lang="en-US" altLang="zh-CN" sz="1100" dirty="0"/>
          </a:p>
          <a:p>
            <a:r>
              <a:rPr lang="en-US" altLang="zh-CN" sz="1100" dirty="0"/>
              <a:t>    float </a:t>
            </a:r>
            <a:r>
              <a:rPr lang="en-US" altLang="zh-CN" sz="1100" dirty="0" err="1"/>
              <a:t>pid_output</a:t>
            </a:r>
            <a:r>
              <a:rPr lang="en-US" altLang="zh-CN" sz="1100" dirty="0"/>
              <a:t>;   // PID</a:t>
            </a:r>
            <a:r>
              <a:rPr lang="zh-CN" altLang="en-US" sz="1100" dirty="0"/>
              <a:t>原始输出（未补偿的</a:t>
            </a:r>
            <a:r>
              <a:rPr lang="en-US" altLang="zh-CN" sz="1100" dirty="0" err="1"/>
              <a:t>pid_output</a:t>
            </a:r>
            <a:r>
              <a:rPr lang="zh-CN" altLang="en-US" sz="1100" dirty="0"/>
              <a:t>）</a:t>
            </a:r>
            <a:endParaRPr lang="en-US" altLang="zh-CN" sz="1100" dirty="0"/>
          </a:p>
          <a:p>
            <a:r>
              <a:rPr lang="en-US" altLang="zh-CN" sz="1100" dirty="0"/>
              <a:t>    float </a:t>
            </a:r>
            <a:r>
              <a:rPr lang="en-US" altLang="zh-CN" sz="1100" dirty="0" err="1"/>
              <a:t>final_output</a:t>
            </a:r>
            <a:r>
              <a:rPr lang="en-US" altLang="zh-CN" sz="1100" dirty="0"/>
              <a:t>; // </a:t>
            </a:r>
            <a:r>
              <a:rPr lang="zh-CN" altLang="en-US" sz="1100" dirty="0"/>
              <a:t>死区补偿</a:t>
            </a:r>
            <a:r>
              <a:rPr lang="en-US" altLang="zh-CN" sz="1100" dirty="0"/>
              <a:t>+</a:t>
            </a:r>
            <a:r>
              <a:rPr lang="zh-CN" altLang="en-US" sz="1100" dirty="0"/>
              <a:t>限幅后的最终输出</a:t>
            </a:r>
          </a:p>
          <a:p>
            <a:r>
              <a:rPr lang="en-US" altLang="zh-CN" sz="1100" dirty="0"/>
              <a:t>} </a:t>
            </a:r>
            <a:r>
              <a:rPr lang="en-US" altLang="zh-CN" sz="1100" dirty="0" err="1"/>
              <a:t>SpeedLoop_DebugData_t</a:t>
            </a:r>
            <a:r>
              <a:rPr lang="en-US" altLang="zh-CN" sz="1100" dirty="0"/>
              <a:t>;</a:t>
            </a:r>
          </a:p>
          <a:p>
            <a:endParaRPr lang="zh-CN" alt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D4E326-D00F-119D-C035-A0C3AF0458B5}"/>
              </a:ext>
            </a:extLst>
          </p:cNvPr>
          <p:cNvSpPr txBox="1"/>
          <p:nvPr/>
        </p:nvSpPr>
        <p:spPr>
          <a:xfrm>
            <a:off x="1358536" y="3836127"/>
            <a:ext cx="10282527" cy="2833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static float </a:t>
            </a:r>
            <a:r>
              <a:rPr lang="en-US" altLang="zh-CN" sz="1100" dirty="0" err="1"/>
              <a:t>filtered_rpm</a:t>
            </a:r>
            <a:r>
              <a:rPr lang="en-US" altLang="zh-CN" sz="1100" dirty="0"/>
              <a:t> = 0.0f;       // </a:t>
            </a:r>
            <a:r>
              <a:rPr lang="zh-CN" altLang="en-US" sz="1100" dirty="0"/>
              <a:t>一阶低通滤波器状态变量，存储上一次滤波结果，初始为</a:t>
            </a:r>
            <a:r>
              <a:rPr lang="en-US" altLang="zh-CN" sz="1100" dirty="0"/>
              <a:t>0</a:t>
            </a:r>
            <a:endParaRPr lang="zh-CN" altLang="en-US" sz="1100" dirty="0"/>
          </a:p>
          <a:p>
            <a:r>
              <a:rPr lang="en-US" altLang="zh-CN" sz="1100" dirty="0"/>
              <a:t>static float </a:t>
            </a:r>
            <a:r>
              <a:rPr lang="en-US" altLang="zh-CN" sz="1100" dirty="0" err="1"/>
              <a:t>target_rpm</a:t>
            </a:r>
            <a:r>
              <a:rPr lang="en-US" altLang="zh-CN" sz="1100" dirty="0"/>
              <a:t> = 0.0f;         // </a:t>
            </a:r>
            <a:r>
              <a:rPr lang="zh-CN" altLang="en-US" sz="1100" dirty="0"/>
              <a:t>相对</a:t>
            </a:r>
            <a:r>
              <a:rPr lang="en-US" altLang="zh-CN" sz="1100" dirty="0"/>
              <a:t>brush_motor_7</a:t>
            </a:r>
            <a:r>
              <a:rPr lang="zh-CN" altLang="en-US" sz="1100" dirty="0"/>
              <a:t>新增：当前目标转速，供外部访问（如</a:t>
            </a:r>
            <a:r>
              <a:rPr lang="en-US" altLang="zh-CN" sz="1100" dirty="0"/>
              <a:t>VOFA+</a:t>
            </a:r>
            <a:r>
              <a:rPr lang="zh-CN" altLang="en-US" sz="1100" dirty="0"/>
              <a:t>显示）</a:t>
            </a:r>
          </a:p>
          <a:p>
            <a:r>
              <a:rPr lang="en-US" altLang="zh-CN" sz="1100" dirty="0"/>
              <a:t>float </a:t>
            </a:r>
            <a:r>
              <a:rPr lang="en-US" altLang="zh-CN" sz="1100" dirty="0" err="1"/>
              <a:t>final_output</a:t>
            </a:r>
            <a:r>
              <a:rPr lang="en-US" altLang="zh-CN" sz="1100" dirty="0"/>
              <a:t> = 0.0f;              // </a:t>
            </a:r>
            <a:r>
              <a:rPr lang="zh-CN" altLang="en-US" sz="1100" dirty="0"/>
              <a:t>相对</a:t>
            </a:r>
            <a:r>
              <a:rPr lang="en-US" altLang="zh-CN" sz="1100" dirty="0"/>
              <a:t>brush_motor_7</a:t>
            </a:r>
            <a:r>
              <a:rPr lang="zh-CN" altLang="en-US" sz="1100" dirty="0"/>
              <a:t>新增：全局变量，存储死区补偿</a:t>
            </a:r>
            <a:r>
              <a:rPr lang="en-US" altLang="zh-CN" sz="1100" dirty="0"/>
              <a:t>+</a:t>
            </a:r>
            <a:r>
              <a:rPr lang="zh-CN" altLang="en-US" sz="1100" dirty="0"/>
              <a:t>限幅后的最终输出，供</a:t>
            </a:r>
            <a:r>
              <a:rPr lang="en-US" altLang="zh-CN" sz="1100" dirty="0"/>
              <a:t>VOFA+</a:t>
            </a:r>
            <a:r>
              <a:rPr lang="zh-CN" altLang="en-US" sz="1100" dirty="0"/>
              <a:t>显示</a:t>
            </a:r>
          </a:p>
          <a:p>
            <a:br>
              <a:rPr lang="zh-CN" altLang="en-US" dirty="0"/>
            </a:b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SpeedLoop_DebugData_t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SpeedLoop_GetDebugData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(void)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SpeedLoop_DebugData_t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debug_data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debug_data.target_rpm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hspeed_pid.Target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目标转速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debug_data.actual_rpm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hspeed_pid.Actual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实际转速（滤波后的值）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debug_data.pid_output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hspeed_pid.Output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 // PID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原始输出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debug_data.final_output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final_output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    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死区补偿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限幅后的最终输出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return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debug_data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zh-CN" sz="1100" b="0" dirty="0">
                <a:effectLst/>
                <a:latin typeface="Consolas" panose="020B0609020204030204" pitchFamily="49" charset="0"/>
              </a:rPr>
            </a:br>
            <a:endParaRPr lang="en-US" altLang="zh-CN" sz="11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075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9A195-A6D2-7891-09A9-4F18D41E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更新</a:t>
            </a:r>
            <a:r>
              <a:rPr lang="en-US" altLang="zh-CN" dirty="0" err="1"/>
              <a:t>main.c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354377-2B8B-4DB7-928C-23A6483DF96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2956" y="949354"/>
            <a:ext cx="10688441" cy="590864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000" dirty="0"/>
              <a:t>void </a:t>
            </a:r>
            <a:r>
              <a:rPr lang="en-US" altLang="zh-CN" sz="1000" dirty="0" err="1"/>
              <a:t>HAL_TIM_PeriodElapsedCallback</a:t>
            </a:r>
            <a:r>
              <a:rPr lang="en-US" altLang="zh-CN" sz="1000" dirty="0"/>
              <a:t>(</a:t>
            </a:r>
            <a:r>
              <a:rPr lang="en-US" altLang="zh-CN" sz="1000" dirty="0" err="1"/>
              <a:t>TIM_HandleTypeDef</a:t>
            </a:r>
            <a:r>
              <a:rPr lang="en-US" altLang="zh-CN" sz="1000" dirty="0"/>
              <a:t> *</a:t>
            </a:r>
            <a:r>
              <a:rPr lang="en-US" altLang="zh-CN" sz="1000" dirty="0" err="1"/>
              <a:t>htim</a:t>
            </a:r>
            <a:r>
              <a:rPr lang="en-US" altLang="zh-CN" sz="1000" dirty="0"/>
              <a:t>)</a:t>
            </a:r>
          </a:p>
          <a:p>
            <a:r>
              <a:rPr lang="en-US" altLang="zh-CN" sz="1000" dirty="0"/>
              <a:t>{</a:t>
            </a:r>
          </a:p>
          <a:p>
            <a:r>
              <a:rPr lang="en-US" altLang="zh-CN" sz="1000" dirty="0"/>
              <a:t>  if (</a:t>
            </a:r>
            <a:r>
              <a:rPr lang="en-US" altLang="zh-CN" sz="1000" dirty="0" err="1"/>
              <a:t>htim</a:t>
            </a:r>
            <a:r>
              <a:rPr lang="en-US" altLang="zh-CN" sz="1000" dirty="0"/>
              <a:t>-&gt;Instance == TIM3 || </a:t>
            </a:r>
            <a:r>
              <a:rPr lang="en-US" altLang="zh-CN" sz="1000" dirty="0" err="1"/>
              <a:t>htim</a:t>
            </a:r>
            <a:r>
              <a:rPr lang="en-US" altLang="zh-CN" sz="1000" dirty="0"/>
              <a:t>-&gt;Instance == TIM2)</a:t>
            </a:r>
          </a:p>
          <a:p>
            <a:r>
              <a:rPr lang="en-US" altLang="zh-CN" sz="1000" dirty="0"/>
              <a:t>  {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BSP_Encoder_HandleOverflow</a:t>
            </a:r>
            <a:r>
              <a:rPr lang="en-US" altLang="zh-CN" sz="1000" dirty="0"/>
              <a:t>(</a:t>
            </a:r>
            <a:r>
              <a:rPr lang="en-US" altLang="zh-CN" sz="1000" dirty="0" err="1"/>
              <a:t>htim</a:t>
            </a:r>
            <a:r>
              <a:rPr lang="en-US" altLang="zh-CN" sz="1000" dirty="0"/>
              <a:t>);</a:t>
            </a:r>
          </a:p>
          <a:p>
            <a:r>
              <a:rPr lang="en-US" altLang="zh-CN" sz="1000" dirty="0"/>
              <a:t>  }</a:t>
            </a:r>
          </a:p>
          <a:p>
            <a:r>
              <a:rPr lang="en-US" altLang="zh-CN" sz="1000" dirty="0"/>
              <a:t>  else if (</a:t>
            </a:r>
            <a:r>
              <a:rPr lang="en-US" altLang="zh-CN" sz="1000" dirty="0" err="1"/>
              <a:t>htim</a:t>
            </a:r>
            <a:r>
              <a:rPr lang="en-US" altLang="zh-CN" sz="1000" dirty="0"/>
              <a:t>-&gt;Instance == TIM6)</a:t>
            </a:r>
          </a:p>
          <a:p>
            <a:r>
              <a:rPr lang="en-US" altLang="zh-CN" sz="1000" dirty="0"/>
              <a:t>  {</a:t>
            </a:r>
          </a:p>
          <a:p>
            <a:r>
              <a:rPr lang="en-US" altLang="zh-CN" sz="1000" dirty="0"/>
              <a:t>    // 1.</a:t>
            </a:r>
            <a:r>
              <a:rPr lang="zh-CN" altLang="en-US" sz="1000" dirty="0"/>
              <a:t>无论什么模式，都要更新速度计算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 err="1"/>
              <a:t>BSP_Encoder_UpdateSpeed</a:t>
            </a:r>
            <a:r>
              <a:rPr lang="en-US" altLang="zh-CN" sz="1000" dirty="0"/>
              <a:t>();  // </a:t>
            </a:r>
            <a:r>
              <a:rPr lang="zh-CN" altLang="en-US" sz="1000" dirty="0"/>
              <a:t>更新转速计算</a:t>
            </a:r>
          </a:p>
          <a:p>
            <a:br>
              <a:rPr lang="zh-CN" altLang="en-US" sz="1000" dirty="0"/>
            </a:br>
            <a:endParaRPr lang="zh-CN" altLang="en-US" sz="1000" dirty="0"/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2.</a:t>
            </a:r>
            <a:r>
              <a:rPr lang="zh-CN" altLang="en-US" sz="1000" dirty="0"/>
              <a:t>闭环模式下，执行速度闭环任务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if (</a:t>
            </a:r>
            <a:r>
              <a:rPr lang="en-US" altLang="zh-CN" sz="1000" dirty="0" err="1"/>
              <a:t>current_mode</a:t>
            </a:r>
            <a:r>
              <a:rPr lang="en-US" altLang="zh-CN" sz="1000" dirty="0"/>
              <a:t> == MODE_SPEED_CLOSED_LOOP)</a:t>
            </a:r>
          </a:p>
          <a:p>
            <a:r>
              <a:rPr lang="en-US" altLang="zh-CN" sz="1000" dirty="0"/>
              <a:t>    {</a:t>
            </a:r>
          </a:p>
          <a:p>
            <a:r>
              <a:rPr lang="en-US" altLang="zh-CN" sz="1000" dirty="0"/>
              <a:t>      </a:t>
            </a:r>
            <a:r>
              <a:rPr lang="en-US" altLang="zh-CN" sz="1000" dirty="0" err="1"/>
              <a:t>SpeedLoop_Task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    }</a:t>
            </a:r>
          </a:p>
          <a:p>
            <a:r>
              <a:rPr lang="en-US" altLang="zh-CN" sz="1000" dirty="0"/>
              <a:t>    </a:t>
            </a:r>
          </a:p>
          <a:p>
            <a:r>
              <a:rPr lang="en-US" altLang="zh-CN" sz="1000" dirty="0"/>
              <a:t>    // 3. </a:t>
            </a:r>
            <a:r>
              <a:rPr lang="zh-CN" altLang="en-US" sz="1000" dirty="0"/>
              <a:t>更新各传感器数据（无论开环还是闭环都更新，保持数据最新）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 err="1"/>
              <a:t>BSP_CurrentSensor_Update</a:t>
            </a:r>
            <a:r>
              <a:rPr lang="en-US" altLang="zh-CN" sz="1000" dirty="0"/>
              <a:t>(); // </a:t>
            </a:r>
            <a:r>
              <a:rPr lang="zh-CN" altLang="en-US" sz="1000" dirty="0"/>
              <a:t>更新电流检测结果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 err="1"/>
              <a:t>BSP_VoltageSensor_Update</a:t>
            </a:r>
            <a:r>
              <a:rPr lang="en-US" altLang="zh-CN" sz="1000" dirty="0"/>
              <a:t>(); // </a:t>
            </a:r>
            <a:r>
              <a:rPr lang="zh-CN" altLang="en-US" sz="1000" dirty="0"/>
              <a:t>更新电压检测结果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 err="1"/>
              <a:t>BSP_TemperSensor_Update</a:t>
            </a:r>
            <a:r>
              <a:rPr lang="en-US" altLang="zh-CN" sz="1000" dirty="0"/>
              <a:t>();  // </a:t>
            </a:r>
            <a:r>
              <a:rPr lang="zh-CN" altLang="en-US" sz="1000" dirty="0"/>
              <a:t>更新温度检测结果</a:t>
            </a:r>
          </a:p>
          <a:p>
            <a:br>
              <a:rPr lang="zh-CN" altLang="en-US" sz="1000" dirty="0"/>
            </a:br>
            <a:endParaRPr lang="zh-CN" altLang="en-US" sz="1000" dirty="0"/>
          </a:p>
          <a:p>
            <a:r>
              <a:rPr lang="zh-CN" altLang="en-US" sz="1000" dirty="0"/>
              <a:t>    </a:t>
            </a:r>
            <a:r>
              <a:rPr lang="en-US" altLang="zh-CN" sz="1000" dirty="0"/>
              <a:t>// 4. VOFA+</a:t>
            </a:r>
            <a:r>
              <a:rPr lang="zh-CN" altLang="en-US" sz="1000" dirty="0"/>
              <a:t>定期发送调试数据</a:t>
            </a:r>
          </a:p>
          <a:p>
            <a:r>
              <a:rPr lang="zh-CN" altLang="en-US" sz="1000" dirty="0"/>
              <a:t>    </a:t>
            </a:r>
            <a:r>
              <a:rPr lang="en-US" altLang="zh-CN" sz="1000" dirty="0" err="1"/>
              <a:t>vofa_send_cnt</a:t>
            </a:r>
            <a:r>
              <a:rPr lang="en-US" altLang="zh-CN" sz="1000" dirty="0"/>
              <a:t>++;</a:t>
            </a:r>
          </a:p>
          <a:p>
            <a:r>
              <a:rPr lang="en-US" altLang="zh-CN" sz="1000" dirty="0"/>
              <a:t>    if (</a:t>
            </a:r>
            <a:r>
              <a:rPr lang="en-US" altLang="zh-CN" sz="1000" dirty="0" err="1"/>
              <a:t>vofa_send_cnt</a:t>
            </a:r>
            <a:r>
              <a:rPr lang="en-US" altLang="zh-CN" sz="1000" dirty="0"/>
              <a:t> &gt;= 5)</a:t>
            </a:r>
          </a:p>
          <a:p>
            <a:r>
              <a:rPr lang="en-US" altLang="zh-CN" sz="1000" dirty="0"/>
              <a:t>    {</a:t>
            </a:r>
          </a:p>
          <a:p>
            <a:r>
              <a:rPr lang="en-US" altLang="zh-CN" sz="1000" dirty="0"/>
              <a:t>      </a:t>
            </a:r>
            <a:r>
              <a:rPr lang="en-US" altLang="zh-CN" sz="1000" dirty="0" err="1"/>
              <a:t>vofa_send_cnt</a:t>
            </a:r>
            <a:r>
              <a:rPr lang="en-US" altLang="zh-CN" sz="1000" dirty="0"/>
              <a:t> = 0;</a:t>
            </a:r>
          </a:p>
          <a:p>
            <a:r>
              <a:rPr lang="en-US" altLang="zh-CN" sz="1000" dirty="0"/>
              <a:t>      </a:t>
            </a:r>
            <a:r>
              <a:rPr lang="en-US" altLang="zh-CN" sz="1000" dirty="0" err="1"/>
              <a:t>VOFA_Plus_SendSpeedLoopData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    }</a:t>
            </a:r>
          </a:p>
          <a:p>
            <a:r>
              <a:rPr lang="en-US" altLang="zh-CN" sz="1000" dirty="0"/>
              <a:t>  }</a:t>
            </a:r>
          </a:p>
          <a:p>
            <a:r>
              <a:rPr lang="en-US" altLang="zh-CN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976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91CB-A12D-FC23-54DB-E7F0F1D3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CA83FFF-8C47-FF0E-D07E-E2928579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846" y="2532586"/>
            <a:ext cx="8273143" cy="1302294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PID</a:t>
            </a:r>
            <a:r>
              <a:rPr lang="zh-CN" altLang="en-US" sz="4000" dirty="0"/>
              <a:t>调参要点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103B78-4603-7FCF-0559-4177DBF8F42D}"/>
              </a:ext>
            </a:extLst>
          </p:cNvPr>
          <p:cNvSpPr txBox="1"/>
          <p:nvPr/>
        </p:nvSpPr>
        <p:spPr>
          <a:xfrm>
            <a:off x="1889760" y="2829790"/>
            <a:ext cx="1680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10.4.4 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331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2515-8C22-B188-DAEE-5658DF43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25CCD-4F30-ECE3-985D-C8CAC5B3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PID</a:t>
            </a:r>
            <a:r>
              <a:rPr lang="zh-CN" altLang="en-US" dirty="0"/>
              <a:t>调参的要点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A5554A-4554-ADD5-113F-A11BD3BAE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" y="765322"/>
            <a:ext cx="12192000" cy="591571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50F4520-4FEF-9A68-0C7D-AD3003A8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812" y="2613048"/>
            <a:ext cx="814251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选择合适的数据引擎（如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JustFloat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）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，输出目标 / 实际速度、PID 输出三路数据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按 P→I→D 分步调，借 VOFA + 波形量化超调、稳态误差、调节时间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冻结 / 导出波形对比，上位机直改参数提效，验证不同负载稳定性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67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2026.03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9699</TotalTime>
  <Words>1879</Words>
  <Application>Microsoft Office PowerPoint</Application>
  <PresentationFormat>宽屏</PresentationFormat>
  <Paragraphs>197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Google Sans Text</vt:lpstr>
      <vt:lpstr>Source Han Sans</vt:lpstr>
      <vt:lpstr>Source Han Sans CN Regular</vt:lpstr>
      <vt:lpstr>等线</vt:lpstr>
      <vt:lpstr>微软雅黑</vt:lpstr>
      <vt:lpstr>Arial</vt:lpstr>
      <vt:lpstr>Consolas</vt:lpstr>
      <vt:lpstr>Office 主题​​</vt:lpstr>
      <vt:lpstr>PowerPoint 演示文稿</vt:lpstr>
      <vt:lpstr>https://www.vofa.plus/</vt:lpstr>
      <vt:lpstr>教学目标</vt:lpstr>
      <vt:lpstr>10.4.1 下载、安装、运行VOFA+</vt:lpstr>
      <vt:lpstr>1 下载、安装VOFA+</vt:lpstr>
      <vt:lpstr>2. 运行VOFA+</vt:lpstr>
      <vt:lpstr>10.4.2 FireWater、RawData等数据引擎</vt:lpstr>
      <vt:lpstr>1. FireWater</vt:lpstr>
      <vt:lpstr>2 JustFloat</vt:lpstr>
      <vt:lpstr>3 RawData</vt:lpstr>
      <vt:lpstr>4. 对比</vt:lpstr>
      <vt:lpstr>给速度环案例添加vofa_plus模块</vt:lpstr>
      <vt:lpstr>1. 在Control中添加vofa_plus模块</vt:lpstr>
      <vt:lpstr>2. 为speed_loop添加debug结构体和接口函数</vt:lpstr>
      <vt:lpstr>3. 更新main.c</vt:lpstr>
      <vt:lpstr>PID调参要点</vt:lpstr>
      <vt:lpstr>1 PID调参的要点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249</cp:revision>
  <dcterms:created xsi:type="dcterms:W3CDTF">2025-05-21T06:55:53Z</dcterms:created>
  <dcterms:modified xsi:type="dcterms:W3CDTF">2026-03-21T03:31:13Z</dcterms:modified>
</cp:coreProperties>
</file>