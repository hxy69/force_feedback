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802" r:id="rId3"/>
    <p:sldId id="800" r:id="rId4"/>
    <p:sldId id="804" r:id="rId5"/>
    <p:sldId id="805" r:id="rId6"/>
    <p:sldId id="807" r:id="rId7"/>
    <p:sldId id="808" r:id="rId8"/>
    <p:sldId id="810" r:id="rId9"/>
    <p:sldId id="806" r:id="rId10"/>
    <p:sldId id="809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zh-CN" altLang="zh-CN"/>
            <a:t>✅ 掌握闭环控制系统定义与价值 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E6043D4F-20FF-414D-ADFE-9FDCBF601FC9}">
      <dgm:prSet/>
      <dgm:spPr/>
      <dgm:t>
        <a:bodyPr/>
        <a:lstStyle/>
        <a:p>
          <a:r>
            <a:rPr lang="zh-CN" altLang="zh-CN" dirty="0"/>
            <a:t>✅ 精准复述六大核心组件及其功能 </a:t>
          </a:r>
        </a:p>
      </dgm:t>
    </dgm:pt>
    <dgm:pt modelId="{B476F333-8B11-4F7C-965D-2ACDA20A49FD}" type="parTrans" cxnId="{D9923DD8-4C9B-453E-A05C-92C9CDB6A4E4}">
      <dgm:prSet/>
      <dgm:spPr/>
      <dgm:t>
        <a:bodyPr/>
        <a:lstStyle/>
        <a:p>
          <a:endParaRPr lang="zh-CN" altLang="en-US"/>
        </a:p>
      </dgm:t>
    </dgm:pt>
    <dgm:pt modelId="{4B1CD556-A25B-433E-8DF2-C437AB8B7C6E}" type="sibTrans" cxnId="{D9923DD8-4C9B-453E-A05C-92C9CDB6A4E4}">
      <dgm:prSet/>
      <dgm:spPr/>
      <dgm:t>
        <a:bodyPr/>
        <a:lstStyle/>
        <a:p>
          <a:endParaRPr lang="zh-CN" altLang="en-US"/>
        </a:p>
      </dgm:t>
    </dgm:pt>
    <dgm:pt modelId="{353FBF9D-246C-456F-BDA6-F8ED5F72CAE4}">
      <dgm:prSet/>
      <dgm:spPr/>
      <dgm:t>
        <a:bodyPr/>
        <a:lstStyle/>
        <a:p>
          <a:r>
            <a:rPr lang="zh-CN" altLang="zh-CN" dirty="0"/>
            <a:t>✅ 独立绘制闭环控制框图 </a:t>
          </a:r>
        </a:p>
      </dgm:t>
    </dgm:pt>
    <dgm:pt modelId="{8E80C101-7A67-4531-9141-F7EF64B05418}" type="parTrans" cxnId="{A4F9FA20-7DAF-4281-A0A1-377D2204133B}">
      <dgm:prSet/>
      <dgm:spPr/>
      <dgm:t>
        <a:bodyPr/>
        <a:lstStyle/>
        <a:p>
          <a:endParaRPr lang="zh-CN" altLang="en-US"/>
        </a:p>
      </dgm:t>
    </dgm:pt>
    <dgm:pt modelId="{B1D6B748-20EF-4701-B787-FAE30A2B9211}" type="sibTrans" cxnId="{A4F9FA20-7DAF-4281-A0A1-377D2204133B}">
      <dgm:prSet/>
      <dgm:spPr/>
      <dgm:t>
        <a:bodyPr/>
        <a:lstStyle/>
        <a:p>
          <a:endParaRPr lang="zh-CN" altLang="en-US"/>
        </a:p>
      </dgm:t>
    </dgm:pt>
    <dgm:pt modelId="{17BD0859-A4C0-4B68-9883-8397CDC69972}">
      <dgm:prSet/>
      <dgm:spPr/>
      <dgm:t>
        <a:bodyPr/>
        <a:lstStyle/>
        <a:p>
          <a:r>
            <a:rPr lang="zh-CN" altLang="zh-CN" dirty="0"/>
            <a:t>✅ 解析反馈与误差信号的动态关系 </a:t>
          </a:r>
        </a:p>
      </dgm:t>
    </dgm:pt>
    <dgm:pt modelId="{D996A19A-01A1-4AF8-A37A-0E48F3918671}" type="parTrans" cxnId="{61D23F4F-BC2D-4054-8987-EC33DA793EB9}">
      <dgm:prSet/>
      <dgm:spPr/>
      <dgm:t>
        <a:bodyPr/>
        <a:lstStyle/>
        <a:p>
          <a:endParaRPr lang="zh-CN" altLang="en-US"/>
        </a:p>
      </dgm:t>
    </dgm:pt>
    <dgm:pt modelId="{E214B1D6-DE8C-48E2-AC27-821E14D5DB43}" type="sibTrans" cxnId="{61D23F4F-BC2D-4054-8987-EC33DA793EB9}">
      <dgm:prSet/>
      <dgm:spPr/>
      <dgm:t>
        <a:bodyPr/>
        <a:lstStyle/>
        <a:p>
          <a:endParaRPr lang="zh-CN" altLang="en-US"/>
        </a:p>
      </dgm:t>
    </dgm:pt>
    <dgm:pt modelId="{31C415CA-98F8-4E05-AA02-B647BBEC807E}">
      <dgm:prSet/>
      <dgm:spPr/>
      <dgm:t>
        <a:bodyPr/>
        <a:lstStyle/>
        <a:p>
          <a:r>
            <a:rPr lang="zh-CN" altLang="zh-CN" dirty="0"/>
            <a:t>✅ 对比开环</a:t>
          </a:r>
          <a:r>
            <a:rPr lang="en-US" altLang="zh-CN" dirty="0"/>
            <a:t>/</a:t>
          </a:r>
          <a:r>
            <a:rPr lang="zh-CN" altLang="zh-CN" dirty="0"/>
            <a:t>闭环的工程适用场景</a:t>
          </a:r>
        </a:p>
      </dgm:t>
    </dgm:pt>
    <dgm:pt modelId="{816E6A29-F5B1-4A31-9C6E-FD76CE71F73D}" type="parTrans" cxnId="{841FD106-24F0-4FCD-9869-CE86390BB8B1}">
      <dgm:prSet/>
      <dgm:spPr/>
      <dgm:t>
        <a:bodyPr/>
        <a:lstStyle/>
        <a:p>
          <a:endParaRPr lang="zh-CN" altLang="en-US"/>
        </a:p>
      </dgm:t>
    </dgm:pt>
    <dgm:pt modelId="{5E67F8F0-EEA0-43BB-909A-8C8554F9220C}" type="sibTrans" cxnId="{841FD106-24F0-4FCD-9869-CE86390BB8B1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5" custLinFactNeighborX="7821" custLinFactNeighborY="-41997">
        <dgm:presLayoutVars>
          <dgm:chMax val="0"/>
          <dgm:bulletEnabled val="1"/>
        </dgm:presLayoutVars>
      </dgm:prSet>
      <dgm:spPr/>
    </dgm:pt>
    <dgm:pt modelId="{4A327A8B-3861-4DE6-82ED-67A979ED5110}" type="pres">
      <dgm:prSet presAssocID="{0DC89421-7892-4BB5-8A47-F6705D342A56}" presName="spacer" presStyleCnt="0"/>
      <dgm:spPr/>
    </dgm:pt>
    <dgm:pt modelId="{6224525C-85D4-4D2B-A565-5A1C72E6A698}" type="pres">
      <dgm:prSet presAssocID="{E6043D4F-20FF-414D-ADFE-9FDCBF601FC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74615A0-995F-48A4-A3DD-A5E9F9687C6B}" type="pres">
      <dgm:prSet presAssocID="{4B1CD556-A25B-433E-8DF2-C437AB8B7C6E}" presName="spacer" presStyleCnt="0"/>
      <dgm:spPr/>
    </dgm:pt>
    <dgm:pt modelId="{C0A9963D-24DB-4B7D-88E1-32B87476A28C}" type="pres">
      <dgm:prSet presAssocID="{353FBF9D-246C-456F-BDA6-F8ED5F72CA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2AC3ED-1078-4215-BCE8-D5FD569FA36A}" type="pres">
      <dgm:prSet presAssocID="{B1D6B748-20EF-4701-B787-FAE30A2B9211}" presName="spacer" presStyleCnt="0"/>
      <dgm:spPr/>
    </dgm:pt>
    <dgm:pt modelId="{D080279A-97F9-4D7A-BF63-4D9811D73D3F}" type="pres">
      <dgm:prSet presAssocID="{17BD0859-A4C0-4B68-9883-8397CDC699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6DC6CFF-BA44-484B-AD77-579F534F6C86}" type="pres">
      <dgm:prSet presAssocID="{E214B1D6-DE8C-48E2-AC27-821E14D5DB43}" presName="spacer" presStyleCnt="0"/>
      <dgm:spPr/>
    </dgm:pt>
    <dgm:pt modelId="{F91D5370-2F5F-45A7-B7B4-0695A16929FB}" type="pres">
      <dgm:prSet presAssocID="{31C415CA-98F8-4E05-AA02-B647BBEC807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41FD106-24F0-4FCD-9869-CE86390BB8B1}" srcId="{8CD2E5DB-863B-4C72-909B-8B419B7117A4}" destId="{31C415CA-98F8-4E05-AA02-B647BBEC807E}" srcOrd="4" destOrd="0" parTransId="{816E6A29-F5B1-4A31-9C6E-FD76CE71F73D}" sibTransId="{5E67F8F0-EEA0-43BB-909A-8C8554F9220C}"/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A4F9FA20-7DAF-4281-A0A1-377D2204133B}" srcId="{8CD2E5DB-863B-4C72-909B-8B419B7117A4}" destId="{353FBF9D-246C-456F-BDA6-F8ED5F72CAE4}" srcOrd="2" destOrd="0" parTransId="{8E80C101-7A67-4531-9141-F7EF64B05418}" sibTransId="{B1D6B748-20EF-4701-B787-FAE30A2B9211}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AF6D7F6E-E3D6-4DBF-847B-121C72966545}" type="presOf" srcId="{E6043D4F-20FF-414D-ADFE-9FDCBF601FC9}" destId="{6224525C-85D4-4D2B-A565-5A1C72E6A698}" srcOrd="0" destOrd="0" presId="urn:microsoft.com/office/officeart/2005/8/layout/vList2"/>
    <dgm:cxn modelId="{61D23F4F-BC2D-4054-8987-EC33DA793EB9}" srcId="{8CD2E5DB-863B-4C72-909B-8B419B7117A4}" destId="{17BD0859-A4C0-4B68-9883-8397CDC69972}" srcOrd="3" destOrd="0" parTransId="{D996A19A-01A1-4AF8-A37A-0E48F3918671}" sibTransId="{E214B1D6-DE8C-48E2-AC27-821E14D5DB43}"/>
    <dgm:cxn modelId="{5504584F-A536-424B-80D1-7243285B76C8}" type="presOf" srcId="{17BD0859-A4C0-4B68-9883-8397CDC69972}" destId="{D080279A-97F9-4D7A-BF63-4D9811D73D3F}" srcOrd="0" destOrd="0" presId="urn:microsoft.com/office/officeart/2005/8/layout/vList2"/>
    <dgm:cxn modelId="{31EE27B3-6661-4B36-A5EE-60C4B6F08A9A}" type="presOf" srcId="{353FBF9D-246C-456F-BDA6-F8ED5F72CAE4}" destId="{C0A9963D-24DB-4B7D-88E1-32B87476A28C}" srcOrd="0" destOrd="0" presId="urn:microsoft.com/office/officeart/2005/8/layout/vList2"/>
    <dgm:cxn modelId="{4C0F66D0-A943-46F2-973A-841F0013AB30}" type="presOf" srcId="{31C415CA-98F8-4E05-AA02-B647BBEC807E}" destId="{F91D5370-2F5F-45A7-B7B4-0695A16929FB}" srcOrd="0" destOrd="0" presId="urn:microsoft.com/office/officeart/2005/8/layout/vList2"/>
    <dgm:cxn modelId="{D9923DD8-4C9B-453E-A05C-92C9CDB6A4E4}" srcId="{8CD2E5DB-863B-4C72-909B-8B419B7117A4}" destId="{E6043D4F-20FF-414D-ADFE-9FDCBF601FC9}" srcOrd="1" destOrd="0" parTransId="{B476F333-8B11-4F7C-965D-2ACDA20A49FD}" sibTransId="{4B1CD556-A25B-433E-8DF2-C437AB8B7C6E}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B1EC3B70-F5C2-4DB0-AD1E-C5F0BA2CA0C9}" type="presParOf" srcId="{6BAECC41-F701-41E2-ADAF-5F31946C0A81}" destId="{4A327A8B-3861-4DE6-82ED-67A979ED5110}" srcOrd="1" destOrd="0" presId="urn:microsoft.com/office/officeart/2005/8/layout/vList2"/>
    <dgm:cxn modelId="{567D61B0-EEA3-433E-A022-062D3DAD75E8}" type="presParOf" srcId="{6BAECC41-F701-41E2-ADAF-5F31946C0A81}" destId="{6224525C-85D4-4D2B-A565-5A1C72E6A698}" srcOrd="2" destOrd="0" presId="urn:microsoft.com/office/officeart/2005/8/layout/vList2"/>
    <dgm:cxn modelId="{D49872E4-7FE4-4067-8137-2D9D038C733D}" type="presParOf" srcId="{6BAECC41-F701-41E2-ADAF-5F31946C0A81}" destId="{F74615A0-995F-48A4-A3DD-A5E9F9687C6B}" srcOrd="3" destOrd="0" presId="urn:microsoft.com/office/officeart/2005/8/layout/vList2"/>
    <dgm:cxn modelId="{3CAA62BD-79FD-446E-B2CB-2C392321887F}" type="presParOf" srcId="{6BAECC41-F701-41E2-ADAF-5F31946C0A81}" destId="{C0A9963D-24DB-4B7D-88E1-32B87476A28C}" srcOrd="4" destOrd="0" presId="urn:microsoft.com/office/officeart/2005/8/layout/vList2"/>
    <dgm:cxn modelId="{B2293C1E-B2AC-4781-A4AF-715274FB421F}" type="presParOf" srcId="{6BAECC41-F701-41E2-ADAF-5F31946C0A81}" destId="{CC2AC3ED-1078-4215-BCE8-D5FD569FA36A}" srcOrd="5" destOrd="0" presId="urn:microsoft.com/office/officeart/2005/8/layout/vList2"/>
    <dgm:cxn modelId="{CF7FEAF5-DBDA-4E55-A4C9-A37F9E1BE2C0}" type="presParOf" srcId="{6BAECC41-F701-41E2-ADAF-5F31946C0A81}" destId="{D080279A-97F9-4D7A-BF63-4D9811D73D3F}" srcOrd="6" destOrd="0" presId="urn:microsoft.com/office/officeart/2005/8/layout/vList2"/>
    <dgm:cxn modelId="{B3A79E23-48A1-4247-9D16-A83B975AF54F}" type="presParOf" srcId="{6BAECC41-F701-41E2-ADAF-5F31946C0A81}" destId="{A6DC6CFF-BA44-484B-AD77-579F534F6C86}" srcOrd="7" destOrd="0" presId="urn:microsoft.com/office/officeart/2005/8/layout/vList2"/>
    <dgm:cxn modelId="{AD4639CC-26C4-4DA5-AC13-962AEF5855D3}" type="presParOf" srcId="{6BAECC41-F701-41E2-ADAF-5F31946C0A81}" destId="{F91D5370-2F5F-45A7-B7B4-0695A16929F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B371EA-4A8B-4C58-8E32-0C5B8B2A523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18F9A8C-294E-44AC-8D48-00BE9214A5CE}">
      <dgm:prSet custT="1"/>
      <dgm:spPr/>
      <dgm:t>
        <a:bodyPr/>
        <a:lstStyle/>
        <a:p>
          <a:r>
            <a:rPr lang="zh-CN" altLang="en-US" sz="2400" b="1" dirty="0"/>
            <a:t>开环控制适用场景​</a:t>
          </a:r>
          <a:endParaRPr lang="zh-CN" altLang="en-US" sz="2400" dirty="0"/>
        </a:p>
      </dgm:t>
    </dgm:pt>
    <dgm:pt modelId="{91763FF1-B0BE-43D8-8BE9-F823BCC13E15}" type="parTrans" cxnId="{E55A7A1E-9F24-4FC7-A86B-F147CE4E4F96}">
      <dgm:prSet/>
      <dgm:spPr/>
      <dgm:t>
        <a:bodyPr/>
        <a:lstStyle/>
        <a:p>
          <a:endParaRPr lang="zh-CN" altLang="en-US"/>
        </a:p>
      </dgm:t>
    </dgm:pt>
    <dgm:pt modelId="{0010B110-92AF-4CB8-A0DE-99A82B269B95}" type="sibTrans" cxnId="{E55A7A1E-9F24-4FC7-A86B-F147CE4E4F96}">
      <dgm:prSet/>
      <dgm:spPr/>
      <dgm:t>
        <a:bodyPr/>
        <a:lstStyle/>
        <a:p>
          <a:endParaRPr lang="zh-CN" altLang="en-US"/>
        </a:p>
      </dgm:t>
    </dgm:pt>
    <dgm:pt modelId="{C4760CD9-EEB6-48F1-98D9-6DA76413C0CC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理想条件</a:t>
          </a:r>
          <a:r>
            <a:rPr lang="zh-CN" dirty="0"/>
            <a:t>​：扰动可忽略、模型精确（如</a:t>
          </a:r>
          <a:r>
            <a:rPr lang="zh-CN" i="1" dirty="0"/>
            <a:t>“扰动小、模型精确、精度要求不高”</a:t>
          </a:r>
          <a:r>
            <a:rPr lang="zh-CN" dirty="0"/>
            <a:t>）</a:t>
          </a:r>
        </a:p>
      </dgm:t>
    </dgm:pt>
    <dgm:pt modelId="{4BDB2F17-AEAB-44E9-892D-54FBFDDA63B8}" type="parTrans" cxnId="{EFAA6C38-9FB9-4865-9688-1E904783C5FE}">
      <dgm:prSet/>
      <dgm:spPr/>
      <dgm:t>
        <a:bodyPr/>
        <a:lstStyle/>
        <a:p>
          <a:endParaRPr lang="zh-CN" altLang="en-US"/>
        </a:p>
      </dgm:t>
    </dgm:pt>
    <dgm:pt modelId="{63C299A4-F379-4DAB-B64E-9CB00F44383A}" type="sibTrans" cxnId="{EFAA6C38-9FB9-4865-9688-1E904783C5FE}">
      <dgm:prSet/>
      <dgm:spPr/>
      <dgm:t>
        <a:bodyPr/>
        <a:lstStyle/>
        <a:p>
          <a:endParaRPr lang="zh-CN" altLang="en-US"/>
        </a:p>
      </dgm:t>
    </dgm:pt>
    <dgm:pt modelId="{207C48F0-7DCC-4BD5-8171-1A734D9A36CE}">
      <dgm:prSet/>
      <dgm:spPr/>
      <dgm:t>
        <a:bodyPr/>
        <a:lstStyle/>
        <a:p>
          <a:r>
            <a:rPr lang="zh-CN" b="1" dirty="0"/>
            <a:t>实例</a:t>
          </a:r>
          <a:r>
            <a:rPr lang="en-US" b="1" dirty="0"/>
            <a:t>1</a:t>
          </a:r>
          <a:r>
            <a:rPr lang="zh-CN" dirty="0"/>
            <a:t>​：恒温烤箱定时加热（温度波动</a:t>
          </a:r>
          <a:r>
            <a:rPr lang="en-US" dirty="0"/>
            <a:t>&lt;±1℃</a:t>
          </a:r>
          <a:r>
            <a:rPr lang="zh-CN" dirty="0"/>
            <a:t>，无外部干扰）</a:t>
          </a:r>
        </a:p>
      </dgm:t>
    </dgm:pt>
    <dgm:pt modelId="{DA733EBA-3E42-4738-9075-8875299F3119}" type="parTrans" cxnId="{48A5386C-C21B-4885-A1C5-E31F36A85A71}">
      <dgm:prSet/>
      <dgm:spPr/>
      <dgm:t>
        <a:bodyPr/>
        <a:lstStyle/>
        <a:p>
          <a:endParaRPr lang="zh-CN" altLang="en-US"/>
        </a:p>
      </dgm:t>
    </dgm:pt>
    <dgm:pt modelId="{29755D85-254C-458D-AC4B-DD44B40E6DBE}" type="sibTrans" cxnId="{48A5386C-C21B-4885-A1C5-E31F36A85A71}">
      <dgm:prSet/>
      <dgm:spPr/>
      <dgm:t>
        <a:bodyPr/>
        <a:lstStyle/>
        <a:p>
          <a:endParaRPr lang="zh-CN" altLang="en-US"/>
        </a:p>
      </dgm:t>
    </dgm:pt>
    <dgm:pt modelId="{D5C59BEB-33D1-486B-A7C2-0A897FFA3553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实例</a:t>
          </a:r>
          <a:r>
            <a:rPr lang="en-US" b="1" dirty="0"/>
            <a:t>2</a:t>
          </a:r>
          <a:r>
            <a:rPr lang="zh-CN" dirty="0"/>
            <a:t>​：流水线传送带启停控制（负载恒定、速度无精度要求）</a:t>
          </a:r>
        </a:p>
      </dgm:t>
    </dgm:pt>
    <dgm:pt modelId="{2C2590E4-94BA-420B-8473-FC95D8D5F2FF}" type="parTrans" cxnId="{EEEFA11E-C0BB-43BB-B66B-9F75C0454771}">
      <dgm:prSet/>
      <dgm:spPr/>
      <dgm:t>
        <a:bodyPr/>
        <a:lstStyle/>
        <a:p>
          <a:endParaRPr lang="zh-CN" altLang="en-US"/>
        </a:p>
      </dgm:t>
    </dgm:pt>
    <dgm:pt modelId="{B2F65678-9BD4-42A9-A0CA-B2508ABB3AD1}" type="sibTrans" cxnId="{EEEFA11E-C0BB-43BB-B66B-9F75C0454771}">
      <dgm:prSet/>
      <dgm:spPr/>
      <dgm:t>
        <a:bodyPr/>
        <a:lstStyle/>
        <a:p>
          <a:endParaRPr lang="zh-CN" altLang="en-US"/>
        </a:p>
      </dgm:t>
    </dgm:pt>
    <dgm:pt modelId="{3C027292-F8AF-4811-BE3D-CD4D6BFB8056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成本敏感场景</a:t>
          </a:r>
          <a:r>
            <a:rPr lang="zh-CN" dirty="0"/>
            <a:t>​：</a:t>
          </a:r>
        </a:p>
      </dgm:t>
    </dgm:pt>
    <dgm:pt modelId="{EBC8CF6E-BC3D-410F-AC23-6B8DEDE0AFE1}" type="parTrans" cxnId="{2FD469D5-68FE-45F3-AB14-0A1B0A14B257}">
      <dgm:prSet/>
      <dgm:spPr/>
      <dgm:t>
        <a:bodyPr/>
        <a:lstStyle/>
        <a:p>
          <a:endParaRPr lang="zh-CN" altLang="en-US"/>
        </a:p>
      </dgm:t>
    </dgm:pt>
    <dgm:pt modelId="{FB24690A-6A7D-4E98-BDD3-1D8EC83F4E13}" type="sibTrans" cxnId="{2FD469D5-68FE-45F3-AB14-0A1B0A14B257}">
      <dgm:prSet/>
      <dgm:spPr/>
      <dgm:t>
        <a:bodyPr/>
        <a:lstStyle/>
        <a:p>
          <a:endParaRPr lang="zh-CN" altLang="en-US"/>
        </a:p>
      </dgm:t>
    </dgm:pt>
    <dgm:pt modelId="{079F3484-F994-47E2-A1B7-E742DC189C68}">
      <dgm:prSet/>
      <dgm:spPr/>
      <dgm:t>
        <a:bodyPr/>
        <a:lstStyle/>
        <a:p>
          <a:r>
            <a:rPr lang="zh-CN" dirty="0"/>
            <a:t>低功耗设备（如太阳能路灯定时开关）</a:t>
          </a:r>
        </a:p>
      </dgm:t>
    </dgm:pt>
    <dgm:pt modelId="{9FF00F6A-9AB4-4D79-B358-7C4D86815269}" type="parTrans" cxnId="{4201E1C2-F99E-44BD-9A73-23D297339C47}">
      <dgm:prSet/>
      <dgm:spPr/>
      <dgm:t>
        <a:bodyPr/>
        <a:lstStyle/>
        <a:p>
          <a:endParaRPr lang="zh-CN" altLang="en-US"/>
        </a:p>
      </dgm:t>
    </dgm:pt>
    <dgm:pt modelId="{92D2E4E8-75FF-4CB9-8E25-4FD0C2017314}" type="sibTrans" cxnId="{4201E1C2-F99E-44BD-9A73-23D297339C47}">
      <dgm:prSet/>
      <dgm:spPr/>
      <dgm:t>
        <a:bodyPr/>
        <a:lstStyle/>
        <a:p>
          <a:endParaRPr lang="zh-CN" altLang="en-US"/>
        </a:p>
      </dgm:t>
    </dgm:pt>
    <dgm:pt modelId="{6A2797C8-C4F4-403D-A227-80AB9F91993B}">
      <dgm:prSet/>
      <dgm:spPr/>
      <dgm:t>
        <a:bodyPr/>
        <a:lstStyle/>
        <a:p>
          <a:r>
            <a:rPr lang="zh-CN" dirty="0"/>
            <a:t>大规模量产简单产品（如玩具电机固定转速驱动）</a:t>
          </a:r>
        </a:p>
      </dgm:t>
    </dgm:pt>
    <dgm:pt modelId="{F45889A6-D4E6-47F6-9F03-B589C16A4A62}" type="parTrans" cxnId="{889E8B01-F891-4D51-9245-32C5C5C829CB}">
      <dgm:prSet/>
      <dgm:spPr/>
      <dgm:t>
        <a:bodyPr/>
        <a:lstStyle/>
        <a:p>
          <a:endParaRPr lang="zh-CN" altLang="en-US"/>
        </a:p>
      </dgm:t>
    </dgm:pt>
    <dgm:pt modelId="{6F7D038D-D378-4E4F-A160-7D6B755B84E2}" type="sibTrans" cxnId="{889E8B01-F891-4D51-9245-32C5C5C829CB}">
      <dgm:prSet/>
      <dgm:spPr/>
      <dgm:t>
        <a:bodyPr/>
        <a:lstStyle/>
        <a:p>
          <a:endParaRPr lang="zh-CN" altLang="en-US"/>
        </a:p>
      </dgm:t>
    </dgm:pt>
    <dgm:pt modelId="{3166EFC2-1BCA-4C94-9276-C4BA71A7D7C0}">
      <dgm:prSet custT="1"/>
      <dgm:spPr/>
      <dgm:t>
        <a:bodyPr/>
        <a:lstStyle/>
        <a:p>
          <a:r>
            <a:rPr lang="zh-CN" altLang="en-US" sz="2400" b="1" dirty="0"/>
            <a:t>​闭环控制适用场景​</a:t>
          </a:r>
          <a:endParaRPr lang="zh-CN" altLang="en-US" sz="2400" dirty="0"/>
        </a:p>
      </dgm:t>
    </dgm:pt>
    <dgm:pt modelId="{540AB8DD-AA13-4382-A58F-640B00A3CEB0}" type="parTrans" cxnId="{65467430-19CB-4C3F-8CE7-62660872929A}">
      <dgm:prSet/>
      <dgm:spPr/>
      <dgm:t>
        <a:bodyPr/>
        <a:lstStyle/>
        <a:p>
          <a:endParaRPr lang="zh-CN" altLang="en-US"/>
        </a:p>
      </dgm:t>
    </dgm:pt>
    <dgm:pt modelId="{A0E0ECC4-670F-431C-9136-FA277DDB4B97}" type="sibTrans" cxnId="{65467430-19CB-4C3F-8CE7-62660872929A}">
      <dgm:prSet/>
      <dgm:spPr/>
      <dgm:t>
        <a:bodyPr/>
        <a:lstStyle/>
        <a:p>
          <a:endParaRPr lang="zh-CN" altLang="en-US"/>
        </a:p>
      </dgm:t>
    </dgm:pt>
    <dgm:pt modelId="{038C0D92-D22B-4A67-BDC9-FEF83F0DCE89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动态环境</a:t>
          </a:r>
          <a:r>
            <a:rPr lang="zh-CN" dirty="0"/>
            <a:t>​：存在不可预测扰动（</a:t>
          </a:r>
          <a:r>
            <a:rPr lang="zh-CN" altLang="en-US" dirty="0"/>
            <a:t>如</a:t>
          </a:r>
          <a:r>
            <a:rPr lang="zh-CN" i="1" dirty="0"/>
            <a:t>“负载变化、风阻、摩擦力”</a:t>
          </a:r>
          <a:r>
            <a:rPr lang="zh-CN" dirty="0"/>
            <a:t>）</a:t>
          </a:r>
        </a:p>
      </dgm:t>
    </dgm:pt>
    <dgm:pt modelId="{D2E0B453-6443-4CB1-8890-C848873B36B1}" type="parTrans" cxnId="{4F37C15A-E60D-4C9C-A42C-A04B7F12FF9F}">
      <dgm:prSet/>
      <dgm:spPr/>
      <dgm:t>
        <a:bodyPr/>
        <a:lstStyle/>
        <a:p>
          <a:endParaRPr lang="zh-CN" altLang="en-US"/>
        </a:p>
      </dgm:t>
    </dgm:pt>
    <dgm:pt modelId="{0C7A7899-F120-43FE-8225-BE25D6A793F3}" type="sibTrans" cxnId="{4F37C15A-E60D-4C9C-A42C-A04B7F12FF9F}">
      <dgm:prSet/>
      <dgm:spPr/>
      <dgm:t>
        <a:bodyPr/>
        <a:lstStyle/>
        <a:p>
          <a:endParaRPr lang="zh-CN" altLang="en-US"/>
        </a:p>
      </dgm:t>
    </dgm:pt>
    <dgm:pt modelId="{C8255137-8E29-47B1-A45D-1DA05D71B141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实例</a:t>
          </a:r>
          <a:r>
            <a:rPr lang="en-US" b="1" dirty="0"/>
            <a:t>1</a:t>
          </a:r>
          <a:r>
            <a:rPr lang="zh-CN" dirty="0"/>
            <a:t>​：电动汽车巡航控制（坡度变化需实时调整电机扭矩）</a:t>
          </a:r>
        </a:p>
      </dgm:t>
    </dgm:pt>
    <dgm:pt modelId="{33A27BA4-E1B4-4E55-8D73-47DAB884667B}" type="parTrans" cxnId="{423BCFEA-331F-4782-A044-466D72463263}">
      <dgm:prSet/>
      <dgm:spPr/>
      <dgm:t>
        <a:bodyPr/>
        <a:lstStyle/>
        <a:p>
          <a:endParaRPr lang="zh-CN" altLang="en-US"/>
        </a:p>
      </dgm:t>
    </dgm:pt>
    <dgm:pt modelId="{370D2F97-95AF-4969-A1D6-E657BB61D5A7}" type="sibTrans" cxnId="{423BCFEA-331F-4782-A044-466D72463263}">
      <dgm:prSet/>
      <dgm:spPr/>
      <dgm:t>
        <a:bodyPr/>
        <a:lstStyle/>
        <a:p>
          <a:endParaRPr lang="zh-CN" altLang="en-US"/>
        </a:p>
      </dgm:t>
    </dgm:pt>
    <dgm:pt modelId="{9F4F42E4-74F0-4E0A-9900-BA7E653FF9F1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实例</a:t>
          </a:r>
          <a:r>
            <a:rPr lang="en-US" b="1" dirty="0"/>
            <a:t>2</a:t>
          </a:r>
          <a:r>
            <a:rPr lang="zh-CN" dirty="0"/>
            <a:t>​：工业机器人精准定位（文档</a:t>
          </a:r>
          <a:r>
            <a:rPr lang="en-US" dirty="0"/>
            <a:t>1</a:t>
          </a:r>
          <a:r>
            <a:rPr lang="zh-CN" dirty="0"/>
            <a:t>的电机位置控制，需编码器反馈）</a:t>
          </a:r>
        </a:p>
      </dgm:t>
    </dgm:pt>
    <dgm:pt modelId="{A7EC09C2-F258-4059-9983-A8F390CE6901}" type="parTrans" cxnId="{2C0DCFF9-5481-497A-BD71-95BBF9CCAA05}">
      <dgm:prSet/>
      <dgm:spPr/>
      <dgm:t>
        <a:bodyPr/>
        <a:lstStyle/>
        <a:p>
          <a:endParaRPr lang="zh-CN" altLang="en-US"/>
        </a:p>
      </dgm:t>
    </dgm:pt>
    <dgm:pt modelId="{3F435F47-D42E-4A7A-A970-E9A043AFAF37}" type="sibTrans" cxnId="{2C0DCFF9-5481-497A-BD71-95BBF9CCAA05}">
      <dgm:prSet/>
      <dgm:spPr/>
      <dgm:t>
        <a:bodyPr/>
        <a:lstStyle/>
        <a:p>
          <a:endParaRPr lang="zh-CN" altLang="en-US"/>
        </a:p>
      </dgm:t>
    </dgm:pt>
    <dgm:pt modelId="{B7FB66C1-93D3-4445-BB45-4984C923DBF7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高精度需求</a:t>
          </a:r>
          <a:r>
            <a:rPr lang="zh-CN" dirty="0"/>
            <a:t>​：</a:t>
          </a:r>
        </a:p>
      </dgm:t>
    </dgm:pt>
    <dgm:pt modelId="{3B93B7F3-2194-4F96-861E-84976AC2283B}" type="parTrans" cxnId="{F169AC96-CD40-425F-A7D8-C99E5C9FA491}">
      <dgm:prSet/>
      <dgm:spPr/>
      <dgm:t>
        <a:bodyPr/>
        <a:lstStyle/>
        <a:p>
          <a:endParaRPr lang="zh-CN" altLang="en-US"/>
        </a:p>
      </dgm:t>
    </dgm:pt>
    <dgm:pt modelId="{076C9BB5-2137-40EA-BB3F-D871C87EBBF2}" type="sibTrans" cxnId="{F169AC96-CD40-425F-A7D8-C99E5C9FA491}">
      <dgm:prSet/>
      <dgm:spPr/>
      <dgm:t>
        <a:bodyPr/>
        <a:lstStyle/>
        <a:p>
          <a:endParaRPr lang="zh-CN" altLang="en-US"/>
        </a:p>
      </dgm:t>
    </dgm:pt>
    <dgm:pt modelId="{782B20EC-8EB9-4471-81B1-9A6AB8C34992}">
      <dgm:prSet/>
      <dgm:spPr/>
      <dgm:t>
        <a:bodyPr/>
        <a:lstStyle/>
        <a:p>
          <a:r>
            <a:rPr lang="zh-CN" dirty="0"/>
            <a:t>医疗设备（如胰岛素泵流量控制）</a:t>
          </a:r>
        </a:p>
      </dgm:t>
    </dgm:pt>
    <dgm:pt modelId="{F6CCFE2C-441B-483A-A5F1-3C2571171836}" type="parTrans" cxnId="{61FC231A-A4AC-4452-949F-45E7B5CEC702}">
      <dgm:prSet/>
      <dgm:spPr/>
      <dgm:t>
        <a:bodyPr/>
        <a:lstStyle/>
        <a:p>
          <a:endParaRPr lang="zh-CN" altLang="en-US"/>
        </a:p>
      </dgm:t>
    </dgm:pt>
    <dgm:pt modelId="{F4709E96-435B-4402-99A7-37D7A337F53D}" type="sibTrans" cxnId="{61FC231A-A4AC-4452-949F-45E7B5CEC702}">
      <dgm:prSet/>
      <dgm:spPr/>
      <dgm:t>
        <a:bodyPr/>
        <a:lstStyle/>
        <a:p>
          <a:endParaRPr lang="zh-CN" altLang="en-US"/>
        </a:p>
      </dgm:t>
    </dgm:pt>
    <dgm:pt modelId="{72756506-1EBF-4E7A-B49F-5CF3DB9A4D1F}">
      <dgm:prSet/>
      <dgm:spPr/>
      <dgm:t>
        <a:bodyPr/>
        <a:lstStyle/>
        <a:p>
          <a:r>
            <a:rPr lang="zh-CN" dirty="0"/>
            <a:t>航空航天（无人机姿态稳定，依赖</a:t>
          </a:r>
          <a:r>
            <a:rPr lang="en-US" dirty="0"/>
            <a:t>IMU</a:t>
          </a:r>
          <a:r>
            <a:rPr lang="zh-CN" dirty="0"/>
            <a:t>传感器反馈）</a:t>
          </a:r>
        </a:p>
      </dgm:t>
    </dgm:pt>
    <dgm:pt modelId="{767E55E4-190F-45FA-B463-D665213B1FC6}" type="parTrans" cxnId="{A64F45ED-0E23-4DD9-8DCC-C90307803C2B}">
      <dgm:prSet/>
      <dgm:spPr/>
      <dgm:t>
        <a:bodyPr/>
        <a:lstStyle/>
        <a:p>
          <a:endParaRPr lang="zh-CN" altLang="en-US"/>
        </a:p>
      </dgm:t>
    </dgm:pt>
    <dgm:pt modelId="{E826BC4F-4939-41EA-9F64-4D0EF1EED039}" type="sibTrans" cxnId="{A64F45ED-0E23-4DD9-8DCC-C90307803C2B}">
      <dgm:prSet/>
      <dgm:spPr/>
      <dgm:t>
        <a:bodyPr/>
        <a:lstStyle/>
        <a:p>
          <a:endParaRPr lang="zh-CN" altLang="en-US"/>
        </a:p>
      </dgm:t>
    </dgm:pt>
    <dgm:pt modelId="{FA6005CF-E108-4890-A4A2-96BCAADF94A9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长周期可靠性</a:t>
          </a:r>
          <a:r>
            <a:rPr lang="zh-CN" dirty="0"/>
            <a:t>​：</a:t>
          </a:r>
        </a:p>
      </dgm:t>
    </dgm:pt>
    <dgm:pt modelId="{5B870DEB-A2A0-483E-A3BE-59FE72D1664D}" type="parTrans" cxnId="{B7B03C22-2A6A-4E01-AF5A-012971C0E46F}">
      <dgm:prSet/>
      <dgm:spPr/>
      <dgm:t>
        <a:bodyPr/>
        <a:lstStyle/>
        <a:p>
          <a:endParaRPr lang="zh-CN" altLang="en-US"/>
        </a:p>
      </dgm:t>
    </dgm:pt>
    <dgm:pt modelId="{9DC79A12-54F2-45A6-A52B-1B7E759CBB35}" type="sibTrans" cxnId="{B7B03C22-2A6A-4E01-AF5A-012971C0E46F}">
      <dgm:prSet/>
      <dgm:spPr/>
      <dgm:t>
        <a:bodyPr/>
        <a:lstStyle/>
        <a:p>
          <a:endParaRPr lang="zh-CN" altLang="en-US"/>
        </a:p>
      </dgm:t>
    </dgm:pt>
    <dgm:pt modelId="{9C96C473-0AD7-43F0-B0C1-309A557E26FF}">
      <dgm:prSet/>
      <dgm:spPr/>
      <dgm:t>
        <a:bodyPr/>
        <a:lstStyle/>
        <a:p>
          <a:r>
            <a:rPr lang="zh-CN" dirty="0"/>
            <a:t>电网电压调节（应对负载波动和线路老化）</a:t>
          </a:r>
        </a:p>
      </dgm:t>
    </dgm:pt>
    <dgm:pt modelId="{C9826D92-2639-4865-A8F2-91D9DBA8BAF7}" type="parTrans" cxnId="{A065D3AF-9F78-47D1-BD6B-2DF49F589918}">
      <dgm:prSet/>
      <dgm:spPr/>
      <dgm:t>
        <a:bodyPr/>
        <a:lstStyle/>
        <a:p>
          <a:endParaRPr lang="zh-CN" altLang="en-US"/>
        </a:p>
      </dgm:t>
    </dgm:pt>
    <dgm:pt modelId="{816A1441-92E0-4296-85DA-797C0B81BDE6}" type="sibTrans" cxnId="{A065D3AF-9F78-47D1-BD6B-2DF49F589918}">
      <dgm:prSet/>
      <dgm:spPr/>
      <dgm:t>
        <a:bodyPr/>
        <a:lstStyle/>
        <a:p>
          <a:endParaRPr lang="zh-CN" altLang="en-US"/>
        </a:p>
      </dgm:t>
    </dgm:pt>
    <dgm:pt modelId="{A182A8C4-EF2D-4E89-B5C4-FD01367D1440}" type="pres">
      <dgm:prSet presAssocID="{64B371EA-4A8B-4C58-8E32-0C5B8B2A5233}" presName="Name0" presStyleCnt="0">
        <dgm:presLayoutVars>
          <dgm:dir/>
          <dgm:animLvl val="lvl"/>
          <dgm:resizeHandles val="exact"/>
        </dgm:presLayoutVars>
      </dgm:prSet>
      <dgm:spPr/>
    </dgm:pt>
    <dgm:pt modelId="{8D424B7F-10FD-4DE0-9200-BDEC979F8D82}" type="pres">
      <dgm:prSet presAssocID="{418F9A8C-294E-44AC-8D48-00BE9214A5CE}" presName="linNode" presStyleCnt="0"/>
      <dgm:spPr/>
    </dgm:pt>
    <dgm:pt modelId="{1962A071-8186-444D-B30D-BE808B08F121}" type="pres">
      <dgm:prSet presAssocID="{418F9A8C-294E-44AC-8D48-00BE9214A5CE}" presName="parentText" presStyleLbl="node1" presStyleIdx="0" presStyleCnt="2" custScaleX="52812">
        <dgm:presLayoutVars>
          <dgm:chMax val="1"/>
          <dgm:bulletEnabled val="1"/>
        </dgm:presLayoutVars>
      </dgm:prSet>
      <dgm:spPr/>
    </dgm:pt>
    <dgm:pt modelId="{D7A3863B-71F6-4532-9603-B11483825FEE}" type="pres">
      <dgm:prSet presAssocID="{418F9A8C-294E-44AC-8D48-00BE9214A5CE}" presName="descendantText" presStyleLbl="alignAccFollowNode1" presStyleIdx="0" presStyleCnt="2" custScaleX="121541">
        <dgm:presLayoutVars>
          <dgm:bulletEnabled val="1"/>
        </dgm:presLayoutVars>
      </dgm:prSet>
      <dgm:spPr/>
    </dgm:pt>
    <dgm:pt modelId="{B3FCD33B-02E8-4720-8537-F65775C8F996}" type="pres">
      <dgm:prSet presAssocID="{0010B110-92AF-4CB8-A0DE-99A82B269B95}" presName="sp" presStyleCnt="0"/>
      <dgm:spPr/>
    </dgm:pt>
    <dgm:pt modelId="{17F990D1-F50A-4A99-84BB-E60FC751414A}" type="pres">
      <dgm:prSet presAssocID="{3166EFC2-1BCA-4C94-9276-C4BA71A7D7C0}" presName="linNode" presStyleCnt="0"/>
      <dgm:spPr/>
    </dgm:pt>
    <dgm:pt modelId="{09F02BA4-11E0-4AAD-A569-4CE4D31C2706}" type="pres">
      <dgm:prSet presAssocID="{3166EFC2-1BCA-4C94-9276-C4BA71A7D7C0}" presName="parentText" presStyleLbl="node1" presStyleIdx="1" presStyleCnt="2" custScaleX="52812">
        <dgm:presLayoutVars>
          <dgm:chMax val="1"/>
          <dgm:bulletEnabled val="1"/>
        </dgm:presLayoutVars>
      </dgm:prSet>
      <dgm:spPr/>
    </dgm:pt>
    <dgm:pt modelId="{BBBFF4E3-B923-4A49-87F9-87B7EF0F481D}" type="pres">
      <dgm:prSet presAssocID="{3166EFC2-1BCA-4C94-9276-C4BA71A7D7C0}" presName="descendantText" presStyleLbl="alignAccFollowNode1" presStyleIdx="1" presStyleCnt="2" custScaleX="121541">
        <dgm:presLayoutVars>
          <dgm:bulletEnabled val="1"/>
        </dgm:presLayoutVars>
      </dgm:prSet>
      <dgm:spPr/>
    </dgm:pt>
  </dgm:ptLst>
  <dgm:cxnLst>
    <dgm:cxn modelId="{889E8B01-F891-4D51-9245-32C5C5C829CB}" srcId="{3C027292-F8AF-4811-BE3D-CD4D6BFB8056}" destId="{6A2797C8-C4F4-403D-A227-80AB9F91993B}" srcOrd="1" destOrd="0" parTransId="{F45889A6-D4E6-47F6-9F03-B589C16A4A62}" sibTransId="{6F7D038D-D378-4E4F-A160-7D6B755B84E2}"/>
    <dgm:cxn modelId="{61FC231A-A4AC-4452-949F-45E7B5CEC702}" srcId="{B7FB66C1-93D3-4445-BB45-4984C923DBF7}" destId="{782B20EC-8EB9-4471-81B1-9A6AB8C34992}" srcOrd="0" destOrd="0" parTransId="{F6CCFE2C-441B-483A-A5F1-3C2571171836}" sibTransId="{F4709E96-435B-4402-99A7-37D7A337F53D}"/>
    <dgm:cxn modelId="{E55A7A1E-9F24-4FC7-A86B-F147CE4E4F96}" srcId="{64B371EA-4A8B-4C58-8E32-0C5B8B2A5233}" destId="{418F9A8C-294E-44AC-8D48-00BE9214A5CE}" srcOrd="0" destOrd="0" parTransId="{91763FF1-B0BE-43D8-8BE9-F823BCC13E15}" sibTransId="{0010B110-92AF-4CB8-A0DE-99A82B269B95}"/>
    <dgm:cxn modelId="{EEEFA11E-C0BB-43BB-B66B-9F75C0454771}" srcId="{C4760CD9-EEB6-48F1-98D9-6DA76413C0CC}" destId="{D5C59BEB-33D1-486B-A7C2-0A897FFA3553}" srcOrd="1" destOrd="0" parTransId="{2C2590E4-94BA-420B-8473-FC95D8D5F2FF}" sibTransId="{B2F65678-9BD4-42A9-A0CA-B2508ABB3AD1}"/>
    <dgm:cxn modelId="{E6D6D61E-9307-40A6-8879-F744E6261C6B}" type="presOf" srcId="{72756506-1EBF-4E7A-B49F-5CF3DB9A4D1F}" destId="{BBBFF4E3-B923-4A49-87F9-87B7EF0F481D}" srcOrd="0" destOrd="5" presId="urn:microsoft.com/office/officeart/2005/8/layout/vList5"/>
    <dgm:cxn modelId="{85CDDB1F-80C0-41A1-9EB7-0227A0ECD29C}" type="presOf" srcId="{3166EFC2-1BCA-4C94-9276-C4BA71A7D7C0}" destId="{09F02BA4-11E0-4AAD-A569-4CE4D31C2706}" srcOrd="0" destOrd="0" presId="urn:microsoft.com/office/officeart/2005/8/layout/vList5"/>
    <dgm:cxn modelId="{B7B03C22-2A6A-4E01-AF5A-012971C0E46F}" srcId="{3166EFC2-1BCA-4C94-9276-C4BA71A7D7C0}" destId="{FA6005CF-E108-4890-A4A2-96BCAADF94A9}" srcOrd="2" destOrd="0" parTransId="{5B870DEB-A2A0-483E-A3BE-59FE72D1664D}" sibTransId="{9DC79A12-54F2-45A6-A52B-1B7E759CBB35}"/>
    <dgm:cxn modelId="{65467430-19CB-4C3F-8CE7-62660872929A}" srcId="{64B371EA-4A8B-4C58-8E32-0C5B8B2A5233}" destId="{3166EFC2-1BCA-4C94-9276-C4BA71A7D7C0}" srcOrd="1" destOrd="0" parTransId="{540AB8DD-AA13-4382-A58F-640B00A3CEB0}" sibTransId="{A0E0ECC4-670F-431C-9136-FA277DDB4B97}"/>
    <dgm:cxn modelId="{EFAA6C38-9FB9-4865-9688-1E904783C5FE}" srcId="{418F9A8C-294E-44AC-8D48-00BE9214A5CE}" destId="{C4760CD9-EEB6-48F1-98D9-6DA76413C0CC}" srcOrd="0" destOrd="0" parTransId="{4BDB2F17-AEAB-44E9-892D-54FBFDDA63B8}" sibTransId="{63C299A4-F379-4DAB-B64E-9CB00F44383A}"/>
    <dgm:cxn modelId="{8431153F-7C7F-4308-81E2-33F7C1B76AAF}" type="presOf" srcId="{207C48F0-7DCC-4BD5-8171-1A734D9A36CE}" destId="{D7A3863B-71F6-4532-9603-B11483825FEE}" srcOrd="0" destOrd="1" presId="urn:microsoft.com/office/officeart/2005/8/layout/vList5"/>
    <dgm:cxn modelId="{65DA8D3F-A0E2-4B8F-B16C-1AE39C61A05C}" type="presOf" srcId="{B7FB66C1-93D3-4445-BB45-4984C923DBF7}" destId="{BBBFF4E3-B923-4A49-87F9-87B7EF0F481D}" srcOrd="0" destOrd="3" presId="urn:microsoft.com/office/officeart/2005/8/layout/vList5"/>
    <dgm:cxn modelId="{76F57B48-0392-445D-9664-28C859956961}" type="presOf" srcId="{782B20EC-8EB9-4471-81B1-9A6AB8C34992}" destId="{BBBFF4E3-B923-4A49-87F9-87B7EF0F481D}" srcOrd="0" destOrd="4" presId="urn:microsoft.com/office/officeart/2005/8/layout/vList5"/>
    <dgm:cxn modelId="{48A5386C-C21B-4885-A1C5-E31F36A85A71}" srcId="{C4760CD9-EEB6-48F1-98D9-6DA76413C0CC}" destId="{207C48F0-7DCC-4BD5-8171-1A734D9A36CE}" srcOrd="0" destOrd="0" parTransId="{DA733EBA-3E42-4738-9075-8875299F3119}" sibTransId="{29755D85-254C-458D-AC4B-DD44B40E6DBE}"/>
    <dgm:cxn modelId="{D6772252-CEDA-48DD-81C8-C1837F64F0FB}" type="presOf" srcId="{C4760CD9-EEB6-48F1-98D9-6DA76413C0CC}" destId="{D7A3863B-71F6-4532-9603-B11483825FEE}" srcOrd="0" destOrd="0" presId="urn:microsoft.com/office/officeart/2005/8/layout/vList5"/>
    <dgm:cxn modelId="{4F37C15A-E60D-4C9C-A42C-A04B7F12FF9F}" srcId="{3166EFC2-1BCA-4C94-9276-C4BA71A7D7C0}" destId="{038C0D92-D22B-4A67-BDC9-FEF83F0DCE89}" srcOrd="0" destOrd="0" parTransId="{D2E0B453-6443-4CB1-8890-C848873B36B1}" sibTransId="{0C7A7899-F120-43FE-8225-BE25D6A793F3}"/>
    <dgm:cxn modelId="{DB13BC80-D7F1-46CB-A64B-87419F23CB5F}" type="presOf" srcId="{FA6005CF-E108-4890-A4A2-96BCAADF94A9}" destId="{BBBFF4E3-B923-4A49-87F9-87B7EF0F481D}" srcOrd="0" destOrd="6" presId="urn:microsoft.com/office/officeart/2005/8/layout/vList5"/>
    <dgm:cxn modelId="{193F0A89-489D-4CC5-BECA-8E4648ADDF6A}" type="presOf" srcId="{9C96C473-0AD7-43F0-B0C1-309A557E26FF}" destId="{BBBFF4E3-B923-4A49-87F9-87B7EF0F481D}" srcOrd="0" destOrd="7" presId="urn:microsoft.com/office/officeart/2005/8/layout/vList5"/>
    <dgm:cxn modelId="{F169AC96-CD40-425F-A7D8-C99E5C9FA491}" srcId="{3166EFC2-1BCA-4C94-9276-C4BA71A7D7C0}" destId="{B7FB66C1-93D3-4445-BB45-4984C923DBF7}" srcOrd="1" destOrd="0" parTransId="{3B93B7F3-2194-4F96-861E-84976AC2283B}" sibTransId="{076C9BB5-2137-40EA-BB3F-D871C87EBBF2}"/>
    <dgm:cxn modelId="{A6E12AAF-E589-406E-9F6E-2332F0A49FB9}" type="presOf" srcId="{3C027292-F8AF-4811-BE3D-CD4D6BFB8056}" destId="{D7A3863B-71F6-4532-9603-B11483825FEE}" srcOrd="0" destOrd="3" presId="urn:microsoft.com/office/officeart/2005/8/layout/vList5"/>
    <dgm:cxn modelId="{A065D3AF-9F78-47D1-BD6B-2DF49F589918}" srcId="{FA6005CF-E108-4890-A4A2-96BCAADF94A9}" destId="{9C96C473-0AD7-43F0-B0C1-309A557E26FF}" srcOrd="0" destOrd="0" parTransId="{C9826D92-2639-4865-A8F2-91D9DBA8BAF7}" sibTransId="{816A1441-92E0-4296-85DA-797C0B81BDE6}"/>
    <dgm:cxn modelId="{290C90B7-5EF9-404F-96FE-71469593284C}" type="presOf" srcId="{D5C59BEB-33D1-486B-A7C2-0A897FFA3553}" destId="{D7A3863B-71F6-4532-9603-B11483825FEE}" srcOrd="0" destOrd="2" presId="urn:microsoft.com/office/officeart/2005/8/layout/vList5"/>
    <dgm:cxn modelId="{2AD79FBC-AF04-4088-B6A4-018C81275067}" type="presOf" srcId="{6A2797C8-C4F4-403D-A227-80AB9F91993B}" destId="{D7A3863B-71F6-4532-9603-B11483825FEE}" srcOrd="0" destOrd="5" presId="urn:microsoft.com/office/officeart/2005/8/layout/vList5"/>
    <dgm:cxn modelId="{4201E1C2-F99E-44BD-9A73-23D297339C47}" srcId="{3C027292-F8AF-4811-BE3D-CD4D6BFB8056}" destId="{079F3484-F994-47E2-A1B7-E742DC189C68}" srcOrd="0" destOrd="0" parTransId="{9FF00F6A-9AB4-4D79-B358-7C4D86815269}" sibTransId="{92D2E4E8-75FF-4CB9-8E25-4FD0C2017314}"/>
    <dgm:cxn modelId="{B2B197CD-C082-4068-8AAB-E3032A3DA1B1}" type="presOf" srcId="{079F3484-F994-47E2-A1B7-E742DC189C68}" destId="{D7A3863B-71F6-4532-9603-B11483825FEE}" srcOrd="0" destOrd="4" presId="urn:microsoft.com/office/officeart/2005/8/layout/vList5"/>
    <dgm:cxn modelId="{29428BD0-49FE-4A35-8A04-E283B2B63EFF}" type="presOf" srcId="{9F4F42E4-74F0-4E0A-9900-BA7E653FF9F1}" destId="{BBBFF4E3-B923-4A49-87F9-87B7EF0F481D}" srcOrd="0" destOrd="2" presId="urn:microsoft.com/office/officeart/2005/8/layout/vList5"/>
    <dgm:cxn modelId="{2FD469D5-68FE-45F3-AB14-0A1B0A14B257}" srcId="{418F9A8C-294E-44AC-8D48-00BE9214A5CE}" destId="{3C027292-F8AF-4811-BE3D-CD4D6BFB8056}" srcOrd="1" destOrd="0" parTransId="{EBC8CF6E-BC3D-410F-AC23-6B8DEDE0AFE1}" sibTransId="{FB24690A-6A7D-4E98-BDD3-1D8EC83F4E13}"/>
    <dgm:cxn modelId="{E59A7BD7-E28D-49C7-A25B-F2E61616F6BE}" type="presOf" srcId="{64B371EA-4A8B-4C58-8E32-0C5B8B2A5233}" destId="{A182A8C4-EF2D-4E89-B5C4-FD01367D1440}" srcOrd="0" destOrd="0" presId="urn:microsoft.com/office/officeart/2005/8/layout/vList5"/>
    <dgm:cxn modelId="{423BCFEA-331F-4782-A044-466D72463263}" srcId="{038C0D92-D22B-4A67-BDC9-FEF83F0DCE89}" destId="{C8255137-8E29-47B1-A45D-1DA05D71B141}" srcOrd="0" destOrd="0" parTransId="{33A27BA4-E1B4-4E55-8D73-47DAB884667B}" sibTransId="{370D2F97-95AF-4969-A1D6-E657BB61D5A7}"/>
    <dgm:cxn modelId="{A64F45ED-0E23-4DD9-8DCC-C90307803C2B}" srcId="{B7FB66C1-93D3-4445-BB45-4984C923DBF7}" destId="{72756506-1EBF-4E7A-B49F-5CF3DB9A4D1F}" srcOrd="1" destOrd="0" parTransId="{767E55E4-190F-45FA-B463-D665213B1FC6}" sibTransId="{E826BC4F-4939-41EA-9F64-4D0EF1EED039}"/>
    <dgm:cxn modelId="{B69414EF-46D8-4025-B643-927207049F5C}" type="presOf" srcId="{038C0D92-D22B-4A67-BDC9-FEF83F0DCE89}" destId="{BBBFF4E3-B923-4A49-87F9-87B7EF0F481D}" srcOrd="0" destOrd="0" presId="urn:microsoft.com/office/officeart/2005/8/layout/vList5"/>
    <dgm:cxn modelId="{06ECCAF0-FDC4-49DE-895C-E991C7778095}" type="presOf" srcId="{418F9A8C-294E-44AC-8D48-00BE9214A5CE}" destId="{1962A071-8186-444D-B30D-BE808B08F121}" srcOrd="0" destOrd="0" presId="urn:microsoft.com/office/officeart/2005/8/layout/vList5"/>
    <dgm:cxn modelId="{2C0DCFF9-5481-497A-BD71-95BBF9CCAA05}" srcId="{038C0D92-D22B-4A67-BDC9-FEF83F0DCE89}" destId="{9F4F42E4-74F0-4E0A-9900-BA7E653FF9F1}" srcOrd="1" destOrd="0" parTransId="{A7EC09C2-F258-4059-9983-A8F390CE6901}" sibTransId="{3F435F47-D42E-4A7A-A970-E9A043AFAF37}"/>
    <dgm:cxn modelId="{BD8E52FA-F5F4-498C-BA98-9BAEAD4D8ABE}" type="presOf" srcId="{C8255137-8E29-47B1-A45D-1DA05D71B141}" destId="{BBBFF4E3-B923-4A49-87F9-87B7EF0F481D}" srcOrd="0" destOrd="1" presId="urn:microsoft.com/office/officeart/2005/8/layout/vList5"/>
    <dgm:cxn modelId="{DA327752-2483-44C7-BB35-6DC72465B475}" type="presParOf" srcId="{A182A8C4-EF2D-4E89-B5C4-FD01367D1440}" destId="{8D424B7F-10FD-4DE0-9200-BDEC979F8D82}" srcOrd="0" destOrd="0" presId="urn:microsoft.com/office/officeart/2005/8/layout/vList5"/>
    <dgm:cxn modelId="{E0AD9700-5C7A-4B37-B402-FD61BC8089A8}" type="presParOf" srcId="{8D424B7F-10FD-4DE0-9200-BDEC979F8D82}" destId="{1962A071-8186-444D-B30D-BE808B08F121}" srcOrd="0" destOrd="0" presId="urn:microsoft.com/office/officeart/2005/8/layout/vList5"/>
    <dgm:cxn modelId="{402FBBF3-E8DB-42A5-A799-350EE6AB95E1}" type="presParOf" srcId="{8D424B7F-10FD-4DE0-9200-BDEC979F8D82}" destId="{D7A3863B-71F6-4532-9603-B11483825FEE}" srcOrd="1" destOrd="0" presId="urn:microsoft.com/office/officeart/2005/8/layout/vList5"/>
    <dgm:cxn modelId="{51153C7A-604B-4DA0-B395-FD33F037E505}" type="presParOf" srcId="{A182A8C4-EF2D-4E89-B5C4-FD01367D1440}" destId="{B3FCD33B-02E8-4720-8537-F65775C8F996}" srcOrd="1" destOrd="0" presId="urn:microsoft.com/office/officeart/2005/8/layout/vList5"/>
    <dgm:cxn modelId="{7D3DA330-541F-4F27-9302-1BCBD9C70851}" type="presParOf" srcId="{A182A8C4-EF2D-4E89-B5C4-FD01367D1440}" destId="{17F990D1-F50A-4A99-84BB-E60FC751414A}" srcOrd="2" destOrd="0" presId="urn:microsoft.com/office/officeart/2005/8/layout/vList5"/>
    <dgm:cxn modelId="{4D732F46-E228-481B-854A-312A5F120D0E}" type="presParOf" srcId="{17F990D1-F50A-4A99-84BB-E60FC751414A}" destId="{09F02BA4-11E0-4AAD-A569-4CE4D31C2706}" srcOrd="0" destOrd="0" presId="urn:microsoft.com/office/officeart/2005/8/layout/vList5"/>
    <dgm:cxn modelId="{8BE9D2BA-FCA7-42D0-BAFE-A9C3A68BD214}" type="presParOf" srcId="{17F990D1-F50A-4A99-84BB-E60FC751414A}" destId="{BBBFF4E3-B923-4A49-87F9-87B7EF0F481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261735-62E9-4CF4-A0AA-0980351A14F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CCF4DAD-4DE3-44D6-A023-C400198677F4}">
      <dgm:prSet/>
      <dgm:spPr/>
      <dgm:t>
        <a:bodyPr/>
        <a:lstStyle/>
        <a:p>
          <a:r>
            <a:rPr lang="zh-CN" dirty="0"/>
            <a:t>闭环核心</a:t>
          </a:r>
          <a:r>
            <a:rPr lang="zh-CN" altLang="en-US" dirty="0"/>
            <a:t>：</a:t>
          </a:r>
          <a:endParaRPr lang="zh-CN" dirty="0"/>
        </a:p>
      </dgm:t>
    </dgm:pt>
    <dgm:pt modelId="{77D31A4E-0C18-4DFB-B809-3AEDE92F14B9}" type="parTrans" cxnId="{3528F789-D6FC-4ED9-8C0C-30F327931BAB}">
      <dgm:prSet/>
      <dgm:spPr/>
      <dgm:t>
        <a:bodyPr/>
        <a:lstStyle/>
        <a:p>
          <a:endParaRPr lang="zh-CN" altLang="en-US"/>
        </a:p>
      </dgm:t>
    </dgm:pt>
    <dgm:pt modelId="{162365A4-AE8A-48B1-A2F7-4792A986053B}" type="sibTrans" cxnId="{3528F789-D6FC-4ED9-8C0C-30F327931BAB}">
      <dgm:prSet/>
      <dgm:spPr/>
      <dgm:t>
        <a:bodyPr/>
        <a:lstStyle/>
        <a:p>
          <a:endParaRPr lang="zh-CN" altLang="en-US"/>
        </a:p>
      </dgm:t>
    </dgm:pt>
    <dgm:pt modelId="{27C09583-3EB3-4A83-98FD-FA83AEE9DAB7}">
      <dgm:prSet/>
      <dgm:spPr/>
      <dgm:t>
        <a:bodyPr/>
        <a:lstStyle/>
        <a:p>
          <a:r>
            <a:rPr lang="zh-CN" dirty="0"/>
            <a:t>六大组成：</a:t>
          </a:r>
        </a:p>
      </dgm:t>
    </dgm:pt>
    <dgm:pt modelId="{15185BE5-2CFE-477A-B257-24B8449A7D66}" type="parTrans" cxnId="{248ED3A8-874B-4823-AFFE-A222E7ECBDBB}">
      <dgm:prSet/>
      <dgm:spPr/>
      <dgm:t>
        <a:bodyPr/>
        <a:lstStyle/>
        <a:p>
          <a:endParaRPr lang="zh-CN" altLang="en-US"/>
        </a:p>
      </dgm:t>
    </dgm:pt>
    <dgm:pt modelId="{F00AF3AD-9C29-42BA-92CB-2A2B76F679E6}" type="sibTrans" cxnId="{248ED3A8-874B-4823-AFFE-A222E7ECBDBB}">
      <dgm:prSet/>
      <dgm:spPr/>
      <dgm:t>
        <a:bodyPr/>
        <a:lstStyle/>
        <a:p>
          <a:endParaRPr lang="zh-CN" altLang="en-US"/>
        </a:p>
      </dgm:t>
    </dgm:pt>
    <dgm:pt modelId="{CC173B04-4238-4491-9C00-A72D72B049AE}">
      <dgm:prSet/>
      <dgm:spPr/>
      <dgm:t>
        <a:bodyPr/>
        <a:lstStyle/>
        <a:p>
          <a:r>
            <a:rPr lang="zh-CN" b="1" dirty="0"/>
            <a:t>设定点 → 比较器 → 控制器 → 执行器 → 被控对象 → 传感器</a:t>
          </a:r>
          <a:endParaRPr lang="zh-CN" dirty="0"/>
        </a:p>
      </dgm:t>
    </dgm:pt>
    <dgm:pt modelId="{716BE5EB-527A-4656-958F-6C4B9FEC4DC0}" type="parTrans" cxnId="{3A228483-EF07-48BA-BB39-987243280DE5}">
      <dgm:prSet/>
      <dgm:spPr/>
      <dgm:t>
        <a:bodyPr/>
        <a:lstStyle/>
        <a:p>
          <a:endParaRPr lang="zh-CN" altLang="en-US"/>
        </a:p>
      </dgm:t>
    </dgm:pt>
    <dgm:pt modelId="{7BCDDEE1-3F4E-4EDF-B909-B57D604E6D26}" type="sibTrans" cxnId="{3A228483-EF07-48BA-BB39-987243280DE5}">
      <dgm:prSet/>
      <dgm:spPr/>
      <dgm:t>
        <a:bodyPr/>
        <a:lstStyle/>
        <a:p>
          <a:endParaRPr lang="zh-CN" altLang="en-US"/>
        </a:p>
      </dgm:t>
    </dgm:pt>
    <dgm:pt modelId="{2030C1E7-9475-4130-B6ED-FB48B1E79EE3}">
      <dgm:prSet/>
      <dgm:spPr/>
      <dgm:t>
        <a:bodyPr/>
        <a:lstStyle/>
        <a:p>
          <a:r>
            <a:rPr lang="zh-CN" dirty="0"/>
            <a:t>数学核心：</a:t>
          </a:r>
        </a:p>
      </dgm:t>
    </dgm:pt>
    <dgm:pt modelId="{17513B75-A5F5-470F-82ED-6622B6A1C60D}" type="parTrans" cxnId="{7F15ABEF-2DEC-4D22-8DD7-CE5D1C8DAB9B}">
      <dgm:prSet/>
      <dgm:spPr/>
      <dgm:t>
        <a:bodyPr/>
        <a:lstStyle/>
        <a:p>
          <a:endParaRPr lang="zh-CN" altLang="en-US"/>
        </a:p>
      </dgm:t>
    </dgm:pt>
    <dgm:pt modelId="{87A0F239-6D96-4500-8229-779F0383704E}" type="sibTrans" cxnId="{7F15ABEF-2DEC-4D22-8DD7-CE5D1C8DAB9B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DE6D7D3-D878-41BD-8701-B51BF2F07FF9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zh-CN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zh-C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zh-C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zh-CN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m:oMathPara>
              </a14:m>
              <a:endParaRPr lang="zh-CN" dirty="0"/>
            </a:p>
          </dgm:t>
        </dgm:pt>
      </mc:Choice>
      <mc:Fallback xmlns="">
        <dgm:pt modelId="{FDE6D7D3-D878-41BD-8701-B51BF2F07FF9}">
          <dgm:prSet/>
          <dgm:spPr/>
          <dgm:t>
            <a:bodyPr/>
            <a:lstStyle/>
            <a:p>
              <a:r>
                <a:rPr lang="zh-CN" i="0"/>
                <a:t>𝑌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ar-AE" altLang="zh-CN" i="0"/>
                <a:t>/</a:t>
              </a:r>
              <a:r>
                <a:rPr lang="zh-CN" i="0"/>
                <a:t>𝑅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zh-CN" altLang="en-US" i="0"/>
                <a:t> </a:t>
              </a:r>
              <a:r>
                <a:rPr lang="ar-AE" i="0"/>
                <a:t>=</a:t>
              </a:r>
              <a:r>
                <a:rPr lang="zh-CN" i="0"/>
                <a:t>𝐺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zh-CN" i="0"/>
                <a:t>𝐶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ar-AE" altLang="zh-CN" i="0"/>
                <a:t>/(</a:t>
              </a:r>
              <a:r>
                <a:rPr lang="ar-AE" i="0"/>
                <a:t>1+</a:t>
              </a:r>
              <a:r>
                <a:rPr lang="zh-CN" i="0"/>
                <a:t>𝐺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zh-CN" i="0"/>
                <a:t>𝐶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zh-CN" i="0"/>
                <a:t>𝐻</a:t>
              </a:r>
              <a:r>
                <a:rPr lang="ar-AE" altLang="zh-CN" i="0"/>
                <a:t>(</a:t>
              </a:r>
              <a:r>
                <a:rPr lang="zh-CN" i="0"/>
                <a:t>𝑠</a:t>
              </a:r>
              <a:r>
                <a:rPr lang="en-US" altLang="zh-CN" i="0"/>
                <a:t>)</a:t>
              </a:r>
              <a:r>
                <a:rPr lang="zh-CN" altLang="en-US" i="0"/>
                <a:t> </a:t>
              </a:r>
              <a:r>
                <a:rPr lang="ar-AE" altLang="zh-CN" i="0"/>
                <a:t>)</a:t>
              </a:r>
              <a:endParaRPr lang="zh-CN" dirty="0"/>
            </a:p>
          </dgm:t>
        </dgm:pt>
      </mc:Fallback>
    </mc:AlternateContent>
    <dgm:pt modelId="{ADF9D501-5AB5-46E1-8D39-F1B167CA94A7}" type="parTrans" cxnId="{848FFBD8-90B2-4389-B7A0-C09A55EB7A9A}">
      <dgm:prSet/>
      <dgm:spPr/>
      <dgm:t>
        <a:bodyPr/>
        <a:lstStyle/>
        <a:p>
          <a:endParaRPr lang="zh-CN" altLang="en-US"/>
        </a:p>
      </dgm:t>
    </dgm:pt>
    <dgm:pt modelId="{E91740AD-2DE8-4AFD-9C87-0692EDB4C6E1}" type="sibTrans" cxnId="{848FFBD8-90B2-4389-B7A0-C09A55EB7A9A}">
      <dgm:prSet/>
      <dgm:spPr/>
      <dgm:t>
        <a:bodyPr/>
        <a:lstStyle/>
        <a:p>
          <a:endParaRPr lang="zh-CN" altLang="en-US"/>
        </a:p>
      </dgm:t>
    </dgm:pt>
    <dgm:pt modelId="{7F6D9680-C430-4AE9-8FE9-4868C1EB0B7D}">
      <dgm:prSet/>
      <dgm:spPr/>
      <dgm:t>
        <a:bodyPr/>
        <a:lstStyle/>
        <a:p>
          <a:r>
            <a:rPr lang="zh-CN"/>
            <a:t>“反馈修正误差”</a:t>
          </a:r>
          <a:endParaRPr lang="zh-CN" dirty="0"/>
        </a:p>
      </dgm:t>
    </dgm:pt>
    <dgm:pt modelId="{83BD7C64-1299-4393-9DA7-5D2240CFCA0D}" type="parTrans" cxnId="{2BC1B8D5-23B8-41AC-A41F-9D27FA16B0CE}">
      <dgm:prSet/>
      <dgm:spPr/>
      <dgm:t>
        <a:bodyPr/>
        <a:lstStyle/>
        <a:p>
          <a:endParaRPr lang="zh-CN" altLang="en-US"/>
        </a:p>
      </dgm:t>
    </dgm:pt>
    <dgm:pt modelId="{A4192D3A-B3CB-4D6D-AB44-1CB77EAC617D}" type="sibTrans" cxnId="{2BC1B8D5-23B8-41AC-A41F-9D27FA16B0CE}">
      <dgm:prSet/>
      <dgm:spPr/>
      <dgm:t>
        <a:bodyPr/>
        <a:lstStyle/>
        <a:p>
          <a:endParaRPr lang="zh-CN" altLang="en-US"/>
        </a:p>
      </dgm:t>
    </dgm:pt>
    <dgm:pt modelId="{1997FF3F-03E3-4D19-B2C8-B37B8D439674}" type="pres">
      <dgm:prSet presAssocID="{AE261735-62E9-4CF4-A0AA-0980351A14FF}" presName="Name0" presStyleCnt="0">
        <dgm:presLayoutVars>
          <dgm:dir/>
          <dgm:animLvl val="lvl"/>
          <dgm:resizeHandles val="exact"/>
        </dgm:presLayoutVars>
      </dgm:prSet>
      <dgm:spPr/>
    </dgm:pt>
    <dgm:pt modelId="{007A94BF-29D5-45C0-B778-56250AB5435A}" type="pres">
      <dgm:prSet presAssocID="{2CCF4DAD-4DE3-44D6-A023-C400198677F4}" presName="linNode" presStyleCnt="0"/>
      <dgm:spPr/>
    </dgm:pt>
    <dgm:pt modelId="{83FED321-2B89-44DF-932E-169C7FD801A1}" type="pres">
      <dgm:prSet presAssocID="{2CCF4DAD-4DE3-44D6-A023-C400198677F4}" presName="parentText" presStyleLbl="node1" presStyleIdx="0" presStyleCnt="3" custScaleX="81788">
        <dgm:presLayoutVars>
          <dgm:chMax val="1"/>
          <dgm:bulletEnabled val="1"/>
        </dgm:presLayoutVars>
      </dgm:prSet>
      <dgm:spPr/>
    </dgm:pt>
    <dgm:pt modelId="{1069AB31-8240-4684-8FAE-621BB9D750AB}" type="pres">
      <dgm:prSet presAssocID="{2CCF4DAD-4DE3-44D6-A023-C400198677F4}" presName="descendantText" presStyleLbl="alignAccFollowNode1" presStyleIdx="0" presStyleCnt="3">
        <dgm:presLayoutVars>
          <dgm:bulletEnabled val="1"/>
        </dgm:presLayoutVars>
      </dgm:prSet>
      <dgm:spPr/>
    </dgm:pt>
    <dgm:pt modelId="{3C0529A9-ECAA-4810-84AE-42B6D858BAC5}" type="pres">
      <dgm:prSet presAssocID="{162365A4-AE8A-48B1-A2F7-4792A986053B}" presName="sp" presStyleCnt="0"/>
      <dgm:spPr/>
    </dgm:pt>
    <dgm:pt modelId="{368FFA46-B8DB-4D89-B177-960FF21F9DCF}" type="pres">
      <dgm:prSet presAssocID="{27C09583-3EB3-4A83-98FD-FA83AEE9DAB7}" presName="linNode" presStyleCnt="0"/>
      <dgm:spPr/>
    </dgm:pt>
    <dgm:pt modelId="{B672E837-D46D-43F7-8745-EE913922FF90}" type="pres">
      <dgm:prSet presAssocID="{27C09583-3EB3-4A83-98FD-FA83AEE9DAB7}" presName="parentText" presStyleLbl="node1" presStyleIdx="1" presStyleCnt="3" custScaleX="81788">
        <dgm:presLayoutVars>
          <dgm:chMax val="1"/>
          <dgm:bulletEnabled val="1"/>
        </dgm:presLayoutVars>
      </dgm:prSet>
      <dgm:spPr/>
    </dgm:pt>
    <dgm:pt modelId="{64009BEC-FF24-4B1E-8080-FE96029E13D8}" type="pres">
      <dgm:prSet presAssocID="{27C09583-3EB3-4A83-98FD-FA83AEE9DAB7}" presName="descendantText" presStyleLbl="alignAccFollowNode1" presStyleIdx="1" presStyleCnt="3">
        <dgm:presLayoutVars>
          <dgm:bulletEnabled val="1"/>
        </dgm:presLayoutVars>
      </dgm:prSet>
      <dgm:spPr/>
    </dgm:pt>
    <dgm:pt modelId="{E83900C2-0E80-4720-B27F-377D7A007508}" type="pres">
      <dgm:prSet presAssocID="{F00AF3AD-9C29-42BA-92CB-2A2B76F679E6}" presName="sp" presStyleCnt="0"/>
      <dgm:spPr/>
    </dgm:pt>
    <dgm:pt modelId="{976D549D-EB20-41C8-90E1-A7326DBD460E}" type="pres">
      <dgm:prSet presAssocID="{2030C1E7-9475-4130-B6ED-FB48B1E79EE3}" presName="linNode" presStyleCnt="0"/>
      <dgm:spPr/>
    </dgm:pt>
    <dgm:pt modelId="{E7019441-67E5-49FE-88B4-A648FD372F2C}" type="pres">
      <dgm:prSet presAssocID="{2030C1E7-9475-4130-B6ED-FB48B1E79EE3}" presName="parentText" presStyleLbl="node1" presStyleIdx="2" presStyleCnt="3" custScaleX="81788">
        <dgm:presLayoutVars>
          <dgm:chMax val="1"/>
          <dgm:bulletEnabled val="1"/>
        </dgm:presLayoutVars>
      </dgm:prSet>
      <dgm:spPr/>
    </dgm:pt>
    <dgm:pt modelId="{72804B4E-9C08-4C8F-A5B3-471B849123A6}" type="pres">
      <dgm:prSet presAssocID="{2030C1E7-9475-4130-B6ED-FB48B1E79EE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17C3B35-AA83-4F44-9156-C7439A547BCB}" type="presOf" srcId="{2030C1E7-9475-4130-B6ED-FB48B1E79EE3}" destId="{E7019441-67E5-49FE-88B4-A648FD372F2C}" srcOrd="0" destOrd="0" presId="urn:microsoft.com/office/officeart/2005/8/layout/vList5"/>
    <dgm:cxn modelId="{85D8A235-626E-4C4E-BE0E-F2778131C958}" type="presOf" srcId="{CC173B04-4238-4491-9C00-A72D72B049AE}" destId="{64009BEC-FF24-4B1E-8080-FE96029E13D8}" srcOrd="0" destOrd="0" presId="urn:microsoft.com/office/officeart/2005/8/layout/vList5"/>
    <dgm:cxn modelId="{D440B137-BF43-4E33-925C-AFFA5A57859C}" type="presOf" srcId="{FDE6D7D3-D878-41BD-8701-B51BF2F07FF9}" destId="{72804B4E-9C08-4C8F-A5B3-471B849123A6}" srcOrd="0" destOrd="0" presId="urn:microsoft.com/office/officeart/2005/8/layout/vList5"/>
    <dgm:cxn modelId="{4B8DA75B-33B1-48A0-9629-856D575C02C8}" type="presOf" srcId="{2CCF4DAD-4DE3-44D6-A023-C400198677F4}" destId="{83FED321-2B89-44DF-932E-169C7FD801A1}" srcOrd="0" destOrd="0" presId="urn:microsoft.com/office/officeart/2005/8/layout/vList5"/>
    <dgm:cxn modelId="{050F7E62-8302-4DC3-A1C0-2D62C6A2CAC3}" type="presOf" srcId="{7F6D9680-C430-4AE9-8FE9-4868C1EB0B7D}" destId="{1069AB31-8240-4684-8FAE-621BB9D750AB}" srcOrd="0" destOrd="0" presId="urn:microsoft.com/office/officeart/2005/8/layout/vList5"/>
    <dgm:cxn modelId="{8AADB24E-95ED-4599-9412-86BC12D5E682}" type="presOf" srcId="{27C09583-3EB3-4A83-98FD-FA83AEE9DAB7}" destId="{B672E837-D46D-43F7-8745-EE913922FF90}" srcOrd="0" destOrd="0" presId="urn:microsoft.com/office/officeart/2005/8/layout/vList5"/>
    <dgm:cxn modelId="{3A228483-EF07-48BA-BB39-987243280DE5}" srcId="{27C09583-3EB3-4A83-98FD-FA83AEE9DAB7}" destId="{CC173B04-4238-4491-9C00-A72D72B049AE}" srcOrd="0" destOrd="0" parTransId="{716BE5EB-527A-4656-958F-6C4B9FEC4DC0}" sibTransId="{7BCDDEE1-3F4E-4EDF-B909-B57D604E6D26}"/>
    <dgm:cxn modelId="{3528F789-D6FC-4ED9-8C0C-30F327931BAB}" srcId="{AE261735-62E9-4CF4-A0AA-0980351A14FF}" destId="{2CCF4DAD-4DE3-44D6-A023-C400198677F4}" srcOrd="0" destOrd="0" parTransId="{77D31A4E-0C18-4DFB-B809-3AEDE92F14B9}" sibTransId="{162365A4-AE8A-48B1-A2F7-4792A986053B}"/>
    <dgm:cxn modelId="{248ED3A8-874B-4823-AFFE-A222E7ECBDBB}" srcId="{AE261735-62E9-4CF4-A0AA-0980351A14FF}" destId="{27C09583-3EB3-4A83-98FD-FA83AEE9DAB7}" srcOrd="1" destOrd="0" parTransId="{15185BE5-2CFE-477A-B257-24B8449A7D66}" sibTransId="{F00AF3AD-9C29-42BA-92CB-2A2B76F679E6}"/>
    <dgm:cxn modelId="{2BC1B8D5-23B8-41AC-A41F-9D27FA16B0CE}" srcId="{2CCF4DAD-4DE3-44D6-A023-C400198677F4}" destId="{7F6D9680-C430-4AE9-8FE9-4868C1EB0B7D}" srcOrd="0" destOrd="0" parTransId="{83BD7C64-1299-4393-9DA7-5D2240CFCA0D}" sibTransId="{A4192D3A-B3CB-4D6D-AB44-1CB77EAC617D}"/>
    <dgm:cxn modelId="{848FFBD8-90B2-4389-B7A0-C09A55EB7A9A}" srcId="{2030C1E7-9475-4130-B6ED-FB48B1E79EE3}" destId="{FDE6D7D3-D878-41BD-8701-B51BF2F07FF9}" srcOrd="0" destOrd="0" parTransId="{ADF9D501-5AB5-46E1-8D39-F1B167CA94A7}" sibTransId="{E91740AD-2DE8-4AFD-9C87-0692EDB4C6E1}"/>
    <dgm:cxn modelId="{7882A3DA-ACC6-4561-8A2C-C575333CD300}" type="presOf" srcId="{AE261735-62E9-4CF4-A0AA-0980351A14FF}" destId="{1997FF3F-03E3-4D19-B2C8-B37B8D439674}" srcOrd="0" destOrd="0" presId="urn:microsoft.com/office/officeart/2005/8/layout/vList5"/>
    <dgm:cxn modelId="{7F15ABEF-2DEC-4D22-8DD7-CE5D1C8DAB9B}" srcId="{AE261735-62E9-4CF4-A0AA-0980351A14FF}" destId="{2030C1E7-9475-4130-B6ED-FB48B1E79EE3}" srcOrd="2" destOrd="0" parTransId="{17513B75-A5F5-470F-82ED-6622B6A1C60D}" sibTransId="{87A0F239-6D96-4500-8229-779F0383704E}"/>
    <dgm:cxn modelId="{798CDE3A-7C4F-4CE8-9A03-C66E01285AB3}" type="presParOf" srcId="{1997FF3F-03E3-4D19-B2C8-B37B8D439674}" destId="{007A94BF-29D5-45C0-B778-56250AB5435A}" srcOrd="0" destOrd="0" presId="urn:microsoft.com/office/officeart/2005/8/layout/vList5"/>
    <dgm:cxn modelId="{F119968F-CBE7-45F7-9FEB-339EE0333E9F}" type="presParOf" srcId="{007A94BF-29D5-45C0-B778-56250AB5435A}" destId="{83FED321-2B89-44DF-932E-169C7FD801A1}" srcOrd="0" destOrd="0" presId="urn:microsoft.com/office/officeart/2005/8/layout/vList5"/>
    <dgm:cxn modelId="{84397D4C-768B-4201-A756-2297C4CBFB8C}" type="presParOf" srcId="{007A94BF-29D5-45C0-B778-56250AB5435A}" destId="{1069AB31-8240-4684-8FAE-621BB9D750AB}" srcOrd="1" destOrd="0" presId="urn:microsoft.com/office/officeart/2005/8/layout/vList5"/>
    <dgm:cxn modelId="{156701AA-A0A7-4B4F-AAB8-3FEEEE631E05}" type="presParOf" srcId="{1997FF3F-03E3-4D19-B2C8-B37B8D439674}" destId="{3C0529A9-ECAA-4810-84AE-42B6D858BAC5}" srcOrd="1" destOrd="0" presId="urn:microsoft.com/office/officeart/2005/8/layout/vList5"/>
    <dgm:cxn modelId="{BCB5A168-3CF9-4A73-93A8-2E61C17344DB}" type="presParOf" srcId="{1997FF3F-03E3-4D19-B2C8-B37B8D439674}" destId="{368FFA46-B8DB-4D89-B177-960FF21F9DCF}" srcOrd="2" destOrd="0" presId="urn:microsoft.com/office/officeart/2005/8/layout/vList5"/>
    <dgm:cxn modelId="{09D9364F-7AF0-47D4-B801-FDC26773138E}" type="presParOf" srcId="{368FFA46-B8DB-4D89-B177-960FF21F9DCF}" destId="{B672E837-D46D-43F7-8745-EE913922FF90}" srcOrd="0" destOrd="0" presId="urn:microsoft.com/office/officeart/2005/8/layout/vList5"/>
    <dgm:cxn modelId="{7F1002EC-0900-4576-85AE-928C951B8555}" type="presParOf" srcId="{368FFA46-B8DB-4D89-B177-960FF21F9DCF}" destId="{64009BEC-FF24-4B1E-8080-FE96029E13D8}" srcOrd="1" destOrd="0" presId="urn:microsoft.com/office/officeart/2005/8/layout/vList5"/>
    <dgm:cxn modelId="{D6FCC765-DF22-481B-A715-C3C8D7E8F86D}" type="presParOf" srcId="{1997FF3F-03E3-4D19-B2C8-B37B8D439674}" destId="{E83900C2-0E80-4720-B27F-377D7A007508}" srcOrd="3" destOrd="0" presId="urn:microsoft.com/office/officeart/2005/8/layout/vList5"/>
    <dgm:cxn modelId="{1797170A-391B-4216-8B58-2E4500C49FC2}" type="presParOf" srcId="{1997FF3F-03E3-4D19-B2C8-B37B8D439674}" destId="{976D549D-EB20-41C8-90E1-A7326DBD460E}" srcOrd="4" destOrd="0" presId="urn:microsoft.com/office/officeart/2005/8/layout/vList5"/>
    <dgm:cxn modelId="{533859AB-BDCD-418B-8554-6D0931DB3427}" type="presParOf" srcId="{976D549D-EB20-41C8-90E1-A7326DBD460E}" destId="{E7019441-67E5-49FE-88B4-A648FD372F2C}" srcOrd="0" destOrd="0" presId="urn:microsoft.com/office/officeart/2005/8/layout/vList5"/>
    <dgm:cxn modelId="{5D08D5B4-A0B6-44F9-AEBA-02B1F4A8177E}" type="presParOf" srcId="{976D549D-EB20-41C8-90E1-A7326DBD460E}" destId="{72804B4E-9C08-4C8F-A5B3-471B849123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261735-62E9-4CF4-A0AA-0980351A14F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CCF4DAD-4DE3-44D6-A023-C400198677F4}">
      <dgm:prSet/>
      <dgm:spPr/>
      <dgm:t>
        <a:bodyPr/>
        <a:lstStyle/>
        <a:p>
          <a:r>
            <a:rPr lang="zh-CN" dirty="0"/>
            <a:t>闭环核心</a:t>
          </a:r>
          <a:r>
            <a:rPr lang="zh-CN" altLang="en-US" dirty="0"/>
            <a:t>：</a:t>
          </a:r>
          <a:endParaRPr lang="zh-CN" dirty="0"/>
        </a:p>
      </dgm:t>
    </dgm:pt>
    <dgm:pt modelId="{77D31A4E-0C18-4DFB-B809-3AEDE92F14B9}" type="parTrans" cxnId="{3528F789-D6FC-4ED9-8C0C-30F327931BAB}">
      <dgm:prSet/>
      <dgm:spPr/>
      <dgm:t>
        <a:bodyPr/>
        <a:lstStyle/>
        <a:p>
          <a:endParaRPr lang="zh-CN" altLang="en-US"/>
        </a:p>
      </dgm:t>
    </dgm:pt>
    <dgm:pt modelId="{162365A4-AE8A-48B1-A2F7-4792A986053B}" type="sibTrans" cxnId="{3528F789-D6FC-4ED9-8C0C-30F327931BAB}">
      <dgm:prSet/>
      <dgm:spPr/>
      <dgm:t>
        <a:bodyPr/>
        <a:lstStyle/>
        <a:p>
          <a:endParaRPr lang="zh-CN" altLang="en-US"/>
        </a:p>
      </dgm:t>
    </dgm:pt>
    <dgm:pt modelId="{27C09583-3EB3-4A83-98FD-FA83AEE9DAB7}">
      <dgm:prSet/>
      <dgm:spPr/>
      <dgm:t>
        <a:bodyPr/>
        <a:lstStyle/>
        <a:p>
          <a:r>
            <a:rPr lang="zh-CN" dirty="0"/>
            <a:t>六大组成：</a:t>
          </a:r>
        </a:p>
      </dgm:t>
    </dgm:pt>
    <dgm:pt modelId="{15185BE5-2CFE-477A-B257-24B8449A7D66}" type="parTrans" cxnId="{248ED3A8-874B-4823-AFFE-A222E7ECBDBB}">
      <dgm:prSet/>
      <dgm:spPr/>
      <dgm:t>
        <a:bodyPr/>
        <a:lstStyle/>
        <a:p>
          <a:endParaRPr lang="zh-CN" altLang="en-US"/>
        </a:p>
      </dgm:t>
    </dgm:pt>
    <dgm:pt modelId="{F00AF3AD-9C29-42BA-92CB-2A2B76F679E6}" type="sibTrans" cxnId="{248ED3A8-874B-4823-AFFE-A222E7ECBDBB}">
      <dgm:prSet/>
      <dgm:spPr/>
      <dgm:t>
        <a:bodyPr/>
        <a:lstStyle/>
        <a:p>
          <a:endParaRPr lang="zh-CN" altLang="en-US"/>
        </a:p>
      </dgm:t>
    </dgm:pt>
    <dgm:pt modelId="{CC173B04-4238-4491-9C00-A72D72B049AE}">
      <dgm:prSet/>
      <dgm:spPr/>
      <dgm:t>
        <a:bodyPr/>
        <a:lstStyle/>
        <a:p>
          <a:r>
            <a:rPr lang="zh-CN" b="1" dirty="0"/>
            <a:t>设定点 → 比较器 → 控制器 → 执行器 → 被控对象 → 传感器</a:t>
          </a:r>
          <a:endParaRPr lang="zh-CN" dirty="0"/>
        </a:p>
      </dgm:t>
    </dgm:pt>
    <dgm:pt modelId="{716BE5EB-527A-4656-958F-6C4B9FEC4DC0}" type="parTrans" cxnId="{3A228483-EF07-48BA-BB39-987243280DE5}">
      <dgm:prSet/>
      <dgm:spPr/>
      <dgm:t>
        <a:bodyPr/>
        <a:lstStyle/>
        <a:p>
          <a:endParaRPr lang="zh-CN" altLang="en-US"/>
        </a:p>
      </dgm:t>
    </dgm:pt>
    <dgm:pt modelId="{7BCDDEE1-3F4E-4EDF-B909-B57D604E6D26}" type="sibTrans" cxnId="{3A228483-EF07-48BA-BB39-987243280DE5}">
      <dgm:prSet/>
      <dgm:spPr/>
      <dgm:t>
        <a:bodyPr/>
        <a:lstStyle/>
        <a:p>
          <a:endParaRPr lang="zh-CN" altLang="en-US"/>
        </a:p>
      </dgm:t>
    </dgm:pt>
    <dgm:pt modelId="{2030C1E7-9475-4130-B6ED-FB48B1E79EE3}">
      <dgm:prSet/>
      <dgm:spPr/>
      <dgm:t>
        <a:bodyPr/>
        <a:lstStyle/>
        <a:p>
          <a:r>
            <a:rPr lang="zh-CN" dirty="0"/>
            <a:t>数学核心：</a:t>
          </a:r>
        </a:p>
      </dgm:t>
    </dgm:pt>
    <dgm:pt modelId="{17513B75-A5F5-470F-82ED-6622B6A1C60D}" type="parTrans" cxnId="{7F15ABEF-2DEC-4D22-8DD7-CE5D1C8DAB9B}">
      <dgm:prSet/>
      <dgm:spPr/>
      <dgm:t>
        <a:bodyPr/>
        <a:lstStyle/>
        <a:p>
          <a:endParaRPr lang="zh-CN" altLang="en-US"/>
        </a:p>
      </dgm:t>
    </dgm:pt>
    <dgm:pt modelId="{87A0F239-6D96-4500-8229-779F0383704E}" type="sibTrans" cxnId="{7F15ABEF-2DEC-4D22-8DD7-CE5D1C8DAB9B}">
      <dgm:prSet/>
      <dgm:spPr/>
      <dgm:t>
        <a:bodyPr/>
        <a:lstStyle/>
        <a:p>
          <a:endParaRPr lang="zh-CN" altLang="en-US"/>
        </a:p>
      </dgm:t>
    </dgm:pt>
    <dgm:pt modelId="{FDE6D7D3-D878-41BD-8701-B51BF2F07FF9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ADF9D501-5AB5-46E1-8D39-F1B167CA94A7}" type="parTrans" cxnId="{848FFBD8-90B2-4389-B7A0-C09A55EB7A9A}">
      <dgm:prSet/>
      <dgm:spPr/>
      <dgm:t>
        <a:bodyPr/>
        <a:lstStyle/>
        <a:p>
          <a:endParaRPr lang="zh-CN" altLang="en-US"/>
        </a:p>
      </dgm:t>
    </dgm:pt>
    <dgm:pt modelId="{E91740AD-2DE8-4AFD-9C87-0692EDB4C6E1}" type="sibTrans" cxnId="{848FFBD8-90B2-4389-B7A0-C09A55EB7A9A}">
      <dgm:prSet/>
      <dgm:spPr/>
      <dgm:t>
        <a:bodyPr/>
        <a:lstStyle/>
        <a:p>
          <a:endParaRPr lang="zh-CN" altLang="en-US"/>
        </a:p>
      </dgm:t>
    </dgm:pt>
    <dgm:pt modelId="{7F6D9680-C430-4AE9-8FE9-4868C1EB0B7D}">
      <dgm:prSet/>
      <dgm:spPr/>
      <dgm:t>
        <a:bodyPr/>
        <a:lstStyle/>
        <a:p>
          <a:r>
            <a:rPr lang="zh-CN"/>
            <a:t>“反馈修正误差”</a:t>
          </a:r>
          <a:endParaRPr lang="zh-CN" dirty="0"/>
        </a:p>
      </dgm:t>
    </dgm:pt>
    <dgm:pt modelId="{83BD7C64-1299-4393-9DA7-5D2240CFCA0D}" type="parTrans" cxnId="{2BC1B8D5-23B8-41AC-A41F-9D27FA16B0CE}">
      <dgm:prSet/>
      <dgm:spPr/>
      <dgm:t>
        <a:bodyPr/>
        <a:lstStyle/>
        <a:p>
          <a:endParaRPr lang="zh-CN" altLang="en-US"/>
        </a:p>
      </dgm:t>
    </dgm:pt>
    <dgm:pt modelId="{A4192D3A-B3CB-4D6D-AB44-1CB77EAC617D}" type="sibTrans" cxnId="{2BC1B8D5-23B8-41AC-A41F-9D27FA16B0CE}">
      <dgm:prSet/>
      <dgm:spPr/>
      <dgm:t>
        <a:bodyPr/>
        <a:lstStyle/>
        <a:p>
          <a:endParaRPr lang="zh-CN" altLang="en-US"/>
        </a:p>
      </dgm:t>
    </dgm:pt>
    <dgm:pt modelId="{1997FF3F-03E3-4D19-B2C8-B37B8D439674}" type="pres">
      <dgm:prSet presAssocID="{AE261735-62E9-4CF4-A0AA-0980351A14FF}" presName="Name0" presStyleCnt="0">
        <dgm:presLayoutVars>
          <dgm:dir/>
          <dgm:animLvl val="lvl"/>
          <dgm:resizeHandles val="exact"/>
        </dgm:presLayoutVars>
      </dgm:prSet>
      <dgm:spPr/>
    </dgm:pt>
    <dgm:pt modelId="{007A94BF-29D5-45C0-B778-56250AB5435A}" type="pres">
      <dgm:prSet presAssocID="{2CCF4DAD-4DE3-44D6-A023-C400198677F4}" presName="linNode" presStyleCnt="0"/>
      <dgm:spPr/>
    </dgm:pt>
    <dgm:pt modelId="{83FED321-2B89-44DF-932E-169C7FD801A1}" type="pres">
      <dgm:prSet presAssocID="{2CCF4DAD-4DE3-44D6-A023-C400198677F4}" presName="parentText" presStyleLbl="node1" presStyleIdx="0" presStyleCnt="3" custScaleX="81788">
        <dgm:presLayoutVars>
          <dgm:chMax val="1"/>
          <dgm:bulletEnabled val="1"/>
        </dgm:presLayoutVars>
      </dgm:prSet>
      <dgm:spPr/>
    </dgm:pt>
    <dgm:pt modelId="{1069AB31-8240-4684-8FAE-621BB9D750AB}" type="pres">
      <dgm:prSet presAssocID="{2CCF4DAD-4DE3-44D6-A023-C400198677F4}" presName="descendantText" presStyleLbl="alignAccFollowNode1" presStyleIdx="0" presStyleCnt="3">
        <dgm:presLayoutVars>
          <dgm:bulletEnabled val="1"/>
        </dgm:presLayoutVars>
      </dgm:prSet>
      <dgm:spPr/>
    </dgm:pt>
    <dgm:pt modelId="{3C0529A9-ECAA-4810-84AE-42B6D858BAC5}" type="pres">
      <dgm:prSet presAssocID="{162365A4-AE8A-48B1-A2F7-4792A986053B}" presName="sp" presStyleCnt="0"/>
      <dgm:spPr/>
    </dgm:pt>
    <dgm:pt modelId="{368FFA46-B8DB-4D89-B177-960FF21F9DCF}" type="pres">
      <dgm:prSet presAssocID="{27C09583-3EB3-4A83-98FD-FA83AEE9DAB7}" presName="linNode" presStyleCnt="0"/>
      <dgm:spPr/>
    </dgm:pt>
    <dgm:pt modelId="{B672E837-D46D-43F7-8745-EE913922FF90}" type="pres">
      <dgm:prSet presAssocID="{27C09583-3EB3-4A83-98FD-FA83AEE9DAB7}" presName="parentText" presStyleLbl="node1" presStyleIdx="1" presStyleCnt="3" custScaleX="81788">
        <dgm:presLayoutVars>
          <dgm:chMax val="1"/>
          <dgm:bulletEnabled val="1"/>
        </dgm:presLayoutVars>
      </dgm:prSet>
      <dgm:spPr/>
    </dgm:pt>
    <dgm:pt modelId="{64009BEC-FF24-4B1E-8080-FE96029E13D8}" type="pres">
      <dgm:prSet presAssocID="{27C09583-3EB3-4A83-98FD-FA83AEE9DAB7}" presName="descendantText" presStyleLbl="alignAccFollowNode1" presStyleIdx="1" presStyleCnt="3">
        <dgm:presLayoutVars>
          <dgm:bulletEnabled val="1"/>
        </dgm:presLayoutVars>
      </dgm:prSet>
      <dgm:spPr/>
    </dgm:pt>
    <dgm:pt modelId="{E83900C2-0E80-4720-B27F-377D7A007508}" type="pres">
      <dgm:prSet presAssocID="{F00AF3AD-9C29-42BA-92CB-2A2B76F679E6}" presName="sp" presStyleCnt="0"/>
      <dgm:spPr/>
    </dgm:pt>
    <dgm:pt modelId="{976D549D-EB20-41C8-90E1-A7326DBD460E}" type="pres">
      <dgm:prSet presAssocID="{2030C1E7-9475-4130-B6ED-FB48B1E79EE3}" presName="linNode" presStyleCnt="0"/>
      <dgm:spPr/>
    </dgm:pt>
    <dgm:pt modelId="{E7019441-67E5-49FE-88B4-A648FD372F2C}" type="pres">
      <dgm:prSet presAssocID="{2030C1E7-9475-4130-B6ED-FB48B1E79EE3}" presName="parentText" presStyleLbl="node1" presStyleIdx="2" presStyleCnt="3" custScaleX="81788">
        <dgm:presLayoutVars>
          <dgm:chMax val="1"/>
          <dgm:bulletEnabled val="1"/>
        </dgm:presLayoutVars>
      </dgm:prSet>
      <dgm:spPr/>
    </dgm:pt>
    <dgm:pt modelId="{72804B4E-9C08-4C8F-A5B3-471B849123A6}" type="pres">
      <dgm:prSet presAssocID="{2030C1E7-9475-4130-B6ED-FB48B1E79EE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17C3B35-AA83-4F44-9156-C7439A547BCB}" type="presOf" srcId="{2030C1E7-9475-4130-B6ED-FB48B1E79EE3}" destId="{E7019441-67E5-49FE-88B4-A648FD372F2C}" srcOrd="0" destOrd="0" presId="urn:microsoft.com/office/officeart/2005/8/layout/vList5"/>
    <dgm:cxn modelId="{85D8A235-626E-4C4E-BE0E-F2778131C958}" type="presOf" srcId="{CC173B04-4238-4491-9C00-A72D72B049AE}" destId="{64009BEC-FF24-4B1E-8080-FE96029E13D8}" srcOrd="0" destOrd="0" presId="urn:microsoft.com/office/officeart/2005/8/layout/vList5"/>
    <dgm:cxn modelId="{D440B137-BF43-4E33-925C-AFFA5A57859C}" type="presOf" srcId="{FDE6D7D3-D878-41BD-8701-B51BF2F07FF9}" destId="{72804B4E-9C08-4C8F-A5B3-471B849123A6}" srcOrd="0" destOrd="0" presId="urn:microsoft.com/office/officeart/2005/8/layout/vList5"/>
    <dgm:cxn modelId="{4B8DA75B-33B1-48A0-9629-856D575C02C8}" type="presOf" srcId="{2CCF4DAD-4DE3-44D6-A023-C400198677F4}" destId="{83FED321-2B89-44DF-932E-169C7FD801A1}" srcOrd="0" destOrd="0" presId="urn:microsoft.com/office/officeart/2005/8/layout/vList5"/>
    <dgm:cxn modelId="{050F7E62-8302-4DC3-A1C0-2D62C6A2CAC3}" type="presOf" srcId="{7F6D9680-C430-4AE9-8FE9-4868C1EB0B7D}" destId="{1069AB31-8240-4684-8FAE-621BB9D750AB}" srcOrd="0" destOrd="0" presId="urn:microsoft.com/office/officeart/2005/8/layout/vList5"/>
    <dgm:cxn modelId="{8AADB24E-95ED-4599-9412-86BC12D5E682}" type="presOf" srcId="{27C09583-3EB3-4A83-98FD-FA83AEE9DAB7}" destId="{B672E837-D46D-43F7-8745-EE913922FF90}" srcOrd="0" destOrd="0" presId="urn:microsoft.com/office/officeart/2005/8/layout/vList5"/>
    <dgm:cxn modelId="{3A228483-EF07-48BA-BB39-987243280DE5}" srcId="{27C09583-3EB3-4A83-98FD-FA83AEE9DAB7}" destId="{CC173B04-4238-4491-9C00-A72D72B049AE}" srcOrd="0" destOrd="0" parTransId="{716BE5EB-527A-4656-958F-6C4B9FEC4DC0}" sibTransId="{7BCDDEE1-3F4E-4EDF-B909-B57D604E6D26}"/>
    <dgm:cxn modelId="{3528F789-D6FC-4ED9-8C0C-30F327931BAB}" srcId="{AE261735-62E9-4CF4-A0AA-0980351A14FF}" destId="{2CCF4DAD-4DE3-44D6-A023-C400198677F4}" srcOrd="0" destOrd="0" parTransId="{77D31A4E-0C18-4DFB-B809-3AEDE92F14B9}" sibTransId="{162365A4-AE8A-48B1-A2F7-4792A986053B}"/>
    <dgm:cxn modelId="{248ED3A8-874B-4823-AFFE-A222E7ECBDBB}" srcId="{AE261735-62E9-4CF4-A0AA-0980351A14FF}" destId="{27C09583-3EB3-4A83-98FD-FA83AEE9DAB7}" srcOrd="1" destOrd="0" parTransId="{15185BE5-2CFE-477A-B257-24B8449A7D66}" sibTransId="{F00AF3AD-9C29-42BA-92CB-2A2B76F679E6}"/>
    <dgm:cxn modelId="{2BC1B8D5-23B8-41AC-A41F-9D27FA16B0CE}" srcId="{2CCF4DAD-4DE3-44D6-A023-C400198677F4}" destId="{7F6D9680-C430-4AE9-8FE9-4868C1EB0B7D}" srcOrd="0" destOrd="0" parTransId="{83BD7C64-1299-4393-9DA7-5D2240CFCA0D}" sibTransId="{A4192D3A-B3CB-4D6D-AB44-1CB77EAC617D}"/>
    <dgm:cxn modelId="{848FFBD8-90B2-4389-B7A0-C09A55EB7A9A}" srcId="{2030C1E7-9475-4130-B6ED-FB48B1E79EE3}" destId="{FDE6D7D3-D878-41BD-8701-B51BF2F07FF9}" srcOrd="0" destOrd="0" parTransId="{ADF9D501-5AB5-46E1-8D39-F1B167CA94A7}" sibTransId="{E91740AD-2DE8-4AFD-9C87-0692EDB4C6E1}"/>
    <dgm:cxn modelId="{7882A3DA-ACC6-4561-8A2C-C575333CD300}" type="presOf" srcId="{AE261735-62E9-4CF4-A0AA-0980351A14FF}" destId="{1997FF3F-03E3-4D19-B2C8-B37B8D439674}" srcOrd="0" destOrd="0" presId="urn:microsoft.com/office/officeart/2005/8/layout/vList5"/>
    <dgm:cxn modelId="{7F15ABEF-2DEC-4D22-8DD7-CE5D1C8DAB9B}" srcId="{AE261735-62E9-4CF4-A0AA-0980351A14FF}" destId="{2030C1E7-9475-4130-B6ED-FB48B1E79EE3}" srcOrd="2" destOrd="0" parTransId="{17513B75-A5F5-470F-82ED-6622B6A1C60D}" sibTransId="{87A0F239-6D96-4500-8229-779F0383704E}"/>
    <dgm:cxn modelId="{798CDE3A-7C4F-4CE8-9A03-C66E01285AB3}" type="presParOf" srcId="{1997FF3F-03E3-4D19-B2C8-B37B8D439674}" destId="{007A94BF-29D5-45C0-B778-56250AB5435A}" srcOrd="0" destOrd="0" presId="urn:microsoft.com/office/officeart/2005/8/layout/vList5"/>
    <dgm:cxn modelId="{F119968F-CBE7-45F7-9FEB-339EE0333E9F}" type="presParOf" srcId="{007A94BF-29D5-45C0-B778-56250AB5435A}" destId="{83FED321-2B89-44DF-932E-169C7FD801A1}" srcOrd="0" destOrd="0" presId="urn:microsoft.com/office/officeart/2005/8/layout/vList5"/>
    <dgm:cxn modelId="{84397D4C-768B-4201-A756-2297C4CBFB8C}" type="presParOf" srcId="{007A94BF-29D5-45C0-B778-56250AB5435A}" destId="{1069AB31-8240-4684-8FAE-621BB9D750AB}" srcOrd="1" destOrd="0" presId="urn:microsoft.com/office/officeart/2005/8/layout/vList5"/>
    <dgm:cxn modelId="{156701AA-A0A7-4B4F-AAB8-3FEEEE631E05}" type="presParOf" srcId="{1997FF3F-03E3-4D19-B2C8-B37B8D439674}" destId="{3C0529A9-ECAA-4810-84AE-42B6D858BAC5}" srcOrd="1" destOrd="0" presId="urn:microsoft.com/office/officeart/2005/8/layout/vList5"/>
    <dgm:cxn modelId="{BCB5A168-3CF9-4A73-93A8-2E61C17344DB}" type="presParOf" srcId="{1997FF3F-03E3-4D19-B2C8-B37B8D439674}" destId="{368FFA46-B8DB-4D89-B177-960FF21F9DCF}" srcOrd="2" destOrd="0" presId="urn:microsoft.com/office/officeart/2005/8/layout/vList5"/>
    <dgm:cxn modelId="{09D9364F-7AF0-47D4-B801-FDC26773138E}" type="presParOf" srcId="{368FFA46-B8DB-4D89-B177-960FF21F9DCF}" destId="{B672E837-D46D-43F7-8745-EE913922FF90}" srcOrd="0" destOrd="0" presId="urn:microsoft.com/office/officeart/2005/8/layout/vList5"/>
    <dgm:cxn modelId="{7F1002EC-0900-4576-85AE-928C951B8555}" type="presParOf" srcId="{368FFA46-B8DB-4D89-B177-960FF21F9DCF}" destId="{64009BEC-FF24-4B1E-8080-FE96029E13D8}" srcOrd="1" destOrd="0" presId="urn:microsoft.com/office/officeart/2005/8/layout/vList5"/>
    <dgm:cxn modelId="{D6FCC765-DF22-481B-A715-C3C8D7E8F86D}" type="presParOf" srcId="{1997FF3F-03E3-4D19-B2C8-B37B8D439674}" destId="{E83900C2-0E80-4720-B27F-377D7A007508}" srcOrd="3" destOrd="0" presId="urn:microsoft.com/office/officeart/2005/8/layout/vList5"/>
    <dgm:cxn modelId="{1797170A-391B-4216-8B58-2E4500C49FC2}" type="presParOf" srcId="{1997FF3F-03E3-4D19-B2C8-B37B8D439674}" destId="{976D549D-EB20-41C8-90E1-A7326DBD460E}" srcOrd="4" destOrd="0" presId="urn:microsoft.com/office/officeart/2005/8/layout/vList5"/>
    <dgm:cxn modelId="{533859AB-BDCD-418B-8554-6D0931DB3427}" type="presParOf" srcId="{976D549D-EB20-41C8-90E1-A7326DBD460E}" destId="{E7019441-67E5-49FE-88B4-A648FD372F2C}" srcOrd="0" destOrd="0" presId="urn:microsoft.com/office/officeart/2005/8/layout/vList5"/>
    <dgm:cxn modelId="{5D08D5B4-A0B6-44F9-AEBA-02B1F4A8177E}" type="presParOf" srcId="{976D549D-EB20-41C8-90E1-A7326DBD460E}" destId="{72804B4E-9C08-4C8F-A5B3-471B849123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3B604C-1901-4265-971A-AC66501B2D5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D3D3B3C-1F5C-488F-82B2-EB015D967250}">
      <dgm:prSet/>
      <dgm:spPr/>
      <dgm:t>
        <a:bodyPr/>
        <a:lstStyle/>
        <a:p>
          <a:r>
            <a:rPr lang="zh-CN" b="1" dirty="0"/>
            <a:t>① 反馈信号有噪声时：</a:t>
          </a:r>
          <a:endParaRPr lang="zh-CN" dirty="0"/>
        </a:p>
      </dgm:t>
    </dgm:pt>
    <dgm:pt modelId="{F783CC99-B341-438E-A6B6-3A5216B2D510}" type="parTrans" cxnId="{4A97D069-7B7C-4D06-BB9C-9E5FA230CAE6}">
      <dgm:prSet/>
      <dgm:spPr/>
      <dgm:t>
        <a:bodyPr/>
        <a:lstStyle/>
        <a:p>
          <a:endParaRPr lang="zh-CN" altLang="en-US"/>
        </a:p>
      </dgm:t>
    </dgm:pt>
    <dgm:pt modelId="{C7C219F2-B2E7-41E4-A0B1-42AB67319A29}" type="sibTrans" cxnId="{4A97D069-7B7C-4D06-BB9C-9E5FA230CAE6}">
      <dgm:prSet/>
      <dgm:spPr/>
      <dgm:t>
        <a:bodyPr/>
        <a:lstStyle/>
        <a:p>
          <a:endParaRPr lang="zh-CN" altLang="en-US"/>
        </a:p>
      </dgm:t>
    </dgm:pt>
    <dgm:pt modelId="{D31E82BB-767E-4D06-BA6D-5F128FDF7381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对策</a:t>
          </a:r>
          <a:r>
            <a:rPr lang="zh-CN" dirty="0"/>
            <a:t>​：增加滤波器</a:t>
          </a:r>
          <a:r>
            <a:rPr lang="en-US" dirty="0"/>
            <a:t>/</a:t>
          </a:r>
          <a:r>
            <a:rPr lang="zh-CN" dirty="0"/>
            <a:t>降低高频增益</a:t>
          </a:r>
        </a:p>
      </dgm:t>
    </dgm:pt>
    <dgm:pt modelId="{E8D096B3-A255-43FF-A7C7-FB8C5F68A7C6}" type="parTrans" cxnId="{1BED1AB3-B2FA-4317-B400-EB5923828CDD}">
      <dgm:prSet/>
      <dgm:spPr/>
      <dgm:t>
        <a:bodyPr/>
        <a:lstStyle/>
        <a:p>
          <a:endParaRPr lang="zh-CN" altLang="en-US"/>
        </a:p>
      </dgm:t>
    </dgm:pt>
    <dgm:pt modelId="{0C4575F2-C6AB-4C1B-8A28-33FCAC293574}" type="sibTrans" cxnId="{1BED1AB3-B2FA-4317-B400-EB5923828CDD}">
      <dgm:prSet/>
      <dgm:spPr/>
      <dgm:t>
        <a:bodyPr/>
        <a:lstStyle/>
        <a:p>
          <a:endParaRPr lang="zh-CN" altLang="en-US"/>
        </a:p>
      </dgm:t>
    </dgm:pt>
    <dgm:pt modelId="{A08B4510-A94A-441C-AA97-6572661447B8}">
      <dgm:prSet/>
      <dgm:spPr/>
      <dgm:t>
        <a:bodyPr/>
        <a:lstStyle/>
        <a:p>
          <a:r>
            <a:rPr lang="zh-CN" b="1" dirty="0"/>
            <a:t>② 传感器测量延迟很大时：</a:t>
          </a:r>
          <a:endParaRPr lang="zh-CN" dirty="0"/>
        </a:p>
      </dgm:t>
    </dgm:pt>
    <dgm:pt modelId="{EC4EF34A-68E0-42A7-B62F-F81B2F09393E}" type="parTrans" cxnId="{772EE762-827C-4D38-B202-748CF18D8945}">
      <dgm:prSet/>
      <dgm:spPr/>
      <dgm:t>
        <a:bodyPr/>
        <a:lstStyle/>
        <a:p>
          <a:endParaRPr lang="zh-CN" altLang="en-US"/>
        </a:p>
      </dgm:t>
    </dgm:pt>
    <dgm:pt modelId="{CE435FD4-B9AF-4CD0-A9F3-32D92660B656}" type="sibTrans" cxnId="{772EE762-827C-4D38-B202-748CF18D8945}">
      <dgm:prSet/>
      <dgm:spPr/>
      <dgm:t>
        <a:bodyPr/>
        <a:lstStyle/>
        <a:p>
          <a:endParaRPr lang="zh-CN" altLang="en-US"/>
        </a:p>
      </dgm:t>
    </dgm:pt>
    <dgm:pt modelId="{EE348B8A-E1FE-4A8E-B2A8-D922C4F75132}">
      <dgm:prSet/>
      <dgm:spPr/>
      <dgm:t>
        <a:bodyPr/>
        <a:lstStyle/>
        <a:p>
          <a:r>
            <a:rPr lang="zh-CN" dirty="0"/>
            <a:t>​</a:t>
          </a:r>
          <a:r>
            <a:rPr lang="zh-CN" b="1" dirty="0"/>
            <a:t>对策</a:t>
          </a:r>
          <a:r>
            <a:rPr lang="zh-CN" dirty="0"/>
            <a:t>​：预测算法</a:t>
          </a:r>
          <a:r>
            <a:rPr lang="en-US" dirty="0"/>
            <a:t>/</a:t>
          </a:r>
          <a:r>
            <a:rPr lang="zh-CN" dirty="0"/>
            <a:t>选择低延迟传感器</a:t>
          </a:r>
        </a:p>
      </dgm:t>
    </dgm:pt>
    <dgm:pt modelId="{BF5C4DA4-22F5-4753-B206-9CC8FE711833}" type="parTrans" cxnId="{7293A5A6-C509-4660-BE04-F6D3499361AE}">
      <dgm:prSet/>
      <dgm:spPr/>
      <dgm:t>
        <a:bodyPr/>
        <a:lstStyle/>
        <a:p>
          <a:endParaRPr lang="zh-CN" altLang="en-US"/>
        </a:p>
      </dgm:t>
    </dgm:pt>
    <dgm:pt modelId="{69E2EC5B-FD06-43F9-9E5C-F8EB2F48AEAB}" type="sibTrans" cxnId="{7293A5A6-C509-4660-BE04-F6D3499361AE}">
      <dgm:prSet/>
      <dgm:spPr/>
      <dgm:t>
        <a:bodyPr/>
        <a:lstStyle/>
        <a:p>
          <a:endParaRPr lang="zh-CN" altLang="en-US"/>
        </a:p>
      </dgm:t>
    </dgm:pt>
    <dgm:pt modelId="{4C599983-62C2-42AF-B251-76F5C17311BC}">
      <dgm:prSet/>
      <dgm:spPr/>
      <dgm:t>
        <a:bodyPr/>
        <a:lstStyle/>
        <a:p>
          <a:r>
            <a:rPr lang="zh-CN" dirty="0"/>
            <a:t>反馈信号含噪声时 → 控制器误动作 → 输出抖动</a:t>
          </a:r>
        </a:p>
      </dgm:t>
    </dgm:pt>
    <dgm:pt modelId="{34700F21-8988-4D9B-BECD-848298EB7432}" type="parTrans" cxnId="{591FFDDD-3F44-49FF-BBAB-3A62F536F168}">
      <dgm:prSet/>
      <dgm:spPr/>
      <dgm:t>
        <a:bodyPr/>
        <a:lstStyle/>
        <a:p>
          <a:endParaRPr lang="zh-CN" altLang="en-US"/>
        </a:p>
      </dgm:t>
    </dgm:pt>
    <dgm:pt modelId="{A824D6E3-793F-4A1E-895E-F6D1F9D05B37}" type="sibTrans" cxnId="{591FFDDD-3F44-49FF-BBAB-3A62F536F168}">
      <dgm:prSet/>
      <dgm:spPr/>
      <dgm:t>
        <a:bodyPr/>
        <a:lstStyle/>
        <a:p>
          <a:endParaRPr lang="zh-CN" altLang="en-US"/>
        </a:p>
      </dgm:t>
    </dgm:pt>
    <dgm:pt modelId="{A7CDB5B1-E316-40AB-9D93-0C16401FE7EE}">
      <dgm:prSet/>
      <dgm:spPr/>
      <dgm:t>
        <a:bodyPr/>
        <a:lstStyle/>
        <a:p>
          <a:r>
            <a:rPr lang="zh-CN" dirty="0"/>
            <a:t>测量滞后 → 相位裕度下降 → 系统失稳风险</a:t>
          </a:r>
        </a:p>
      </dgm:t>
    </dgm:pt>
    <dgm:pt modelId="{06745F14-F6ED-486E-99AB-CF833B4CB33E}" type="parTrans" cxnId="{DD23DE69-D499-4FF5-BEFA-8AF12FB46FC4}">
      <dgm:prSet/>
      <dgm:spPr/>
      <dgm:t>
        <a:bodyPr/>
        <a:lstStyle/>
        <a:p>
          <a:endParaRPr lang="zh-CN" altLang="en-US"/>
        </a:p>
      </dgm:t>
    </dgm:pt>
    <dgm:pt modelId="{F29767F3-5D59-492B-897E-6EAFA3FB9BEE}" type="sibTrans" cxnId="{DD23DE69-D499-4FF5-BEFA-8AF12FB46FC4}">
      <dgm:prSet/>
      <dgm:spPr/>
      <dgm:t>
        <a:bodyPr/>
        <a:lstStyle/>
        <a:p>
          <a:endParaRPr lang="zh-CN" altLang="en-US"/>
        </a:p>
      </dgm:t>
    </dgm:pt>
    <dgm:pt modelId="{76AF8A42-126B-46DD-AAE7-6E2D85D4DF95}" type="pres">
      <dgm:prSet presAssocID="{513B604C-1901-4265-971A-AC66501B2D5E}" presName="linear" presStyleCnt="0">
        <dgm:presLayoutVars>
          <dgm:dir/>
          <dgm:animLvl val="lvl"/>
          <dgm:resizeHandles val="exact"/>
        </dgm:presLayoutVars>
      </dgm:prSet>
      <dgm:spPr/>
    </dgm:pt>
    <dgm:pt modelId="{57F6140E-6146-45D6-9FED-57E2C92699FF}" type="pres">
      <dgm:prSet presAssocID="{2D3D3B3C-1F5C-488F-82B2-EB015D967250}" presName="parentLin" presStyleCnt="0"/>
      <dgm:spPr/>
    </dgm:pt>
    <dgm:pt modelId="{B0E9DCEA-E77D-416A-BD70-66D92B644413}" type="pres">
      <dgm:prSet presAssocID="{2D3D3B3C-1F5C-488F-82B2-EB015D967250}" presName="parentLeftMargin" presStyleLbl="node1" presStyleIdx="0" presStyleCnt="2"/>
      <dgm:spPr/>
    </dgm:pt>
    <dgm:pt modelId="{4E613340-62F9-406F-A76C-D311E0E6331A}" type="pres">
      <dgm:prSet presAssocID="{2D3D3B3C-1F5C-488F-82B2-EB015D9672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89BEA7-1E2E-455D-97F8-8DA24C248B25}" type="pres">
      <dgm:prSet presAssocID="{2D3D3B3C-1F5C-488F-82B2-EB015D967250}" presName="negativeSpace" presStyleCnt="0"/>
      <dgm:spPr/>
    </dgm:pt>
    <dgm:pt modelId="{8A766C20-6DAA-45FA-A99F-A83B93659351}" type="pres">
      <dgm:prSet presAssocID="{2D3D3B3C-1F5C-488F-82B2-EB015D967250}" presName="childText" presStyleLbl="conFgAcc1" presStyleIdx="0" presStyleCnt="2">
        <dgm:presLayoutVars>
          <dgm:bulletEnabled val="1"/>
        </dgm:presLayoutVars>
      </dgm:prSet>
      <dgm:spPr/>
    </dgm:pt>
    <dgm:pt modelId="{03FF50C9-9BF9-4FBC-89AB-B5418568901F}" type="pres">
      <dgm:prSet presAssocID="{C7C219F2-B2E7-41E4-A0B1-42AB67319A29}" presName="spaceBetweenRectangles" presStyleCnt="0"/>
      <dgm:spPr/>
    </dgm:pt>
    <dgm:pt modelId="{E6470D85-B3A3-4D29-A565-6980E6E3665D}" type="pres">
      <dgm:prSet presAssocID="{A08B4510-A94A-441C-AA97-6572661447B8}" presName="parentLin" presStyleCnt="0"/>
      <dgm:spPr/>
    </dgm:pt>
    <dgm:pt modelId="{7AE49D6C-1809-4048-BD48-AEFAE66D56E6}" type="pres">
      <dgm:prSet presAssocID="{A08B4510-A94A-441C-AA97-6572661447B8}" presName="parentLeftMargin" presStyleLbl="node1" presStyleIdx="0" presStyleCnt="2"/>
      <dgm:spPr/>
    </dgm:pt>
    <dgm:pt modelId="{CCDD90F0-A26B-4E9E-8046-06C8FDE99C28}" type="pres">
      <dgm:prSet presAssocID="{A08B4510-A94A-441C-AA97-6572661447B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8D2820A-B3C6-4C6B-BE09-59730AC9B934}" type="pres">
      <dgm:prSet presAssocID="{A08B4510-A94A-441C-AA97-6572661447B8}" presName="negativeSpace" presStyleCnt="0"/>
      <dgm:spPr/>
    </dgm:pt>
    <dgm:pt modelId="{B7170DE7-2576-4F10-93A6-23F0C00B6AA3}" type="pres">
      <dgm:prSet presAssocID="{A08B4510-A94A-441C-AA97-6572661447B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FA3792C-0D6A-4F60-9C94-A74B6EB55A98}" type="presOf" srcId="{2D3D3B3C-1F5C-488F-82B2-EB015D967250}" destId="{4E613340-62F9-406F-A76C-D311E0E6331A}" srcOrd="1" destOrd="0" presId="urn:microsoft.com/office/officeart/2005/8/layout/list1"/>
    <dgm:cxn modelId="{CA51F52E-B786-4EF7-848F-AB5863C7CD47}" type="presOf" srcId="{513B604C-1901-4265-971A-AC66501B2D5E}" destId="{76AF8A42-126B-46DD-AAE7-6E2D85D4DF95}" srcOrd="0" destOrd="0" presId="urn:microsoft.com/office/officeart/2005/8/layout/list1"/>
    <dgm:cxn modelId="{772EE762-827C-4D38-B202-748CF18D8945}" srcId="{513B604C-1901-4265-971A-AC66501B2D5E}" destId="{A08B4510-A94A-441C-AA97-6572661447B8}" srcOrd="1" destOrd="0" parTransId="{EC4EF34A-68E0-42A7-B62F-F81B2F09393E}" sibTransId="{CE435FD4-B9AF-4CD0-A9F3-32D92660B656}"/>
    <dgm:cxn modelId="{4A97D069-7B7C-4D06-BB9C-9E5FA230CAE6}" srcId="{513B604C-1901-4265-971A-AC66501B2D5E}" destId="{2D3D3B3C-1F5C-488F-82B2-EB015D967250}" srcOrd="0" destOrd="0" parTransId="{F783CC99-B341-438E-A6B6-3A5216B2D510}" sibTransId="{C7C219F2-B2E7-41E4-A0B1-42AB67319A29}"/>
    <dgm:cxn modelId="{DD23DE69-D499-4FF5-BEFA-8AF12FB46FC4}" srcId="{A08B4510-A94A-441C-AA97-6572661447B8}" destId="{A7CDB5B1-E316-40AB-9D93-0C16401FE7EE}" srcOrd="0" destOrd="0" parTransId="{06745F14-F6ED-486E-99AB-CF833B4CB33E}" sibTransId="{F29767F3-5D59-492B-897E-6EAFA3FB9BEE}"/>
    <dgm:cxn modelId="{A73E0B86-024D-42EC-BDE7-DD742544E2AD}" type="presOf" srcId="{4C599983-62C2-42AF-B251-76F5C17311BC}" destId="{8A766C20-6DAA-45FA-A99F-A83B93659351}" srcOrd="0" destOrd="0" presId="urn:microsoft.com/office/officeart/2005/8/layout/list1"/>
    <dgm:cxn modelId="{DB87A59C-5FFE-4A45-AFC7-C9AEFF163D56}" type="presOf" srcId="{EE348B8A-E1FE-4A8E-B2A8-D922C4F75132}" destId="{B7170DE7-2576-4F10-93A6-23F0C00B6AA3}" srcOrd="0" destOrd="1" presId="urn:microsoft.com/office/officeart/2005/8/layout/list1"/>
    <dgm:cxn modelId="{162376A3-23C7-499C-90C2-13B5E37E37DB}" type="presOf" srcId="{A08B4510-A94A-441C-AA97-6572661447B8}" destId="{CCDD90F0-A26B-4E9E-8046-06C8FDE99C28}" srcOrd="1" destOrd="0" presId="urn:microsoft.com/office/officeart/2005/8/layout/list1"/>
    <dgm:cxn modelId="{7293A5A6-C509-4660-BE04-F6D3499361AE}" srcId="{A08B4510-A94A-441C-AA97-6572661447B8}" destId="{EE348B8A-E1FE-4A8E-B2A8-D922C4F75132}" srcOrd="1" destOrd="0" parTransId="{BF5C4DA4-22F5-4753-B206-9CC8FE711833}" sibTransId="{69E2EC5B-FD06-43F9-9E5C-F8EB2F48AEAB}"/>
    <dgm:cxn modelId="{F029ECA8-DD8D-44B8-9D8F-FA569A9B3E62}" type="presOf" srcId="{2D3D3B3C-1F5C-488F-82B2-EB015D967250}" destId="{B0E9DCEA-E77D-416A-BD70-66D92B644413}" srcOrd="0" destOrd="0" presId="urn:microsoft.com/office/officeart/2005/8/layout/list1"/>
    <dgm:cxn modelId="{1BED1AB3-B2FA-4317-B400-EB5923828CDD}" srcId="{2D3D3B3C-1F5C-488F-82B2-EB015D967250}" destId="{D31E82BB-767E-4D06-BA6D-5F128FDF7381}" srcOrd="1" destOrd="0" parTransId="{E8D096B3-A255-43FF-A7C7-FB8C5F68A7C6}" sibTransId="{0C4575F2-C6AB-4C1B-8A28-33FCAC293574}"/>
    <dgm:cxn modelId="{95B4ECBC-9AE7-46CE-8D14-36CDEBC37547}" type="presOf" srcId="{A08B4510-A94A-441C-AA97-6572661447B8}" destId="{7AE49D6C-1809-4048-BD48-AEFAE66D56E6}" srcOrd="0" destOrd="0" presId="urn:microsoft.com/office/officeart/2005/8/layout/list1"/>
    <dgm:cxn modelId="{94C70CC4-FBDC-47A0-BF32-1F97516709FD}" type="presOf" srcId="{A7CDB5B1-E316-40AB-9D93-0C16401FE7EE}" destId="{B7170DE7-2576-4F10-93A6-23F0C00B6AA3}" srcOrd="0" destOrd="0" presId="urn:microsoft.com/office/officeart/2005/8/layout/list1"/>
    <dgm:cxn modelId="{4EE99CCD-95F0-4483-A5F3-1B869CCD6CD8}" type="presOf" srcId="{D31E82BB-767E-4D06-BA6D-5F128FDF7381}" destId="{8A766C20-6DAA-45FA-A99F-A83B93659351}" srcOrd="0" destOrd="1" presId="urn:microsoft.com/office/officeart/2005/8/layout/list1"/>
    <dgm:cxn modelId="{591FFDDD-3F44-49FF-BBAB-3A62F536F168}" srcId="{2D3D3B3C-1F5C-488F-82B2-EB015D967250}" destId="{4C599983-62C2-42AF-B251-76F5C17311BC}" srcOrd="0" destOrd="0" parTransId="{34700F21-8988-4D9B-BECD-848298EB7432}" sibTransId="{A824D6E3-793F-4A1E-895E-F6D1F9D05B37}"/>
    <dgm:cxn modelId="{830C0B9B-09C9-4214-8627-9FCFF4E6189D}" type="presParOf" srcId="{76AF8A42-126B-46DD-AAE7-6E2D85D4DF95}" destId="{57F6140E-6146-45D6-9FED-57E2C92699FF}" srcOrd="0" destOrd="0" presId="urn:microsoft.com/office/officeart/2005/8/layout/list1"/>
    <dgm:cxn modelId="{ABC8FF87-EB36-49FC-B830-0F406EE135E1}" type="presParOf" srcId="{57F6140E-6146-45D6-9FED-57E2C92699FF}" destId="{B0E9DCEA-E77D-416A-BD70-66D92B644413}" srcOrd="0" destOrd="0" presId="urn:microsoft.com/office/officeart/2005/8/layout/list1"/>
    <dgm:cxn modelId="{1D03F484-1AED-47AB-804F-A91C9EE02F7D}" type="presParOf" srcId="{57F6140E-6146-45D6-9FED-57E2C92699FF}" destId="{4E613340-62F9-406F-A76C-D311E0E6331A}" srcOrd="1" destOrd="0" presId="urn:microsoft.com/office/officeart/2005/8/layout/list1"/>
    <dgm:cxn modelId="{209309BD-1487-4C65-A25A-E93FFDA8D8D2}" type="presParOf" srcId="{76AF8A42-126B-46DD-AAE7-6E2D85D4DF95}" destId="{6289BEA7-1E2E-455D-97F8-8DA24C248B25}" srcOrd="1" destOrd="0" presId="urn:microsoft.com/office/officeart/2005/8/layout/list1"/>
    <dgm:cxn modelId="{55769AB9-5179-4E79-ABEA-9F4F3DB406E4}" type="presParOf" srcId="{76AF8A42-126B-46DD-AAE7-6E2D85D4DF95}" destId="{8A766C20-6DAA-45FA-A99F-A83B93659351}" srcOrd="2" destOrd="0" presId="urn:microsoft.com/office/officeart/2005/8/layout/list1"/>
    <dgm:cxn modelId="{F12E490B-8A2A-4732-BCA6-EDF8C462FEF4}" type="presParOf" srcId="{76AF8A42-126B-46DD-AAE7-6E2D85D4DF95}" destId="{03FF50C9-9BF9-4FBC-89AB-B5418568901F}" srcOrd="3" destOrd="0" presId="urn:microsoft.com/office/officeart/2005/8/layout/list1"/>
    <dgm:cxn modelId="{72CE2B58-2217-4E36-83F8-4CB84D103EF0}" type="presParOf" srcId="{76AF8A42-126B-46DD-AAE7-6E2D85D4DF95}" destId="{E6470D85-B3A3-4D29-A565-6980E6E3665D}" srcOrd="4" destOrd="0" presId="urn:microsoft.com/office/officeart/2005/8/layout/list1"/>
    <dgm:cxn modelId="{C90EE361-1171-473A-B7B8-965B77369E5E}" type="presParOf" srcId="{E6470D85-B3A3-4D29-A565-6980E6E3665D}" destId="{7AE49D6C-1809-4048-BD48-AEFAE66D56E6}" srcOrd="0" destOrd="0" presId="urn:microsoft.com/office/officeart/2005/8/layout/list1"/>
    <dgm:cxn modelId="{5C11EC50-B117-4BA0-9249-51FCD3512FCA}" type="presParOf" srcId="{E6470D85-B3A3-4D29-A565-6980E6E3665D}" destId="{CCDD90F0-A26B-4E9E-8046-06C8FDE99C28}" srcOrd="1" destOrd="0" presId="urn:microsoft.com/office/officeart/2005/8/layout/list1"/>
    <dgm:cxn modelId="{1E1BD7F2-88E3-4686-99CA-92F8C925AE54}" type="presParOf" srcId="{76AF8A42-126B-46DD-AAE7-6E2D85D4DF95}" destId="{28D2820A-B3C6-4C6B-BE09-59730AC9B934}" srcOrd="5" destOrd="0" presId="urn:microsoft.com/office/officeart/2005/8/layout/list1"/>
    <dgm:cxn modelId="{17D2ABAA-A257-49E6-82F3-B5536AB1140B}" type="presParOf" srcId="{76AF8A42-126B-46DD-AAE7-6E2D85D4DF95}" destId="{B7170DE7-2576-4F10-93A6-23F0C00B6AA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0"/>
          <a:ext cx="8769532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000" kern="1200"/>
            <a:t>✅ 掌握闭环控制系统定义与价值 </a:t>
          </a:r>
          <a:endParaRPr lang="zh-CN" sz="3000" kern="1200" dirty="0"/>
        </a:p>
      </dsp:txBody>
      <dsp:txXfrm>
        <a:off x="41123" y="41123"/>
        <a:ext cx="8687286" cy="760154"/>
      </dsp:txXfrm>
    </dsp:sp>
    <dsp:sp modelId="{6224525C-85D4-4D2B-A565-5A1C72E6A698}">
      <dsp:nvSpPr>
        <dsp:cNvPr id="0" name=""/>
        <dsp:cNvSpPr/>
      </dsp:nvSpPr>
      <dsp:spPr>
        <a:xfrm>
          <a:off x="0" y="953416"/>
          <a:ext cx="8769532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000" kern="1200" dirty="0"/>
            <a:t>✅ 精准复述六大核心组件及其功能 </a:t>
          </a:r>
        </a:p>
      </dsp:txBody>
      <dsp:txXfrm>
        <a:off x="41123" y="994539"/>
        <a:ext cx="8687286" cy="760154"/>
      </dsp:txXfrm>
    </dsp:sp>
    <dsp:sp modelId="{C0A9963D-24DB-4B7D-88E1-32B87476A28C}">
      <dsp:nvSpPr>
        <dsp:cNvPr id="0" name=""/>
        <dsp:cNvSpPr/>
      </dsp:nvSpPr>
      <dsp:spPr>
        <a:xfrm>
          <a:off x="0" y="1882216"/>
          <a:ext cx="8769532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000" kern="1200" dirty="0"/>
            <a:t>✅ 独立绘制闭环控制框图 </a:t>
          </a:r>
        </a:p>
      </dsp:txBody>
      <dsp:txXfrm>
        <a:off x="41123" y="1923339"/>
        <a:ext cx="8687286" cy="760154"/>
      </dsp:txXfrm>
    </dsp:sp>
    <dsp:sp modelId="{D080279A-97F9-4D7A-BF63-4D9811D73D3F}">
      <dsp:nvSpPr>
        <dsp:cNvPr id="0" name=""/>
        <dsp:cNvSpPr/>
      </dsp:nvSpPr>
      <dsp:spPr>
        <a:xfrm>
          <a:off x="0" y="2811017"/>
          <a:ext cx="8769532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000" kern="1200" dirty="0"/>
            <a:t>✅ 解析反馈与误差信号的动态关系 </a:t>
          </a:r>
        </a:p>
      </dsp:txBody>
      <dsp:txXfrm>
        <a:off x="41123" y="2852140"/>
        <a:ext cx="8687286" cy="760154"/>
      </dsp:txXfrm>
    </dsp:sp>
    <dsp:sp modelId="{F91D5370-2F5F-45A7-B7B4-0695A16929FB}">
      <dsp:nvSpPr>
        <dsp:cNvPr id="0" name=""/>
        <dsp:cNvSpPr/>
      </dsp:nvSpPr>
      <dsp:spPr>
        <a:xfrm>
          <a:off x="0" y="3739817"/>
          <a:ext cx="8769532" cy="842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000" kern="1200" dirty="0"/>
            <a:t>✅ 对比开环</a:t>
          </a:r>
          <a:r>
            <a:rPr lang="en-US" altLang="zh-CN" sz="3000" kern="1200" dirty="0"/>
            <a:t>/</a:t>
          </a:r>
          <a:r>
            <a:rPr lang="zh-CN" altLang="zh-CN" sz="3000" kern="1200" dirty="0"/>
            <a:t>闭环的工程适用场景</a:t>
          </a:r>
        </a:p>
      </dsp:txBody>
      <dsp:txXfrm>
        <a:off x="41123" y="3780940"/>
        <a:ext cx="8687286" cy="760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3863B-71F6-4532-9603-B11483825FEE}">
      <dsp:nvSpPr>
        <dsp:cNvPr id="0" name=""/>
        <dsp:cNvSpPr/>
      </dsp:nvSpPr>
      <dsp:spPr>
        <a:xfrm rot="5400000">
          <a:off x="3969669" y="-1984437"/>
          <a:ext cx="2045827" cy="65262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理想条件</a:t>
          </a:r>
          <a:r>
            <a:rPr lang="zh-CN" sz="1200" kern="1200" dirty="0"/>
            <a:t>​：扰动可忽略、模型精确（如</a:t>
          </a:r>
          <a:r>
            <a:rPr lang="zh-CN" sz="1200" i="1" kern="1200" dirty="0"/>
            <a:t>“扰动小、模型精确、精度要求不高”</a:t>
          </a:r>
          <a:r>
            <a:rPr lang="zh-CN" sz="1200" kern="1200" dirty="0"/>
            <a:t>）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b="1" kern="1200" dirty="0"/>
            <a:t>实例</a:t>
          </a:r>
          <a:r>
            <a:rPr lang="en-US" sz="1200" b="1" kern="1200" dirty="0"/>
            <a:t>1</a:t>
          </a:r>
          <a:r>
            <a:rPr lang="zh-CN" sz="1200" kern="1200" dirty="0"/>
            <a:t>​：恒温烤箱定时加热（温度波动</a:t>
          </a:r>
          <a:r>
            <a:rPr lang="en-US" sz="1200" kern="1200" dirty="0"/>
            <a:t>&lt;±1℃</a:t>
          </a:r>
          <a:r>
            <a:rPr lang="zh-CN" sz="1200" kern="1200" dirty="0"/>
            <a:t>，无外部干扰）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实例</a:t>
          </a:r>
          <a:r>
            <a:rPr lang="en-US" sz="1200" b="1" kern="1200" dirty="0"/>
            <a:t>2</a:t>
          </a:r>
          <a:r>
            <a:rPr lang="zh-CN" sz="1200" kern="1200" dirty="0"/>
            <a:t>​：流水线传送带启停控制（负载恒定、速度无精度要求）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成本敏感场景</a:t>
          </a:r>
          <a:r>
            <a:rPr lang="zh-CN" sz="1200" kern="1200" dirty="0"/>
            <a:t>​：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低功耗设备（如太阳能路灯定时开关）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大规模量产简单产品（如玩具电机固定转速驱动）</a:t>
          </a:r>
        </a:p>
      </dsp:txBody>
      <dsp:txXfrm rot="-5400000">
        <a:off x="1729440" y="355661"/>
        <a:ext cx="6426417" cy="1846089"/>
      </dsp:txXfrm>
    </dsp:sp>
    <dsp:sp modelId="{1962A071-8186-444D-B30D-BE808B08F121}">
      <dsp:nvSpPr>
        <dsp:cNvPr id="0" name=""/>
        <dsp:cNvSpPr/>
      </dsp:nvSpPr>
      <dsp:spPr>
        <a:xfrm>
          <a:off x="134300" y="63"/>
          <a:ext cx="1595138" cy="255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/>
            <a:t>开环控制适用场景​</a:t>
          </a:r>
          <a:endParaRPr lang="zh-CN" altLang="en-US" sz="2400" kern="1200" dirty="0"/>
        </a:p>
      </dsp:txBody>
      <dsp:txXfrm>
        <a:off x="212168" y="77931"/>
        <a:ext cx="1439402" cy="2401547"/>
      </dsp:txXfrm>
    </dsp:sp>
    <dsp:sp modelId="{BBBFF4E3-B923-4A49-87F9-87B7EF0F481D}">
      <dsp:nvSpPr>
        <dsp:cNvPr id="0" name=""/>
        <dsp:cNvSpPr/>
      </dsp:nvSpPr>
      <dsp:spPr>
        <a:xfrm rot="5400000">
          <a:off x="3969669" y="700710"/>
          <a:ext cx="2045827" cy="65262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动态环境</a:t>
          </a:r>
          <a:r>
            <a:rPr lang="zh-CN" sz="1200" kern="1200" dirty="0"/>
            <a:t>​：存在不可预测扰动（</a:t>
          </a:r>
          <a:r>
            <a:rPr lang="zh-CN" altLang="en-US" sz="1200" kern="1200" dirty="0"/>
            <a:t>如</a:t>
          </a:r>
          <a:r>
            <a:rPr lang="zh-CN" sz="1200" i="1" kern="1200" dirty="0"/>
            <a:t>“负载变化、风阻、摩擦力”</a:t>
          </a:r>
          <a:r>
            <a:rPr lang="zh-CN" sz="1200" kern="1200" dirty="0"/>
            <a:t>）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实例</a:t>
          </a:r>
          <a:r>
            <a:rPr lang="en-US" sz="1200" b="1" kern="1200" dirty="0"/>
            <a:t>1</a:t>
          </a:r>
          <a:r>
            <a:rPr lang="zh-CN" sz="1200" kern="1200" dirty="0"/>
            <a:t>​：电动汽车巡航控制（坡度变化需实时调整电机扭矩）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实例</a:t>
          </a:r>
          <a:r>
            <a:rPr lang="en-US" sz="1200" b="1" kern="1200" dirty="0"/>
            <a:t>2</a:t>
          </a:r>
          <a:r>
            <a:rPr lang="zh-CN" sz="1200" kern="1200" dirty="0"/>
            <a:t>​：工业机器人精准定位（文档</a:t>
          </a:r>
          <a:r>
            <a:rPr lang="en-US" sz="1200" kern="1200" dirty="0"/>
            <a:t>1</a:t>
          </a:r>
          <a:r>
            <a:rPr lang="zh-CN" sz="1200" kern="1200" dirty="0"/>
            <a:t>的电机位置控制，需编码器反馈）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高精度需求</a:t>
          </a:r>
          <a:r>
            <a:rPr lang="zh-CN" sz="1200" kern="1200" dirty="0"/>
            <a:t>​：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医疗设备（如胰岛素泵流量控制）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航空航天（无人机姿态稳定，依赖</a:t>
          </a:r>
          <a:r>
            <a:rPr lang="en-US" sz="1200" kern="1200" dirty="0"/>
            <a:t>IMU</a:t>
          </a:r>
          <a:r>
            <a:rPr lang="zh-CN" sz="1200" kern="1200" dirty="0"/>
            <a:t>传感器反馈）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​</a:t>
          </a:r>
          <a:r>
            <a:rPr lang="zh-CN" sz="1200" b="1" kern="1200" dirty="0"/>
            <a:t>长周期可靠性</a:t>
          </a:r>
          <a:r>
            <a:rPr lang="zh-CN" sz="1200" kern="1200" dirty="0"/>
            <a:t>​：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/>
            <a:t>电网电压调节（应对负载波动和线路老化）</a:t>
          </a:r>
        </a:p>
      </dsp:txBody>
      <dsp:txXfrm rot="-5400000">
        <a:off x="1729440" y="3040809"/>
        <a:ext cx="6426417" cy="1846089"/>
      </dsp:txXfrm>
    </dsp:sp>
    <dsp:sp modelId="{09F02BA4-11E0-4AAD-A569-4CE4D31C2706}">
      <dsp:nvSpPr>
        <dsp:cNvPr id="0" name=""/>
        <dsp:cNvSpPr/>
      </dsp:nvSpPr>
      <dsp:spPr>
        <a:xfrm>
          <a:off x="134300" y="2685212"/>
          <a:ext cx="1595138" cy="255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/>
            <a:t>​闭环控制适用场景​</a:t>
          </a:r>
          <a:endParaRPr lang="zh-CN" altLang="en-US" sz="2400" kern="1200" dirty="0"/>
        </a:p>
      </dsp:txBody>
      <dsp:txXfrm>
        <a:off x="212168" y="2763080"/>
        <a:ext cx="1439402" cy="24015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9AB31-8240-4684-8FAE-621BB9D750AB}">
      <dsp:nvSpPr>
        <dsp:cNvPr id="0" name=""/>
        <dsp:cNvSpPr/>
      </dsp:nvSpPr>
      <dsp:spPr>
        <a:xfrm rot="5400000">
          <a:off x="6536489" y="-2942273"/>
          <a:ext cx="762532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“反馈修正误差”</a:t>
          </a:r>
          <a:endParaRPr lang="zh-CN" sz="1900" kern="1200" dirty="0"/>
        </a:p>
      </dsp:txBody>
      <dsp:txXfrm rot="-5400000">
        <a:off x="3497454" y="133986"/>
        <a:ext cx="6803378" cy="688084"/>
      </dsp:txXfrm>
    </dsp:sp>
    <dsp:sp modelId="{83FED321-2B89-44DF-932E-169C7FD801A1}">
      <dsp:nvSpPr>
        <dsp:cNvPr id="0" name=""/>
        <dsp:cNvSpPr/>
      </dsp:nvSpPr>
      <dsp:spPr>
        <a:xfrm>
          <a:off x="350384" y="1444"/>
          <a:ext cx="3147070" cy="953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300" kern="1200" dirty="0"/>
            <a:t>闭环核心</a:t>
          </a:r>
          <a:r>
            <a:rPr lang="zh-CN" altLang="en-US" sz="4300" kern="1200" dirty="0"/>
            <a:t>：</a:t>
          </a:r>
          <a:endParaRPr lang="zh-CN" sz="4300" kern="1200" dirty="0"/>
        </a:p>
      </dsp:txBody>
      <dsp:txXfrm>
        <a:off x="396914" y="47974"/>
        <a:ext cx="3054010" cy="860106"/>
      </dsp:txXfrm>
    </dsp:sp>
    <dsp:sp modelId="{64009BEC-FF24-4B1E-8080-FE96029E13D8}">
      <dsp:nvSpPr>
        <dsp:cNvPr id="0" name=""/>
        <dsp:cNvSpPr/>
      </dsp:nvSpPr>
      <dsp:spPr>
        <a:xfrm rot="5400000">
          <a:off x="6536489" y="-1941449"/>
          <a:ext cx="762532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b="1" kern="1200" dirty="0"/>
            <a:t>设定点 → 比较器 → 控制器 → 执行器 → 被控对象 → 传感器</a:t>
          </a:r>
          <a:endParaRPr lang="zh-CN" sz="1900" kern="1200" dirty="0"/>
        </a:p>
      </dsp:txBody>
      <dsp:txXfrm rot="-5400000">
        <a:off x="3497454" y="1134810"/>
        <a:ext cx="6803378" cy="688084"/>
      </dsp:txXfrm>
    </dsp:sp>
    <dsp:sp modelId="{B672E837-D46D-43F7-8745-EE913922FF90}">
      <dsp:nvSpPr>
        <dsp:cNvPr id="0" name=""/>
        <dsp:cNvSpPr/>
      </dsp:nvSpPr>
      <dsp:spPr>
        <a:xfrm>
          <a:off x="350384" y="1002268"/>
          <a:ext cx="3147070" cy="953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300" kern="1200" dirty="0"/>
            <a:t>六大组成：</a:t>
          </a:r>
        </a:p>
      </dsp:txBody>
      <dsp:txXfrm>
        <a:off x="396914" y="1048798"/>
        <a:ext cx="3054010" cy="860106"/>
      </dsp:txXfrm>
    </dsp:sp>
    <dsp:sp modelId="{72804B4E-9C08-4C8F-A5B3-471B849123A6}">
      <dsp:nvSpPr>
        <dsp:cNvPr id="0" name=""/>
        <dsp:cNvSpPr/>
      </dsp:nvSpPr>
      <dsp:spPr>
        <a:xfrm rot="5400000">
          <a:off x="6536489" y="-940625"/>
          <a:ext cx="762532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f>
                <m:fPr>
                  <m:ctrlPr>
                    <a:rPr lang="ar-AE" sz="1900" i="1" kern="1200" smtClean="0">
                      <a:latin typeface="Cambria Math" panose="02040503050406030204" pitchFamily="18" charset="0"/>
                    </a:rPr>
                  </m:ctrlPr>
                </m:fPr>
                <m:num>
                  <m:r>
                    <a:rPr lang="zh-CN" sz="1900" i="1" kern="1200">
                      <a:latin typeface="Cambria Math" panose="02040503050406030204" pitchFamily="18" charset="0"/>
                    </a:rPr>
                    <m:t>𝑌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</m:num>
                <m:den>
                  <m:r>
                    <a:rPr lang="zh-CN" sz="1900" i="1" kern="1200">
                      <a:latin typeface="Cambria Math" panose="02040503050406030204" pitchFamily="18" charset="0"/>
                    </a:rPr>
                    <m:t>𝑅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</m:den>
              </m:f>
              <m:r>
                <a:rPr lang="ar-AE" sz="1900" kern="1200">
                  <a:latin typeface="Cambria Math" panose="02040503050406030204" pitchFamily="18" charset="0"/>
                </a:rPr>
                <m:t>=</m:t>
              </m:r>
              <m:f>
                <m:fPr>
                  <m:ctrlPr>
                    <a:rPr lang="ar-AE" sz="1900" i="1" kern="1200">
                      <a:latin typeface="Cambria Math" panose="02040503050406030204" pitchFamily="18" charset="0"/>
                    </a:rPr>
                  </m:ctrlPr>
                </m:fPr>
                <m:num>
                  <m:r>
                    <a:rPr lang="zh-CN" sz="1900" i="1" kern="1200">
                      <a:latin typeface="Cambria Math" panose="02040503050406030204" pitchFamily="18" charset="0"/>
                    </a:rPr>
                    <m:t>𝐺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  <m:r>
                    <a:rPr lang="zh-CN" sz="1900" i="1" kern="1200">
                      <a:latin typeface="Cambria Math" panose="02040503050406030204" pitchFamily="18" charset="0"/>
                    </a:rPr>
                    <m:t>𝐶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</m:num>
                <m:den>
                  <m:r>
                    <a:rPr lang="ar-AE" sz="1900" kern="1200">
                      <a:latin typeface="Cambria Math" panose="02040503050406030204" pitchFamily="18" charset="0"/>
                    </a:rPr>
                    <m:t>1</m:t>
                  </m:r>
                  <m:r>
                    <a:rPr lang="ar-AE" sz="1900" kern="1200">
                      <a:latin typeface="Cambria Math" panose="02040503050406030204" pitchFamily="18" charset="0"/>
                    </a:rPr>
                    <m:t>+</m:t>
                  </m:r>
                  <m:r>
                    <a:rPr lang="zh-CN" sz="1900" i="1" kern="1200">
                      <a:latin typeface="Cambria Math" panose="02040503050406030204" pitchFamily="18" charset="0"/>
                    </a:rPr>
                    <m:t>𝐺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  <m:r>
                    <a:rPr lang="zh-CN" sz="1900" i="1" kern="1200">
                      <a:latin typeface="Cambria Math" panose="02040503050406030204" pitchFamily="18" charset="0"/>
                    </a:rPr>
                    <m:t>𝐶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  <m:r>
                    <a:rPr lang="zh-CN" sz="1900" i="1" kern="1200">
                      <a:latin typeface="Cambria Math" panose="02040503050406030204" pitchFamily="18" charset="0"/>
                    </a:rPr>
                    <m:t>𝐻</m:t>
                  </m:r>
                  <m:d>
                    <m:dPr>
                      <m:ctrlPr>
                        <a:rPr lang="ar-AE" sz="19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zh-CN" sz="1900" i="1" kern="1200">
                          <a:latin typeface="Cambria Math" panose="02040503050406030204" pitchFamily="18" charset="0"/>
                        </a:rPr>
                        <m:t>𝑠</m:t>
                      </m:r>
                    </m:e>
                  </m:d>
                </m:den>
              </m:f>
            </m:oMath>
          </a14:m>
          <a:endParaRPr lang="zh-CN" sz="1900" kern="1200" dirty="0"/>
        </a:p>
      </dsp:txBody>
      <dsp:txXfrm rot="-5400000">
        <a:off x="3497454" y="2135634"/>
        <a:ext cx="6803378" cy="688084"/>
      </dsp:txXfrm>
    </dsp:sp>
    <dsp:sp modelId="{E7019441-67E5-49FE-88B4-A648FD372F2C}">
      <dsp:nvSpPr>
        <dsp:cNvPr id="0" name=""/>
        <dsp:cNvSpPr/>
      </dsp:nvSpPr>
      <dsp:spPr>
        <a:xfrm>
          <a:off x="350384" y="2003092"/>
          <a:ext cx="3147070" cy="953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300" kern="1200" dirty="0"/>
            <a:t>数学核心：</a:t>
          </a:r>
        </a:p>
      </dsp:txBody>
      <dsp:txXfrm>
        <a:off x="396914" y="2049622"/>
        <a:ext cx="3054010" cy="8601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66C20-6DAA-45FA-A99F-A83B93659351}">
      <dsp:nvSpPr>
        <dsp:cNvPr id="0" name=""/>
        <dsp:cNvSpPr/>
      </dsp:nvSpPr>
      <dsp:spPr>
        <a:xfrm>
          <a:off x="0" y="570227"/>
          <a:ext cx="10688441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666496" rIns="829542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200" kern="1200" dirty="0"/>
            <a:t>反馈信号含噪声时 → 控制器误动作 → 输出抖动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200" kern="1200" dirty="0"/>
            <a:t>​</a:t>
          </a:r>
          <a:r>
            <a:rPr lang="zh-CN" sz="3200" b="1" kern="1200" dirty="0"/>
            <a:t>对策</a:t>
          </a:r>
          <a:r>
            <a:rPr lang="zh-CN" sz="3200" kern="1200" dirty="0"/>
            <a:t>​：增加滤波器</a:t>
          </a:r>
          <a:r>
            <a:rPr lang="en-US" sz="3200" kern="1200" dirty="0"/>
            <a:t>/</a:t>
          </a:r>
          <a:r>
            <a:rPr lang="zh-CN" sz="3200" kern="1200" dirty="0"/>
            <a:t>降低高频增益</a:t>
          </a:r>
        </a:p>
      </dsp:txBody>
      <dsp:txXfrm>
        <a:off x="0" y="570227"/>
        <a:ext cx="10688441" cy="2016000"/>
      </dsp:txXfrm>
    </dsp:sp>
    <dsp:sp modelId="{4E613340-62F9-406F-A76C-D311E0E6331A}">
      <dsp:nvSpPr>
        <dsp:cNvPr id="0" name=""/>
        <dsp:cNvSpPr/>
      </dsp:nvSpPr>
      <dsp:spPr>
        <a:xfrm>
          <a:off x="534422" y="97907"/>
          <a:ext cx="7481908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b="1" kern="1200" dirty="0"/>
            <a:t>① 反馈信号有噪声时：</a:t>
          </a:r>
          <a:endParaRPr lang="zh-CN" sz="3200" kern="1200" dirty="0"/>
        </a:p>
      </dsp:txBody>
      <dsp:txXfrm>
        <a:off x="580536" y="144021"/>
        <a:ext cx="7389680" cy="852412"/>
      </dsp:txXfrm>
    </dsp:sp>
    <dsp:sp modelId="{B7170DE7-2576-4F10-93A6-23F0C00B6AA3}">
      <dsp:nvSpPr>
        <dsp:cNvPr id="0" name=""/>
        <dsp:cNvSpPr/>
      </dsp:nvSpPr>
      <dsp:spPr>
        <a:xfrm>
          <a:off x="0" y="3231347"/>
          <a:ext cx="10688441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666496" rIns="829542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200" kern="1200" dirty="0"/>
            <a:t>测量滞后 → 相位裕度下降 → 系统失稳风险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200" kern="1200" dirty="0"/>
            <a:t>​</a:t>
          </a:r>
          <a:r>
            <a:rPr lang="zh-CN" sz="3200" b="1" kern="1200" dirty="0"/>
            <a:t>对策</a:t>
          </a:r>
          <a:r>
            <a:rPr lang="zh-CN" sz="3200" kern="1200" dirty="0"/>
            <a:t>​：预测算法</a:t>
          </a:r>
          <a:r>
            <a:rPr lang="en-US" sz="3200" kern="1200" dirty="0"/>
            <a:t>/</a:t>
          </a:r>
          <a:r>
            <a:rPr lang="zh-CN" sz="3200" kern="1200" dirty="0"/>
            <a:t>选择低延迟传感器</a:t>
          </a:r>
        </a:p>
      </dsp:txBody>
      <dsp:txXfrm>
        <a:off x="0" y="3231347"/>
        <a:ext cx="10688441" cy="2016000"/>
      </dsp:txXfrm>
    </dsp:sp>
    <dsp:sp modelId="{CCDD90F0-A26B-4E9E-8046-06C8FDE99C28}">
      <dsp:nvSpPr>
        <dsp:cNvPr id="0" name=""/>
        <dsp:cNvSpPr/>
      </dsp:nvSpPr>
      <dsp:spPr>
        <a:xfrm>
          <a:off x="534422" y="2759027"/>
          <a:ext cx="7481908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b="1" kern="1200" dirty="0"/>
            <a:t>② 传感器测量延迟很大时：</a:t>
          </a:r>
          <a:endParaRPr lang="zh-CN" sz="3200" kern="1200" dirty="0"/>
        </a:p>
      </dsp:txBody>
      <dsp:txXfrm>
        <a:off x="580536" y="2805141"/>
        <a:ext cx="7389680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35C5-0282-3426-25AD-AEF7433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022B22-8356-91C2-2F40-3E77BA0F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395BA7-86A7-BAB5-B074-CBB96379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EA0F7-0BDA-0537-9D30-623BC674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4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492572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闭环控制核心概念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【07-02】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E04D561-33D4-BE50-5DD7-075945448F3E}"/>
              </a:ext>
            </a:extLst>
          </p:cNvPr>
          <p:cNvSpPr txBox="1"/>
          <p:nvPr/>
        </p:nvSpPr>
        <p:spPr>
          <a:xfrm>
            <a:off x="6923313" y="2551837"/>
            <a:ext cx="28267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设定点（</a:t>
            </a:r>
            <a:r>
              <a:rPr lang="en-US" altLang="zh-CN" dirty="0"/>
              <a:t>Setpoint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比较器（</a:t>
            </a:r>
            <a:r>
              <a:rPr lang="en-US" altLang="zh-CN" dirty="0"/>
              <a:t>Comparator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控制器（</a:t>
            </a:r>
            <a:r>
              <a:rPr lang="en-US" altLang="zh-CN" dirty="0"/>
              <a:t>Controller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执行机构（</a:t>
            </a:r>
            <a:r>
              <a:rPr lang="en-US" altLang="zh-CN" dirty="0"/>
              <a:t>Actuator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被控对象（</a:t>
            </a:r>
            <a:r>
              <a:rPr lang="en-US" altLang="zh-CN" dirty="0"/>
              <a:t>Plant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传感器（</a:t>
            </a:r>
            <a:r>
              <a:rPr lang="en-US" altLang="zh-CN" dirty="0"/>
              <a:t>Sensor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009564899"/>
              </p:ext>
            </p:extLst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开环与闭环的对比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AEA78CC-6742-B1D6-4EA9-58B5E5E89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486" y="3730373"/>
            <a:ext cx="99116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开环：输入→控制器→执行器→输出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闭环：输入→比较器→控制器→执行器→被控对象→反馈→比较器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C21D5E-6522-9185-A468-31C9C39F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63" y="1467385"/>
            <a:ext cx="3875313" cy="1093428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95A22E4E-BA42-6011-104D-CE4632E74476}"/>
              </a:ext>
            </a:extLst>
          </p:cNvPr>
          <p:cNvGrpSpPr/>
          <p:nvPr/>
        </p:nvGrpSpPr>
        <p:grpSpPr>
          <a:xfrm>
            <a:off x="6376626" y="1250585"/>
            <a:ext cx="4510311" cy="1527404"/>
            <a:chOff x="6376626" y="2560813"/>
            <a:chExt cx="4510311" cy="15274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3BE6B8F-A84A-A85A-720F-03CACCA10B6B}"/>
                </a:ext>
              </a:extLst>
            </p:cNvPr>
            <p:cNvSpPr/>
            <p:nvPr/>
          </p:nvSpPr>
          <p:spPr>
            <a:xfrm>
              <a:off x="9509795" y="2833979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2B601A8-6AF0-910D-2FF9-66689C5E9ED0}"/>
                </a:ext>
              </a:extLst>
            </p:cNvPr>
            <p:cNvSpPr/>
            <p:nvPr/>
          </p:nvSpPr>
          <p:spPr>
            <a:xfrm>
              <a:off x="7739577" y="2833979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F9659AC-CE3B-D72F-F166-584578784D6B}"/>
                </a:ext>
              </a:extLst>
            </p:cNvPr>
            <p:cNvSpPr/>
            <p:nvPr/>
          </p:nvSpPr>
          <p:spPr>
            <a:xfrm>
              <a:off x="7196409" y="2997783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79086BE-9C66-B373-4665-D8B7D09FC94F}"/>
                </a:ext>
              </a:extLst>
            </p:cNvPr>
            <p:cNvCxnSpPr>
              <a:stCxn id="12" idx="1"/>
              <a:endCxn id="12" idx="5"/>
            </p:cNvCxnSpPr>
            <p:nvPr/>
          </p:nvCxnSpPr>
          <p:spPr>
            <a:xfrm>
              <a:off x="7228292" y="3029967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4B58035-BC2E-0AD5-B76A-58B591C6A31A}"/>
                </a:ext>
              </a:extLst>
            </p:cNvPr>
            <p:cNvCxnSpPr>
              <a:stCxn id="12" idx="3"/>
              <a:endCxn id="12" idx="7"/>
            </p:cNvCxnSpPr>
            <p:nvPr/>
          </p:nvCxnSpPr>
          <p:spPr>
            <a:xfrm flipV="1">
              <a:off x="7228292" y="3029967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B9EAF3B7-2B60-6649-4FFE-C84F0329CC57}"/>
                </a:ext>
              </a:extLst>
            </p:cNvPr>
            <p:cNvCxnSpPr/>
            <p:nvPr/>
          </p:nvCxnSpPr>
          <p:spPr>
            <a:xfrm>
              <a:off x="6796722" y="3107666"/>
              <a:ext cx="399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3CCAFBF-A1CE-2110-E01C-3697193F2694}"/>
                </a:ext>
              </a:extLst>
            </p:cNvPr>
            <p:cNvSpPr/>
            <p:nvPr/>
          </p:nvSpPr>
          <p:spPr>
            <a:xfrm>
              <a:off x="8311430" y="3806279"/>
              <a:ext cx="1198365" cy="281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46383C8-2830-F80C-70D7-C3FE01406575}"/>
                </a:ext>
              </a:extLst>
            </p:cNvPr>
            <p:cNvSpPr txBox="1"/>
            <p:nvPr/>
          </p:nvSpPr>
          <p:spPr>
            <a:xfrm>
              <a:off x="10163662" y="2805140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被控量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416C362F-748B-6EE1-CBFC-EE33E5A0413D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094255" y="3107666"/>
              <a:ext cx="729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BBE2E5AB-7B57-8C88-1029-059430DC93DC}"/>
                </a:ext>
              </a:extLst>
            </p:cNvPr>
            <p:cNvCxnSpPr>
              <a:stCxn id="18" idx="1"/>
              <a:endCxn id="12" idx="4"/>
            </p:cNvCxnSpPr>
            <p:nvPr/>
          </p:nvCxnSpPr>
          <p:spPr>
            <a:xfrm rot="10800000">
              <a:off x="7305266" y="3217550"/>
              <a:ext cx="1006164" cy="72969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4CC7FC6-3A3A-AC07-5399-EC3B00079958}"/>
                </a:ext>
              </a:extLst>
            </p:cNvPr>
            <p:cNvCxnSpPr>
              <a:stCxn id="12" idx="6"/>
              <a:endCxn id="11" idx="1"/>
            </p:cNvCxnSpPr>
            <p:nvPr/>
          </p:nvCxnSpPr>
          <p:spPr>
            <a:xfrm flipV="1">
              <a:off x="7414123" y="3107666"/>
              <a:ext cx="32545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780DB20-10CD-58B4-56A2-9BDE2DC8752E}"/>
                </a:ext>
              </a:extLst>
            </p:cNvPr>
            <p:cNvCxnSpPr>
              <a:cxnSpLocks/>
              <a:stCxn id="11" idx="3"/>
              <a:endCxn id="33" idx="1"/>
            </p:cNvCxnSpPr>
            <p:nvPr/>
          </p:nvCxnSpPr>
          <p:spPr>
            <a:xfrm>
              <a:off x="8324037" y="3107666"/>
              <a:ext cx="3090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83D8EA7E-C918-727B-86F5-3577A51FC02F}"/>
                </a:ext>
              </a:extLst>
            </p:cNvPr>
            <p:cNvCxnSpPr>
              <a:cxnSpLocks/>
              <a:stCxn id="19" idx="2"/>
              <a:endCxn id="18" idx="3"/>
            </p:cNvCxnSpPr>
            <p:nvPr/>
          </p:nvCxnSpPr>
          <p:spPr>
            <a:xfrm rot="5400000">
              <a:off x="9600383" y="3022330"/>
              <a:ext cx="834331" cy="10155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5D204CC-A15D-2155-B0F4-62B4D5036E69}"/>
                </a:ext>
              </a:extLst>
            </p:cNvPr>
            <p:cNvSpPr txBox="1"/>
            <p:nvPr/>
          </p:nvSpPr>
          <p:spPr>
            <a:xfrm>
              <a:off x="6999528" y="275331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78D120C-8C86-49E0-6565-978430376EB4}"/>
                </a:ext>
              </a:extLst>
            </p:cNvPr>
            <p:cNvSpPr txBox="1"/>
            <p:nvPr/>
          </p:nvSpPr>
          <p:spPr>
            <a:xfrm>
              <a:off x="7267706" y="30926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-</a:t>
              </a:r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ED4275A-684A-B14B-B2C1-F8BE555B6A84}"/>
                </a:ext>
              </a:extLst>
            </p:cNvPr>
            <p:cNvSpPr txBox="1"/>
            <p:nvPr/>
          </p:nvSpPr>
          <p:spPr>
            <a:xfrm>
              <a:off x="6376626" y="2806640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0DF2C1F-BD53-E131-AF75-B102D6687DF3}"/>
                </a:ext>
              </a:extLst>
            </p:cNvPr>
            <p:cNvSpPr txBox="1"/>
            <p:nvPr/>
          </p:nvSpPr>
          <p:spPr>
            <a:xfrm>
              <a:off x="6965598" y="2560813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CE33C75-FF18-DC77-9CB0-FACC53C1CE21}"/>
                </a:ext>
              </a:extLst>
            </p:cNvPr>
            <p:cNvSpPr/>
            <p:nvPr/>
          </p:nvSpPr>
          <p:spPr>
            <a:xfrm>
              <a:off x="8633105" y="2833979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009D8237-F251-472E-5638-AE0D1D869F48}"/>
                </a:ext>
              </a:extLst>
            </p:cNvPr>
            <p:cNvCxnSpPr>
              <a:stCxn id="33" idx="3"/>
              <a:endCxn id="10" idx="1"/>
            </p:cNvCxnSpPr>
            <p:nvPr/>
          </p:nvCxnSpPr>
          <p:spPr>
            <a:xfrm>
              <a:off x="9217565" y="3107666"/>
              <a:ext cx="2922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824C982-AE3E-EFE6-B229-DD6BC12E6A28}"/>
              </a:ext>
            </a:extLst>
          </p:cNvPr>
          <p:cNvSpPr txBox="1"/>
          <p:nvPr/>
        </p:nvSpPr>
        <p:spPr>
          <a:xfrm>
            <a:off x="5694556" y="40227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蒙眼开车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3815C7-0872-2C7B-4045-2C707A77F8C0}"/>
              </a:ext>
            </a:extLst>
          </p:cNvPr>
          <p:cNvSpPr txBox="1"/>
          <p:nvPr/>
        </p:nvSpPr>
        <p:spPr>
          <a:xfrm>
            <a:off x="9055666" y="43565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睁眼开车</a:t>
            </a: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C44B-0E79-578B-B271-AFE3E2C9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7691B46-AD61-928F-E4A8-0BF58831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闭环控制系统的六个组成部分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3290AEF-4FC5-F722-422A-AC41A076205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07877858"/>
              </p:ext>
            </p:extLst>
          </p:nvPr>
        </p:nvGraphicFramePr>
        <p:xfrm>
          <a:off x="221226" y="1508499"/>
          <a:ext cx="11419838" cy="424337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5962">
                  <a:extLst>
                    <a:ext uri="{9D8B030D-6E8A-4147-A177-3AD203B41FA5}">
                      <a16:colId xmlns:a16="http://schemas.microsoft.com/office/drawing/2014/main" val="731665648"/>
                    </a:ext>
                  </a:extLst>
                </a:gridCol>
                <a:gridCol w="1447936">
                  <a:extLst>
                    <a:ext uri="{9D8B030D-6E8A-4147-A177-3AD203B41FA5}">
                      <a16:colId xmlns:a16="http://schemas.microsoft.com/office/drawing/2014/main" val="786532861"/>
                    </a:ext>
                  </a:extLst>
                </a:gridCol>
                <a:gridCol w="4282970">
                  <a:extLst>
                    <a:ext uri="{9D8B030D-6E8A-4147-A177-3AD203B41FA5}">
                      <a16:colId xmlns:a16="http://schemas.microsoft.com/office/drawing/2014/main" val="3437495787"/>
                    </a:ext>
                  </a:extLst>
                </a:gridCol>
                <a:gridCol w="4282970">
                  <a:extLst>
                    <a:ext uri="{9D8B030D-6E8A-4147-A177-3AD203B41FA5}">
                      <a16:colId xmlns:a16="http://schemas.microsoft.com/office/drawing/2014/main" val="2355532764"/>
                    </a:ext>
                  </a:extLst>
                </a:gridCol>
              </a:tblGrid>
              <a:tr h="4243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中文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英文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功能说明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电机控制实例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95042"/>
                  </a:ext>
                </a:extLst>
              </a:tr>
              <a:tr h="42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设定点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目标值（期望输出）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RPM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734726"/>
                  </a:ext>
                </a:extLst>
              </a:tr>
              <a:tr h="7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比较器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计算误差（设定值</a:t>
                      </a:r>
                      <a:r>
                        <a:rPr lang="en-US" altLang="zh-CN"/>
                        <a:t>–</a:t>
                      </a:r>
                      <a:r>
                        <a:rPr lang="zh-CN" altLang="en-US"/>
                        <a:t>反馈值）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var(--hy-font-family)"/>
                        </a:rPr>
                        <a:t>目标</a:t>
                      </a:r>
                      <a:r>
                        <a:rPr lang="en-US" altLang="zh-CN" b="0" dirty="0">
                          <a:effectLst/>
                          <a:latin typeface="var(--hy-font-family)"/>
                        </a:rPr>
                        <a:t>-</a:t>
                      </a:r>
                      <a:r>
                        <a:rPr lang="zh-CN" altLang="en-US" b="0" dirty="0">
                          <a:effectLst/>
                          <a:latin typeface="var(--hy-font-family)"/>
                        </a:rPr>
                        <a:t>实际转速差值计算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946028353"/>
                  </a:ext>
                </a:extLst>
              </a:tr>
              <a:tr h="7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控制器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根据误差产生控制信号（如</a:t>
                      </a:r>
                      <a:r>
                        <a:rPr lang="en-US" altLang="zh-CN"/>
                        <a:t>PID</a:t>
                      </a:r>
                      <a:r>
                        <a:rPr lang="zh-CN" altLang="en-US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var(--hy-font-family)"/>
                        </a:rPr>
                        <a:t>PWM</a:t>
                      </a:r>
                      <a:r>
                        <a:rPr lang="zh-CN" altLang="en-US" b="0" dirty="0">
                          <a:effectLst/>
                          <a:latin typeface="var(--hy-font-family)"/>
                        </a:rPr>
                        <a:t>输出调整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319719904"/>
                  </a:ext>
                </a:extLst>
              </a:tr>
              <a:tr h="7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执行机构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将控制信号转为实际动作（如驱动电机）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桥电路控制电流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483477"/>
                  </a:ext>
                </a:extLst>
              </a:tr>
              <a:tr h="7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被控对象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系统的实际部分（如电机、机械臂）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电机本体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213328"/>
                  </a:ext>
                </a:extLst>
              </a:tr>
              <a:tr h="42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传感器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测量输出并提供反馈信号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霍尔传感器脉冲计数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245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01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闭环控制框图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A89125-0701-24B8-A2A8-ADEDE72CB070}"/>
              </a:ext>
            </a:extLst>
          </p:cNvPr>
          <p:cNvSpPr/>
          <p:nvPr/>
        </p:nvSpPr>
        <p:spPr>
          <a:xfrm>
            <a:off x="7668788" y="1961832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被控对象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2FE9A1-A138-9873-2D1F-DBA61B9B2274}"/>
              </a:ext>
            </a:extLst>
          </p:cNvPr>
          <p:cNvSpPr/>
          <p:nvPr/>
        </p:nvSpPr>
        <p:spPr>
          <a:xfrm>
            <a:off x="4615637" y="1963679"/>
            <a:ext cx="106631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BFA4907-9315-DBAE-04AF-96D3C6291E6B}"/>
              </a:ext>
            </a:extLst>
          </p:cNvPr>
          <p:cNvSpPr/>
          <p:nvPr/>
        </p:nvSpPr>
        <p:spPr>
          <a:xfrm>
            <a:off x="3599890" y="2127482"/>
            <a:ext cx="217714" cy="219767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8DAEB08-D954-672C-26F4-6C7F0BFDBD40}"/>
              </a:ext>
            </a:extLst>
          </p:cNvPr>
          <p:cNvCxnSpPr>
            <a:stCxn id="7" idx="1"/>
            <a:endCxn id="7" idx="5"/>
          </p:cNvCxnSpPr>
          <p:nvPr/>
        </p:nvCxnSpPr>
        <p:spPr>
          <a:xfrm>
            <a:off x="3631773" y="2159666"/>
            <a:ext cx="153948" cy="1553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936A40-5674-338F-5C2C-F8E4CF203947}"/>
              </a:ext>
            </a:extLst>
          </p:cNvPr>
          <p:cNvCxnSpPr>
            <a:stCxn id="7" idx="3"/>
            <a:endCxn id="7" idx="7"/>
          </p:cNvCxnSpPr>
          <p:nvPr/>
        </p:nvCxnSpPr>
        <p:spPr>
          <a:xfrm flipV="1">
            <a:off x="3631773" y="2159666"/>
            <a:ext cx="153948" cy="1553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0BAA799-C805-EA03-3956-7BBC62DB481B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739046" y="2234855"/>
            <a:ext cx="860844" cy="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4971AF7-22FC-F508-DB45-379FADC5E9B4}"/>
              </a:ext>
            </a:extLst>
          </p:cNvPr>
          <p:cNvSpPr/>
          <p:nvPr/>
        </p:nvSpPr>
        <p:spPr>
          <a:xfrm>
            <a:off x="6174413" y="2847449"/>
            <a:ext cx="1058221" cy="425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4AF534-9D78-3C00-16AE-3361B599418A}"/>
              </a:ext>
            </a:extLst>
          </p:cNvPr>
          <p:cNvSpPr txBox="1"/>
          <p:nvPr/>
        </p:nvSpPr>
        <p:spPr>
          <a:xfrm>
            <a:off x="8796416" y="1935305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被控量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99E30F5-269D-DEE9-7381-851B2FAAA50F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8727009" y="2235519"/>
            <a:ext cx="729760" cy="2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38B5486D-C1AB-43E2-CE5F-07C4B4C5768A}"/>
              </a:ext>
            </a:extLst>
          </p:cNvPr>
          <p:cNvCxnSpPr>
            <a:cxnSpLocks/>
            <a:stCxn id="11" idx="1"/>
            <a:endCxn id="7" idx="4"/>
          </p:cNvCxnSpPr>
          <p:nvPr/>
        </p:nvCxnSpPr>
        <p:spPr>
          <a:xfrm rot="10800000">
            <a:off x="3708747" y="2347249"/>
            <a:ext cx="2465666" cy="713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B0669C2-D348-838F-B581-699BDEEAEB45}"/>
              </a:ext>
            </a:extLst>
          </p:cNvPr>
          <p:cNvCxnSpPr>
            <a:cxnSpLocks/>
            <a:stCxn id="7" idx="6"/>
            <a:endCxn id="6" idx="1"/>
          </p:cNvCxnSpPr>
          <p:nvPr/>
        </p:nvCxnSpPr>
        <p:spPr>
          <a:xfrm>
            <a:off x="3817604" y="2237366"/>
            <a:ext cx="798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FE7FF9D-E889-D43B-49DB-3052B8AC5A27}"/>
              </a:ext>
            </a:extLst>
          </p:cNvPr>
          <p:cNvCxnSpPr>
            <a:cxnSpLocks/>
            <a:stCxn id="6" idx="3"/>
            <a:endCxn id="22" idx="1"/>
          </p:cNvCxnSpPr>
          <p:nvPr/>
        </p:nvCxnSpPr>
        <p:spPr>
          <a:xfrm flipV="1">
            <a:off x="5681948" y="2235519"/>
            <a:ext cx="492465" cy="1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B66C5F56-888A-7082-1B4C-46928EC400A8}"/>
              </a:ext>
            </a:extLst>
          </p:cNvPr>
          <p:cNvCxnSpPr>
            <a:cxnSpLocks/>
            <a:stCxn id="12" idx="2"/>
            <a:endCxn id="11" idx="3"/>
          </p:cNvCxnSpPr>
          <p:nvPr/>
        </p:nvCxnSpPr>
        <p:spPr>
          <a:xfrm rot="5400000">
            <a:off x="7786720" y="1688996"/>
            <a:ext cx="817249" cy="19254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EFFD0-9D68-281C-6276-5BC5ABA7877A}"/>
              </a:ext>
            </a:extLst>
          </p:cNvPr>
          <p:cNvSpPr txBox="1"/>
          <p:nvPr/>
        </p:nvSpPr>
        <p:spPr>
          <a:xfrm>
            <a:off x="3357770" y="1935305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9131DB-1E8B-A3A4-A152-8EBE7E0FFE43}"/>
              </a:ext>
            </a:extLst>
          </p:cNvPr>
          <p:cNvSpPr txBox="1"/>
          <p:nvPr/>
        </p:nvSpPr>
        <p:spPr>
          <a:xfrm>
            <a:off x="3719406" y="2240282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CA8341-7791-12B5-30B0-A1E9A614F238}"/>
              </a:ext>
            </a:extLst>
          </p:cNvPr>
          <p:cNvSpPr txBox="1"/>
          <p:nvPr/>
        </p:nvSpPr>
        <p:spPr>
          <a:xfrm>
            <a:off x="2676124" y="1927078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84630A-DC33-0344-F11C-162C9E72B91A}"/>
              </a:ext>
            </a:extLst>
          </p:cNvPr>
          <p:cNvSpPr txBox="1"/>
          <p:nvPr/>
        </p:nvSpPr>
        <p:spPr>
          <a:xfrm>
            <a:off x="3312648" y="1664359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1E21A6-1F49-6848-3249-D88CBA12C039}"/>
              </a:ext>
            </a:extLst>
          </p:cNvPr>
          <p:cNvSpPr/>
          <p:nvPr/>
        </p:nvSpPr>
        <p:spPr>
          <a:xfrm>
            <a:off x="6174413" y="1961832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执行机构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EFC26E7-D48C-5751-7665-3C0DE4866DE7}"/>
              </a:ext>
            </a:extLst>
          </p:cNvPr>
          <p:cNvCxnSpPr>
            <a:cxnSpLocks/>
            <a:stCxn id="22" idx="3"/>
            <a:endCxn id="2" idx="1"/>
          </p:cNvCxnSpPr>
          <p:nvPr/>
        </p:nvCxnSpPr>
        <p:spPr>
          <a:xfrm>
            <a:off x="7232634" y="2235519"/>
            <a:ext cx="436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171EE5D-625E-2971-25F0-836DFF458BF5}"/>
              </a:ext>
            </a:extLst>
          </p:cNvPr>
          <p:cNvSpPr txBox="1"/>
          <p:nvPr/>
        </p:nvSpPr>
        <p:spPr>
          <a:xfrm>
            <a:off x="821447" y="4153254"/>
            <a:ext cx="10819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闭环控制就是：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根据误差产生控制信号 → 控制信号驱动系统 → 输出经过反馈修正误差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这个过程可以用数学公式描述么？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D46071-3AFC-0BD6-48B1-7B5C5AE2A745}"/>
              </a:ext>
            </a:extLst>
          </p:cNvPr>
          <p:cNvSpPr txBox="1"/>
          <p:nvPr/>
        </p:nvSpPr>
        <p:spPr>
          <a:xfrm>
            <a:off x="3139390" y="24908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反馈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2D8ACD-D2E8-9088-91E0-3818F55F4A53}"/>
              </a:ext>
            </a:extLst>
          </p:cNvPr>
          <p:cNvSpPr txBox="1"/>
          <p:nvPr/>
        </p:nvSpPr>
        <p:spPr>
          <a:xfrm>
            <a:off x="3937423" y="22019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误差</a:t>
            </a: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4.</a:t>
            </a:r>
            <a:r>
              <a:rPr lang="zh-CN" altLang="en-US" sz="2400" dirty="0"/>
              <a:t>信号与数学关系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8622939-D301-EEE7-9B3C-C94E3F506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55" y="3159693"/>
            <a:ext cx="36555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R(s)：系统期望（设定值）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Y(s)：系统实际输出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H(s)：反馈通道（可能是传感器比例或放大系数）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E(s)：误差信号，是控制器的输入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DBC388-58C6-4667-27CC-008D4C978028}"/>
              </a:ext>
            </a:extLst>
          </p:cNvPr>
          <p:cNvSpPr/>
          <p:nvPr/>
        </p:nvSpPr>
        <p:spPr>
          <a:xfrm>
            <a:off x="6623759" y="1083144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A1088C-B860-8BB3-1ED8-40BCE0B278BA}"/>
              </a:ext>
            </a:extLst>
          </p:cNvPr>
          <p:cNvSpPr/>
          <p:nvPr/>
        </p:nvSpPr>
        <p:spPr>
          <a:xfrm>
            <a:off x="3570608" y="1084991"/>
            <a:ext cx="106631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4FD14B9-9792-0A0B-95C8-5235C3FA4D5C}"/>
              </a:ext>
            </a:extLst>
          </p:cNvPr>
          <p:cNvSpPr/>
          <p:nvPr/>
        </p:nvSpPr>
        <p:spPr>
          <a:xfrm>
            <a:off x="2554861" y="1248794"/>
            <a:ext cx="217714" cy="219767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9A54407-8E04-95DD-4D85-96058035DF7B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2586744" y="1280978"/>
            <a:ext cx="153948" cy="1553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ABD1CF3-C894-EA5F-D905-A051193D87F2}"/>
              </a:ext>
            </a:extLst>
          </p:cNvPr>
          <p:cNvCxnSpPr>
            <a:stCxn id="4" idx="3"/>
            <a:endCxn id="4" idx="7"/>
          </p:cNvCxnSpPr>
          <p:nvPr/>
        </p:nvCxnSpPr>
        <p:spPr>
          <a:xfrm flipV="1">
            <a:off x="2586744" y="1280978"/>
            <a:ext cx="153948" cy="1553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02BFC2-D470-9B7B-761A-34DFC272568B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694017" y="1356167"/>
            <a:ext cx="860844" cy="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7770B90-3778-2CC8-2F8D-86CECB556700}"/>
              </a:ext>
            </a:extLst>
          </p:cNvPr>
          <p:cNvSpPr/>
          <p:nvPr/>
        </p:nvSpPr>
        <p:spPr>
          <a:xfrm>
            <a:off x="5129384" y="1968761"/>
            <a:ext cx="1058221" cy="425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89891C-EF4C-BE3D-D769-4C865F115959}"/>
              </a:ext>
            </a:extLst>
          </p:cNvPr>
          <p:cNvSpPr txBox="1"/>
          <p:nvPr/>
        </p:nvSpPr>
        <p:spPr>
          <a:xfrm>
            <a:off x="7751387" y="1056617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被控量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E08A054-546B-47C3-A86A-7A5C28763969}"/>
              </a:ext>
            </a:extLst>
          </p:cNvPr>
          <p:cNvCxnSpPr>
            <a:cxnSpLocks/>
            <a:stCxn id="2" idx="3"/>
            <a:endCxn id="33" idx="1"/>
          </p:cNvCxnSpPr>
          <p:nvPr/>
        </p:nvCxnSpPr>
        <p:spPr>
          <a:xfrm flipV="1">
            <a:off x="7681980" y="1356167"/>
            <a:ext cx="1050813" cy="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11D7458C-816B-F37B-86EF-A889B70DBBD9}"/>
              </a:ext>
            </a:extLst>
          </p:cNvPr>
          <p:cNvCxnSpPr>
            <a:cxnSpLocks/>
            <a:stCxn id="11" idx="1"/>
            <a:endCxn id="4" idx="4"/>
          </p:cNvCxnSpPr>
          <p:nvPr/>
        </p:nvCxnSpPr>
        <p:spPr>
          <a:xfrm rot="10800000">
            <a:off x="2663718" y="1468561"/>
            <a:ext cx="2465666" cy="713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A42EA7-33D6-A5F4-CA68-1AB59F945305}"/>
              </a:ext>
            </a:extLst>
          </p:cNvPr>
          <p:cNvCxnSpPr>
            <a:cxnSpLocks/>
            <a:stCxn id="4" idx="6"/>
            <a:endCxn id="3" idx="1"/>
          </p:cNvCxnSpPr>
          <p:nvPr/>
        </p:nvCxnSpPr>
        <p:spPr>
          <a:xfrm>
            <a:off x="2772575" y="1358678"/>
            <a:ext cx="798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2C54EAC-881D-7CBB-1AE0-9639C2BC43A2}"/>
              </a:ext>
            </a:extLst>
          </p:cNvPr>
          <p:cNvCxnSpPr>
            <a:cxnSpLocks/>
            <a:stCxn id="3" idx="3"/>
            <a:endCxn id="27" idx="1"/>
          </p:cNvCxnSpPr>
          <p:nvPr/>
        </p:nvCxnSpPr>
        <p:spPr>
          <a:xfrm flipV="1">
            <a:off x="4636919" y="1356831"/>
            <a:ext cx="492465" cy="1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EBEABC0A-ED37-55B6-BFC5-96AF2793E515}"/>
              </a:ext>
            </a:extLst>
          </p:cNvPr>
          <p:cNvCxnSpPr>
            <a:cxnSpLocks/>
            <a:stCxn id="13" idx="2"/>
            <a:endCxn id="11" idx="3"/>
          </p:cNvCxnSpPr>
          <p:nvPr/>
        </p:nvCxnSpPr>
        <p:spPr>
          <a:xfrm rot="5400000">
            <a:off x="6741691" y="810308"/>
            <a:ext cx="817249" cy="19254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159BACA-C048-D952-6B04-5F55E191B885}"/>
              </a:ext>
            </a:extLst>
          </p:cNvPr>
          <p:cNvSpPr txBox="1"/>
          <p:nvPr/>
        </p:nvSpPr>
        <p:spPr>
          <a:xfrm>
            <a:off x="2312741" y="1056617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8AEFA0D-103C-9C17-3149-B1B00F11EF77}"/>
              </a:ext>
            </a:extLst>
          </p:cNvPr>
          <p:cNvSpPr txBox="1"/>
          <p:nvPr/>
        </p:nvSpPr>
        <p:spPr>
          <a:xfrm>
            <a:off x="2674377" y="1361594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18EF1B5-13EC-DA36-AC0A-0851B535CF68}"/>
              </a:ext>
            </a:extLst>
          </p:cNvPr>
          <p:cNvSpPr txBox="1"/>
          <p:nvPr/>
        </p:nvSpPr>
        <p:spPr>
          <a:xfrm>
            <a:off x="1631095" y="1048390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BABE34B-C389-F4D1-D02D-FB4B4CC61615}"/>
              </a:ext>
            </a:extLst>
          </p:cNvPr>
          <p:cNvSpPr txBox="1"/>
          <p:nvPr/>
        </p:nvSpPr>
        <p:spPr>
          <a:xfrm>
            <a:off x="2524169" y="863318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9E7743-06BC-1915-CBCC-E792AE5BCAAF}"/>
              </a:ext>
            </a:extLst>
          </p:cNvPr>
          <p:cNvSpPr/>
          <p:nvPr/>
        </p:nvSpPr>
        <p:spPr>
          <a:xfrm>
            <a:off x="5129384" y="1083144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执行机构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42EE67A-EABF-1AC8-BC3D-E14BAC767B72}"/>
              </a:ext>
            </a:extLst>
          </p:cNvPr>
          <p:cNvCxnSpPr>
            <a:cxnSpLocks/>
            <a:stCxn id="27" idx="3"/>
            <a:endCxn id="2" idx="1"/>
          </p:cNvCxnSpPr>
          <p:nvPr/>
        </p:nvCxnSpPr>
        <p:spPr>
          <a:xfrm>
            <a:off x="6187605" y="1356831"/>
            <a:ext cx="436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36C148-74A7-2F74-A3AC-9B3D3609306A}"/>
              </a:ext>
            </a:extLst>
          </p:cNvPr>
          <p:cNvSpPr txBox="1"/>
          <p:nvPr/>
        </p:nvSpPr>
        <p:spPr>
          <a:xfrm>
            <a:off x="1694017" y="140928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C45FFB6-E58F-C41D-DF86-A7CAD2898BCC}"/>
              </a:ext>
            </a:extLst>
          </p:cNvPr>
          <p:cNvSpPr txBox="1"/>
          <p:nvPr/>
        </p:nvSpPr>
        <p:spPr>
          <a:xfrm>
            <a:off x="4880177" y="183545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7A80C0-2B2B-9707-E3EC-A5AE1CBCE997}"/>
              </a:ext>
            </a:extLst>
          </p:cNvPr>
          <p:cNvSpPr txBox="1"/>
          <p:nvPr/>
        </p:nvSpPr>
        <p:spPr>
          <a:xfrm>
            <a:off x="3931280" y="76950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9244BFC-93DF-4BD1-62D5-C9A2CBED59BC}"/>
              </a:ext>
            </a:extLst>
          </p:cNvPr>
          <p:cNvSpPr txBox="1"/>
          <p:nvPr/>
        </p:nvSpPr>
        <p:spPr>
          <a:xfrm>
            <a:off x="6248765" y="800763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0ABC0B1-EC85-0C05-4838-E036138C2A87}"/>
              </a:ext>
            </a:extLst>
          </p:cNvPr>
          <p:cNvSpPr txBox="1"/>
          <p:nvPr/>
        </p:nvSpPr>
        <p:spPr>
          <a:xfrm>
            <a:off x="8732793" y="103300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系统实际输出</a:t>
            </a:r>
            <a:endParaRPr lang="en-US" altLang="zh-CN" dirty="0"/>
          </a:p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A395FC-6875-D87C-E10B-0D071A0FD8F9}"/>
              </a:ext>
            </a:extLst>
          </p:cNvPr>
          <p:cNvSpPr txBox="1"/>
          <p:nvPr/>
        </p:nvSpPr>
        <p:spPr>
          <a:xfrm>
            <a:off x="2985118" y="14363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4CE513D-1FD2-3199-709D-49E79174BD4B}"/>
              </a:ext>
            </a:extLst>
          </p:cNvPr>
          <p:cNvSpPr txBox="1"/>
          <p:nvPr/>
        </p:nvSpPr>
        <p:spPr>
          <a:xfrm>
            <a:off x="277840" y="2381492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）误差信号：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82DEAD5-FA49-38EF-9D28-77DDFC760825}"/>
                  </a:ext>
                </a:extLst>
              </p:cNvPr>
              <p:cNvSpPr txBox="1"/>
              <p:nvPr/>
            </p:nvSpPr>
            <p:spPr>
              <a:xfrm>
                <a:off x="1447642" y="2851975"/>
                <a:ext cx="1763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dirty="0"/>
                  <a:t>(s)=R(s)-H(s)Y(s)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82DEAD5-FA49-38EF-9D28-77DDFC760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42" y="2851975"/>
                <a:ext cx="1763303" cy="276999"/>
              </a:xfrm>
              <a:prstGeom prst="rect">
                <a:avLst/>
              </a:prstGeom>
              <a:blipFill>
                <a:blip r:embed="rId3"/>
                <a:stretch>
                  <a:fillRect l="-4483" t="-28889" r="-5862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722F38F8-1F1D-39FB-60E0-2DA1EE56E0EB}"/>
              </a:ext>
            </a:extLst>
          </p:cNvPr>
          <p:cNvSpPr txBox="1"/>
          <p:nvPr/>
        </p:nvSpPr>
        <p:spPr>
          <a:xfrm>
            <a:off x="277840" y="4314603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）控制器和被控对象：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46FFA9-6082-D737-3A16-F5BA7E2226C5}"/>
                  </a:ext>
                </a:extLst>
              </p:cNvPr>
              <p:cNvSpPr txBox="1"/>
              <p:nvPr/>
            </p:nvSpPr>
            <p:spPr>
              <a:xfrm>
                <a:off x="1447642" y="4783938"/>
                <a:ext cx="1615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zh-CN" dirty="0"/>
                  <a:t>(s)=G(s)C(s)E(s)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46FFA9-6082-D737-3A16-F5BA7E22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42" y="4783938"/>
                <a:ext cx="1615827" cy="276999"/>
              </a:xfrm>
              <a:prstGeom prst="rect">
                <a:avLst/>
              </a:prstGeom>
              <a:blipFill>
                <a:blip r:embed="rId4"/>
                <a:stretch>
                  <a:fillRect l="-4887" t="-28889" r="-7895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1">
            <a:extLst>
              <a:ext uri="{FF2B5EF4-FFF2-40B4-BE49-F238E27FC236}">
                <a16:creationId xmlns:a16="http://schemas.microsoft.com/office/drawing/2014/main" id="{E1E94341-1E16-777D-A0F0-22CB9B7E4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55" y="5135319"/>
            <a:ext cx="44654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(s)：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控制器（如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PID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(s)：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执行机构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被控对象（如电机驱动、电机）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C(s)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和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G(s)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串联后决定系统输出对误差的响应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误差经过控制器、执行器和被控对象，最终变成输出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Y(s)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1259315-95ED-87B2-87AA-2FD0C555C3CA}"/>
                  </a:ext>
                </a:extLst>
              </p:cNvPr>
              <p:cNvSpPr txBox="1"/>
              <p:nvPr/>
            </p:nvSpPr>
            <p:spPr>
              <a:xfrm>
                <a:off x="6234948" y="3167143"/>
                <a:ext cx="3655591" cy="586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nor/>
                            </m:rPr>
                            <a:rPr lang="en-US" altLang="zh-CN" dirty="0"/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nor/>
                            </m:rPr>
                            <a:rPr lang="en-US" altLang="zh-CN" dirty="0"/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1259315-95ED-87B2-87AA-2FD0C555C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948" y="3167143"/>
                <a:ext cx="3655591" cy="5866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9E1DC4B6-3E31-1B27-297E-E8B5C614DFE8}"/>
              </a:ext>
            </a:extLst>
          </p:cNvPr>
          <p:cNvSpPr txBox="1"/>
          <p:nvPr/>
        </p:nvSpPr>
        <p:spPr>
          <a:xfrm>
            <a:off x="5909700" y="2643244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）可以推导出闭环传递函数：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F1BA707-0D3B-A9B9-E8DE-5E958D7548F0}"/>
              </a:ext>
            </a:extLst>
          </p:cNvPr>
          <p:cNvSpPr txBox="1"/>
          <p:nvPr/>
        </p:nvSpPr>
        <p:spPr>
          <a:xfrm>
            <a:off x="5547361" y="5651416"/>
            <a:ext cx="6644639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这个公式告诉我们：输出不仅取决于控制器和电机，还取决于反馈环节。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当我们加上反馈后，系统自动抑制误差，输出会更接近期望值。</a:t>
            </a:r>
          </a:p>
        </p:txBody>
      </p:sp>
      <p:sp>
        <p:nvSpPr>
          <p:cNvPr id="48" name="Rectangle 1">
            <a:extLst>
              <a:ext uri="{FF2B5EF4-FFF2-40B4-BE49-F238E27FC236}">
                <a16:creationId xmlns:a16="http://schemas.microsoft.com/office/drawing/2014/main" id="{C3C1D20C-AA7C-5076-A94B-E4E77E818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423" y="3988820"/>
            <a:ext cx="44654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闭环系统的核心公式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en-US" sz="1200" dirty="0">
                <a:latin typeface="Arial" panose="020B0604020202020204" pitchFamily="34" charset="0"/>
              </a:rPr>
              <a:t>分子代表“前向通道增益”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en-US" sz="1200" dirty="0">
                <a:latin typeface="Arial" panose="020B0604020202020204" pitchFamily="34" charset="0"/>
              </a:rPr>
              <a:t>分母的“</a:t>
            </a:r>
            <a:r>
              <a:rPr lang="en-US" altLang="zh-CN" sz="1200" dirty="0">
                <a:latin typeface="Arial" panose="020B0604020202020204" pitchFamily="34" charset="0"/>
              </a:rPr>
              <a:t>1+GCH</a:t>
            </a:r>
            <a:r>
              <a:rPr lang="zh-CN" altLang="en-US" sz="1200" dirty="0">
                <a:latin typeface="Arial" panose="020B0604020202020204" pitchFamily="34" charset="0"/>
              </a:rPr>
              <a:t>”体现反馈的作用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分母越大，说明反馈越强，系统越稳定；但是反馈太强也可能会让系统响应变慢。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闭环控制在电机中的实例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DA6BC0-5C57-3F8D-2E33-6B49E1D45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4019" y="985574"/>
            <a:ext cx="3781607" cy="2603743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以</a:t>
            </a:r>
            <a:r>
              <a:rPr lang="zh-CN" altLang="en-US" sz="1800" b="1" dirty="0"/>
              <a:t>直流电机速度控制</a:t>
            </a:r>
            <a:r>
              <a:rPr lang="zh-CN" altLang="en-US" sz="1800" dirty="0"/>
              <a:t>为例：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Setpoint</a:t>
            </a:r>
            <a:r>
              <a:rPr lang="zh-CN" altLang="en-US" sz="1800" dirty="0"/>
              <a:t>：目标转速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Sensor</a:t>
            </a:r>
            <a:r>
              <a:rPr lang="zh-CN" altLang="en-US" sz="1800" dirty="0"/>
              <a:t>：霍尔传感器</a:t>
            </a:r>
            <a:r>
              <a:rPr lang="en-US" altLang="zh-CN" sz="1800" dirty="0"/>
              <a:t>/</a:t>
            </a:r>
            <a:r>
              <a:rPr lang="zh-CN" altLang="en-US" sz="1800" dirty="0"/>
              <a:t>编码器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Controller</a:t>
            </a:r>
            <a:r>
              <a:rPr lang="zh-CN" altLang="en-US" sz="1800" dirty="0"/>
              <a:t>：</a:t>
            </a:r>
            <a:r>
              <a:rPr lang="en-US" altLang="zh-CN" sz="1800" dirty="0"/>
              <a:t>PID</a:t>
            </a:r>
            <a:r>
              <a:rPr lang="zh-CN" altLang="en-US" sz="1800" dirty="0"/>
              <a:t>控制算法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Actuator</a:t>
            </a:r>
            <a:r>
              <a:rPr lang="zh-CN" altLang="en-US" sz="1800" dirty="0"/>
              <a:t>：</a:t>
            </a:r>
            <a:r>
              <a:rPr lang="en-US" altLang="zh-CN" sz="1800" dirty="0"/>
              <a:t>PWM</a:t>
            </a:r>
            <a:r>
              <a:rPr lang="zh-CN" altLang="en-US" sz="1800" dirty="0"/>
              <a:t>驱动模块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Plant</a:t>
            </a:r>
            <a:r>
              <a:rPr lang="zh-CN" altLang="en-US" sz="1800" dirty="0"/>
              <a:t>：电机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Feedback</a:t>
            </a:r>
            <a:r>
              <a:rPr lang="zh-CN" altLang="en-US" sz="1800" dirty="0"/>
              <a:t>：转速信号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F27058-FF0F-7B67-CD03-5E8A4CF99389}"/>
              </a:ext>
            </a:extLst>
          </p:cNvPr>
          <p:cNvSpPr/>
          <p:nvPr/>
        </p:nvSpPr>
        <p:spPr>
          <a:xfrm>
            <a:off x="3955431" y="4314161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被控电机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9CA89C-DA09-740B-846C-8A286A82ED78}"/>
              </a:ext>
            </a:extLst>
          </p:cNvPr>
          <p:cNvSpPr/>
          <p:nvPr/>
        </p:nvSpPr>
        <p:spPr>
          <a:xfrm>
            <a:off x="902280" y="4316008"/>
            <a:ext cx="106631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电机控制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78211B-988C-5814-7238-6B5B0A1BD9E2}"/>
              </a:ext>
            </a:extLst>
          </p:cNvPr>
          <p:cNvSpPr/>
          <p:nvPr/>
        </p:nvSpPr>
        <p:spPr>
          <a:xfrm>
            <a:off x="2461056" y="5199778"/>
            <a:ext cx="1058221" cy="425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霍尔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E588E5-2455-B934-AD2D-A0410CA2329B}"/>
              </a:ext>
            </a:extLst>
          </p:cNvPr>
          <p:cNvSpPr txBox="1"/>
          <p:nvPr/>
        </p:nvSpPr>
        <p:spPr>
          <a:xfrm>
            <a:off x="1715117" y="4004536"/>
            <a:ext cx="123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占空比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78E7762C-5E8D-4FDE-6687-A38E0DA44C16}"/>
              </a:ext>
            </a:extLst>
          </p:cNvPr>
          <p:cNvCxnSpPr>
            <a:cxnSpLocks/>
            <a:stCxn id="12" idx="1"/>
            <a:endCxn id="7" idx="2"/>
          </p:cNvCxnSpPr>
          <p:nvPr/>
        </p:nvCxnSpPr>
        <p:spPr>
          <a:xfrm rot="10800000">
            <a:off x="1435436" y="4863382"/>
            <a:ext cx="1025620" cy="5492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A5BA594-54A0-198A-E925-5170296E7D0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04247" y="4589695"/>
            <a:ext cx="798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737D35A-18B5-D66F-BF26-305C9B7C1F25}"/>
              </a:ext>
            </a:extLst>
          </p:cNvPr>
          <p:cNvCxnSpPr>
            <a:cxnSpLocks/>
            <a:stCxn id="7" idx="3"/>
            <a:endCxn id="23" idx="1"/>
          </p:cNvCxnSpPr>
          <p:nvPr/>
        </p:nvCxnSpPr>
        <p:spPr>
          <a:xfrm flipV="1">
            <a:off x="1968591" y="4587848"/>
            <a:ext cx="492465" cy="1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46E0CAE-ED6E-6756-BF81-4270CDE9A53C}"/>
              </a:ext>
            </a:extLst>
          </p:cNvPr>
          <p:cNvSpPr txBox="1"/>
          <p:nvPr/>
        </p:nvSpPr>
        <p:spPr>
          <a:xfrm>
            <a:off x="35654" y="4231142"/>
            <a:ext cx="929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用户操作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AC7BE5-7463-76B0-D754-D030F34D119C}"/>
              </a:ext>
            </a:extLst>
          </p:cNvPr>
          <p:cNvSpPr/>
          <p:nvPr/>
        </p:nvSpPr>
        <p:spPr>
          <a:xfrm>
            <a:off x="2461056" y="4314161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电机驱动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B4565A0-3AAD-B12C-4D9C-3C80E8F40EDC}"/>
              </a:ext>
            </a:extLst>
          </p:cNvPr>
          <p:cNvCxnSpPr>
            <a:cxnSpLocks/>
            <a:stCxn id="23" idx="3"/>
            <a:endCxn id="6" idx="1"/>
          </p:cNvCxnSpPr>
          <p:nvPr/>
        </p:nvCxnSpPr>
        <p:spPr>
          <a:xfrm>
            <a:off x="3519277" y="4587848"/>
            <a:ext cx="436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4384728-F183-2030-C748-FD38DF9329EF}"/>
              </a:ext>
            </a:extLst>
          </p:cNvPr>
          <p:cNvSpPr txBox="1"/>
          <p:nvPr/>
        </p:nvSpPr>
        <p:spPr>
          <a:xfrm>
            <a:off x="4951595" y="42362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实际转速</a:t>
            </a: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0D95FA05-4D25-DF01-ED69-802834FEC58D}"/>
              </a:ext>
            </a:extLst>
          </p:cNvPr>
          <p:cNvCxnSpPr>
            <a:cxnSpLocks/>
            <a:stCxn id="29" idx="2"/>
            <a:endCxn id="12" idx="3"/>
          </p:cNvCxnSpPr>
          <p:nvPr/>
        </p:nvCxnSpPr>
        <p:spPr>
          <a:xfrm rot="5400000">
            <a:off x="4108897" y="4015964"/>
            <a:ext cx="807076" cy="19863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15BB153-CC51-594C-FB5F-EFA46C345431}"/>
              </a:ext>
            </a:extLst>
          </p:cNvPr>
          <p:cNvCxnSpPr>
            <a:stCxn id="6" idx="3"/>
          </p:cNvCxnSpPr>
          <p:nvPr/>
        </p:nvCxnSpPr>
        <p:spPr>
          <a:xfrm>
            <a:off x="5013652" y="4587848"/>
            <a:ext cx="1016443" cy="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D5288B9F-2FA8-6BB4-6978-41CE3BBDC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20490"/>
            <a:ext cx="6060346" cy="4545259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99CCB88E-8CA4-D162-746D-8850CDA54412}"/>
              </a:ext>
            </a:extLst>
          </p:cNvPr>
          <p:cNvSpPr txBox="1"/>
          <p:nvPr/>
        </p:nvSpPr>
        <p:spPr>
          <a:xfrm>
            <a:off x="23096" y="4701345"/>
            <a:ext cx="929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通信接口</a:t>
            </a:r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FB20F-EDC7-D011-EE82-0EB1A758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闭环和开环的适用对比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1B6CFD30-6508-2A00-563E-2CC46C8C890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38528221"/>
              </p:ext>
            </p:extLst>
          </p:nvPr>
        </p:nvGraphicFramePr>
        <p:xfrm>
          <a:off x="121920" y="1123406"/>
          <a:ext cx="8390027" cy="524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85B17ED0-BF95-2F3A-C918-0604F453F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947" y="940645"/>
            <a:ext cx="3129117" cy="570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9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内容占位符 1">
                <a:extLst>
                  <a:ext uri="{FF2B5EF4-FFF2-40B4-BE49-F238E27FC236}">
                    <a16:creationId xmlns:a16="http://schemas.microsoft.com/office/drawing/2014/main" id="{35B154DA-72F1-0DA5-A132-5785C7FA37C8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1559416699"/>
                  </p:ext>
                </p:extLst>
              </p:nvPr>
            </p:nvGraphicFramePr>
            <p:xfrm>
              <a:off x="952623" y="1053858"/>
              <a:ext cx="10688441" cy="295770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" name="内容占位符 1">
                <a:extLst>
                  <a:ext uri="{FF2B5EF4-FFF2-40B4-BE49-F238E27FC236}">
                    <a16:creationId xmlns:a16="http://schemas.microsoft.com/office/drawing/2014/main" id="{35B154DA-72F1-0DA5-A132-5785C7FA37C8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1559416699"/>
                  </p:ext>
                </p:extLst>
              </p:nvPr>
            </p:nvGraphicFramePr>
            <p:xfrm>
              <a:off x="952623" y="1053858"/>
              <a:ext cx="10688441" cy="295770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36ABB15F-957F-99D0-C6A2-BE4F3968B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477" y="4894619"/>
            <a:ext cx="97850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如果反馈信号有噪声，会对闭环控制产生什么影响？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当传感器测量延迟很大时，系统会怎样？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7D9EE2-FE2F-C144-C4B6-2FEC2DC9F65B}"/>
              </a:ext>
            </a:extLst>
          </p:cNvPr>
          <p:cNvSpPr txBox="1"/>
          <p:nvPr/>
        </p:nvSpPr>
        <p:spPr>
          <a:xfrm>
            <a:off x="1234108" y="4300097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问题来了：</a:t>
            </a:r>
          </a:p>
        </p:txBody>
      </p:sp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358AC-79ED-1F35-3DBC-70EBE927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解答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242EE40-6887-9AF5-807A-063257D391E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08522956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6048</TotalTime>
  <Words>2780</Words>
  <Application>Microsoft Office PowerPoint</Application>
  <PresentationFormat>宽屏</PresentationFormat>
  <Paragraphs>243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Source Han Sans</vt:lpstr>
      <vt:lpstr>Source Han Sans CN Regular</vt:lpstr>
      <vt:lpstr>var(--hy-font-family)</vt:lpstr>
      <vt:lpstr>等线</vt:lpstr>
      <vt:lpstr>微软雅黑</vt:lpstr>
      <vt:lpstr>Arial</vt:lpstr>
      <vt:lpstr>Cambria Math</vt:lpstr>
      <vt:lpstr>Office 主题​​</vt:lpstr>
      <vt:lpstr>PowerPoint 演示文稿</vt:lpstr>
      <vt:lpstr>学习目标</vt:lpstr>
      <vt:lpstr>1.开环与闭环的对比</vt:lpstr>
      <vt:lpstr>2. 闭环控制系统的六个组成部分</vt:lpstr>
      <vt:lpstr>3.闭环控制框图</vt:lpstr>
      <vt:lpstr>4.信号与数学关系</vt:lpstr>
      <vt:lpstr>5. 闭环控制在电机中的实例</vt:lpstr>
      <vt:lpstr>6. 闭环和开环的适用对比</vt:lpstr>
      <vt:lpstr>7. 小结</vt:lpstr>
      <vt:lpstr>解答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160</cp:revision>
  <dcterms:created xsi:type="dcterms:W3CDTF">2025-05-21T06:55:53Z</dcterms:created>
  <dcterms:modified xsi:type="dcterms:W3CDTF">2025-10-20T08:35:57Z</dcterms:modified>
</cp:coreProperties>
</file>