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803" r:id="rId2"/>
    <p:sldId id="289" r:id="rId3"/>
    <p:sldId id="802" r:id="rId4"/>
    <p:sldId id="800" r:id="rId5"/>
    <p:sldId id="804" r:id="rId6"/>
    <p:sldId id="805" r:id="rId7"/>
    <p:sldId id="807" r:id="rId8"/>
    <p:sldId id="808" r:id="rId9"/>
    <p:sldId id="806" r:id="rId10"/>
    <p:sldId id="286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193D8"/>
    <a:srgbClr val="F94502"/>
    <a:srgbClr val="0194D4"/>
    <a:srgbClr val="9D9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918" autoAdjust="0"/>
    <p:restoredTop sz="96238" autoAdjust="0"/>
  </p:normalViewPr>
  <p:slideViewPr>
    <p:cSldViewPr snapToGrid="0">
      <p:cViewPr varScale="1">
        <p:scale>
          <a:sx n="110" d="100"/>
          <a:sy n="110" d="100"/>
        </p:scale>
        <p:origin x="1266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D2E5DB-863B-4C72-909B-8B419B7117A4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zh-CN" altLang="en-US"/>
        </a:p>
      </dgm:t>
    </dgm:pt>
    <dgm:pt modelId="{E64E6344-03F3-41EA-B2B3-D9F732B8BD60}">
      <dgm:prSet/>
      <dgm:spPr/>
      <dgm:t>
        <a:bodyPr/>
        <a:lstStyle/>
        <a:p>
          <a:r>
            <a:rPr lang="en-US" altLang="zh-CN" dirty="0"/>
            <a:t>1. </a:t>
          </a:r>
          <a:r>
            <a:rPr lang="zh-CN" altLang="en-US" dirty="0"/>
            <a:t>“控制”的本质，让系统按期望方式运行</a:t>
          </a:r>
          <a:endParaRPr lang="zh-CN" dirty="0"/>
        </a:p>
      </dgm:t>
    </dgm:pt>
    <dgm:pt modelId="{69A6EF17-7BDA-4CB4-9F0E-5679408CF513}" type="parTrans" cxnId="{08D3F0FE-4B45-4766-B833-483B36DF029C}">
      <dgm:prSet/>
      <dgm:spPr/>
      <dgm:t>
        <a:bodyPr/>
        <a:lstStyle/>
        <a:p>
          <a:endParaRPr lang="zh-CN" altLang="en-US"/>
        </a:p>
      </dgm:t>
    </dgm:pt>
    <dgm:pt modelId="{0DC89421-7892-4BB5-8A47-F6705D342A56}" type="sibTrans" cxnId="{08D3F0FE-4B45-4766-B833-483B36DF029C}">
      <dgm:prSet/>
      <dgm:spPr/>
      <dgm:t>
        <a:bodyPr/>
        <a:lstStyle/>
        <a:p>
          <a:endParaRPr lang="zh-CN" altLang="en-US"/>
        </a:p>
      </dgm:t>
    </dgm:pt>
    <dgm:pt modelId="{02459833-481A-4F21-9AEA-5FFA7652EDC3}">
      <dgm:prSet/>
      <dgm:spPr/>
      <dgm:t>
        <a:bodyPr/>
        <a:lstStyle/>
        <a:p>
          <a:r>
            <a:rPr lang="en-US" altLang="zh-CN" dirty="0"/>
            <a:t>2. </a:t>
          </a:r>
          <a:r>
            <a:rPr lang="zh-CN" altLang="en-US" dirty="0"/>
            <a:t>区分开环控制与闭环控制的核心差异</a:t>
          </a:r>
          <a:endParaRPr lang="zh-CN" dirty="0"/>
        </a:p>
      </dgm:t>
    </dgm:pt>
    <dgm:pt modelId="{4C214551-3882-4682-AB12-D72CC6AA4BB4}" type="parTrans" cxnId="{F070BFC8-DCDA-4108-B2FD-FB771FEEC5C9}">
      <dgm:prSet/>
      <dgm:spPr/>
      <dgm:t>
        <a:bodyPr/>
        <a:lstStyle/>
        <a:p>
          <a:endParaRPr lang="zh-CN" altLang="en-US"/>
        </a:p>
      </dgm:t>
    </dgm:pt>
    <dgm:pt modelId="{A99334BA-5D94-4E8F-A03F-F4B18857A9CF}" type="sibTrans" cxnId="{F070BFC8-DCDA-4108-B2FD-FB771FEEC5C9}">
      <dgm:prSet/>
      <dgm:spPr/>
      <dgm:t>
        <a:bodyPr/>
        <a:lstStyle/>
        <a:p>
          <a:endParaRPr lang="zh-CN" altLang="en-US"/>
        </a:p>
      </dgm:t>
    </dgm:pt>
    <dgm:pt modelId="{6DD62682-2098-4326-9729-8C48350459AD}">
      <dgm:prSet/>
      <dgm:spPr/>
      <dgm:t>
        <a:bodyPr/>
        <a:lstStyle/>
        <a:p>
          <a:r>
            <a:rPr lang="en-US" altLang="zh-CN" dirty="0"/>
            <a:t>3. </a:t>
          </a:r>
          <a:r>
            <a:rPr lang="zh-CN" altLang="en-US" dirty="0"/>
            <a:t>认识“反馈”在自动控制系统中的关键作用</a:t>
          </a:r>
          <a:endParaRPr lang="zh-CN" dirty="0"/>
        </a:p>
      </dgm:t>
    </dgm:pt>
    <dgm:pt modelId="{8EB2DCB7-EB03-4A8B-BA1B-34E63A66CBCF}" type="parTrans" cxnId="{72D3DB9A-01B4-4681-9B2B-A08885E7F65E}">
      <dgm:prSet/>
      <dgm:spPr/>
      <dgm:t>
        <a:bodyPr/>
        <a:lstStyle/>
        <a:p>
          <a:endParaRPr lang="zh-CN" altLang="en-US"/>
        </a:p>
      </dgm:t>
    </dgm:pt>
    <dgm:pt modelId="{1D025027-29FC-4E98-8101-5FBE8A627691}" type="sibTrans" cxnId="{72D3DB9A-01B4-4681-9B2B-A08885E7F65E}">
      <dgm:prSet/>
      <dgm:spPr/>
      <dgm:t>
        <a:bodyPr/>
        <a:lstStyle/>
        <a:p>
          <a:endParaRPr lang="zh-CN" altLang="en-US"/>
        </a:p>
      </dgm:t>
    </dgm:pt>
    <dgm:pt modelId="{82A8B56F-2822-4A81-9055-770D49D5396D}">
      <dgm:prSet/>
      <dgm:spPr/>
      <dgm:t>
        <a:bodyPr/>
        <a:lstStyle/>
        <a:p>
          <a:r>
            <a:rPr lang="en-US" altLang="zh-CN" dirty="0"/>
            <a:t>4. </a:t>
          </a:r>
          <a:r>
            <a:rPr lang="zh-CN" altLang="en-US" dirty="0"/>
            <a:t>建立对“扰动”和“不确定性”的工程意识</a:t>
          </a:r>
          <a:endParaRPr lang="zh-CN" dirty="0"/>
        </a:p>
      </dgm:t>
    </dgm:pt>
    <dgm:pt modelId="{3DD2964C-287C-41E5-A616-33516A611CD0}" type="parTrans" cxnId="{7AB0FD75-1807-4FB4-9937-D00721ADD8E7}">
      <dgm:prSet/>
      <dgm:spPr/>
      <dgm:t>
        <a:bodyPr/>
        <a:lstStyle/>
        <a:p>
          <a:endParaRPr lang="zh-CN" altLang="en-US"/>
        </a:p>
      </dgm:t>
    </dgm:pt>
    <dgm:pt modelId="{91AE2251-BDAC-4CC4-9331-5408862509BE}" type="sibTrans" cxnId="{7AB0FD75-1807-4FB4-9937-D00721ADD8E7}">
      <dgm:prSet/>
      <dgm:spPr/>
      <dgm:t>
        <a:bodyPr/>
        <a:lstStyle/>
        <a:p>
          <a:endParaRPr lang="zh-CN" altLang="en-US"/>
        </a:p>
      </dgm:t>
    </dgm:pt>
    <dgm:pt modelId="{6BAECC41-F701-41E2-ADAF-5F31946C0A81}" type="pres">
      <dgm:prSet presAssocID="{8CD2E5DB-863B-4C72-909B-8B419B7117A4}" presName="linear" presStyleCnt="0">
        <dgm:presLayoutVars>
          <dgm:animLvl val="lvl"/>
          <dgm:resizeHandles val="exact"/>
        </dgm:presLayoutVars>
      </dgm:prSet>
      <dgm:spPr/>
    </dgm:pt>
    <dgm:pt modelId="{1CE5FAD2-50A8-4032-BAEC-E3A01D2341AE}" type="pres">
      <dgm:prSet presAssocID="{E64E6344-03F3-41EA-B2B3-D9F732B8BD60}" presName="parentText" presStyleLbl="node1" presStyleIdx="0" presStyleCnt="4" custLinFactNeighborX="7821" custLinFactNeighborY="-41997">
        <dgm:presLayoutVars>
          <dgm:chMax val="0"/>
          <dgm:bulletEnabled val="1"/>
        </dgm:presLayoutVars>
      </dgm:prSet>
      <dgm:spPr/>
    </dgm:pt>
    <dgm:pt modelId="{65251149-4757-4207-AFC6-0F0FA7894A0E}" type="pres">
      <dgm:prSet presAssocID="{0DC89421-7892-4BB5-8A47-F6705D342A56}" presName="spacer" presStyleCnt="0"/>
      <dgm:spPr/>
    </dgm:pt>
    <dgm:pt modelId="{FF9AF367-CEE7-48D4-94BC-D2092A112DC8}" type="pres">
      <dgm:prSet presAssocID="{02459833-481A-4F21-9AEA-5FFA7652EDC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469109A-FA83-41C7-A646-079D3C0E010E}" type="pres">
      <dgm:prSet presAssocID="{A99334BA-5D94-4E8F-A03F-F4B18857A9CF}" presName="spacer" presStyleCnt="0"/>
      <dgm:spPr/>
    </dgm:pt>
    <dgm:pt modelId="{AA9407FA-8D6A-4B50-800E-51B7764DE677}" type="pres">
      <dgm:prSet presAssocID="{6DD62682-2098-4326-9729-8C48350459A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7B3639A-10FE-4BBE-9AC9-176AC5A76D3C}" type="pres">
      <dgm:prSet presAssocID="{1D025027-29FC-4E98-8101-5FBE8A627691}" presName="spacer" presStyleCnt="0"/>
      <dgm:spPr/>
    </dgm:pt>
    <dgm:pt modelId="{671A1D5D-3895-4FD4-A53B-E42790118A55}" type="pres">
      <dgm:prSet presAssocID="{82A8B56F-2822-4A81-9055-770D49D5396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6298F01-76C5-431B-9F63-2F852B040E46}" type="presOf" srcId="{6DD62682-2098-4326-9729-8C48350459AD}" destId="{AA9407FA-8D6A-4B50-800E-51B7764DE677}" srcOrd="0" destOrd="0" presId="urn:microsoft.com/office/officeart/2005/8/layout/vList2"/>
    <dgm:cxn modelId="{154E170A-8F88-4F13-ABC4-DDB5575C7D12}" type="presOf" srcId="{8CD2E5DB-863B-4C72-909B-8B419B7117A4}" destId="{6BAECC41-F701-41E2-ADAF-5F31946C0A81}" srcOrd="0" destOrd="0" presId="urn:microsoft.com/office/officeart/2005/8/layout/vList2"/>
    <dgm:cxn modelId="{624C912B-314A-40A4-B2AF-325F7CBA9791}" type="presOf" srcId="{E64E6344-03F3-41EA-B2B3-D9F732B8BD60}" destId="{1CE5FAD2-50A8-4032-BAEC-E3A01D2341AE}" srcOrd="0" destOrd="0" presId="urn:microsoft.com/office/officeart/2005/8/layout/vList2"/>
    <dgm:cxn modelId="{7AB0FD75-1807-4FB4-9937-D00721ADD8E7}" srcId="{8CD2E5DB-863B-4C72-909B-8B419B7117A4}" destId="{82A8B56F-2822-4A81-9055-770D49D5396D}" srcOrd="3" destOrd="0" parTransId="{3DD2964C-287C-41E5-A616-33516A611CD0}" sibTransId="{91AE2251-BDAC-4CC4-9331-5408862509BE}"/>
    <dgm:cxn modelId="{72D3DB9A-01B4-4681-9B2B-A08885E7F65E}" srcId="{8CD2E5DB-863B-4C72-909B-8B419B7117A4}" destId="{6DD62682-2098-4326-9729-8C48350459AD}" srcOrd="2" destOrd="0" parTransId="{8EB2DCB7-EB03-4A8B-BA1B-34E63A66CBCF}" sibTransId="{1D025027-29FC-4E98-8101-5FBE8A627691}"/>
    <dgm:cxn modelId="{F070BFC8-DCDA-4108-B2FD-FB771FEEC5C9}" srcId="{8CD2E5DB-863B-4C72-909B-8B419B7117A4}" destId="{02459833-481A-4F21-9AEA-5FFA7652EDC3}" srcOrd="1" destOrd="0" parTransId="{4C214551-3882-4682-AB12-D72CC6AA4BB4}" sibTransId="{A99334BA-5D94-4E8F-A03F-F4B18857A9CF}"/>
    <dgm:cxn modelId="{A4705DE2-C3C6-4B33-949F-7B07A5B85ADB}" type="presOf" srcId="{02459833-481A-4F21-9AEA-5FFA7652EDC3}" destId="{FF9AF367-CEE7-48D4-94BC-D2092A112DC8}" srcOrd="0" destOrd="0" presId="urn:microsoft.com/office/officeart/2005/8/layout/vList2"/>
    <dgm:cxn modelId="{8DDFFDFD-4A81-4994-9401-B0D99500615E}" type="presOf" srcId="{82A8B56F-2822-4A81-9055-770D49D5396D}" destId="{671A1D5D-3895-4FD4-A53B-E42790118A55}" srcOrd="0" destOrd="0" presId="urn:microsoft.com/office/officeart/2005/8/layout/vList2"/>
    <dgm:cxn modelId="{08D3F0FE-4B45-4766-B833-483B36DF029C}" srcId="{8CD2E5DB-863B-4C72-909B-8B419B7117A4}" destId="{E64E6344-03F3-41EA-B2B3-D9F732B8BD60}" srcOrd="0" destOrd="0" parTransId="{69A6EF17-7BDA-4CB4-9F0E-5679408CF513}" sibTransId="{0DC89421-7892-4BB5-8A47-F6705D342A56}"/>
    <dgm:cxn modelId="{8B92AD0C-3066-4BB8-B98C-08FF2A91A944}" type="presParOf" srcId="{6BAECC41-F701-41E2-ADAF-5F31946C0A81}" destId="{1CE5FAD2-50A8-4032-BAEC-E3A01D2341AE}" srcOrd="0" destOrd="0" presId="urn:microsoft.com/office/officeart/2005/8/layout/vList2"/>
    <dgm:cxn modelId="{EB4A4393-125C-455B-B7EE-43BC6440AF90}" type="presParOf" srcId="{6BAECC41-F701-41E2-ADAF-5F31946C0A81}" destId="{65251149-4757-4207-AFC6-0F0FA7894A0E}" srcOrd="1" destOrd="0" presId="urn:microsoft.com/office/officeart/2005/8/layout/vList2"/>
    <dgm:cxn modelId="{C7BBBBCD-11B9-4E33-BF4E-9FD205D86B3B}" type="presParOf" srcId="{6BAECC41-F701-41E2-ADAF-5F31946C0A81}" destId="{FF9AF367-CEE7-48D4-94BC-D2092A112DC8}" srcOrd="2" destOrd="0" presId="urn:microsoft.com/office/officeart/2005/8/layout/vList2"/>
    <dgm:cxn modelId="{20269A71-1A8D-4D98-A9BB-B8B9395DAB70}" type="presParOf" srcId="{6BAECC41-F701-41E2-ADAF-5F31946C0A81}" destId="{E469109A-FA83-41C7-A646-079D3C0E010E}" srcOrd="3" destOrd="0" presId="urn:microsoft.com/office/officeart/2005/8/layout/vList2"/>
    <dgm:cxn modelId="{E78F977E-AC36-4958-A3E6-2ED5C56B8AA6}" type="presParOf" srcId="{6BAECC41-F701-41E2-ADAF-5F31946C0A81}" destId="{AA9407FA-8D6A-4B50-800E-51B7764DE677}" srcOrd="4" destOrd="0" presId="urn:microsoft.com/office/officeart/2005/8/layout/vList2"/>
    <dgm:cxn modelId="{FAF4F9C8-2B53-4D1B-B905-527E4FCCBC1A}" type="presParOf" srcId="{6BAECC41-F701-41E2-ADAF-5F31946C0A81}" destId="{87B3639A-10FE-4BBE-9AC9-176AC5A76D3C}" srcOrd="5" destOrd="0" presId="urn:microsoft.com/office/officeart/2005/8/layout/vList2"/>
    <dgm:cxn modelId="{72847DF0-6481-400D-9644-0FFF8440C217}" type="presParOf" srcId="{6BAECC41-F701-41E2-ADAF-5F31946C0A81}" destId="{671A1D5D-3895-4FD4-A53B-E42790118A5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BB798FA-D77A-44DE-9CB2-D7978364AA29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zh-CN" altLang="en-US"/>
        </a:p>
      </dgm:t>
    </dgm:pt>
    <dgm:pt modelId="{FB64BE40-5791-4BD1-B9D2-F6F5C3CA408A}">
      <dgm:prSet/>
      <dgm:spPr/>
      <dgm:t>
        <a:bodyPr/>
        <a:lstStyle/>
        <a:p>
          <a:r>
            <a:rPr lang="zh-CN" b="0" i="0" baseline="0"/>
            <a:t>定义： </a:t>
          </a:r>
          <a:endParaRPr lang="zh-CN"/>
        </a:p>
      </dgm:t>
    </dgm:pt>
    <dgm:pt modelId="{07C0612A-2D4E-4383-8EC7-4903C7FF35DA}" type="parTrans" cxnId="{D29F809F-9F40-49CD-B1EC-1061510FEC1E}">
      <dgm:prSet/>
      <dgm:spPr/>
      <dgm:t>
        <a:bodyPr/>
        <a:lstStyle/>
        <a:p>
          <a:endParaRPr lang="zh-CN" altLang="en-US"/>
        </a:p>
      </dgm:t>
    </dgm:pt>
    <dgm:pt modelId="{49D3523D-CF93-4D7E-8E2F-8A238A6813B4}" type="sibTrans" cxnId="{D29F809F-9F40-49CD-B1EC-1061510FEC1E}">
      <dgm:prSet/>
      <dgm:spPr/>
      <dgm:t>
        <a:bodyPr/>
        <a:lstStyle/>
        <a:p>
          <a:endParaRPr lang="zh-CN" altLang="en-US"/>
        </a:p>
      </dgm:t>
    </dgm:pt>
    <dgm:pt modelId="{3F71C252-5F0C-468C-95FF-64E2F9D943D5}">
      <dgm:prSet/>
      <dgm:spPr/>
      <dgm:t>
        <a:bodyPr/>
        <a:lstStyle/>
        <a:p>
          <a:r>
            <a:rPr lang="zh-CN" b="0" i="0" baseline="0"/>
            <a:t>只根据设定值发出控制指令，不检测实际输出，也不修正误差。 </a:t>
          </a:r>
          <a:endParaRPr lang="zh-CN"/>
        </a:p>
      </dgm:t>
    </dgm:pt>
    <dgm:pt modelId="{C4B16441-A199-4BBC-BC39-36BE9698E1DD}" type="parTrans" cxnId="{97C19A95-C1FE-4741-992B-7264990C2DA7}">
      <dgm:prSet/>
      <dgm:spPr/>
      <dgm:t>
        <a:bodyPr/>
        <a:lstStyle/>
        <a:p>
          <a:endParaRPr lang="zh-CN" altLang="en-US"/>
        </a:p>
      </dgm:t>
    </dgm:pt>
    <dgm:pt modelId="{8654CAA4-BEC0-40DD-AABE-F3DA18904E34}" type="sibTrans" cxnId="{97C19A95-C1FE-4741-992B-7264990C2DA7}">
      <dgm:prSet/>
      <dgm:spPr/>
      <dgm:t>
        <a:bodyPr/>
        <a:lstStyle/>
        <a:p>
          <a:endParaRPr lang="zh-CN" altLang="en-US"/>
        </a:p>
      </dgm:t>
    </dgm:pt>
    <dgm:pt modelId="{EAED4576-89FB-4BEF-B8CD-50FB350EBAD2}">
      <dgm:prSet/>
      <dgm:spPr/>
      <dgm:t>
        <a:bodyPr/>
        <a:lstStyle/>
        <a:p>
          <a:r>
            <a:rPr lang="zh-CN" b="0" i="0" baseline="0"/>
            <a:t>举例： </a:t>
          </a:r>
          <a:endParaRPr lang="zh-CN"/>
        </a:p>
      </dgm:t>
    </dgm:pt>
    <dgm:pt modelId="{74A9C7BA-E74C-4ED8-A6A6-A1C889715C17}" type="parTrans" cxnId="{9C0CE7CE-08E8-42CA-A980-19995DDCF834}">
      <dgm:prSet/>
      <dgm:spPr/>
      <dgm:t>
        <a:bodyPr/>
        <a:lstStyle/>
        <a:p>
          <a:endParaRPr lang="zh-CN" altLang="en-US"/>
        </a:p>
      </dgm:t>
    </dgm:pt>
    <dgm:pt modelId="{9617B7A2-0C00-4B1F-98CF-96DD685E3074}" type="sibTrans" cxnId="{9C0CE7CE-08E8-42CA-A980-19995DDCF834}">
      <dgm:prSet/>
      <dgm:spPr/>
      <dgm:t>
        <a:bodyPr/>
        <a:lstStyle/>
        <a:p>
          <a:endParaRPr lang="zh-CN" altLang="en-US"/>
        </a:p>
      </dgm:t>
    </dgm:pt>
    <dgm:pt modelId="{F9563EB6-59BD-4DAF-BA4F-21DFA71EE483}">
      <dgm:prSet/>
      <dgm:spPr/>
      <dgm:t>
        <a:bodyPr/>
        <a:lstStyle/>
        <a:p>
          <a:r>
            <a:rPr lang="zh-CN" b="0" i="0" baseline="0"/>
            <a:t>给电机固定 PWM = 128（50% 占空比）→ 期望它转 100 RPM </a:t>
          </a:r>
          <a:endParaRPr lang="zh-CN"/>
        </a:p>
      </dgm:t>
    </dgm:pt>
    <dgm:pt modelId="{3402427C-0889-489D-AB49-4EFEA8A9AF6B}" type="parTrans" cxnId="{AA1F101C-7908-4D41-A241-5AE46CAA0442}">
      <dgm:prSet/>
      <dgm:spPr/>
      <dgm:t>
        <a:bodyPr/>
        <a:lstStyle/>
        <a:p>
          <a:endParaRPr lang="zh-CN" altLang="en-US"/>
        </a:p>
      </dgm:t>
    </dgm:pt>
    <dgm:pt modelId="{5732AC20-18E0-45FD-9630-A8D2CEADA4FE}" type="sibTrans" cxnId="{AA1F101C-7908-4D41-A241-5AE46CAA0442}">
      <dgm:prSet/>
      <dgm:spPr/>
      <dgm:t>
        <a:bodyPr/>
        <a:lstStyle/>
        <a:p>
          <a:endParaRPr lang="zh-CN" altLang="en-US"/>
        </a:p>
      </dgm:t>
    </dgm:pt>
    <dgm:pt modelId="{620CCBA6-8229-46AB-9B9E-AC009564678C}">
      <dgm:prSet/>
      <dgm:spPr/>
      <dgm:t>
        <a:bodyPr/>
        <a:lstStyle/>
        <a:p>
          <a:r>
            <a:rPr lang="zh-CN" b="0" i="0" baseline="0"/>
            <a:t>特点： </a:t>
          </a:r>
          <a:endParaRPr lang="zh-CN"/>
        </a:p>
      </dgm:t>
    </dgm:pt>
    <dgm:pt modelId="{162E3839-E8A4-438F-B0BC-9BE1F2D557FA}" type="parTrans" cxnId="{F46CC63B-4D43-4137-A793-F4EAD0904EF5}">
      <dgm:prSet/>
      <dgm:spPr/>
      <dgm:t>
        <a:bodyPr/>
        <a:lstStyle/>
        <a:p>
          <a:endParaRPr lang="zh-CN" altLang="en-US"/>
        </a:p>
      </dgm:t>
    </dgm:pt>
    <dgm:pt modelId="{DAA67A30-5B46-4F4A-B117-942FAE653302}" type="sibTrans" cxnId="{F46CC63B-4D43-4137-A793-F4EAD0904EF5}">
      <dgm:prSet/>
      <dgm:spPr/>
      <dgm:t>
        <a:bodyPr/>
        <a:lstStyle/>
        <a:p>
          <a:endParaRPr lang="zh-CN" altLang="en-US"/>
        </a:p>
      </dgm:t>
    </dgm:pt>
    <dgm:pt modelId="{7FB471A5-20AA-4A83-9D27-DB6D9776D569}">
      <dgm:prSet/>
      <dgm:spPr/>
      <dgm:t>
        <a:bodyPr/>
        <a:lstStyle/>
        <a:p>
          <a:r>
            <a:rPr lang="zh-CN" b="0" i="0" baseline="0"/>
            <a:t>✅ 结构简单、成本低 </a:t>
          </a:r>
          <a:endParaRPr lang="zh-CN"/>
        </a:p>
      </dgm:t>
    </dgm:pt>
    <dgm:pt modelId="{73510AFF-EDE8-4E93-8503-9AD7C4E00E76}" type="parTrans" cxnId="{D82C9EFA-05F7-44D5-8C3F-F1631F9E283E}">
      <dgm:prSet/>
      <dgm:spPr/>
      <dgm:t>
        <a:bodyPr/>
        <a:lstStyle/>
        <a:p>
          <a:endParaRPr lang="zh-CN" altLang="en-US"/>
        </a:p>
      </dgm:t>
    </dgm:pt>
    <dgm:pt modelId="{8379213A-D2DF-4B46-8309-6698F5C73A76}" type="sibTrans" cxnId="{D82C9EFA-05F7-44D5-8C3F-F1631F9E283E}">
      <dgm:prSet/>
      <dgm:spPr/>
      <dgm:t>
        <a:bodyPr/>
        <a:lstStyle/>
        <a:p>
          <a:endParaRPr lang="zh-CN" altLang="en-US"/>
        </a:p>
      </dgm:t>
    </dgm:pt>
    <dgm:pt modelId="{DED70497-30D4-4CE9-83EE-74953EDADDFE}">
      <dgm:prSet/>
      <dgm:spPr/>
      <dgm:t>
        <a:bodyPr/>
        <a:lstStyle/>
        <a:p>
          <a:r>
            <a:rPr lang="zh-CN" b="0" i="0" baseline="0"/>
            <a:t>❌ 无法应对扰动：负载一变，转速就变 </a:t>
          </a:r>
          <a:endParaRPr lang="zh-CN"/>
        </a:p>
      </dgm:t>
    </dgm:pt>
    <dgm:pt modelId="{066E7BE1-26BA-4879-BB7F-831EBF996D5B}" type="parTrans" cxnId="{8B8F0324-48A7-4324-8604-018B101513C5}">
      <dgm:prSet/>
      <dgm:spPr/>
      <dgm:t>
        <a:bodyPr/>
        <a:lstStyle/>
        <a:p>
          <a:endParaRPr lang="zh-CN" altLang="en-US"/>
        </a:p>
      </dgm:t>
    </dgm:pt>
    <dgm:pt modelId="{1D42D436-C585-4AC2-9E72-8ADF2BCBB4F0}" type="sibTrans" cxnId="{8B8F0324-48A7-4324-8604-018B101513C5}">
      <dgm:prSet/>
      <dgm:spPr/>
      <dgm:t>
        <a:bodyPr/>
        <a:lstStyle/>
        <a:p>
          <a:endParaRPr lang="zh-CN" altLang="en-US"/>
        </a:p>
      </dgm:t>
    </dgm:pt>
    <dgm:pt modelId="{9CFC40CE-93ED-4486-BA1E-E0C2B6BF6144}">
      <dgm:prSet/>
      <dgm:spPr/>
      <dgm:t>
        <a:bodyPr/>
        <a:lstStyle/>
        <a:p>
          <a:r>
            <a:rPr lang="zh-CN" b="0" i="0" baseline="0"/>
            <a:t>❌ 无法补偿系统变化：电池没电了？照样按原指令输出 </a:t>
          </a:r>
          <a:endParaRPr lang="zh-CN"/>
        </a:p>
      </dgm:t>
    </dgm:pt>
    <dgm:pt modelId="{DE6C69C3-CAAD-43F9-8C25-40782776171F}" type="parTrans" cxnId="{0DB69327-270A-4FCF-AA09-3DCA73B3AE0A}">
      <dgm:prSet/>
      <dgm:spPr/>
      <dgm:t>
        <a:bodyPr/>
        <a:lstStyle/>
        <a:p>
          <a:endParaRPr lang="zh-CN" altLang="en-US"/>
        </a:p>
      </dgm:t>
    </dgm:pt>
    <dgm:pt modelId="{6889F8A7-925C-42AC-9B9F-263606EF66B7}" type="sibTrans" cxnId="{0DB69327-270A-4FCF-AA09-3DCA73B3AE0A}">
      <dgm:prSet/>
      <dgm:spPr/>
      <dgm:t>
        <a:bodyPr/>
        <a:lstStyle/>
        <a:p>
          <a:endParaRPr lang="zh-CN" altLang="en-US"/>
        </a:p>
      </dgm:t>
    </dgm:pt>
    <dgm:pt modelId="{BF8A8461-2EDF-47AD-A430-AB489F3B8C26}">
      <dgm:prSet/>
      <dgm:spPr/>
      <dgm:t>
        <a:bodyPr/>
        <a:lstStyle/>
        <a:p>
          <a:r>
            <a:rPr lang="zh-CN" b="0" i="0" baseline="0"/>
            <a:t>类比： </a:t>
          </a:r>
          <a:endParaRPr lang="zh-CN"/>
        </a:p>
      </dgm:t>
    </dgm:pt>
    <dgm:pt modelId="{A408E4D1-A2B2-4D9F-BBEE-42C52B74B2B4}" type="parTrans" cxnId="{7E9AAF3D-90E1-4930-A478-A6FF33A963EC}">
      <dgm:prSet/>
      <dgm:spPr/>
      <dgm:t>
        <a:bodyPr/>
        <a:lstStyle/>
        <a:p>
          <a:endParaRPr lang="zh-CN" altLang="en-US"/>
        </a:p>
      </dgm:t>
    </dgm:pt>
    <dgm:pt modelId="{05F4DC88-5812-4373-82AE-5999B7CBCF91}" type="sibTrans" cxnId="{7E9AAF3D-90E1-4930-A478-A6FF33A963EC}">
      <dgm:prSet/>
      <dgm:spPr/>
      <dgm:t>
        <a:bodyPr/>
        <a:lstStyle/>
        <a:p>
          <a:endParaRPr lang="zh-CN" altLang="en-US"/>
        </a:p>
      </dgm:t>
    </dgm:pt>
    <dgm:pt modelId="{BF5AD415-0912-4DF3-8C32-3E79A4FC6BDC}">
      <dgm:prSet/>
      <dgm:spPr/>
      <dgm:t>
        <a:bodyPr/>
        <a:lstStyle/>
        <a:p>
          <a:r>
            <a:rPr lang="zh-CN" b="0" i="0" baseline="0"/>
            <a:t>蒙眼开车：方向盘打30°，但不管车是否跑偏——危险！ </a:t>
          </a:r>
          <a:endParaRPr lang="zh-CN"/>
        </a:p>
      </dgm:t>
    </dgm:pt>
    <dgm:pt modelId="{5B5647DD-3B8B-4142-B665-D65FDFB6C766}" type="parTrans" cxnId="{B1CFD013-A853-4ACE-B94A-01E7B5DEB0D2}">
      <dgm:prSet/>
      <dgm:spPr/>
      <dgm:t>
        <a:bodyPr/>
        <a:lstStyle/>
        <a:p>
          <a:endParaRPr lang="zh-CN" altLang="en-US"/>
        </a:p>
      </dgm:t>
    </dgm:pt>
    <dgm:pt modelId="{7AD35CAF-752B-4C80-8D9C-8F5B62145FD0}" type="sibTrans" cxnId="{B1CFD013-A853-4ACE-B94A-01E7B5DEB0D2}">
      <dgm:prSet/>
      <dgm:spPr/>
      <dgm:t>
        <a:bodyPr/>
        <a:lstStyle/>
        <a:p>
          <a:endParaRPr lang="zh-CN" altLang="en-US"/>
        </a:p>
      </dgm:t>
    </dgm:pt>
    <dgm:pt modelId="{F9CD28EE-F21A-4D35-8B94-8C626C67D1D0}" type="pres">
      <dgm:prSet presAssocID="{9BB798FA-D77A-44DE-9CB2-D7978364AA29}" presName="linear" presStyleCnt="0">
        <dgm:presLayoutVars>
          <dgm:dir/>
          <dgm:animLvl val="lvl"/>
          <dgm:resizeHandles val="exact"/>
        </dgm:presLayoutVars>
      </dgm:prSet>
      <dgm:spPr/>
    </dgm:pt>
    <dgm:pt modelId="{5684E46A-43E7-49C8-93B6-81F8E945D60E}" type="pres">
      <dgm:prSet presAssocID="{FB64BE40-5791-4BD1-B9D2-F6F5C3CA408A}" presName="parentLin" presStyleCnt="0"/>
      <dgm:spPr/>
    </dgm:pt>
    <dgm:pt modelId="{C8B59B77-4B84-408D-B4D5-DBD9F5EC1382}" type="pres">
      <dgm:prSet presAssocID="{FB64BE40-5791-4BD1-B9D2-F6F5C3CA408A}" presName="parentLeftMargin" presStyleLbl="node1" presStyleIdx="0" presStyleCnt="4"/>
      <dgm:spPr/>
    </dgm:pt>
    <dgm:pt modelId="{A61EE6D9-741D-4C97-B9B4-285FE0BE08A2}" type="pres">
      <dgm:prSet presAssocID="{FB64BE40-5791-4BD1-B9D2-F6F5C3CA408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0F66C8C-F0C9-48A5-9BFA-6DCD234D4328}" type="pres">
      <dgm:prSet presAssocID="{FB64BE40-5791-4BD1-B9D2-F6F5C3CA408A}" presName="negativeSpace" presStyleCnt="0"/>
      <dgm:spPr/>
    </dgm:pt>
    <dgm:pt modelId="{79CDA118-7591-4A17-A9E1-32F68A9B4AF8}" type="pres">
      <dgm:prSet presAssocID="{FB64BE40-5791-4BD1-B9D2-F6F5C3CA408A}" presName="childText" presStyleLbl="conFgAcc1" presStyleIdx="0" presStyleCnt="4">
        <dgm:presLayoutVars>
          <dgm:bulletEnabled val="1"/>
        </dgm:presLayoutVars>
      </dgm:prSet>
      <dgm:spPr/>
    </dgm:pt>
    <dgm:pt modelId="{705887D8-7F8C-48FA-AFB6-4B9821FE1D12}" type="pres">
      <dgm:prSet presAssocID="{49D3523D-CF93-4D7E-8E2F-8A238A6813B4}" presName="spaceBetweenRectangles" presStyleCnt="0"/>
      <dgm:spPr/>
    </dgm:pt>
    <dgm:pt modelId="{9463A7F9-0E91-4392-AAB7-5595DA446E6F}" type="pres">
      <dgm:prSet presAssocID="{EAED4576-89FB-4BEF-B8CD-50FB350EBAD2}" presName="parentLin" presStyleCnt="0"/>
      <dgm:spPr/>
    </dgm:pt>
    <dgm:pt modelId="{5D38573F-7399-42EF-B1DC-6D752A705E7C}" type="pres">
      <dgm:prSet presAssocID="{EAED4576-89FB-4BEF-B8CD-50FB350EBAD2}" presName="parentLeftMargin" presStyleLbl="node1" presStyleIdx="0" presStyleCnt="4"/>
      <dgm:spPr/>
    </dgm:pt>
    <dgm:pt modelId="{CF736B1C-1BAE-47BD-A940-E7E8ACAF17B8}" type="pres">
      <dgm:prSet presAssocID="{EAED4576-89FB-4BEF-B8CD-50FB350EBAD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F9BD719-5E5D-4F8B-BFE0-F1DAF15FBD82}" type="pres">
      <dgm:prSet presAssocID="{EAED4576-89FB-4BEF-B8CD-50FB350EBAD2}" presName="negativeSpace" presStyleCnt="0"/>
      <dgm:spPr/>
    </dgm:pt>
    <dgm:pt modelId="{A0FA97BD-E9D4-498C-90B6-D02435AE35EF}" type="pres">
      <dgm:prSet presAssocID="{EAED4576-89FB-4BEF-B8CD-50FB350EBAD2}" presName="childText" presStyleLbl="conFgAcc1" presStyleIdx="1" presStyleCnt="4">
        <dgm:presLayoutVars>
          <dgm:bulletEnabled val="1"/>
        </dgm:presLayoutVars>
      </dgm:prSet>
      <dgm:spPr/>
    </dgm:pt>
    <dgm:pt modelId="{9390A7C4-D208-4988-8726-7ADD525683BA}" type="pres">
      <dgm:prSet presAssocID="{9617B7A2-0C00-4B1F-98CF-96DD685E3074}" presName="spaceBetweenRectangles" presStyleCnt="0"/>
      <dgm:spPr/>
    </dgm:pt>
    <dgm:pt modelId="{725098EF-15C6-4A54-80EF-2C3882D1D58F}" type="pres">
      <dgm:prSet presAssocID="{620CCBA6-8229-46AB-9B9E-AC009564678C}" presName="parentLin" presStyleCnt="0"/>
      <dgm:spPr/>
    </dgm:pt>
    <dgm:pt modelId="{FCAE61FF-EA76-4BED-9C5E-7491FA96EF78}" type="pres">
      <dgm:prSet presAssocID="{620CCBA6-8229-46AB-9B9E-AC009564678C}" presName="parentLeftMargin" presStyleLbl="node1" presStyleIdx="1" presStyleCnt="4"/>
      <dgm:spPr/>
    </dgm:pt>
    <dgm:pt modelId="{A0DB50CB-7D17-47BE-83A5-C532F45F6957}" type="pres">
      <dgm:prSet presAssocID="{620CCBA6-8229-46AB-9B9E-AC009564678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EAF01F3-029F-4225-9A73-FB2F0263C77B}" type="pres">
      <dgm:prSet presAssocID="{620CCBA6-8229-46AB-9B9E-AC009564678C}" presName="negativeSpace" presStyleCnt="0"/>
      <dgm:spPr/>
    </dgm:pt>
    <dgm:pt modelId="{354B4D3D-302C-4DAD-B3D8-BF9C8D95D392}" type="pres">
      <dgm:prSet presAssocID="{620CCBA6-8229-46AB-9B9E-AC009564678C}" presName="childText" presStyleLbl="conFgAcc1" presStyleIdx="2" presStyleCnt="4">
        <dgm:presLayoutVars>
          <dgm:bulletEnabled val="1"/>
        </dgm:presLayoutVars>
      </dgm:prSet>
      <dgm:spPr/>
    </dgm:pt>
    <dgm:pt modelId="{3352A0EF-F1E6-4C63-B33B-9D7AB2661ECA}" type="pres">
      <dgm:prSet presAssocID="{DAA67A30-5B46-4F4A-B117-942FAE653302}" presName="spaceBetweenRectangles" presStyleCnt="0"/>
      <dgm:spPr/>
    </dgm:pt>
    <dgm:pt modelId="{2F09BD58-842E-4889-86ED-ABF5943A5978}" type="pres">
      <dgm:prSet presAssocID="{BF8A8461-2EDF-47AD-A430-AB489F3B8C26}" presName="parentLin" presStyleCnt="0"/>
      <dgm:spPr/>
    </dgm:pt>
    <dgm:pt modelId="{23A57936-C7E7-473E-9533-7620B2DA2F79}" type="pres">
      <dgm:prSet presAssocID="{BF8A8461-2EDF-47AD-A430-AB489F3B8C26}" presName="parentLeftMargin" presStyleLbl="node1" presStyleIdx="2" presStyleCnt="4"/>
      <dgm:spPr/>
    </dgm:pt>
    <dgm:pt modelId="{389DE26F-4D99-4EDA-BCDA-8734FEA72409}" type="pres">
      <dgm:prSet presAssocID="{BF8A8461-2EDF-47AD-A430-AB489F3B8C26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745D868E-3F66-4D61-B161-821598C76571}" type="pres">
      <dgm:prSet presAssocID="{BF8A8461-2EDF-47AD-A430-AB489F3B8C26}" presName="negativeSpace" presStyleCnt="0"/>
      <dgm:spPr/>
    </dgm:pt>
    <dgm:pt modelId="{0FE24488-053E-4BCA-972A-24B08314020E}" type="pres">
      <dgm:prSet presAssocID="{BF8A8461-2EDF-47AD-A430-AB489F3B8C26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B1CFD013-A853-4ACE-B94A-01E7B5DEB0D2}" srcId="{BF8A8461-2EDF-47AD-A430-AB489F3B8C26}" destId="{BF5AD415-0912-4DF3-8C32-3E79A4FC6BDC}" srcOrd="0" destOrd="0" parTransId="{5B5647DD-3B8B-4142-B665-D65FDFB6C766}" sibTransId="{7AD35CAF-752B-4C80-8D9C-8F5B62145FD0}"/>
    <dgm:cxn modelId="{AA1F101C-7908-4D41-A241-5AE46CAA0442}" srcId="{EAED4576-89FB-4BEF-B8CD-50FB350EBAD2}" destId="{F9563EB6-59BD-4DAF-BA4F-21DFA71EE483}" srcOrd="0" destOrd="0" parTransId="{3402427C-0889-489D-AB49-4EFEA8A9AF6B}" sibTransId="{5732AC20-18E0-45FD-9630-A8D2CEADA4FE}"/>
    <dgm:cxn modelId="{8B8F0324-48A7-4324-8604-018B101513C5}" srcId="{620CCBA6-8229-46AB-9B9E-AC009564678C}" destId="{DED70497-30D4-4CE9-83EE-74953EDADDFE}" srcOrd="1" destOrd="0" parTransId="{066E7BE1-26BA-4879-BB7F-831EBF996D5B}" sibTransId="{1D42D436-C585-4AC2-9E72-8ADF2BCBB4F0}"/>
    <dgm:cxn modelId="{0DB69327-270A-4FCF-AA09-3DCA73B3AE0A}" srcId="{620CCBA6-8229-46AB-9B9E-AC009564678C}" destId="{9CFC40CE-93ED-4486-BA1E-E0C2B6BF6144}" srcOrd="2" destOrd="0" parTransId="{DE6C69C3-CAAD-43F9-8C25-40782776171F}" sibTransId="{6889F8A7-925C-42AC-9B9F-263606EF66B7}"/>
    <dgm:cxn modelId="{9602B732-680E-4701-A5DB-473544DDB77B}" type="presOf" srcId="{BF5AD415-0912-4DF3-8C32-3E79A4FC6BDC}" destId="{0FE24488-053E-4BCA-972A-24B08314020E}" srcOrd="0" destOrd="0" presId="urn:microsoft.com/office/officeart/2005/8/layout/list1"/>
    <dgm:cxn modelId="{F46CC63B-4D43-4137-A793-F4EAD0904EF5}" srcId="{9BB798FA-D77A-44DE-9CB2-D7978364AA29}" destId="{620CCBA6-8229-46AB-9B9E-AC009564678C}" srcOrd="2" destOrd="0" parTransId="{162E3839-E8A4-438F-B0BC-9BE1F2D557FA}" sibTransId="{DAA67A30-5B46-4F4A-B117-942FAE653302}"/>
    <dgm:cxn modelId="{7E9AAF3D-90E1-4930-A478-A6FF33A963EC}" srcId="{9BB798FA-D77A-44DE-9CB2-D7978364AA29}" destId="{BF8A8461-2EDF-47AD-A430-AB489F3B8C26}" srcOrd="3" destOrd="0" parTransId="{A408E4D1-A2B2-4D9F-BBEE-42C52B74B2B4}" sibTransId="{05F4DC88-5812-4373-82AE-5999B7CBCF91}"/>
    <dgm:cxn modelId="{1613BE5F-2F7B-4910-94C7-1545D0153EA4}" type="presOf" srcId="{BF8A8461-2EDF-47AD-A430-AB489F3B8C26}" destId="{23A57936-C7E7-473E-9533-7620B2DA2F79}" srcOrd="0" destOrd="0" presId="urn:microsoft.com/office/officeart/2005/8/layout/list1"/>
    <dgm:cxn modelId="{CB226062-F893-42DF-BC04-4048F7A6FA57}" type="presOf" srcId="{620CCBA6-8229-46AB-9B9E-AC009564678C}" destId="{A0DB50CB-7D17-47BE-83A5-C532F45F6957}" srcOrd="1" destOrd="0" presId="urn:microsoft.com/office/officeart/2005/8/layout/list1"/>
    <dgm:cxn modelId="{88985E63-ABA2-4A33-B2E3-A99539C6A241}" type="presOf" srcId="{BF8A8461-2EDF-47AD-A430-AB489F3B8C26}" destId="{389DE26F-4D99-4EDA-BCDA-8734FEA72409}" srcOrd="1" destOrd="0" presId="urn:microsoft.com/office/officeart/2005/8/layout/list1"/>
    <dgm:cxn modelId="{5E860E67-8697-420B-8304-52BF9D2093FE}" type="presOf" srcId="{3F71C252-5F0C-468C-95FF-64E2F9D943D5}" destId="{79CDA118-7591-4A17-A9E1-32F68A9B4AF8}" srcOrd="0" destOrd="0" presId="urn:microsoft.com/office/officeart/2005/8/layout/list1"/>
    <dgm:cxn modelId="{37132270-D3DA-4278-9E19-E3D513075ADF}" type="presOf" srcId="{EAED4576-89FB-4BEF-B8CD-50FB350EBAD2}" destId="{5D38573F-7399-42EF-B1DC-6D752A705E7C}" srcOrd="0" destOrd="0" presId="urn:microsoft.com/office/officeart/2005/8/layout/list1"/>
    <dgm:cxn modelId="{958A5C83-E08A-4A6F-AD01-0C7BF99DD944}" type="presOf" srcId="{F9563EB6-59BD-4DAF-BA4F-21DFA71EE483}" destId="{A0FA97BD-E9D4-498C-90B6-D02435AE35EF}" srcOrd="0" destOrd="0" presId="urn:microsoft.com/office/officeart/2005/8/layout/list1"/>
    <dgm:cxn modelId="{97C19A95-C1FE-4741-992B-7264990C2DA7}" srcId="{FB64BE40-5791-4BD1-B9D2-F6F5C3CA408A}" destId="{3F71C252-5F0C-468C-95FF-64E2F9D943D5}" srcOrd="0" destOrd="0" parTransId="{C4B16441-A199-4BBC-BC39-36BE9698E1DD}" sibTransId="{8654CAA4-BEC0-40DD-AABE-F3DA18904E34}"/>
    <dgm:cxn modelId="{8EFC6B97-C8E2-4660-BAC8-DB591261B955}" type="presOf" srcId="{620CCBA6-8229-46AB-9B9E-AC009564678C}" destId="{FCAE61FF-EA76-4BED-9C5E-7491FA96EF78}" srcOrd="0" destOrd="0" presId="urn:microsoft.com/office/officeart/2005/8/layout/list1"/>
    <dgm:cxn modelId="{D29F809F-9F40-49CD-B1EC-1061510FEC1E}" srcId="{9BB798FA-D77A-44DE-9CB2-D7978364AA29}" destId="{FB64BE40-5791-4BD1-B9D2-F6F5C3CA408A}" srcOrd="0" destOrd="0" parTransId="{07C0612A-2D4E-4383-8EC7-4903C7FF35DA}" sibTransId="{49D3523D-CF93-4D7E-8E2F-8A238A6813B4}"/>
    <dgm:cxn modelId="{CD64B0A0-B7BB-4C0A-B07A-D473170A0E03}" type="presOf" srcId="{FB64BE40-5791-4BD1-B9D2-F6F5C3CA408A}" destId="{C8B59B77-4B84-408D-B4D5-DBD9F5EC1382}" srcOrd="0" destOrd="0" presId="urn:microsoft.com/office/officeart/2005/8/layout/list1"/>
    <dgm:cxn modelId="{B93E2BA1-C653-462B-AE50-8B9102EC1C11}" type="presOf" srcId="{9CFC40CE-93ED-4486-BA1E-E0C2B6BF6144}" destId="{354B4D3D-302C-4DAD-B3D8-BF9C8D95D392}" srcOrd="0" destOrd="2" presId="urn:microsoft.com/office/officeart/2005/8/layout/list1"/>
    <dgm:cxn modelId="{006BD4B1-0807-4D6D-90D1-E0D07BC1B166}" type="presOf" srcId="{7FB471A5-20AA-4A83-9D27-DB6D9776D569}" destId="{354B4D3D-302C-4DAD-B3D8-BF9C8D95D392}" srcOrd="0" destOrd="0" presId="urn:microsoft.com/office/officeart/2005/8/layout/list1"/>
    <dgm:cxn modelId="{9C0CE7CE-08E8-42CA-A980-19995DDCF834}" srcId="{9BB798FA-D77A-44DE-9CB2-D7978364AA29}" destId="{EAED4576-89FB-4BEF-B8CD-50FB350EBAD2}" srcOrd="1" destOrd="0" parTransId="{74A9C7BA-E74C-4ED8-A6A6-A1C889715C17}" sibTransId="{9617B7A2-0C00-4B1F-98CF-96DD685E3074}"/>
    <dgm:cxn modelId="{5135EFDB-1693-448B-B8C9-6B99B073E8C6}" type="presOf" srcId="{DED70497-30D4-4CE9-83EE-74953EDADDFE}" destId="{354B4D3D-302C-4DAD-B3D8-BF9C8D95D392}" srcOrd="0" destOrd="1" presId="urn:microsoft.com/office/officeart/2005/8/layout/list1"/>
    <dgm:cxn modelId="{11855AE4-C3A5-4ACC-BFDC-E6E101EEBFCD}" type="presOf" srcId="{FB64BE40-5791-4BD1-B9D2-F6F5C3CA408A}" destId="{A61EE6D9-741D-4C97-B9B4-285FE0BE08A2}" srcOrd="1" destOrd="0" presId="urn:microsoft.com/office/officeart/2005/8/layout/list1"/>
    <dgm:cxn modelId="{D82C9EFA-05F7-44D5-8C3F-F1631F9E283E}" srcId="{620CCBA6-8229-46AB-9B9E-AC009564678C}" destId="{7FB471A5-20AA-4A83-9D27-DB6D9776D569}" srcOrd="0" destOrd="0" parTransId="{73510AFF-EDE8-4E93-8503-9AD7C4E00E76}" sibTransId="{8379213A-D2DF-4B46-8309-6698F5C73A76}"/>
    <dgm:cxn modelId="{53BC63FD-3980-4120-9CDF-C8C49189261E}" type="presOf" srcId="{EAED4576-89FB-4BEF-B8CD-50FB350EBAD2}" destId="{CF736B1C-1BAE-47BD-A940-E7E8ACAF17B8}" srcOrd="1" destOrd="0" presId="urn:microsoft.com/office/officeart/2005/8/layout/list1"/>
    <dgm:cxn modelId="{E60ADCFF-6261-4293-BE3E-A015766AE542}" type="presOf" srcId="{9BB798FA-D77A-44DE-9CB2-D7978364AA29}" destId="{F9CD28EE-F21A-4D35-8B94-8C626C67D1D0}" srcOrd="0" destOrd="0" presId="urn:microsoft.com/office/officeart/2005/8/layout/list1"/>
    <dgm:cxn modelId="{795DB38C-E28D-4519-9505-3B2D7159E8DE}" type="presParOf" srcId="{F9CD28EE-F21A-4D35-8B94-8C626C67D1D0}" destId="{5684E46A-43E7-49C8-93B6-81F8E945D60E}" srcOrd="0" destOrd="0" presId="urn:microsoft.com/office/officeart/2005/8/layout/list1"/>
    <dgm:cxn modelId="{7FFA310B-BC01-4954-B45A-2E57CD51EABE}" type="presParOf" srcId="{5684E46A-43E7-49C8-93B6-81F8E945D60E}" destId="{C8B59B77-4B84-408D-B4D5-DBD9F5EC1382}" srcOrd="0" destOrd="0" presId="urn:microsoft.com/office/officeart/2005/8/layout/list1"/>
    <dgm:cxn modelId="{86FC8E97-6D88-444F-B4DE-20752A240CEC}" type="presParOf" srcId="{5684E46A-43E7-49C8-93B6-81F8E945D60E}" destId="{A61EE6D9-741D-4C97-B9B4-285FE0BE08A2}" srcOrd="1" destOrd="0" presId="urn:microsoft.com/office/officeart/2005/8/layout/list1"/>
    <dgm:cxn modelId="{72574B35-0DB1-47F1-AD3A-EBD085639ADA}" type="presParOf" srcId="{F9CD28EE-F21A-4D35-8B94-8C626C67D1D0}" destId="{10F66C8C-F0C9-48A5-9BFA-6DCD234D4328}" srcOrd="1" destOrd="0" presId="urn:microsoft.com/office/officeart/2005/8/layout/list1"/>
    <dgm:cxn modelId="{FBB7257A-CF68-4364-8C4B-D73C9DD5F8EB}" type="presParOf" srcId="{F9CD28EE-F21A-4D35-8B94-8C626C67D1D0}" destId="{79CDA118-7591-4A17-A9E1-32F68A9B4AF8}" srcOrd="2" destOrd="0" presId="urn:microsoft.com/office/officeart/2005/8/layout/list1"/>
    <dgm:cxn modelId="{AB1AFF25-90A1-45FC-93D3-2F235421BFEE}" type="presParOf" srcId="{F9CD28EE-F21A-4D35-8B94-8C626C67D1D0}" destId="{705887D8-7F8C-48FA-AFB6-4B9821FE1D12}" srcOrd="3" destOrd="0" presId="urn:microsoft.com/office/officeart/2005/8/layout/list1"/>
    <dgm:cxn modelId="{F9123640-FCF0-44FE-A35E-571012CE70CC}" type="presParOf" srcId="{F9CD28EE-F21A-4D35-8B94-8C626C67D1D0}" destId="{9463A7F9-0E91-4392-AAB7-5595DA446E6F}" srcOrd="4" destOrd="0" presId="urn:microsoft.com/office/officeart/2005/8/layout/list1"/>
    <dgm:cxn modelId="{46FA5DC6-BA43-4B6E-BB86-1097C75F7EF4}" type="presParOf" srcId="{9463A7F9-0E91-4392-AAB7-5595DA446E6F}" destId="{5D38573F-7399-42EF-B1DC-6D752A705E7C}" srcOrd="0" destOrd="0" presId="urn:microsoft.com/office/officeart/2005/8/layout/list1"/>
    <dgm:cxn modelId="{3F1B3304-B323-4C2C-BACA-9311E0AF612E}" type="presParOf" srcId="{9463A7F9-0E91-4392-AAB7-5595DA446E6F}" destId="{CF736B1C-1BAE-47BD-A940-E7E8ACAF17B8}" srcOrd="1" destOrd="0" presId="urn:microsoft.com/office/officeart/2005/8/layout/list1"/>
    <dgm:cxn modelId="{980740F5-5B13-438B-A441-BA8D74020F9C}" type="presParOf" srcId="{F9CD28EE-F21A-4D35-8B94-8C626C67D1D0}" destId="{DF9BD719-5E5D-4F8B-BFE0-F1DAF15FBD82}" srcOrd="5" destOrd="0" presId="urn:microsoft.com/office/officeart/2005/8/layout/list1"/>
    <dgm:cxn modelId="{E0371FB8-99F2-4167-91D8-A68BAA9F3934}" type="presParOf" srcId="{F9CD28EE-F21A-4D35-8B94-8C626C67D1D0}" destId="{A0FA97BD-E9D4-498C-90B6-D02435AE35EF}" srcOrd="6" destOrd="0" presId="urn:microsoft.com/office/officeart/2005/8/layout/list1"/>
    <dgm:cxn modelId="{1E698459-FF4F-48FF-97DA-038D1D59C20A}" type="presParOf" srcId="{F9CD28EE-F21A-4D35-8B94-8C626C67D1D0}" destId="{9390A7C4-D208-4988-8726-7ADD525683BA}" srcOrd="7" destOrd="0" presId="urn:microsoft.com/office/officeart/2005/8/layout/list1"/>
    <dgm:cxn modelId="{8024D75E-E88C-4054-AD00-D72B57389C15}" type="presParOf" srcId="{F9CD28EE-F21A-4D35-8B94-8C626C67D1D0}" destId="{725098EF-15C6-4A54-80EF-2C3882D1D58F}" srcOrd="8" destOrd="0" presId="urn:microsoft.com/office/officeart/2005/8/layout/list1"/>
    <dgm:cxn modelId="{A7A23866-69E6-4DAE-B246-5E6232C08170}" type="presParOf" srcId="{725098EF-15C6-4A54-80EF-2C3882D1D58F}" destId="{FCAE61FF-EA76-4BED-9C5E-7491FA96EF78}" srcOrd="0" destOrd="0" presId="urn:microsoft.com/office/officeart/2005/8/layout/list1"/>
    <dgm:cxn modelId="{4CA8C219-119C-41AC-8EA0-F2783697360C}" type="presParOf" srcId="{725098EF-15C6-4A54-80EF-2C3882D1D58F}" destId="{A0DB50CB-7D17-47BE-83A5-C532F45F6957}" srcOrd="1" destOrd="0" presId="urn:microsoft.com/office/officeart/2005/8/layout/list1"/>
    <dgm:cxn modelId="{157D0774-0273-41D6-9A96-AAED7EFD4D53}" type="presParOf" srcId="{F9CD28EE-F21A-4D35-8B94-8C626C67D1D0}" destId="{AEAF01F3-029F-4225-9A73-FB2F0263C77B}" srcOrd="9" destOrd="0" presId="urn:microsoft.com/office/officeart/2005/8/layout/list1"/>
    <dgm:cxn modelId="{1E5FC430-7075-4CD5-9236-E85F103F500A}" type="presParOf" srcId="{F9CD28EE-F21A-4D35-8B94-8C626C67D1D0}" destId="{354B4D3D-302C-4DAD-B3D8-BF9C8D95D392}" srcOrd="10" destOrd="0" presId="urn:microsoft.com/office/officeart/2005/8/layout/list1"/>
    <dgm:cxn modelId="{5E130216-C82F-471E-B651-918513245ADD}" type="presParOf" srcId="{F9CD28EE-F21A-4D35-8B94-8C626C67D1D0}" destId="{3352A0EF-F1E6-4C63-B33B-9D7AB2661ECA}" srcOrd="11" destOrd="0" presId="urn:microsoft.com/office/officeart/2005/8/layout/list1"/>
    <dgm:cxn modelId="{BF54CBF3-56A0-4DBB-A7EA-958191E744E4}" type="presParOf" srcId="{F9CD28EE-F21A-4D35-8B94-8C626C67D1D0}" destId="{2F09BD58-842E-4889-86ED-ABF5943A5978}" srcOrd="12" destOrd="0" presId="urn:microsoft.com/office/officeart/2005/8/layout/list1"/>
    <dgm:cxn modelId="{A7AD63DB-B3FB-40B7-BB86-EB470089E964}" type="presParOf" srcId="{2F09BD58-842E-4889-86ED-ABF5943A5978}" destId="{23A57936-C7E7-473E-9533-7620B2DA2F79}" srcOrd="0" destOrd="0" presId="urn:microsoft.com/office/officeart/2005/8/layout/list1"/>
    <dgm:cxn modelId="{A126C2E7-EAD6-4178-9D75-6E24D6F176CC}" type="presParOf" srcId="{2F09BD58-842E-4889-86ED-ABF5943A5978}" destId="{389DE26F-4D99-4EDA-BCDA-8734FEA72409}" srcOrd="1" destOrd="0" presId="urn:microsoft.com/office/officeart/2005/8/layout/list1"/>
    <dgm:cxn modelId="{F10F75BA-C1D7-4311-AE16-4A39D0004B6B}" type="presParOf" srcId="{F9CD28EE-F21A-4D35-8B94-8C626C67D1D0}" destId="{745D868E-3F66-4D61-B161-821598C76571}" srcOrd="13" destOrd="0" presId="urn:microsoft.com/office/officeart/2005/8/layout/list1"/>
    <dgm:cxn modelId="{407E7B45-A1B7-4B52-BB6F-B1FEF5FB0E4D}" type="presParOf" srcId="{F9CD28EE-F21A-4D35-8B94-8C626C67D1D0}" destId="{0FE24488-053E-4BCA-972A-24B08314020E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3CE582D-995B-4953-9167-8714E6A5D22C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zh-CN" altLang="en-US"/>
        </a:p>
      </dgm:t>
    </dgm:pt>
    <dgm:pt modelId="{40984232-A42D-4032-9D1E-B404A8893070}">
      <dgm:prSet/>
      <dgm:spPr/>
      <dgm:t>
        <a:bodyPr/>
        <a:lstStyle/>
        <a:p>
          <a:r>
            <a:rPr lang="zh-CN" b="0" i="0" baseline="0"/>
            <a:t>定义：</a:t>
          </a:r>
          <a:endParaRPr lang="zh-CN"/>
        </a:p>
      </dgm:t>
    </dgm:pt>
    <dgm:pt modelId="{28455E2F-B538-4108-B7A4-AFA31FB70703}" type="parTrans" cxnId="{A35EF976-A0BD-47E0-9C52-471912B57E19}">
      <dgm:prSet/>
      <dgm:spPr/>
      <dgm:t>
        <a:bodyPr/>
        <a:lstStyle/>
        <a:p>
          <a:endParaRPr lang="zh-CN" altLang="en-US"/>
        </a:p>
      </dgm:t>
    </dgm:pt>
    <dgm:pt modelId="{C9EF9E82-ED29-4A3B-8B1E-BCAA27EC5C14}" type="sibTrans" cxnId="{A35EF976-A0BD-47E0-9C52-471912B57E19}">
      <dgm:prSet/>
      <dgm:spPr/>
      <dgm:t>
        <a:bodyPr/>
        <a:lstStyle/>
        <a:p>
          <a:endParaRPr lang="zh-CN" altLang="en-US"/>
        </a:p>
      </dgm:t>
    </dgm:pt>
    <dgm:pt modelId="{1A805457-4CD7-405C-B4C5-478405159F5A}">
      <dgm:prSet/>
      <dgm:spPr/>
      <dgm:t>
        <a:bodyPr/>
        <a:lstStyle/>
        <a:p>
          <a:r>
            <a:rPr lang="zh-CN" b="0" i="0" baseline="0"/>
            <a:t>通过传感器实时测量输出，与目标比较得到“误差”，再用误差调整控制量。 </a:t>
          </a:r>
          <a:endParaRPr lang="zh-CN"/>
        </a:p>
      </dgm:t>
    </dgm:pt>
    <dgm:pt modelId="{85625AD7-0A12-45A9-AE8E-6716CAD50ACC}" type="parTrans" cxnId="{B2847209-619E-4BAA-B28F-63300DC5C074}">
      <dgm:prSet/>
      <dgm:spPr/>
      <dgm:t>
        <a:bodyPr/>
        <a:lstStyle/>
        <a:p>
          <a:endParaRPr lang="zh-CN" altLang="en-US"/>
        </a:p>
      </dgm:t>
    </dgm:pt>
    <dgm:pt modelId="{80037CFB-BCFD-4BC9-87B8-ABE1C4E0C994}" type="sibTrans" cxnId="{B2847209-619E-4BAA-B28F-63300DC5C074}">
      <dgm:prSet/>
      <dgm:spPr/>
      <dgm:t>
        <a:bodyPr/>
        <a:lstStyle/>
        <a:p>
          <a:endParaRPr lang="zh-CN" altLang="en-US"/>
        </a:p>
      </dgm:t>
    </dgm:pt>
    <dgm:pt modelId="{B9A642DF-65F9-4505-85DD-EBFEFA74F04F}">
      <dgm:prSet/>
      <dgm:spPr/>
      <dgm:t>
        <a:bodyPr/>
        <a:lstStyle/>
        <a:p>
          <a:r>
            <a:rPr lang="zh-CN" b="0" i="0" baseline="0"/>
            <a:t>核心思想： </a:t>
          </a:r>
          <a:endParaRPr lang="zh-CN"/>
        </a:p>
      </dgm:t>
    </dgm:pt>
    <dgm:pt modelId="{DEB7F721-1063-4128-B069-29E50381BC6A}" type="parTrans" cxnId="{B972A0AC-B75F-4A27-BBB9-239F6425F787}">
      <dgm:prSet/>
      <dgm:spPr/>
      <dgm:t>
        <a:bodyPr/>
        <a:lstStyle/>
        <a:p>
          <a:endParaRPr lang="zh-CN" altLang="en-US"/>
        </a:p>
      </dgm:t>
    </dgm:pt>
    <dgm:pt modelId="{17178206-7050-4CA5-9A40-E5FC0E7AB5DD}" type="sibTrans" cxnId="{B972A0AC-B75F-4A27-BBB9-239F6425F787}">
      <dgm:prSet/>
      <dgm:spPr/>
      <dgm:t>
        <a:bodyPr/>
        <a:lstStyle/>
        <a:p>
          <a:endParaRPr lang="zh-CN" altLang="en-US"/>
        </a:p>
      </dgm:t>
    </dgm:pt>
    <dgm:pt modelId="{A07E25A5-2122-49B6-A380-EAFF92E3660E}">
      <dgm:prSet/>
      <dgm:spPr/>
      <dgm:t>
        <a:bodyPr/>
        <a:lstStyle/>
        <a:p>
          <a:r>
            <a:rPr lang="zh-CN" b="0" i="0" baseline="0"/>
            <a:t>“看结果，再调整” —— 像人一样智能！ </a:t>
          </a:r>
          <a:endParaRPr lang="zh-CN"/>
        </a:p>
      </dgm:t>
    </dgm:pt>
    <dgm:pt modelId="{2E8F01E0-769F-4E3A-BB1F-74B66D8AE9DA}" type="parTrans" cxnId="{D99411CE-B518-4B22-A666-7922F7D3E4D6}">
      <dgm:prSet/>
      <dgm:spPr/>
      <dgm:t>
        <a:bodyPr/>
        <a:lstStyle/>
        <a:p>
          <a:endParaRPr lang="zh-CN" altLang="en-US"/>
        </a:p>
      </dgm:t>
    </dgm:pt>
    <dgm:pt modelId="{4D786E36-7AAC-44E3-8527-B07A51CA7B75}" type="sibTrans" cxnId="{D99411CE-B518-4B22-A666-7922F7D3E4D6}">
      <dgm:prSet/>
      <dgm:spPr/>
      <dgm:t>
        <a:bodyPr/>
        <a:lstStyle/>
        <a:p>
          <a:endParaRPr lang="zh-CN" altLang="en-US"/>
        </a:p>
      </dgm:t>
    </dgm:pt>
    <dgm:pt modelId="{A63249FB-01E9-41E8-A1D0-C23485D23FAA}">
      <dgm:prSet/>
      <dgm:spPr/>
      <dgm:t>
        <a:bodyPr/>
        <a:lstStyle/>
        <a:p>
          <a:r>
            <a:rPr lang="zh-CN" b="0" i="0" baseline="0"/>
            <a:t>举例： </a:t>
          </a:r>
          <a:endParaRPr lang="zh-CN"/>
        </a:p>
      </dgm:t>
    </dgm:pt>
    <dgm:pt modelId="{45D5631D-2B1F-425A-A9C5-7B6B3BAE75F0}" type="parTrans" cxnId="{50E23CBF-A1BF-42C3-87DA-5BDBC80ADC84}">
      <dgm:prSet/>
      <dgm:spPr/>
      <dgm:t>
        <a:bodyPr/>
        <a:lstStyle/>
        <a:p>
          <a:endParaRPr lang="zh-CN" altLang="en-US"/>
        </a:p>
      </dgm:t>
    </dgm:pt>
    <dgm:pt modelId="{BA171DC5-5FE6-4CE6-A83E-033DEBF90E7D}" type="sibTrans" cxnId="{50E23CBF-A1BF-42C3-87DA-5BDBC80ADC84}">
      <dgm:prSet/>
      <dgm:spPr/>
      <dgm:t>
        <a:bodyPr/>
        <a:lstStyle/>
        <a:p>
          <a:endParaRPr lang="zh-CN" altLang="en-US"/>
        </a:p>
      </dgm:t>
    </dgm:pt>
    <dgm:pt modelId="{0855C8C6-AB66-4FD5-9666-9A8610BCD5FA}">
      <dgm:prSet/>
      <dgm:spPr/>
      <dgm:t>
        <a:bodyPr/>
        <a:lstStyle/>
        <a:p>
          <a:r>
            <a:rPr lang="zh-CN" b="0" i="0" baseline="0"/>
            <a:t>设定目标：100 RPM </a:t>
          </a:r>
          <a:endParaRPr lang="zh-CN"/>
        </a:p>
      </dgm:t>
    </dgm:pt>
    <dgm:pt modelId="{1C224E82-1F05-4745-A420-87DB93C745A2}" type="parTrans" cxnId="{4DFF5AF1-3814-4126-827D-93437595E195}">
      <dgm:prSet/>
      <dgm:spPr/>
      <dgm:t>
        <a:bodyPr/>
        <a:lstStyle/>
        <a:p>
          <a:endParaRPr lang="zh-CN" altLang="en-US"/>
        </a:p>
      </dgm:t>
    </dgm:pt>
    <dgm:pt modelId="{577714BB-691E-434E-8634-A5BC9E4A441A}" type="sibTrans" cxnId="{4DFF5AF1-3814-4126-827D-93437595E195}">
      <dgm:prSet/>
      <dgm:spPr/>
      <dgm:t>
        <a:bodyPr/>
        <a:lstStyle/>
        <a:p>
          <a:endParaRPr lang="zh-CN" altLang="en-US"/>
        </a:p>
      </dgm:t>
    </dgm:pt>
    <dgm:pt modelId="{4642238C-DB9C-4F9E-BA2E-C750249DDB15}">
      <dgm:prSet/>
      <dgm:spPr/>
      <dgm:t>
        <a:bodyPr/>
        <a:lstStyle/>
        <a:p>
          <a:r>
            <a:rPr lang="zh-CN" b="0" i="0" baseline="0"/>
            <a:t>编码器测出当前转速：80 RPM </a:t>
          </a:r>
          <a:endParaRPr lang="zh-CN"/>
        </a:p>
      </dgm:t>
    </dgm:pt>
    <dgm:pt modelId="{0DB5FC1C-DCD5-47C7-B00C-4A6AF4748CF4}" type="parTrans" cxnId="{88D87F20-ED0F-40FD-B492-4D6F1BD801A0}">
      <dgm:prSet/>
      <dgm:spPr/>
      <dgm:t>
        <a:bodyPr/>
        <a:lstStyle/>
        <a:p>
          <a:endParaRPr lang="zh-CN" altLang="en-US"/>
        </a:p>
      </dgm:t>
    </dgm:pt>
    <dgm:pt modelId="{38B5CBBF-71FA-46CC-ABB3-49619FCDD396}" type="sibTrans" cxnId="{88D87F20-ED0F-40FD-B492-4D6F1BD801A0}">
      <dgm:prSet/>
      <dgm:spPr/>
      <dgm:t>
        <a:bodyPr/>
        <a:lstStyle/>
        <a:p>
          <a:endParaRPr lang="zh-CN" altLang="en-US"/>
        </a:p>
      </dgm:t>
    </dgm:pt>
    <dgm:pt modelId="{2EF8838B-1342-4617-B5DB-26439094039E}">
      <dgm:prSet/>
      <dgm:spPr/>
      <dgm:t>
        <a:bodyPr/>
        <a:lstStyle/>
        <a:p>
          <a:r>
            <a:rPr lang="zh-CN" b="0" i="0" baseline="0"/>
            <a:t>误差 = 100 - 80 = 20 RPM </a:t>
          </a:r>
          <a:endParaRPr lang="zh-CN"/>
        </a:p>
      </dgm:t>
    </dgm:pt>
    <dgm:pt modelId="{F652930F-CE98-4BCF-8883-79824BC2A238}" type="parTrans" cxnId="{9BBB6D08-A434-4C12-8B38-7A2A4B213567}">
      <dgm:prSet/>
      <dgm:spPr/>
      <dgm:t>
        <a:bodyPr/>
        <a:lstStyle/>
        <a:p>
          <a:endParaRPr lang="zh-CN" altLang="en-US"/>
        </a:p>
      </dgm:t>
    </dgm:pt>
    <dgm:pt modelId="{62BE7B57-2A2A-406E-BE01-E38091DFB14B}" type="sibTrans" cxnId="{9BBB6D08-A434-4C12-8B38-7A2A4B213567}">
      <dgm:prSet/>
      <dgm:spPr/>
      <dgm:t>
        <a:bodyPr/>
        <a:lstStyle/>
        <a:p>
          <a:endParaRPr lang="zh-CN" altLang="en-US"/>
        </a:p>
      </dgm:t>
    </dgm:pt>
    <dgm:pt modelId="{3ACFDA4E-F401-4254-8CAE-83DB52863B37}">
      <dgm:prSet/>
      <dgm:spPr/>
      <dgm:t>
        <a:bodyPr/>
        <a:lstStyle/>
        <a:p>
          <a:r>
            <a:rPr lang="zh-CN" b="0" i="0" baseline="0"/>
            <a:t>控制器增大 PWM → 转速回升 → 误差减小 </a:t>
          </a:r>
          <a:endParaRPr lang="zh-CN"/>
        </a:p>
      </dgm:t>
    </dgm:pt>
    <dgm:pt modelId="{A3A172C0-B57D-4CF4-8EF5-0F702352DB25}" type="parTrans" cxnId="{971A640B-EB3F-496B-9346-02B26866F798}">
      <dgm:prSet/>
      <dgm:spPr/>
      <dgm:t>
        <a:bodyPr/>
        <a:lstStyle/>
        <a:p>
          <a:endParaRPr lang="zh-CN" altLang="en-US"/>
        </a:p>
      </dgm:t>
    </dgm:pt>
    <dgm:pt modelId="{5924D662-F8BA-4483-98DE-BC31295554D4}" type="sibTrans" cxnId="{971A640B-EB3F-496B-9346-02B26866F798}">
      <dgm:prSet/>
      <dgm:spPr/>
      <dgm:t>
        <a:bodyPr/>
        <a:lstStyle/>
        <a:p>
          <a:endParaRPr lang="zh-CN" altLang="en-US"/>
        </a:p>
      </dgm:t>
    </dgm:pt>
    <dgm:pt modelId="{03EE11AB-D002-4F6C-800D-DC05A9FD3827}">
      <dgm:prSet/>
      <dgm:spPr/>
      <dgm:t>
        <a:bodyPr/>
        <a:lstStyle/>
        <a:p>
          <a:r>
            <a:rPr lang="zh-CN" b="0" i="0" baseline="0"/>
            <a:t>特点： </a:t>
          </a:r>
          <a:endParaRPr lang="zh-CN"/>
        </a:p>
      </dgm:t>
    </dgm:pt>
    <dgm:pt modelId="{1191A960-5073-4138-A730-97BA8247C9AB}" type="parTrans" cxnId="{DBDD0289-CE5F-4219-9B3F-03ED1119F534}">
      <dgm:prSet/>
      <dgm:spPr/>
      <dgm:t>
        <a:bodyPr/>
        <a:lstStyle/>
        <a:p>
          <a:endParaRPr lang="zh-CN" altLang="en-US"/>
        </a:p>
      </dgm:t>
    </dgm:pt>
    <dgm:pt modelId="{DAB63161-939B-4344-A254-F36C1AF8D4BF}" type="sibTrans" cxnId="{DBDD0289-CE5F-4219-9B3F-03ED1119F534}">
      <dgm:prSet/>
      <dgm:spPr/>
      <dgm:t>
        <a:bodyPr/>
        <a:lstStyle/>
        <a:p>
          <a:endParaRPr lang="zh-CN" altLang="en-US"/>
        </a:p>
      </dgm:t>
    </dgm:pt>
    <dgm:pt modelId="{3113BCE6-AC73-499C-82AC-91C99388C297}">
      <dgm:prSet/>
      <dgm:spPr/>
      <dgm:t>
        <a:bodyPr/>
        <a:lstStyle/>
        <a:p>
          <a:r>
            <a:rPr lang="zh-CN" b="0" i="0" baseline="0"/>
            <a:t>✅ 能自动抑制扰动（如负载突增） </a:t>
          </a:r>
          <a:endParaRPr lang="zh-CN"/>
        </a:p>
      </dgm:t>
    </dgm:pt>
    <dgm:pt modelId="{80034AC2-B771-4613-ACDD-3D87B237CE62}" type="parTrans" cxnId="{46378A94-67C3-49D4-AEAF-9532E53E6B30}">
      <dgm:prSet/>
      <dgm:spPr/>
      <dgm:t>
        <a:bodyPr/>
        <a:lstStyle/>
        <a:p>
          <a:endParaRPr lang="zh-CN" altLang="en-US"/>
        </a:p>
      </dgm:t>
    </dgm:pt>
    <dgm:pt modelId="{74AEA9C9-E151-4C52-A778-D43193D7DE97}" type="sibTrans" cxnId="{46378A94-67C3-49D4-AEAF-9532E53E6B30}">
      <dgm:prSet/>
      <dgm:spPr/>
      <dgm:t>
        <a:bodyPr/>
        <a:lstStyle/>
        <a:p>
          <a:endParaRPr lang="zh-CN" altLang="en-US"/>
        </a:p>
      </dgm:t>
    </dgm:pt>
    <dgm:pt modelId="{C58EF04B-41A0-4F2F-808C-7811035EF56F}">
      <dgm:prSet/>
      <dgm:spPr/>
      <dgm:t>
        <a:bodyPr/>
        <a:lstStyle/>
        <a:p>
          <a:r>
            <a:rPr lang="zh-CN" b="0" i="0" baseline="0"/>
            <a:t>✅ 对系统参数变化鲁棒（如电压波动） </a:t>
          </a:r>
          <a:endParaRPr lang="zh-CN"/>
        </a:p>
      </dgm:t>
    </dgm:pt>
    <dgm:pt modelId="{A05A254F-C2E4-420B-85A9-BB04D75827C2}" type="parTrans" cxnId="{45851F79-8E6A-4E19-9A23-1E9049165337}">
      <dgm:prSet/>
      <dgm:spPr/>
      <dgm:t>
        <a:bodyPr/>
        <a:lstStyle/>
        <a:p>
          <a:endParaRPr lang="zh-CN" altLang="en-US"/>
        </a:p>
      </dgm:t>
    </dgm:pt>
    <dgm:pt modelId="{37C51BF8-2260-4C95-8C2A-7B0C677885B2}" type="sibTrans" cxnId="{45851F79-8E6A-4E19-9A23-1E9049165337}">
      <dgm:prSet/>
      <dgm:spPr/>
      <dgm:t>
        <a:bodyPr/>
        <a:lstStyle/>
        <a:p>
          <a:endParaRPr lang="zh-CN" altLang="en-US"/>
        </a:p>
      </dgm:t>
    </dgm:pt>
    <dgm:pt modelId="{0BF47718-A150-4FD5-B4D8-575EB6C27A91}">
      <dgm:prSet/>
      <dgm:spPr/>
      <dgm:t>
        <a:bodyPr/>
        <a:lstStyle/>
        <a:p>
          <a:r>
            <a:rPr lang="zh-CN" b="0" i="0" baseline="0"/>
            <a:t>✅ 可实现高精度控制 </a:t>
          </a:r>
          <a:endParaRPr lang="zh-CN"/>
        </a:p>
      </dgm:t>
    </dgm:pt>
    <dgm:pt modelId="{6A74E1C2-BC28-4337-98ED-96B3D702B078}" type="parTrans" cxnId="{4C745070-229E-437A-9A04-C576126ACDDB}">
      <dgm:prSet/>
      <dgm:spPr/>
      <dgm:t>
        <a:bodyPr/>
        <a:lstStyle/>
        <a:p>
          <a:endParaRPr lang="zh-CN" altLang="en-US"/>
        </a:p>
      </dgm:t>
    </dgm:pt>
    <dgm:pt modelId="{A8251DF0-7338-4FA2-9792-11423153784F}" type="sibTrans" cxnId="{4C745070-229E-437A-9A04-C576126ACDDB}">
      <dgm:prSet/>
      <dgm:spPr/>
      <dgm:t>
        <a:bodyPr/>
        <a:lstStyle/>
        <a:p>
          <a:endParaRPr lang="zh-CN" altLang="en-US"/>
        </a:p>
      </dgm:t>
    </dgm:pt>
    <dgm:pt modelId="{CC1AE154-56A4-40F2-AF85-19F042E3115A}">
      <dgm:prSet/>
      <dgm:spPr/>
      <dgm:t>
        <a:bodyPr/>
        <a:lstStyle/>
        <a:p>
          <a:r>
            <a:rPr lang="zh-CN" b="0" i="0" baseline="0"/>
            <a:t>❌ 系统更复杂，需传感器和控制器 </a:t>
          </a:r>
          <a:endParaRPr lang="zh-CN"/>
        </a:p>
      </dgm:t>
    </dgm:pt>
    <dgm:pt modelId="{FC858E67-5C2B-487C-93FF-386858B2DD69}" type="parTrans" cxnId="{52FC41B5-406C-4129-8288-2C314EEC4419}">
      <dgm:prSet/>
      <dgm:spPr/>
      <dgm:t>
        <a:bodyPr/>
        <a:lstStyle/>
        <a:p>
          <a:endParaRPr lang="zh-CN" altLang="en-US"/>
        </a:p>
      </dgm:t>
    </dgm:pt>
    <dgm:pt modelId="{69140C0F-10A7-4EB5-B7F6-B36ED6D86C11}" type="sibTrans" cxnId="{52FC41B5-406C-4129-8288-2C314EEC4419}">
      <dgm:prSet/>
      <dgm:spPr/>
      <dgm:t>
        <a:bodyPr/>
        <a:lstStyle/>
        <a:p>
          <a:endParaRPr lang="zh-CN" altLang="en-US"/>
        </a:p>
      </dgm:t>
    </dgm:pt>
    <dgm:pt modelId="{BCF515DD-5F5C-4D28-8C28-CF675AF3C9EC}">
      <dgm:prSet/>
      <dgm:spPr/>
      <dgm:t>
        <a:bodyPr/>
        <a:lstStyle/>
        <a:p>
          <a:r>
            <a:rPr lang="zh-CN" b="0" i="0" baseline="0"/>
            <a:t>类比： </a:t>
          </a:r>
          <a:endParaRPr lang="zh-CN"/>
        </a:p>
      </dgm:t>
    </dgm:pt>
    <dgm:pt modelId="{B4FFCE4B-8207-4E25-96D0-BC2CCF6BB760}" type="parTrans" cxnId="{D9A7747C-56E5-4868-91D8-31E5AE116191}">
      <dgm:prSet/>
      <dgm:spPr/>
      <dgm:t>
        <a:bodyPr/>
        <a:lstStyle/>
        <a:p>
          <a:endParaRPr lang="zh-CN" altLang="en-US"/>
        </a:p>
      </dgm:t>
    </dgm:pt>
    <dgm:pt modelId="{5ECA1E93-4D74-41D9-A3CD-78A0DBE955A8}" type="sibTrans" cxnId="{D9A7747C-56E5-4868-91D8-31E5AE116191}">
      <dgm:prSet/>
      <dgm:spPr/>
      <dgm:t>
        <a:bodyPr/>
        <a:lstStyle/>
        <a:p>
          <a:endParaRPr lang="zh-CN" altLang="en-US"/>
        </a:p>
      </dgm:t>
    </dgm:pt>
    <dgm:pt modelId="{D2841C73-62BC-4D69-9C0C-F56D39BAFBB9}">
      <dgm:prSet/>
      <dgm:spPr/>
      <dgm:t>
        <a:bodyPr/>
        <a:lstStyle/>
        <a:p>
          <a:r>
            <a:rPr lang="zh-CN" b="0" i="0" baseline="0"/>
            <a:t>正常开车：眼睛看车道 → 偏了就微调方向盘 → 保持居中 </a:t>
          </a:r>
          <a:endParaRPr lang="zh-CN"/>
        </a:p>
      </dgm:t>
    </dgm:pt>
    <dgm:pt modelId="{84A67541-EBB4-4866-98A0-510719910E39}" type="parTrans" cxnId="{21A00B93-CD21-4377-AF05-44AAD66315FF}">
      <dgm:prSet/>
      <dgm:spPr/>
      <dgm:t>
        <a:bodyPr/>
        <a:lstStyle/>
        <a:p>
          <a:endParaRPr lang="zh-CN" altLang="en-US"/>
        </a:p>
      </dgm:t>
    </dgm:pt>
    <dgm:pt modelId="{5ED534F3-077F-475C-9E1E-5DE6ADCDAC5D}" type="sibTrans" cxnId="{21A00B93-CD21-4377-AF05-44AAD66315FF}">
      <dgm:prSet/>
      <dgm:spPr/>
      <dgm:t>
        <a:bodyPr/>
        <a:lstStyle/>
        <a:p>
          <a:endParaRPr lang="zh-CN" altLang="en-US"/>
        </a:p>
      </dgm:t>
    </dgm:pt>
    <dgm:pt modelId="{368A5D76-FBA6-4DF3-9BA2-E9186AEF6371}" type="pres">
      <dgm:prSet presAssocID="{33CE582D-995B-4953-9167-8714E6A5D22C}" presName="linear" presStyleCnt="0">
        <dgm:presLayoutVars>
          <dgm:dir/>
          <dgm:animLvl val="lvl"/>
          <dgm:resizeHandles val="exact"/>
        </dgm:presLayoutVars>
      </dgm:prSet>
      <dgm:spPr/>
    </dgm:pt>
    <dgm:pt modelId="{7D556F7B-E843-41CA-83A9-DE9EA0E66397}" type="pres">
      <dgm:prSet presAssocID="{40984232-A42D-4032-9D1E-B404A8893070}" presName="parentLin" presStyleCnt="0"/>
      <dgm:spPr/>
    </dgm:pt>
    <dgm:pt modelId="{2FA2724C-731C-46C2-9AA6-DDD158637C38}" type="pres">
      <dgm:prSet presAssocID="{40984232-A42D-4032-9D1E-B404A8893070}" presName="parentLeftMargin" presStyleLbl="node1" presStyleIdx="0" presStyleCnt="5"/>
      <dgm:spPr/>
    </dgm:pt>
    <dgm:pt modelId="{0639DEEB-885D-4E88-939E-68ABA117DC97}" type="pres">
      <dgm:prSet presAssocID="{40984232-A42D-4032-9D1E-B404A889307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D8ABC264-E215-4699-ACAC-EA7199D12B69}" type="pres">
      <dgm:prSet presAssocID="{40984232-A42D-4032-9D1E-B404A8893070}" presName="negativeSpace" presStyleCnt="0"/>
      <dgm:spPr/>
    </dgm:pt>
    <dgm:pt modelId="{4C15A163-4F70-4D89-88C6-A40D549F1CEB}" type="pres">
      <dgm:prSet presAssocID="{40984232-A42D-4032-9D1E-B404A8893070}" presName="childText" presStyleLbl="conFgAcc1" presStyleIdx="0" presStyleCnt="5">
        <dgm:presLayoutVars>
          <dgm:bulletEnabled val="1"/>
        </dgm:presLayoutVars>
      </dgm:prSet>
      <dgm:spPr/>
    </dgm:pt>
    <dgm:pt modelId="{C4DDFDAC-6430-4AF2-9F29-72AEDA3F4496}" type="pres">
      <dgm:prSet presAssocID="{C9EF9E82-ED29-4A3B-8B1E-BCAA27EC5C14}" presName="spaceBetweenRectangles" presStyleCnt="0"/>
      <dgm:spPr/>
    </dgm:pt>
    <dgm:pt modelId="{688ED46A-72E3-4517-87F0-F72DF0B184A0}" type="pres">
      <dgm:prSet presAssocID="{B9A642DF-65F9-4505-85DD-EBFEFA74F04F}" presName="parentLin" presStyleCnt="0"/>
      <dgm:spPr/>
    </dgm:pt>
    <dgm:pt modelId="{9F744D42-B3FF-47BA-B193-D55EEEFFEA90}" type="pres">
      <dgm:prSet presAssocID="{B9A642DF-65F9-4505-85DD-EBFEFA74F04F}" presName="parentLeftMargin" presStyleLbl="node1" presStyleIdx="0" presStyleCnt="5"/>
      <dgm:spPr/>
    </dgm:pt>
    <dgm:pt modelId="{51ACF2C6-D5F5-4D0D-9F2F-68844F5B9EF1}" type="pres">
      <dgm:prSet presAssocID="{B9A642DF-65F9-4505-85DD-EBFEFA74F04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9EBC038F-BDDF-44DC-935A-DFB343160A19}" type="pres">
      <dgm:prSet presAssocID="{B9A642DF-65F9-4505-85DD-EBFEFA74F04F}" presName="negativeSpace" presStyleCnt="0"/>
      <dgm:spPr/>
    </dgm:pt>
    <dgm:pt modelId="{F2AB8BFF-2AD7-4B50-B388-024C61D36F09}" type="pres">
      <dgm:prSet presAssocID="{B9A642DF-65F9-4505-85DD-EBFEFA74F04F}" presName="childText" presStyleLbl="conFgAcc1" presStyleIdx="1" presStyleCnt="5">
        <dgm:presLayoutVars>
          <dgm:bulletEnabled val="1"/>
        </dgm:presLayoutVars>
      </dgm:prSet>
      <dgm:spPr/>
    </dgm:pt>
    <dgm:pt modelId="{2A0F3F7A-F467-4600-924F-C4C994DF18CE}" type="pres">
      <dgm:prSet presAssocID="{17178206-7050-4CA5-9A40-E5FC0E7AB5DD}" presName="spaceBetweenRectangles" presStyleCnt="0"/>
      <dgm:spPr/>
    </dgm:pt>
    <dgm:pt modelId="{59592BDB-7ADC-4C70-B125-09375A6DE7F0}" type="pres">
      <dgm:prSet presAssocID="{A63249FB-01E9-41E8-A1D0-C23485D23FAA}" presName="parentLin" presStyleCnt="0"/>
      <dgm:spPr/>
    </dgm:pt>
    <dgm:pt modelId="{397CF455-478A-4503-9CF2-1BC913ECE558}" type="pres">
      <dgm:prSet presAssocID="{A63249FB-01E9-41E8-A1D0-C23485D23FAA}" presName="parentLeftMargin" presStyleLbl="node1" presStyleIdx="1" presStyleCnt="5"/>
      <dgm:spPr/>
    </dgm:pt>
    <dgm:pt modelId="{9DFFED05-027E-4C44-A7BD-DD9EA7E7FEE9}" type="pres">
      <dgm:prSet presAssocID="{A63249FB-01E9-41E8-A1D0-C23485D23FA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09BC54F7-3A6F-469B-BBA9-8ED4661E580D}" type="pres">
      <dgm:prSet presAssocID="{A63249FB-01E9-41E8-A1D0-C23485D23FAA}" presName="negativeSpace" presStyleCnt="0"/>
      <dgm:spPr/>
    </dgm:pt>
    <dgm:pt modelId="{00A5B271-059B-42AD-B292-309985781CC2}" type="pres">
      <dgm:prSet presAssocID="{A63249FB-01E9-41E8-A1D0-C23485D23FAA}" presName="childText" presStyleLbl="conFgAcc1" presStyleIdx="2" presStyleCnt="5">
        <dgm:presLayoutVars>
          <dgm:bulletEnabled val="1"/>
        </dgm:presLayoutVars>
      </dgm:prSet>
      <dgm:spPr/>
    </dgm:pt>
    <dgm:pt modelId="{D6445249-B521-425B-8E69-B6ADC6DFF089}" type="pres">
      <dgm:prSet presAssocID="{BA171DC5-5FE6-4CE6-A83E-033DEBF90E7D}" presName="spaceBetweenRectangles" presStyleCnt="0"/>
      <dgm:spPr/>
    </dgm:pt>
    <dgm:pt modelId="{7EA60C6A-A29D-49D2-BA42-CF42FAF97EC7}" type="pres">
      <dgm:prSet presAssocID="{03EE11AB-D002-4F6C-800D-DC05A9FD3827}" presName="parentLin" presStyleCnt="0"/>
      <dgm:spPr/>
    </dgm:pt>
    <dgm:pt modelId="{5B632FF5-534A-4518-9F49-EEA700C473E2}" type="pres">
      <dgm:prSet presAssocID="{03EE11AB-D002-4F6C-800D-DC05A9FD3827}" presName="parentLeftMargin" presStyleLbl="node1" presStyleIdx="2" presStyleCnt="5"/>
      <dgm:spPr/>
    </dgm:pt>
    <dgm:pt modelId="{EE5C4697-CC77-4DAE-9096-F95FF4A1EF29}" type="pres">
      <dgm:prSet presAssocID="{03EE11AB-D002-4F6C-800D-DC05A9FD382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A53DB0CA-C47A-4184-B44D-91A3FFD668AB}" type="pres">
      <dgm:prSet presAssocID="{03EE11AB-D002-4F6C-800D-DC05A9FD3827}" presName="negativeSpace" presStyleCnt="0"/>
      <dgm:spPr/>
    </dgm:pt>
    <dgm:pt modelId="{CCCBFBB4-50D4-4ABA-9E34-B0A6A55E5AAC}" type="pres">
      <dgm:prSet presAssocID="{03EE11AB-D002-4F6C-800D-DC05A9FD3827}" presName="childText" presStyleLbl="conFgAcc1" presStyleIdx="3" presStyleCnt="5">
        <dgm:presLayoutVars>
          <dgm:bulletEnabled val="1"/>
        </dgm:presLayoutVars>
      </dgm:prSet>
      <dgm:spPr/>
    </dgm:pt>
    <dgm:pt modelId="{5076726E-68CB-4D6F-9902-684CA462E747}" type="pres">
      <dgm:prSet presAssocID="{DAB63161-939B-4344-A254-F36C1AF8D4BF}" presName="spaceBetweenRectangles" presStyleCnt="0"/>
      <dgm:spPr/>
    </dgm:pt>
    <dgm:pt modelId="{C7926A18-FD9E-4CBF-8F6A-89B42E1645F0}" type="pres">
      <dgm:prSet presAssocID="{BCF515DD-5F5C-4D28-8C28-CF675AF3C9EC}" presName="parentLin" presStyleCnt="0"/>
      <dgm:spPr/>
    </dgm:pt>
    <dgm:pt modelId="{A1BBE985-6800-457A-B0E2-73FB63D066B5}" type="pres">
      <dgm:prSet presAssocID="{BCF515DD-5F5C-4D28-8C28-CF675AF3C9EC}" presName="parentLeftMargin" presStyleLbl="node1" presStyleIdx="3" presStyleCnt="5"/>
      <dgm:spPr/>
    </dgm:pt>
    <dgm:pt modelId="{451A6026-5A46-49C4-9AA7-D07659A5E2A0}" type="pres">
      <dgm:prSet presAssocID="{BCF515DD-5F5C-4D28-8C28-CF675AF3C9EC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0F945A45-48AB-4E80-9B3B-4BAD785498E2}" type="pres">
      <dgm:prSet presAssocID="{BCF515DD-5F5C-4D28-8C28-CF675AF3C9EC}" presName="negativeSpace" presStyleCnt="0"/>
      <dgm:spPr/>
    </dgm:pt>
    <dgm:pt modelId="{AA4D2235-3924-4B17-AB0F-CD03E61264F8}" type="pres">
      <dgm:prSet presAssocID="{BCF515DD-5F5C-4D28-8C28-CF675AF3C9EC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9BBB6D08-A434-4C12-8B38-7A2A4B213567}" srcId="{A63249FB-01E9-41E8-A1D0-C23485D23FAA}" destId="{2EF8838B-1342-4617-B5DB-26439094039E}" srcOrd="2" destOrd="0" parTransId="{F652930F-CE98-4BCF-8883-79824BC2A238}" sibTransId="{62BE7B57-2A2A-406E-BE01-E38091DFB14B}"/>
    <dgm:cxn modelId="{B2847209-619E-4BAA-B28F-63300DC5C074}" srcId="{40984232-A42D-4032-9D1E-B404A8893070}" destId="{1A805457-4CD7-405C-B4C5-478405159F5A}" srcOrd="0" destOrd="0" parTransId="{85625AD7-0A12-45A9-AE8E-6716CAD50ACC}" sibTransId="{80037CFB-BCFD-4BC9-87B8-ABE1C4E0C994}"/>
    <dgm:cxn modelId="{971A640B-EB3F-496B-9346-02B26866F798}" srcId="{A63249FB-01E9-41E8-A1D0-C23485D23FAA}" destId="{3ACFDA4E-F401-4254-8CAE-83DB52863B37}" srcOrd="3" destOrd="0" parTransId="{A3A172C0-B57D-4CF4-8EF5-0F702352DB25}" sibTransId="{5924D662-F8BA-4483-98DE-BC31295554D4}"/>
    <dgm:cxn modelId="{17597713-B0BB-49C1-A555-A9DC96ACC297}" type="presOf" srcId="{D2841C73-62BC-4D69-9C0C-F56D39BAFBB9}" destId="{AA4D2235-3924-4B17-AB0F-CD03E61264F8}" srcOrd="0" destOrd="0" presId="urn:microsoft.com/office/officeart/2005/8/layout/list1"/>
    <dgm:cxn modelId="{03DB1E1B-B4D3-4D57-B11B-72CCE0232B74}" type="presOf" srcId="{C58EF04B-41A0-4F2F-808C-7811035EF56F}" destId="{CCCBFBB4-50D4-4ABA-9E34-B0A6A55E5AAC}" srcOrd="0" destOrd="1" presId="urn:microsoft.com/office/officeart/2005/8/layout/list1"/>
    <dgm:cxn modelId="{88D87F20-ED0F-40FD-B492-4D6F1BD801A0}" srcId="{A63249FB-01E9-41E8-A1D0-C23485D23FAA}" destId="{4642238C-DB9C-4F9E-BA2E-C750249DDB15}" srcOrd="1" destOrd="0" parTransId="{0DB5FC1C-DCD5-47C7-B00C-4A6AF4748CF4}" sibTransId="{38B5CBBF-71FA-46CC-ABB3-49619FCDD396}"/>
    <dgm:cxn modelId="{0AE6D134-4E38-4B11-B51D-E34547248DF6}" type="presOf" srcId="{BCF515DD-5F5C-4D28-8C28-CF675AF3C9EC}" destId="{451A6026-5A46-49C4-9AA7-D07659A5E2A0}" srcOrd="1" destOrd="0" presId="urn:microsoft.com/office/officeart/2005/8/layout/list1"/>
    <dgm:cxn modelId="{A03F6D65-BA44-49CA-BD30-BE38FD33468E}" type="presOf" srcId="{33CE582D-995B-4953-9167-8714E6A5D22C}" destId="{368A5D76-FBA6-4DF3-9BA2-E9186AEF6371}" srcOrd="0" destOrd="0" presId="urn:microsoft.com/office/officeart/2005/8/layout/list1"/>
    <dgm:cxn modelId="{9D92274B-EAAD-4276-AB6F-9386E8486865}" type="presOf" srcId="{1A805457-4CD7-405C-B4C5-478405159F5A}" destId="{4C15A163-4F70-4D89-88C6-A40D549F1CEB}" srcOrd="0" destOrd="0" presId="urn:microsoft.com/office/officeart/2005/8/layout/list1"/>
    <dgm:cxn modelId="{DF17BF6F-9526-43F3-9357-46FED1370363}" type="presOf" srcId="{B9A642DF-65F9-4505-85DD-EBFEFA74F04F}" destId="{51ACF2C6-D5F5-4D0D-9F2F-68844F5B9EF1}" srcOrd="1" destOrd="0" presId="urn:microsoft.com/office/officeart/2005/8/layout/list1"/>
    <dgm:cxn modelId="{2EEAE94F-E42B-4115-A64D-34D96A8E2141}" type="presOf" srcId="{40984232-A42D-4032-9D1E-B404A8893070}" destId="{2FA2724C-731C-46C2-9AA6-DDD158637C38}" srcOrd="0" destOrd="0" presId="urn:microsoft.com/office/officeart/2005/8/layout/list1"/>
    <dgm:cxn modelId="{4C745070-229E-437A-9A04-C576126ACDDB}" srcId="{03EE11AB-D002-4F6C-800D-DC05A9FD3827}" destId="{0BF47718-A150-4FD5-B4D8-575EB6C27A91}" srcOrd="2" destOrd="0" parTransId="{6A74E1C2-BC28-4337-98ED-96B3D702B078}" sibTransId="{A8251DF0-7338-4FA2-9792-11423153784F}"/>
    <dgm:cxn modelId="{C7538B52-275F-427D-9D23-763E42513F82}" type="presOf" srcId="{CC1AE154-56A4-40F2-AF85-19F042E3115A}" destId="{CCCBFBB4-50D4-4ABA-9E34-B0A6A55E5AAC}" srcOrd="0" destOrd="3" presId="urn:microsoft.com/office/officeart/2005/8/layout/list1"/>
    <dgm:cxn modelId="{A35EF976-A0BD-47E0-9C52-471912B57E19}" srcId="{33CE582D-995B-4953-9167-8714E6A5D22C}" destId="{40984232-A42D-4032-9D1E-B404A8893070}" srcOrd="0" destOrd="0" parTransId="{28455E2F-B538-4108-B7A4-AFA31FB70703}" sibTransId="{C9EF9E82-ED29-4A3B-8B1E-BCAA27EC5C14}"/>
    <dgm:cxn modelId="{4EAB8578-F6E4-4A89-91E8-7A32DF63FE84}" type="presOf" srcId="{BCF515DD-5F5C-4D28-8C28-CF675AF3C9EC}" destId="{A1BBE985-6800-457A-B0E2-73FB63D066B5}" srcOrd="0" destOrd="0" presId="urn:microsoft.com/office/officeart/2005/8/layout/list1"/>
    <dgm:cxn modelId="{42901779-9AA8-4806-81CF-AC0C849AFCCC}" type="presOf" srcId="{03EE11AB-D002-4F6C-800D-DC05A9FD3827}" destId="{5B632FF5-534A-4518-9F49-EEA700C473E2}" srcOrd="0" destOrd="0" presId="urn:microsoft.com/office/officeart/2005/8/layout/list1"/>
    <dgm:cxn modelId="{45851F79-8E6A-4E19-9A23-1E9049165337}" srcId="{03EE11AB-D002-4F6C-800D-DC05A9FD3827}" destId="{C58EF04B-41A0-4F2F-808C-7811035EF56F}" srcOrd="1" destOrd="0" parTransId="{A05A254F-C2E4-420B-85A9-BB04D75827C2}" sibTransId="{37C51BF8-2260-4C95-8C2A-7B0C677885B2}"/>
    <dgm:cxn modelId="{D9A7747C-56E5-4868-91D8-31E5AE116191}" srcId="{33CE582D-995B-4953-9167-8714E6A5D22C}" destId="{BCF515DD-5F5C-4D28-8C28-CF675AF3C9EC}" srcOrd="4" destOrd="0" parTransId="{B4FFCE4B-8207-4E25-96D0-BC2CCF6BB760}" sibTransId="{5ECA1E93-4D74-41D9-A3CD-78A0DBE955A8}"/>
    <dgm:cxn modelId="{C05DC882-3C88-472E-B51F-E32B7B282CA8}" type="presOf" srcId="{2EF8838B-1342-4617-B5DB-26439094039E}" destId="{00A5B271-059B-42AD-B292-309985781CC2}" srcOrd="0" destOrd="2" presId="urn:microsoft.com/office/officeart/2005/8/layout/list1"/>
    <dgm:cxn modelId="{7D44B883-1F38-4E79-B8A4-CE0D773F5667}" type="presOf" srcId="{A63249FB-01E9-41E8-A1D0-C23485D23FAA}" destId="{397CF455-478A-4503-9CF2-1BC913ECE558}" srcOrd="0" destOrd="0" presId="urn:microsoft.com/office/officeart/2005/8/layout/list1"/>
    <dgm:cxn modelId="{DBDD0289-CE5F-4219-9B3F-03ED1119F534}" srcId="{33CE582D-995B-4953-9167-8714E6A5D22C}" destId="{03EE11AB-D002-4F6C-800D-DC05A9FD3827}" srcOrd="3" destOrd="0" parTransId="{1191A960-5073-4138-A730-97BA8247C9AB}" sibTransId="{DAB63161-939B-4344-A254-F36C1AF8D4BF}"/>
    <dgm:cxn modelId="{21A00B93-CD21-4377-AF05-44AAD66315FF}" srcId="{BCF515DD-5F5C-4D28-8C28-CF675AF3C9EC}" destId="{D2841C73-62BC-4D69-9C0C-F56D39BAFBB9}" srcOrd="0" destOrd="0" parTransId="{84A67541-EBB4-4866-98A0-510719910E39}" sibTransId="{5ED534F3-077F-475C-9E1E-5DE6ADCDAC5D}"/>
    <dgm:cxn modelId="{46378A94-67C3-49D4-AEAF-9532E53E6B30}" srcId="{03EE11AB-D002-4F6C-800D-DC05A9FD3827}" destId="{3113BCE6-AC73-499C-82AC-91C99388C297}" srcOrd="0" destOrd="0" parTransId="{80034AC2-B771-4613-ACDD-3D87B237CE62}" sibTransId="{74AEA9C9-E151-4C52-A778-D43193D7DE97}"/>
    <dgm:cxn modelId="{CBBE8B97-C3F4-4D33-BC38-7F66B6159629}" type="presOf" srcId="{0BF47718-A150-4FD5-B4D8-575EB6C27A91}" destId="{CCCBFBB4-50D4-4ABA-9E34-B0A6A55E5AAC}" srcOrd="0" destOrd="2" presId="urn:microsoft.com/office/officeart/2005/8/layout/list1"/>
    <dgm:cxn modelId="{5DF7ACA4-C1A7-4E63-BA5B-37D26C0C82C7}" type="presOf" srcId="{40984232-A42D-4032-9D1E-B404A8893070}" destId="{0639DEEB-885D-4E88-939E-68ABA117DC97}" srcOrd="1" destOrd="0" presId="urn:microsoft.com/office/officeart/2005/8/layout/list1"/>
    <dgm:cxn modelId="{C73CECA6-FA1C-4334-A40C-A1D4F646FA55}" type="presOf" srcId="{0855C8C6-AB66-4FD5-9666-9A8610BCD5FA}" destId="{00A5B271-059B-42AD-B292-309985781CC2}" srcOrd="0" destOrd="0" presId="urn:microsoft.com/office/officeart/2005/8/layout/list1"/>
    <dgm:cxn modelId="{DB3CDCA9-1657-4C7B-96B6-D704D338AEE0}" type="presOf" srcId="{B9A642DF-65F9-4505-85DD-EBFEFA74F04F}" destId="{9F744D42-B3FF-47BA-B193-D55EEEFFEA90}" srcOrd="0" destOrd="0" presId="urn:microsoft.com/office/officeart/2005/8/layout/list1"/>
    <dgm:cxn modelId="{B972A0AC-B75F-4A27-BBB9-239F6425F787}" srcId="{33CE582D-995B-4953-9167-8714E6A5D22C}" destId="{B9A642DF-65F9-4505-85DD-EBFEFA74F04F}" srcOrd="1" destOrd="0" parTransId="{DEB7F721-1063-4128-B069-29E50381BC6A}" sibTransId="{17178206-7050-4CA5-9A40-E5FC0E7AB5DD}"/>
    <dgm:cxn modelId="{52FC41B5-406C-4129-8288-2C314EEC4419}" srcId="{03EE11AB-D002-4F6C-800D-DC05A9FD3827}" destId="{CC1AE154-56A4-40F2-AF85-19F042E3115A}" srcOrd="3" destOrd="0" parTransId="{FC858E67-5C2B-487C-93FF-386858B2DD69}" sibTransId="{69140C0F-10A7-4EB5-B7F6-B36ED6D86C11}"/>
    <dgm:cxn modelId="{50E23CBF-A1BF-42C3-87DA-5BDBC80ADC84}" srcId="{33CE582D-995B-4953-9167-8714E6A5D22C}" destId="{A63249FB-01E9-41E8-A1D0-C23485D23FAA}" srcOrd="2" destOrd="0" parTransId="{45D5631D-2B1F-425A-A9C5-7B6B3BAE75F0}" sibTransId="{BA171DC5-5FE6-4CE6-A83E-033DEBF90E7D}"/>
    <dgm:cxn modelId="{D99411CE-B518-4B22-A666-7922F7D3E4D6}" srcId="{B9A642DF-65F9-4505-85DD-EBFEFA74F04F}" destId="{A07E25A5-2122-49B6-A380-EAFF92E3660E}" srcOrd="0" destOrd="0" parTransId="{2E8F01E0-769F-4E3A-BB1F-74B66D8AE9DA}" sibTransId="{4D786E36-7AAC-44E3-8527-B07A51CA7B75}"/>
    <dgm:cxn modelId="{914728D3-BB60-48BE-8F2E-0545274AAF7E}" type="presOf" srcId="{A63249FB-01E9-41E8-A1D0-C23485D23FAA}" destId="{9DFFED05-027E-4C44-A7BD-DD9EA7E7FEE9}" srcOrd="1" destOrd="0" presId="urn:microsoft.com/office/officeart/2005/8/layout/list1"/>
    <dgm:cxn modelId="{958A67E0-CC3D-4937-96A7-1FAC80BDC6CA}" type="presOf" srcId="{4642238C-DB9C-4F9E-BA2E-C750249DDB15}" destId="{00A5B271-059B-42AD-B292-309985781CC2}" srcOrd="0" destOrd="1" presId="urn:microsoft.com/office/officeart/2005/8/layout/list1"/>
    <dgm:cxn modelId="{D08995E0-6D20-4DF9-A81C-A9D9CC17D43E}" type="presOf" srcId="{3113BCE6-AC73-499C-82AC-91C99388C297}" destId="{CCCBFBB4-50D4-4ABA-9E34-B0A6A55E5AAC}" srcOrd="0" destOrd="0" presId="urn:microsoft.com/office/officeart/2005/8/layout/list1"/>
    <dgm:cxn modelId="{F59052E5-A3AC-40B6-BEA1-2F9B8B443F52}" type="presOf" srcId="{3ACFDA4E-F401-4254-8CAE-83DB52863B37}" destId="{00A5B271-059B-42AD-B292-309985781CC2}" srcOrd="0" destOrd="3" presId="urn:microsoft.com/office/officeart/2005/8/layout/list1"/>
    <dgm:cxn modelId="{E3C2A8EB-C04B-40D8-94EB-89DC0690C795}" type="presOf" srcId="{03EE11AB-D002-4F6C-800D-DC05A9FD3827}" destId="{EE5C4697-CC77-4DAE-9096-F95FF4A1EF29}" srcOrd="1" destOrd="0" presId="urn:microsoft.com/office/officeart/2005/8/layout/list1"/>
    <dgm:cxn modelId="{4DFF5AF1-3814-4126-827D-93437595E195}" srcId="{A63249FB-01E9-41E8-A1D0-C23485D23FAA}" destId="{0855C8C6-AB66-4FD5-9666-9A8610BCD5FA}" srcOrd="0" destOrd="0" parTransId="{1C224E82-1F05-4745-A420-87DB93C745A2}" sibTransId="{577714BB-691E-434E-8634-A5BC9E4A441A}"/>
    <dgm:cxn modelId="{37524CF8-0E88-481C-8487-1F86E16FB6FB}" type="presOf" srcId="{A07E25A5-2122-49B6-A380-EAFF92E3660E}" destId="{F2AB8BFF-2AD7-4B50-B388-024C61D36F09}" srcOrd="0" destOrd="0" presId="urn:microsoft.com/office/officeart/2005/8/layout/list1"/>
    <dgm:cxn modelId="{2AA3FD1A-FB5C-4880-BA68-6A65D4B96245}" type="presParOf" srcId="{368A5D76-FBA6-4DF3-9BA2-E9186AEF6371}" destId="{7D556F7B-E843-41CA-83A9-DE9EA0E66397}" srcOrd="0" destOrd="0" presId="urn:microsoft.com/office/officeart/2005/8/layout/list1"/>
    <dgm:cxn modelId="{39950F17-C73F-4837-8DA2-2EECFAD493EC}" type="presParOf" srcId="{7D556F7B-E843-41CA-83A9-DE9EA0E66397}" destId="{2FA2724C-731C-46C2-9AA6-DDD158637C38}" srcOrd="0" destOrd="0" presId="urn:microsoft.com/office/officeart/2005/8/layout/list1"/>
    <dgm:cxn modelId="{FAED0F23-2135-4971-9642-B6A4A6CC067C}" type="presParOf" srcId="{7D556F7B-E843-41CA-83A9-DE9EA0E66397}" destId="{0639DEEB-885D-4E88-939E-68ABA117DC97}" srcOrd="1" destOrd="0" presId="urn:microsoft.com/office/officeart/2005/8/layout/list1"/>
    <dgm:cxn modelId="{4BC8F422-F53A-43AE-8FCA-F89E7E3C16B1}" type="presParOf" srcId="{368A5D76-FBA6-4DF3-9BA2-E9186AEF6371}" destId="{D8ABC264-E215-4699-ACAC-EA7199D12B69}" srcOrd="1" destOrd="0" presId="urn:microsoft.com/office/officeart/2005/8/layout/list1"/>
    <dgm:cxn modelId="{8098AB8B-766E-451A-A0A7-B9AFC3028935}" type="presParOf" srcId="{368A5D76-FBA6-4DF3-9BA2-E9186AEF6371}" destId="{4C15A163-4F70-4D89-88C6-A40D549F1CEB}" srcOrd="2" destOrd="0" presId="urn:microsoft.com/office/officeart/2005/8/layout/list1"/>
    <dgm:cxn modelId="{BD1F2321-5173-4FE2-8816-28E0A8EBEE5B}" type="presParOf" srcId="{368A5D76-FBA6-4DF3-9BA2-E9186AEF6371}" destId="{C4DDFDAC-6430-4AF2-9F29-72AEDA3F4496}" srcOrd="3" destOrd="0" presId="urn:microsoft.com/office/officeart/2005/8/layout/list1"/>
    <dgm:cxn modelId="{073E5758-AC7E-47E8-B83B-BA6B64B6FD5F}" type="presParOf" srcId="{368A5D76-FBA6-4DF3-9BA2-E9186AEF6371}" destId="{688ED46A-72E3-4517-87F0-F72DF0B184A0}" srcOrd="4" destOrd="0" presId="urn:microsoft.com/office/officeart/2005/8/layout/list1"/>
    <dgm:cxn modelId="{61EC1F89-E73D-4CFE-A8B8-5D4BDFEF121C}" type="presParOf" srcId="{688ED46A-72E3-4517-87F0-F72DF0B184A0}" destId="{9F744D42-B3FF-47BA-B193-D55EEEFFEA90}" srcOrd="0" destOrd="0" presId="urn:microsoft.com/office/officeart/2005/8/layout/list1"/>
    <dgm:cxn modelId="{E4F99B87-6585-4FAE-BA61-9DD53D9F23E0}" type="presParOf" srcId="{688ED46A-72E3-4517-87F0-F72DF0B184A0}" destId="{51ACF2C6-D5F5-4D0D-9F2F-68844F5B9EF1}" srcOrd="1" destOrd="0" presId="urn:microsoft.com/office/officeart/2005/8/layout/list1"/>
    <dgm:cxn modelId="{67E8B581-F486-49C3-94CD-A04B829FCEBC}" type="presParOf" srcId="{368A5D76-FBA6-4DF3-9BA2-E9186AEF6371}" destId="{9EBC038F-BDDF-44DC-935A-DFB343160A19}" srcOrd="5" destOrd="0" presId="urn:microsoft.com/office/officeart/2005/8/layout/list1"/>
    <dgm:cxn modelId="{126C6A6F-FB06-4AA0-8E43-30BBE1AF67BE}" type="presParOf" srcId="{368A5D76-FBA6-4DF3-9BA2-E9186AEF6371}" destId="{F2AB8BFF-2AD7-4B50-B388-024C61D36F09}" srcOrd="6" destOrd="0" presId="urn:microsoft.com/office/officeart/2005/8/layout/list1"/>
    <dgm:cxn modelId="{CA5898F2-44C8-4EA6-ADA4-D13805FD1768}" type="presParOf" srcId="{368A5D76-FBA6-4DF3-9BA2-E9186AEF6371}" destId="{2A0F3F7A-F467-4600-924F-C4C994DF18CE}" srcOrd="7" destOrd="0" presId="urn:microsoft.com/office/officeart/2005/8/layout/list1"/>
    <dgm:cxn modelId="{88E4E8B7-37A0-434D-957A-B981CBF9B05F}" type="presParOf" srcId="{368A5D76-FBA6-4DF3-9BA2-E9186AEF6371}" destId="{59592BDB-7ADC-4C70-B125-09375A6DE7F0}" srcOrd="8" destOrd="0" presId="urn:microsoft.com/office/officeart/2005/8/layout/list1"/>
    <dgm:cxn modelId="{A4E64C41-D85D-41DC-8E2E-D6D33306DE74}" type="presParOf" srcId="{59592BDB-7ADC-4C70-B125-09375A6DE7F0}" destId="{397CF455-478A-4503-9CF2-1BC913ECE558}" srcOrd="0" destOrd="0" presId="urn:microsoft.com/office/officeart/2005/8/layout/list1"/>
    <dgm:cxn modelId="{06D5E990-B6ED-4460-9B36-B82C39BB3B53}" type="presParOf" srcId="{59592BDB-7ADC-4C70-B125-09375A6DE7F0}" destId="{9DFFED05-027E-4C44-A7BD-DD9EA7E7FEE9}" srcOrd="1" destOrd="0" presId="urn:microsoft.com/office/officeart/2005/8/layout/list1"/>
    <dgm:cxn modelId="{410EE7B5-29E0-46BF-867B-CB9342FD482D}" type="presParOf" srcId="{368A5D76-FBA6-4DF3-9BA2-E9186AEF6371}" destId="{09BC54F7-3A6F-469B-BBA9-8ED4661E580D}" srcOrd="9" destOrd="0" presId="urn:microsoft.com/office/officeart/2005/8/layout/list1"/>
    <dgm:cxn modelId="{B173F9C2-B31B-481A-B652-3EC81FEB05AF}" type="presParOf" srcId="{368A5D76-FBA6-4DF3-9BA2-E9186AEF6371}" destId="{00A5B271-059B-42AD-B292-309985781CC2}" srcOrd="10" destOrd="0" presId="urn:microsoft.com/office/officeart/2005/8/layout/list1"/>
    <dgm:cxn modelId="{CFF514B4-C717-44E1-A95B-49B1BB6DE5B8}" type="presParOf" srcId="{368A5D76-FBA6-4DF3-9BA2-E9186AEF6371}" destId="{D6445249-B521-425B-8E69-B6ADC6DFF089}" srcOrd="11" destOrd="0" presId="urn:microsoft.com/office/officeart/2005/8/layout/list1"/>
    <dgm:cxn modelId="{A405999E-8612-4992-BF33-C0F47AEA71C5}" type="presParOf" srcId="{368A5D76-FBA6-4DF3-9BA2-E9186AEF6371}" destId="{7EA60C6A-A29D-49D2-BA42-CF42FAF97EC7}" srcOrd="12" destOrd="0" presId="urn:microsoft.com/office/officeart/2005/8/layout/list1"/>
    <dgm:cxn modelId="{8AA72190-9CBD-4568-9153-232B48D00F4C}" type="presParOf" srcId="{7EA60C6A-A29D-49D2-BA42-CF42FAF97EC7}" destId="{5B632FF5-534A-4518-9F49-EEA700C473E2}" srcOrd="0" destOrd="0" presId="urn:microsoft.com/office/officeart/2005/8/layout/list1"/>
    <dgm:cxn modelId="{023EFB3F-F0B2-4860-A3C7-F40801969267}" type="presParOf" srcId="{7EA60C6A-A29D-49D2-BA42-CF42FAF97EC7}" destId="{EE5C4697-CC77-4DAE-9096-F95FF4A1EF29}" srcOrd="1" destOrd="0" presId="urn:microsoft.com/office/officeart/2005/8/layout/list1"/>
    <dgm:cxn modelId="{3B0FC0EF-2754-4D85-B31A-435E397645E4}" type="presParOf" srcId="{368A5D76-FBA6-4DF3-9BA2-E9186AEF6371}" destId="{A53DB0CA-C47A-4184-B44D-91A3FFD668AB}" srcOrd="13" destOrd="0" presId="urn:microsoft.com/office/officeart/2005/8/layout/list1"/>
    <dgm:cxn modelId="{D38B48BE-3A35-46FD-9A07-2E1198A81085}" type="presParOf" srcId="{368A5D76-FBA6-4DF3-9BA2-E9186AEF6371}" destId="{CCCBFBB4-50D4-4ABA-9E34-B0A6A55E5AAC}" srcOrd="14" destOrd="0" presId="urn:microsoft.com/office/officeart/2005/8/layout/list1"/>
    <dgm:cxn modelId="{904B78C1-91CD-4B11-B1E3-4063CF792316}" type="presParOf" srcId="{368A5D76-FBA6-4DF3-9BA2-E9186AEF6371}" destId="{5076726E-68CB-4D6F-9902-684CA462E747}" srcOrd="15" destOrd="0" presId="urn:microsoft.com/office/officeart/2005/8/layout/list1"/>
    <dgm:cxn modelId="{529EF0B2-B0DC-4637-A491-4CC94B550E6F}" type="presParOf" srcId="{368A5D76-FBA6-4DF3-9BA2-E9186AEF6371}" destId="{C7926A18-FD9E-4CBF-8F6A-89B42E1645F0}" srcOrd="16" destOrd="0" presId="urn:microsoft.com/office/officeart/2005/8/layout/list1"/>
    <dgm:cxn modelId="{5B8B35CC-493F-42CE-9500-B02C32FC486F}" type="presParOf" srcId="{C7926A18-FD9E-4CBF-8F6A-89B42E1645F0}" destId="{A1BBE985-6800-457A-B0E2-73FB63D066B5}" srcOrd="0" destOrd="0" presId="urn:microsoft.com/office/officeart/2005/8/layout/list1"/>
    <dgm:cxn modelId="{08521750-4611-49DD-90D7-D19373C36171}" type="presParOf" srcId="{C7926A18-FD9E-4CBF-8F6A-89B42E1645F0}" destId="{451A6026-5A46-49C4-9AA7-D07659A5E2A0}" srcOrd="1" destOrd="0" presId="urn:microsoft.com/office/officeart/2005/8/layout/list1"/>
    <dgm:cxn modelId="{080FA165-92A6-4688-978C-CE8C89DAC0A5}" type="presParOf" srcId="{368A5D76-FBA6-4DF3-9BA2-E9186AEF6371}" destId="{0F945A45-48AB-4E80-9B3B-4BAD785498E2}" srcOrd="17" destOrd="0" presId="urn:microsoft.com/office/officeart/2005/8/layout/list1"/>
    <dgm:cxn modelId="{B829C632-1678-4615-9A4D-CA19969E47A8}" type="presParOf" srcId="{368A5D76-FBA6-4DF3-9BA2-E9186AEF6371}" destId="{AA4D2235-3924-4B17-AB0F-CD03E61264F8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340E7E5-32E3-4ABE-8FF8-036DAFE77BFF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zh-CN" altLang="en-US"/>
        </a:p>
      </dgm:t>
    </dgm:pt>
    <dgm:pt modelId="{336D53B1-77A0-46F6-A813-7B559CB111E2}">
      <dgm:prSet/>
      <dgm:spPr/>
      <dgm:t>
        <a:bodyPr/>
        <a:lstStyle/>
        <a:p>
          <a:r>
            <a:rPr lang="zh-CN" b="0" i="0" baseline="0"/>
            <a:t>存在扰动（Disturbances） </a:t>
          </a:r>
          <a:endParaRPr lang="zh-CN"/>
        </a:p>
      </dgm:t>
    </dgm:pt>
    <dgm:pt modelId="{09939B2C-77AD-4DB4-A173-0AE8B5290F18}" type="parTrans" cxnId="{AD767BDA-B101-494F-9039-543BCECFC279}">
      <dgm:prSet/>
      <dgm:spPr/>
      <dgm:t>
        <a:bodyPr/>
        <a:lstStyle/>
        <a:p>
          <a:endParaRPr lang="zh-CN" altLang="en-US"/>
        </a:p>
      </dgm:t>
    </dgm:pt>
    <dgm:pt modelId="{90F8B3F5-2B52-4461-873A-FC3ADC1BB431}" type="sibTrans" cxnId="{AD767BDA-B101-494F-9039-543BCECFC279}">
      <dgm:prSet/>
      <dgm:spPr/>
      <dgm:t>
        <a:bodyPr/>
        <a:lstStyle/>
        <a:p>
          <a:endParaRPr lang="zh-CN" altLang="en-US"/>
        </a:p>
      </dgm:t>
    </dgm:pt>
    <dgm:pt modelId="{F9BE1388-888F-4649-8D4E-A0A8F18172F0}">
      <dgm:prSet/>
      <dgm:spPr/>
      <dgm:t>
        <a:bodyPr/>
        <a:lstStyle/>
        <a:p>
          <a:r>
            <a:rPr lang="zh-CN" b="0" i="0" baseline="0"/>
            <a:t>负载变化、风阻、摩擦力……无法完全预测 </a:t>
          </a:r>
          <a:endParaRPr lang="zh-CN"/>
        </a:p>
      </dgm:t>
    </dgm:pt>
    <dgm:pt modelId="{EB12FDD1-36C2-4A48-8776-AA9DDE72DA37}" type="parTrans" cxnId="{0ED31D9D-1928-4BE7-BDEA-DE093D3512D5}">
      <dgm:prSet/>
      <dgm:spPr/>
      <dgm:t>
        <a:bodyPr/>
        <a:lstStyle/>
        <a:p>
          <a:endParaRPr lang="zh-CN" altLang="en-US"/>
        </a:p>
      </dgm:t>
    </dgm:pt>
    <dgm:pt modelId="{6828B443-FD52-4952-AFC9-6EBB4A834A7D}" type="sibTrans" cxnId="{0ED31D9D-1928-4BE7-BDEA-DE093D3512D5}">
      <dgm:prSet/>
      <dgm:spPr/>
      <dgm:t>
        <a:bodyPr/>
        <a:lstStyle/>
        <a:p>
          <a:endParaRPr lang="zh-CN" altLang="en-US"/>
        </a:p>
      </dgm:t>
    </dgm:pt>
    <dgm:pt modelId="{5BA34FDC-7E39-4E42-899C-1BB93E030FE7}">
      <dgm:prSet/>
      <dgm:spPr/>
      <dgm:t>
        <a:bodyPr/>
        <a:lstStyle/>
        <a:p>
          <a:r>
            <a:rPr lang="zh-CN" b="0" i="0" baseline="0"/>
            <a:t>反馈能“感知并抵抗”这些干扰 </a:t>
          </a:r>
          <a:endParaRPr lang="zh-CN"/>
        </a:p>
      </dgm:t>
    </dgm:pt>
    <dgm:pt modelId="{E232E2B2-EB2C-42A2-9197-0C7804D5E1F1}" type="parTrans" cxnId="{ED56A247-B4FE-4C85-9491-522A556BC75E}">
      <dgm:prSet/>
      <dgm:spPr/>
      <dgm:t>
        <a:bodyPr/>
        <a:lstStyle/>
        <a:p>
          <a:endParaRPr lang="zh-CN" altLang="en-US"/>
        </a:p>
      </dgm:t>
    </dgm:pt>
    <dgm:pt modelId="{7374E417-2D94-41A6-805C-BE4FD875B8DA}" type="sibTrans" cxnId="{ED56A247-B4FE-4C85-9491-522A556BC75E}">
      <dgm:prSet/>
      <dgm:spPr/>
      <dgm:t>
        <a:bodyPr/>
        <a:lstStyle/>
        <a:p>
          <a:endParaRPr lang="zh-CN" altLang="en-US"/>
        </a:p>
      </dgm:t>
    </dgm:pt>
    <dgm:pt modelId="{FE50658C-707F-4DF1-9973-1F4C0897309D}">
      <dgm:prSet/>
      <dgm:spPr/>
      <dgm:t>
        <a:bodyPr/>
        <a:lstStyle/>
        <a:p>
          <a:r>
            <a:rPr lang="zh-CN" b="0" i="0" baseline="0"/>
            <a:t>模型不精确（Model Uncertainty） </a:t>
          </a:r>
          <a:endParaRPr lang="zh-CN"/>
        </a:p>
      </dgm:t>
    </dgm:pt>
    <dgm:pt modelId="{81760745-9410-41F6-928E-06223B1DAF2A}" type="parTrans" cxnId="{A2994818-AD8D-4B41-9A4E-D989AE2AB47C}">
      <dgm:prSet/>
      <dgm:spPr/>
      <dgm:t>
        <a:bodyPr/>
        <a:lstStyle/>
        <a:p>
          <a:endParaRPr lang="zh-CN" altLang="en-US"/>
        </a:p>
      </dgm:t>
    </dgm:pt>
    <dgm:pt modelId="{79DD5A4D-DE3F-423E-91C0-C8882F4CA2EF}" type="sibTrans" cxnId="{A2994818-AD8D-4B41-9A4E-D989AE2AB47C}">
      <dgm:prSet/>
      <dgm:spPr/>
      <dgm:t>
        <a:bodyPr/>
        <a:lstStyle/>
        <a:p>
          <a:endParaRPr lang="zh-CN" altLang="en-US"/>
        </a:p>
      </dgm:t>
    </dgm:pt>
    <dgm:pt modelId="{00738A36-4A83-4ACC-9330-CA3D7673AD88}">
      <dgm:prSet/>
      <dgm:spPr/>
      <dgm:t>
        <a:bodyPr/>
        <a:lstStyle/>
        <a:p>
          <a:r>
            <a:rPr lang="zh-CN" b="0" i="0" baseline="0"/>
            <a:t>电机参数会随温度、老化变化 </a:t>
          </a:r>
          <a:endParaRPr lang="zh-CN"/>
        </a:p>
      </dgm:t>
    </dgm:pt>
    <dgm:pt modelId="{E5EE3346-5690-4DA6-958D-D1734AFDEF3C}" type="parTrans" cxnId="{04427015-052E-4983-BEB6-491DA1517462}">
      <dgm:prSet/>
      <dgm:spPr/>
      <dgm:t>
        <a:bodyPr/>
        <a:lstStyle/>
        <a:p>
          <a:endParaRPr lang="zh-CN" altLang="en-US"/>
        </a:p>
      </dgm:t>
    </dgm:pt>
    <dgm:pt modelId="{9AABBAEF-788E-4C64-8E28-0E5D0E692629}" type="sibTrans" cxnId="{04427015-052E-4983-BEB6-491DA1517462}">
      <dgm:prSet/>
      <dgm:spPr/>
      <dgm:t>
        <a:bodyPr/>
        <a:lstStyle/>
        <a:p>
          <a:endParaRPr lang="zh-CN" altLang="en-US"/>
        </a:p>
      </dgm:t>
    </dgm:pt>
    <dgm:pt modelId="{B88CA4C0-F10C-4B89-80AA-82BCC1F0CC4E}">
      <dgm:prSet/>
      <dgm:spPr/>
      <dgm:t>
        <a:bodyPr/>
        <a:lstStyle/>
        <a:p>
          <a:r>
            <a:rPr lang="zh-CN" b="0" i="0" baseline="0"/>
            <a:t>反馈让系统“不依赖完美模型” </a:t>
          </a:r>
          <a:endParaRPr lang="zh-CN"/>
        </a:p>
      </dgm:t>
    </dgm:pt>
    <dgm:pt modelId="{36DAD144-658E-4C2F-9B1A-9F4DB5C5DA25}" type="parTrans" cxnId="{061B317C-1D33-4C62-9516-1E134DAEDBCE}">
      <dgm:prSet/>
      <dgm:spPr/>
      <dgm:t>
        <a:bodyPr/>
        <a:lstStyle/>
        <a:p>
          <a:endParaRPr lang="zh-CN" altLang="en-US"/>
        </a:p>
      </dgm:t>
    </dgm:pt>
    <dgm:pt modelId="{E2D84223-EF53-448B-A06A-6AABDFE942E9}" type="sibTrans" cxnId="{061B317C-1D33-4C62-9516-1E134DAEDBCE}">
      <dgm:prSet/>
      <dgm:spPr/>
      <dgm:t>
        <a:bodyPr/>
        <a:lstStyle/>
        <a:p>
          <a:endParaRPr lang="zh-CN" altLang="en-US"/>
        </a:p>
      </dgm:t>
    </dgm:pt>
    <dgm:pt modelId="{C3949A4E-7E1B-48C2-8446-531815CBE3E3}">
      <dgm:prSet/>
      <dgm:spPr/>
      <dgm:t>
        <a:bodyPr/>
        <a:lstStyle/>
        <a:p>
          <a:r>
            <a:rPr lang="zh-CN" b="0" i="0" baseline="0"/>
            <a:t>实现高精度与自动化 </a:t>
          </a:r>
          <a:endParaRPr lang="zh-CN"/>
        </a:p>
      </dgm:t>
    </dgm:pt>
    <dgm:pt modelId="{AD3DDB8D-ECDC-4FBA-B0DB-B139388F5FDE}" type="parTrans" cxnId="{087E633E-DB8E-4901-8E24-036BA094CC9F}">
      <dgm:prSet/>
      <dgm:spPr/>
      <dgm:t>
        <a:bodyPr/>
        <a:lstStyle/>
        <a:p>
          <a:endParaRPr lang="zh-CN" altLang="en-US"/>
        </a:p>
      </dgm:t>
    </dgm:pt>
    <dgm:pt modelId="{CE06EEC7-008F-4A77-A3D5-CABBAC06DDB0}" type="sibTrans" cxnId="{087E633E-DB8E-4901-8E24-036BA094CC9F}">
      <dgm:prSet/>
      <dgm:spPr/>
      <dgm:t>
        <a:bodyPr/>
        <a:lstStyle/>
        <a:p>
          <a:endParaRPr lang="zh-CN" altLang="en-US"/>
        </a:p>
      </dgm:t>
    </dgm:pt>
    <dgm:pt modelId="{B2A73AF2-26EC-4886-A856-291642EED409}">
      <dgm:prSet/>
      <dgm:spPr/>
      <dgm:t>
        <a:bodyPr/>
        <a:lstStyle/>
        <a:p>
          <a:r>
            <a:rPr lang="zh-CN" b="0" i="0" baseline="0"/>
            <a:t>人类无法24小时盯住电机转速 </a:t>
          </a:r>
          <a:endParaRPr lang="zh-CN"/>
        </a:p>
      </dgm:t>
    </dgm:pt>
    <dgm:pt modelId="{E9CED5D2-2FAD-4D4C-B0E7-1BB7ED8F3AC9}" type="parTrans" cxnId="{91D08C66-1643-474B-A4EE-727BA8A76CE4}">
      <dgm:prSet/>
      <dgm:spPr/>
      <dgm:t>
        <a:bodyPr/>
        <a:lstStyle/>
        <a:p>
          <a:endParaRPr lang="zh-CN" altLang="en-US"/>
        </a:p>
      </dgm:t>
    </dgm:pt>
    <dgm:pt modelId="{DFA0C634-CD00-4F40-8856-3A83653CB879}" type="sibTrans" cxnId="{91D08C66-1643-474B-A4EE-727BA8A76CE4}">
      <dgm:prSet/>
      <dgm:spPr/>
      <dgm:t>
        <a:bodyPr/>
        <a:lstStyle/>
        <a:p>
          <a:endParaRPr lang="zh-CN" altLang="en-US"/>
        </a:p>
      </dgm:t>
    </dgm:pt>
    <dgm:pt modelId="{4AA65B57-129E-41B0-8FFC-052C79E2C71A}">
      <dgm:prSet/>
      <dgm:spPr/>
      <dgm:t>
        <a:bodyPr/>
        <a:lstStyle/>
        <a:p>
          <a:r>
            <a:rPr lang="zh-CN" b="0" i="0" baseline="0"/>
            <a:t>反馈让机器“自己管自己”</a:t>
          </a:r>
          <a:endParaRPr lang="zh-CN"/>
        </a:p>
      </dgm:t>
    </dgm:pt>
    <dgm:pt modelId="{6D67A407-9681-4C24-8FED-D758AC19DC5C}" type="parTrans" cxnId="{2576ABBB-84E4-40D7-A9C9-762B81A25588}">
      <dgm:prSet/>
      <dgm:spPr/>
      <dgm:t>
        <a:bodyPr/>
        <a:lstStyle/>
        <a:p>
          <a:endParaRPr lang="zh-CN" altLang="en-US"/>
        </a:p>
      </dgm:t>
    </dgm:pt>
    <dgm:pt modelId="{C469AEFF-1EE6-44A5-8269-6A152FACDDEB}" type="sibTrans" cxnId="{2576ABBB-84E4-40D7-A9C9-762B81A25588}">
      <dgm:prSet/>
      <dgm:spPr/>
      <dgm:t>
        <a:bodyPr/>
        <a:lstStyle/>
        <a:p>
          <a:endParaRPr lang="zh-CN" altLang="en-US"/>
        </a:p>
      </dgm:t>
    </dgm:pt>
    <dgm:pt modelId="{A6489086-476C-46E5-9637-C82B78347CC0}" type="pres">
      <dgm:prSet presAssocID="{0340E7E5-32E3-4ABE-8FF8-036DAFE77BFF}" presName="linear" presStyleCnt="0">
        <dgm:presLayoutVars>
          <dgm:dir/>
          <dgm:animLvl val="lvl"/>
          <dgm:resizeHandles val="exact"/>
        </dgm:presLayoutVars>
      </dgm:prSet>
      <dgm:spPr/>
    </dgm:pt>
    <dgm:pt modelId="{CABDAC9E-646B-4D2C-808B-CDB3E89663B0}" type="pres">
      <dgm:prSet presAssocID="{336D53B1-77A0-46F6-A813-7B559CB111E2}" presName="parentLin" presStyleCnt="0"/>
      <dgm:spPr/>
    </dgm:pt>
    <dgm:pt modelId="{1D391ED7-42ED-4BA2-92DC-89129ADCD958}" type="pres">
      <dgm:prSet presAssocID="{336D53B1-77A0-46F6-A813-7B559CB111E2}" presName="parentLeftMargin" presStyleLbl="node1" presStyleIdx="0" presStyleCnt="3"/>
      <dgm:spPr/>
    </dgm:pt>
    <dgm:pt modelId="{8A31E6F1-3B13-45A7-B39D-59713F2F11A1}" type="pres">
      <dgm:prSet presAssocID="{336D53B1-77A0-46F6-A813-7B559CB111E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4EC81A8-7CA1-4159-85B2-23F61066AA77}" type="pres">
      <dgm:prSet presAssocID="{336D53B1-77A0-46F6-A813-7B559CB111E2}" presName="negativeSpace" presStyleCnt="0"/>
      <dgm:spPr/>
    </dgm:pt>
    <dgm:pt modelId="{13EAC47E-59E4-40E0-A63C-BA9921DBEDB1}" type="pres">
      <dgm:prSet presAssocID="{336D53B1-77A0-46F6-A813-7B559CB111E2}" presName="childText" presStyleLbl="conFgAcc1" presStyleIdx="0" presStyleCnt="3">
        <dgm:presLayoutVars>
          <dgm:bulletEnabled val="1"/>
        </dgm:presLayoutVars>
      </dgm:prSet>
      <dgm:spPr/>
    </dgm:pt>
    <dgm:pt modelId="{0197C043-C923-4D6E-AC96-71FC070672BF}" type="pres">
      <dgm:prSet presAssocID="{90F8B3F5-2B52-4461-873A-FC3ADC1BB431}" presName="spaceBetweenRectangles" presStyleCnt="0"/>
      <dgm:spPr/>
    </dgm:pt>
    <dgm:pt modelId="{9EA07524-DAC1-4F72-B6E8-9525C9F8B2E0}" type="pres">
      <dgm:prSet presAssocID="{FE50658C-707F-4DF1-9973-1F4C0897309D}" presName="parentLin" presStyleCnt="0"/>
      <dgm:spPr/>
    </dgm:pt>
    <dgm:pt modelId="{909B6664-AD42-4547-876A-9BCF27FA6095}" type="pres">
      <dgm:prSet presAssocID="{FE50658C-707F-4DF1-9973-1F4C0897309D}" presName="parentLeftMargin" presStyleLbl="node1" presStyleIdx="0" presStyleCnt="3"/>
      <dgm:spPr/>
    </dgm:pt>
    <dgm:pt modelId="{E53A2B19-1C8A-49AB-AEB7-1551306E2907}" type="pres">
      <dgm:prSet presAssocID="{FE50658C-707F-4DF1-9973-1F4C0897309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F8C7887-F574-434A-8B02-069BAA2B5053}" type="pres">
      <dgm:prSet presAssocID="{FE50658C-707F-4DF1-9973-1F4C0897309D}" presName="negativeSpace" presStyleCnt="0"/>
      <dgm:spPr/>
    </dgm:pt>
    <dgm:pt modelId="{14BE704C-6364-4845-B855-3783560FF3CC}" type="pres">
      <dgm:prSet presAssocID="{FE50658C-707F-4DF1-9973-1F4C0897309D}" presName="childText" presStyleLbl="conFgAcc1" presStyleIdx="1" presStyleCnt="3">
        <dgm:presLayoutVars>
          <dgm:bulletEnabled val="1"/>
        </dgm:presLayoutVars>
      </dgm:prSet>
      <dgm:spPr/>
    </dgm:pt>
    <dgm:pt modelId="{5DFEF9F0-BB2A-4D21-970E-92070B9F8A09}" type="pres">
      <dgm:prSet presAssocID="{79DD5A4D-DE3F-423E-91C0-C8882F4CA2EF}" presName="spaceBetweenRectangles" presStyleCnt="0"/>
      <dgm:spPr/>
    </dgm:pt>
    <dgm:pt modelId="{873EFB06-1E1B-40D1-8CA6-B9A3E48B4EA0}" type="pres">
      <dgm:prSet presAssocID="{C3949A4E-7E1B-48C2-8446-531815CBE3E3}" presName="parentLin" presStyleCnt="0"/>
      <dgm:spPr/>
    </dgm:pt>
    <dgm:pt modelId="{501D2E57-A057-4560-897F-1181DC3C9094}" type="pres">
      <dgm:prSet presAssocID="{C3949A4E-7E1B-48C2-8446-531815CBE3E3}" presName="parentLeftMargin" presStyleLbl="node1" presStyleIdx="1" presStyleCnt="3"/>
      <dgm:spPr/>
    </dgm:pt>
    <dgm:pt modelId="{1186BF16-A28F-42E7-A4C5-B9423A8FB80B}" type="pres">
      <dgm:prSet presAssocID="{C3949A4E-7E1B-48C2-8446-531815CBE3E3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0C5729F-3A86-4232-9863-9A88FC24D7BD}" type="pres">
      <dgm:prSet presAssocID="{C3949A4E-7E1B-48C2-8446-531815CBE3E3}" presName="negativeSpace" presStyleCnt="0"/>
      <dgm:spPr/>
    </dgm:pt>
    <dgm:pt modelId="{7C56C0E8-3DDD-430E-98FC-04DE5A3DCB3A}" type="pres">
      <dgm:prSet presAssocID="{C3949A4E-7E1B-48C2-8446-531815CBE3E3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04427015-052E-4983-BEB6-491DA1517462}" srcId="{FE50658C-707F-4DF1-9973-1F4C0897309D}" destId="{00738A36-4A83-4ACC-9330-CA3D7673AD88}" srcOrd="0" destOrd="0" parTransId="{E5EE3346-5690-4DA6-958D-D1734AFDEF3C}" sibTransId="{9AABBAEF-788E-4C64-8E28-0E5D0E692629}"/>
    <dgm:cxn modelId="{A2994818-AD8D-4B41-9A4E-D989AE2AB47C}" srcId="{0340E7E5-32E3-4ABE-8FF8-036DAFE77BFF}" destId="{FE50658C-707F-4DF1-9973-1F4C0897309D}" srcOrd="1" destOrd="0" parTransId="{81760745-9410-41F6-928E-06223B1DAF2A}" sibTransId="{79DD5A4D-DE3F-423E-91C0-C8882F4CA2EF}"/>
    <dgm:cxn modelId="{23B7E030-32D0-4516-A3C8-B99CB954B130}" type="presOf" srcId="{B88CA4C0-F10C-4B89-80AA-82BCC1F0CC4E}" destId="{14BE704C-6364-4845-B855-3783560FF3CC}" srcOrd="0" destOrd="1" presId="urn:microsoft.com/office/officeart/2005/8/layout/list1"/>
    <dgm:cxn modelId="{F805343B-D22C-4EF4-93E9-396C800AC7FB}" type="presOf" srcId="{C3949A4E-7E1B-48C2-8446-531815CBE3E3}" destId="{1186BF16-A28F-42E7-A4C5-B9423A8FB80B}" srcOrd="1" destOrd="0" presId="urn:microsoft.com/office/officeart/2005/8/layout/list1"/>
    <dgm:cxn modelId="{087E633E-DB8E-4901-8E24-036BA094CC9F}" srcId="{0340E7E5-32E3-4ABE-8FF8-036DAFE77BFF}" destId="{C3949A4E-7E1B-48C2-8446-531815CBE3E3}" srcOrd="2" destOrd="0" parTransId="{AD3DDB8D-ECDC-4FBA-B0DB-B139388F5FDE}" sibTransId="{CE06EEC7-008F-4A77-A3D5-CABBAC06DDB0}"/>
    <dgm:cxn modelId="{91D08C66-1643-474B-A4EE-727BA8A76CE4}" srcId="{C3949A4E-7E1B-48C2-8446-531815CBE3E3}" destId="{B2A73AF2-26EC-4886-A856-291642EED409}" srcOrd="0" destOrd="0" parTransId="{E9CED5D2-2FAD-4D4C-B0E7-1BB7ED8F3AC9}" sibTransId="{DFA0C634-CD00-4F40-8856-3A83653CB879}"/>
    <dgm:cxn modelId="{ED56A247-B4FE-4C85-9491-522A556BC75E}" srcId="{336D53B1-77A0-46F6-A813-7B559CB111E2}" destId="{5BA34FDC-7E39-4E42-899C-1BB93E030FE7}" srcOrd="1" destOrd="0" parTransId="{E232E2B2-EB2C-42A2-9197-0C7804D5E1F1}" sibTransId="{7374E417-2D94-41A6-805C-BE4FD875B8DA}"/>
    <dgm:cxn modelId="{470E8D6D-F5A8-424B-9789-6EE9558D0795}" type="presOf" srcId="{B2A73AF2-26EC-4886-A856-291642EED409}" destId="{7C56C0E8-3DDD-430E-98FC-04DE5A3DCB3A}" srcOrd="0" destOrd="0" presId="urn:microsoft.com/office/officeart/2005/8/layout/list1"/>
    <dgm:cxn modelId="{52D3F96F-9865-4E76-B2D8-4386F1D49026}" type="presOf" srcId="{0340E7E5-32E3-4ABE-8FF8-036DAFE77BFF}" destId="{A6489086-476C-46E5-9637-C82B78347CC0}" srcOrd="0" destOrd="0" presId="urn:microsoft.com/office/officeart/2005/8/layout/list1"/>
    <dgm:cxn modelId="{C04FEB76-0B72-490C-B45C-0AA210501F57}" type="presOf" srcId="{FE50658C-707F-4DF1-9973-1F4C0897309D}" destId="{909B6664-AD42-4547-876A-9BCF27FA6095}" srcOrd="0" destOrd="0" presId="urn:microsoft.com/office/officeart/2005/8/layout/list1"/>
    <dgm:cxn modelId="{061B317C-1D33-4C62-9516-1E134DAEDBCE}" srcId="{FE50658C-707F-4DF1-9973-1F4C0897309D}" destId="{B88CA4C0-F10C-4B89-80AA-82BCC1F0CC4E}" srcOrd="1" destOrd="0" parTransId="{36DAD144-658E-4C2F-9B1A-9F4DB5C5DA25}" sibTransId="{E2D84223-EF53-448B-A06A-6AABDFE942E9}"/>
    <dgm:cxn modelId="{B3575095-ACB3-4E31-8078-19B3111AB007}" type="presOf" srcId="{336D53B1-77A0-46F6-A813-7B559CB111E2}" destId="{8A31E6F1-3B13-45A7-B39D-59713F2F11A1}" srcOrd="1" destOrd="0" presId="urn:microsoft.com/office/officeart/2005/8/layout/list1"/>
    <dgm:cxn modelId="{0ED31D9D-1928-4BE7-BDEA-DE093D3512D5}" srcId="{336D53B1-77A0-46F6-A813-7B559CB111E2}" destId="{F9BE1388-888F-4649-8D4E-A0A8F18172F0}" srcOrd="0" destOrd="0" parTransId="{EB12FDD1-36C2-4A48-8776-AA9DDE72DA37}" sibTransId="{6828B443-FD52-4952-AFC9-6EBB4A834A7D}"/>
    <dgm:cxn modelId="{54CF79AC-CDD4-411A-8E62-55D0E668274A}" type="presOf" srcId="{FE50658C-707F-4DF1-9973-1F4C0897309D}" destId="{E53A2B19-1C8A-49AB-AEB7-1551306E2907}" srcOrd="1" destOrd="0" presId="urn:microsoft.com/office/officeart/2005/8/layout/list1"/>
    <dgm:cxn modelId="{2576ABBB-84E4-40D7-A9C9-762B81A25588}" srcId="{C3949A4E-7E1B-48C2-8446-531815CBE3E3}" destId="{4AA65B57-129E-41B0-8FFC-052C79E2C71A}" srcOrd="1" destOrd="0" parTransId="{6D67A407-9681-4C24-8FED-D758AC19DC5C}" sibTransId="{C469AEFF-1EE6-44A5-8269-6A152FACDDEB}"/>
    <dgm:cxn modelId="{0912EED4-D5C5-419D-93C1-A57F799D21E2}" type="presOf" srcId="{5BA34FDC-7E39-4E42-899C-1BB93E030FE7}" destId="{13EAC47E-59E4-40E0-A63C-BA9921DBEDB1}" srcOrd="0" destOrd="1" presId="urn:microsoft.com/office/officeart/2005/8/layout/list1"/>
    <dgm:cxn modelId="{E62AC4D9-0F54-42A1-83EC-9E934B969DDC}" type="presOf" srcId="{C3949A4E-7E1B-48C2-8446-531815CBE3E3}" destId="{501D2E57-A057-4560-897F-1181DC3C9094}" srcOrd="0" destOrd="0" presId="urn:microsoft.com/office/officeart/2005/8/layout/list1"/>
    <dgm:cxn modelId="{AD767BDA-B101-494F-9039-543BCECFC279}" srcId="{0340E7E5-32E3-4ABE-8FF8-036DAFE77BFF}" destId="{336D53B1-77A0-46F6-A813-7B559CB111E2}" srcOrd="0" destOrd="0" parTransId="{09939B2C-77AD-4DB4-A173-0AE8B5290F18}" sibTransId="{90F8B3F5-2B52-4461-873A-FC3ADC1BB431}"/>
    <dgm:cxn modelId="{E223ADDF-8D5E-4A95-B06D-23B101ECB2D6}" type="presOf" srcId="{00738A36-4A83-4ACC-9330-CA3D7673AD88}" destId="{14BE704C-6364-4845-B855-3783560FF3CC}" srcOrd="0" destOrd="0" presId="urn:microsoft.com/office/officeart/2005/8/layout/list1"/>
    <dgm:cxn modelId="{39C885E7-64A3-4ED4-A4D4-8206913DFC14}" type="presOf" srcId="{336D53B1-77A0-46F6-A813-7B559CB111E2}" destId="{1D391ED7-42ED-4BA2-92DC-89129ADCD958}" srcOrd="0" destOrd="0" presId="urn:microsoft.com/office/officeart/2005/8/layout/list1"/>
    <dgm:cxn modelId="{8D2541F8-7A88-42AE-AD6C-D78C409CE267}" type="presOf" srcId="{F9BE1388-888F-4649-8D4E-A0A8F18172F0}" destId="{13EAC47E-59E4-40E0-A63C-BA9921DBEDB1}" srcOrd="0" destOrd="0" presId="urn:microsoft.com/office/officeart/2005/8/layout/list1"/>
    <dgm:cxn modelId="{ED9968FB-6B82-42B2-903B-B63A85C4CC9D}" type="presOf" srcId="{4AA65B57-129E-41B0-8FFC-052C79E2C71A}" destId="{7C56C0E8-3DDD-430E-98FC-04DE5A3DCB3A}" srcOrd="0" destOrd="1" presId="urn:microsoft.com/office/officeart/2005/8/layout/list1"/>
    <dgm:cxn modelId="{BE00CDC7-6EC3-4057-8EA5-DC398C99BBBF}" type="presParOf" srcId="{A6489086-476C-46E5-9637-C82B78347CC0}" destId="{CABDAC9E-646B-4D2C-808B-CDB3E89663B0}" srcOrd="0" destOrd="0" presId="urn:microsoft.com/office/officeart/2005/8/layout/list1"/>
    <dgm:cxn modelId="{E9291C09-7C29-431F-88ED-D98F200A85B8}" type="presParOf" srcId="{CABDAC9E-646B-4D2C-808B-CDB3E89663B0}" destId="{1D391ED7-42ED-4BA2-92DC-89129ADCD958}" srcOrd="0" destOrd="0" presId="urn:microsoft.com/office/officeart/2005/8/layout/list1"/>
    <dgm:cxn modelId="{40DA0C7E-FF3D-4111-8096-8EFF4BA9E9F4}" type="presParOf" srcId="{CABDAC9E-646B-4D2C-808B-CDB3E89663B0}" destId="{8A31E6F1-3B13-45A7-B39D-59713F2F11A1}" srcOrd="1" destOrd="0" presId="urn:microsoft.com/office/officeart/2005/8/layout/list1"/>
    <dgm:cxn modelId="{3E45C73F-BD11-402D-B1FE-BEFE09A89565}" type="presParOf" srcId="{A6489086-476C-46E5-9637-C82B78347CC0}" destId="{B4EC81A8-7CA1-4159-85B2-23F61066AA77}" srcOrd="1" destOrd="0" presId="urn:microsoft.com/office/officeart/2005/8/layout/list1"/>
    <dgm:cxn modelId="{E6A5A872-6132-4E03-A2AC-AB13A9FDFD8D}" type="presParOf" srcId="{A6489086-476C-46E5-9637-C82B78347CC0}" destId="{13EAC47E-59E4-40E0-A63C-BA9921DBEDB1}" srcOrd="2" destOrd="0" presId="urn:microsoft.com/office/officeart/2005/8/layout/list1"/>
    <dgm:cxn modelId="{06A62BBA-1435-4C1F-A307-FB3D58F7BF28}" type="presParOf" srcId="{A6489086-476C-46E5-9637-C82B78347CC0}" destId="{0197C043-C923-4D6E-AC96-71FC070672BF}" srcOrd="3" destOrd="0" presId="urn:microsoft.com/office/officeart/2005/8/layout/list1"/>
    <dgm:cxn modelId="{BBD76CD1-FA7D-4629-8C3B-00B020601CE2}" type="presParOf" srcId="{A6489086-476C-46E5-9637-C82B78347CC0}" destId="{9EA07524-DAC1-4F72-B6E8-9525C9F8B2E0}" srcOrd="4" destOrd="0" presId="urn:microsoft.com/office/officeart/2005/8/layout/list1"/>
    <dgm:cxn modelId="{657636D9-1741-43CA-AC04-21DE2E22AABA}" type="presParOf" srcId="{9EA07524-DAC1-4F72-B6E8-9525C9F8B2E0}" destId="{909B6664-AD42-4547-876A-9BCF27FA6095}" srcOrd="0" destOrd="0" presId="urn:microsoft.com/office/officeart/2005/8/layout/list1"/>
    <dgm:cxn modelId="{2BA952AF-2AA6-440C-B98B-E48C38B98F4A}" type="presParOf" srcId="{9EA07524-DAC1-4F72-B6E8-9525C9F8B2E0}" destId="{E53A2B19-1C8A-49AB-AEB7-1551306E2907}" srcOrd="1" destOrd="0" presId="urn:microsoft.com/office/officeart/2005/8/layout/list1"/>
    <dgm:cxn modelId="{D216F379-C9F1-4604-957E-AEBFB6BC830D}" type="presParOf" srcId="{A6489086-476C-46E5-9637-C82B78347CC0}" destId="{7F8C7887-F574-434A-8B02-069BAA2B5053}" srcOrd="5" destOrd="0" presId="urn:microsoft.com/office/officeart/2005/8/layout/list1"/>
    <dgm:cxn modelId="{286FF2C1-0F0E-403A-A5F4-B9061B885CBD}" type="presParOf" srcId="{A6489086-476C-46E5-9637-C82B78347CC0}" destId="{14BE704C-6364-4845-B855-3783560FF3CC}" srcOrd="6" destOrd="0" presId="urn:microsoft.com/office/officeart/2005/8/layout/list1"/>
    <dgm:cxn modelId="{A855485C-4A6A-4A8C-98FD-DE4B7977DC03}" type="presParOf" srcId="{A6489086-476C-46E5-9637-C82B78347CC0}" destId="{5DFEF9F0-BB2A-4D21-970E-92070B9F8A09}" srcOrd="7" destOrd="0" presId="urn:microsoft.com/office/officeart/2005/8/layout/list1"/>
    <dgm:cxn modelId="{BBE149F8-286E-42AB-BE93-E80DF807A287}" type="presParOf" srcId="{A6489086-476C-46E5-9637-C82B78347CC0}" destId="{873EFB06-1E1B-40D1-8CA6-B9A3E48B4EA0}" srcOrd="8" destOrd="0" presId="urn:microsoft.com/office/officeart/2005/8/layout/list1"/>
    <dgm:cxn modelId="{48152D96-CCBA-444D-BABA-4D2F1C569CE4}" type="presParOf" srcId="{873EFB06-1E1B-40D1-8CA6-B9A3E48B4EA0}" destId="{501D2E57-A057-4560-897F-1181DC3C9094}" srcOrd="0" destOrd="0" presId="urn:microsoft.com/office/officeart/2005/8/layout/list1"/>
    <dgm:cxn modelId="{C5E223B5-FE51-4037-94E4-EC63ED7C3AFD}" type="presParOf" srcId="{873EFB06-1E1B-40D1-8CA6-B9A3E48B4EA0}" destId="{1186BF16-A28F-42E7-A4C5-B9423A8FB80B}" srcOrd="1" destOrd="0" presId="urn:microsoft.com/office/officeart/2005/8/layout/list1"/>
    <dgm:cxn modelId="{CDE0A66D-B3F5-4AC7-8A95-ACF2F8760DEB}" type="presParOf" srcId="{A6489086-476C-46E5-9637-C82B78347CC0}" destId="{50C5729F-3A86-4232-9863-9A88FC24D7BD}" srcOrd="9" destOrd="0" presId="urn:microsoft.com/office/officeart/2005/8/layout/list1"/>
    <dgm:cxn modelId="{1C39D210-4D5C-4DD4-A6B8-39045A9ED754}" type="presParOf" srcId="{A6489086-476C-46E5-9637-C82B78347CC0}" destId="{7C56C0E8-3DDD-430E-98FC-04DE5A3DCB3A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E5FAD2-50A8-4032-BAEC-E3A01D2341AE}">
      <dsp:nvSpPr>
        <dsp:cNvPr id="0" name=""/>
        <dsp:cNvSpPr/>
      </dsp:nvSpPr>
      <dsp:spPr>
        <a:xfrm>
          <a:off x="0" y="267134"/>
          <a:ext cx="8769532" cy="92137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500" kern="1200" dirty="0"/>
            <a:t>1. </a:t>
          </a:r>
          <a:r>
            <a:rPr lang="zh-CN" altLang="en-US" sz="3500" kern="1200" dirty="0"/>
            <a:t>“控制”的本质，让系统按期望方式运行</a:t>
          </a:r>
          <a:endParaRPr lang="zh-CN" sz="3500" kern="1200" dirty="0"/>
        </a:p>
      </dsp:txBody>
      <dsp:txXfrm>
        <a:off x="44978" y="312112"/>
        <a:ext cx="8679576" cy="831418"/>
      </dsp:txXfrm>
    </dsp:sp>
    <dsp:sp modelId="{FF9AF367-CEE7-48D4-94BC-D2092A112DC8}">
      <dsp:nvSpPr>
        <dsp:cNvPr id="0" name=""/>
        <dsp:cNvSpPr/>
      </dsp:nvSpPr>
      <dsp:spPr>
        <a:xfrm>
          <a:off x="0" y="1331642"/>
          <a:ext cx="8769532" cy="92137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500" kern="1200" dirty="0"/>
            <a:t>2. </a:t>
          </a:r>
          <a:r>
            <a:rPr lang="zh-CN" altLang="en-US" sz="3500" kern="1200" dirty="0"/>
            <a:t>区分开环控制与闭环控制的核心差异</a:t>
          </a:r>
          <a:endParaRPr lang="zh-CN" sz="3500" kern="1200" dirty="0"/>
        </a:p>
      </dsp:txBody>
      <dsp:txXfrm>
        <a:off x="44978" y="1376620"/>
        <a:ext cx="8679576" cy="831418"/>
      </dsp:txXfrm>
    </dsp:sp>
    <dsp:sp modelId="{AA9407FA-8D6A-4B50-800E-51B7764DE677}">
      <dsp:nvSpPr>
        <dsp:cNvPr id="0" name=""/>
        <dsp:cNvSpPr/>
      </dsp:nvSpPr>
      <dsp:spPr>
        <a:xfrm>
          <a:off x="0" y="2353817"/>
          <a:ext cx="8769532" cy="92137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500" kern="1200" dirty="0"/>
            <a:t>3. </a:t>
          </a:r>
          <a:r>
            <a:rPr lang="zh-CN" altLang="en-US" sz="3500" kern="1200" dirty="0"/>
            <a:t>认识“反馈”在自动控制系统中的关键作用</a:t>
          </a:r>
          <a:endParaRPr lang="zh-CN" sz="3500" kern="1200" dirty="0"/>
        </a:p>
      </dsp:txBody>
      <dsp:txXfrm>
        <a:off x="44978" y="2398795"/>
        <a:ext cx="8679576" cy="831418"/>
      </dsp:txXfrm>
    </dsp:sp>
    <dsp:sp modelId="{671A1D5D-3895-4FD4-A53B-E42790118A55}">
      <dsp:nvSpPr>
        <dsp:cNvPr id="0" name=""/>
        <dsp:cNvSpPr/>
      </dsp:nvSpPr>
      <dsp:spPr>
        <a:xfrm>
          <a:off x="0" y="3375992"/>
          <a:ext cx="8769532" cy="92137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500" kern="1200" dirty="0"/>
            <a:t>4. </a:t>
          </a:r>
          <a:r>
            <a:rPr lang="zh-CN" altLang="en-US" sz="3500" kern="1200" dirty="0"/>
            <a:t>建立对“扰动”和“不确定性”的工程意识</a:t>
          </a:r>
          <a:endParaRPr lang="zh-CN" sz="3500" kern="1200" dirty="0"/>
        </a:p>
      </dsp:txBody>
      <dsp:txXfrm>
        <a:off x="44978" y="3420970"/>
        <a:ext cx="8679576" cy="8314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CDA118-7591-4A17-A9E1-32F68A9B4AF8}">
      <dsp:nvSpPr>
        <dsp:cNvPr id="0" name=""/>
        <dsp:cNvSpPr/>
      </dsp:nvSpPr>
      <dsp:spPr>
        <a:xfrm>
          <a:off x="0" y="277782"/>
          <a:ext cx="6345159" cy="95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2455" tIns="333248" rIns="492455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0" i="0" kern="1200" baseline="0"/>
            <a:t>只根据设定值发出控制指令，不检测实际输出，也不修正误差。 </a:t>
          </a:r>
          <a:endParaRPr lang="zh-CN" altLang="en-US" sz="1600" kern="1200"/>
        </a:p>
      </dsp:txBody>
      <dsp:txXfrm>
        <a:off x="0" y="277782"/>
        <a:ext cx="6345159" cy="957600"/>
      </dsp:txXfrm>
    </dsp:sp>
    <dsp:sp modelId="{A61EE6D9-741D-4C97-B9B4-285FE0BE08A2}">
      <dsp:nvSpPr>
        <dsp:cNvPr id="0" name=""/>
        <dsp:cNvSpPr/>
      </dsp:nvSpPr>
      <dsp:spPr>
        <a:xfrm>
          <a:off x="317257" y="41622"/>
          <a:ext cx="4441611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882" tIns="0" rIns="167882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0" i="0" kern="1200" baseline="0"/>
            <a:t>定义： </a:t>
          </a:r>
          <a:endParaRPr lang="zh-CN" altLang="en-US" sz="1600" kern="1200"/>
        </a:p>
      </dsp:txBody>
      <dsp:txXfrm>
        <a:off x="340314" y="64679"/>
        <a:ext cx="4395497" cy="426206"/>
      </dsp:txXfrm>
    </dsp:sp>
    <dsp:sp modelId="{A0FA97BD-E9D4-498C-90B6-D02435AE35EF}">
      <dsp:nvSpPr>
        <dsp:cNvPr id="0" name=""/>
        <dsp:cNvSpPr/>
      </dsp:nvSpPr>
      <dsp:spPr>
        <a:xfrm>
          <a:off x="0" y="1557942"/>
          <a:ext cx="6345159" cy="95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2455" tIns="333248" rIns="492455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0" i="0" kern="1200" baseline="0"/>
            <a:t>给电机固定 </a:t>
          </a:r>
          <a:r>
            <a:rPr lang="en-US" altLang="zh-CN" sz="1600" b="0" i="0" kern="1200" baseline="0"/>
            <a:t>PWM = 128</a:t>
          </a:r>
          <a:r>
            <a:rPr lang="zh-CN" altLang="en-US" sz="1600" b="0" i="0" kern="1200" baseline="0"/>
            <a:t>（</a:t>
          </a:r>
          <a:r>
            <a:rPr lang="en-US" altLang="zh-CN" sz="1600" b="0" i="0" kern="1200" baseline="0"/>
            <a:t>50% </a:t>
          </a:r>
          <a:r>
            <a:rPr lang="zh-CN" altLang="en-US" sz="1600" b="0" i="0" kern="1200" baseline="0"/>
            <a:t>占空比）→ 期望它转 </a:t>
          </a:r>
          <a:r>
            <a:rPr lang="en-US" altLang="zh-CN" sz="1600" b="0" i="0" kern="1200" baseline="0"/>
            <a:t>100 RPM </a:t>
          </a:r>
          <a:endParaRPr lang="zh-CN" altLang="en-US" sz="1600" kern="1200"/>
        </a:p>
      </dsp:txBody>
      <dsp:txXfrm>
        <a:off x="0" y="1557942"/>
        <a:ext cx="6345159" cy="957600"/>
      </dsp:txXfrm>
    </dsp:sp>
    <dsp:sp modelId="{CF736B1C-1BAE-47BD-A940-E7E8ACAF17B8}">
      <dsp:nvSpPr>
        <dsp:cNvPr id="0" name=""/>
        <dsp:cNvSpPr/>
      </dsp:nvSpPr>
      <dsp:spPr>
        <a:xfrm>
          <a:off x="317257" y="1321782"/>
          <a:ext cx="4441611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882" tIns="0" rIns="167882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0" i="0" kern="1200" baseline="0"/>
            <a:t>举例： </a:t>
          </a:r>
          <a:endParaRPr lang="zh-CN" altLang="en-US" sz="1600" kern="1200"/>
        </a:p>
      </dsp:txBody>
      <dsp:txXfrm>
        <a:off x="340314" y="1344839"/>
        <a:ext cx="4395497" cy="426206"/>
      </dsp:txXfrm>
    </dsp:sp>
    <dsp:sp modelId="{354B4D3D-302C-4DAD-B3D8-BF9C8D95D392}">
      <dsp:nvSpPr>
        <dsp:cNvPr id="0" name=""/>
        <dsp:cNvSpPr/>
      </dsp:nvSpPr>
      <dsp:spPr>
        <a:xfrm>
          <a:off x="0" y="2838102"/>
          <a:ext cx="6345159" cy="136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2455" tIns="333248" rIns="492455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0" i="0" kern="1200" baseline="0"/>
            <a:t>✅ 结构简单、成本低 </a:t>
          </a:r>
          <a:endParaRPr lang="zh-CN" alt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0" i="0" kern="1200" baseline="0"/>
            <a:t>❌ 无法应对扰动：负载一变，转速就变 </a:t>
          </a:r>
          <a:endParaRPr lang="zh-CN" alt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0" i="0" kern="1200" baseline="0"/>
            <a:t>❌ 无法补偿系统变化：电池没电了？照样按原指令输出 </a:t>
          </a:r>
          <a:endParaRPr lang="zh-CN" altLang="en-US" sz="1600" kern="1200"/>
        </a:p>
      </dsp:txBody>
      <dsp:txXfrm>
        <a:off x="0" y="2838102"/>
        <a:ext cx="6345159" cy="1360800"/>
      </dsp:txXfrm>
    </dsp:sp>
    <dsp:sp modelId="{A0DB50CB-7D17-47BE-83A5-C532F45F6957}">
      <dsp:nvSpPr>
        <dsp:cNvPr id="0" name=""/>
        <dsp:cNvSpPr/>
      </dsp:nvSpPr>
      <dsp:spPr>
        <a:xfrm>
          <a:off x="317257" y="2601942"/>
          <a:ext cx="4441611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882" tIns="0" rIns="167882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0" i="0" kern="1200" baseline="0"/>
            <a:t>特点： </a:t>
          </a:r>
          <a:endParaRPr lang="zh-CN" altLang="en-US" sz="1600" kern="1200"/>
        </a:p>
      </dsp:txBody>
      <dsp:txXfrm>
        <a:off x="340314" y="2624999"/>
        <a:ext cx="4395497" cy="426206"/>
      </dsp:txXfrm>
    </dsp:sp>
    <dsp:sp modelId="{0FE24488-053E-4BCA-972A-24B08314020E}">
      <dsp:nvSpPr>
        <dsp:cNvPr id="0" name=""/>
        <dsp:cNvSpPr/>
      </dsp:nvSpPr>
      <dsp:spPr>
        <a:xfrm>
          <a:off x="0" y="4521462"/>
          <a:ext cx="6345159" cy="705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2455" tIns="333248" rIns="492455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0" i="0" kern="1200" baseline="0"/>
            <a:t>蒙眼开车：方向盘打</a:t>
          </a:r>
          <a:r>
            <a:rPr lang="en-US" altLang="zh-CN" sz="1600" b="0" i="0" kern="1200" baseline="0"/>
            <a:t>30°</a:t>
          </a:r>
          <a:r>
            <a:rPr lang="zh-CN" altLang="en-US" sz="1600" b="0" i="0" kern="1200" baseline="0"/>
            <a:t>，但不管车是否跑偏</a:t>
          </a:r>
          <a:r>
            <a:rPr lang="en-US" altLang="zh-CN" sz="1600" b="0" i="0" kern="1200" baseline="0"/>
            <a:t>——</a:t>
          </a:r>
          <a:r>
            <a:rPr lang="zh-CN" altLang="en-US" sz="1600" b="0" i="0" kern="1200" baseline="0"/>
            <a:t>危险！ </a:t>
          </a:r>
          <a:endParaRPr lang="zh-CN" altLang="en-US" sz="1600" kern="1200"/>
        </a:p>
      </dsp:txBody>
      <dsp:txXfrm>
        <a:off x="0" y="4521462"/>
        <a:ext cx="6345159" cy="705600"/>
      </dsp:txXfrm>
    </dsp:sp>
    <dsp:sp modelId="{389DE26F-4D99-4EDA-BCDA-8734FEA72409}">
      <dsp:nvSpPr>
        <dsp:cNvPr id="0" name=""/>
        <dsp:cNvSpPr/>
      </dsp:nvSpPr>
      <dsp:spPr>
        <a:xfrm>
          <a:off x="317257" y="4285302"/>
          <a:ext cx="4441611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882" tIns="0" rIns="167882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0" i="0" kern="1200" baseline="0"/>
            <a:t>类比： </a:t>
          </a:r>
          <a:endParaRPr lang="zh-CN" altLang="en-US" sz="1600" kern="1200"/>
        </a:p>
      </dsp:txBody>
      <dsp:txXfrm>
        <a:off x="340314" y="4308359"/>
        <a:ext cx="4395497" cy="4262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15A163-4F70-4D89-88C6-A40D549F1CEB}">
      <dsp:nvSpPr>
        <dsp:cNvPr id="0" name=""/>
        <dsp:cNvSpPr/>
      </dsp:nvSpPr>
      <dsp:spPr>
        <a:xfrm>
          <a:off x="0" y="232781"/>
          <a:ext cx="5939246" cy="7780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0951" tIns="270764" rIns="460951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300" b="0" i="0" kern="1200" baseline="0"/>
            <a:t>通过传感器实时测量输出，与目标比较得到“误差”，再用误差调整控制量。 </a:t>
          </a:r>
          <a:endParaRPr lang="zh-CN" altLang="en-US" sz="1300" kern="1200"/>
        </a:p>
      </dsp:txBody>
      <dsp:txXfrm>
        <a:off x="0" y="232781"/>
        <a:ext cx="5939246" cy="778050"/>
      </dsp:txXfrm>
    </dsp:sp>
    <dsp:sp modelId="{0639DEEB-885D-4E88-939E-68ABA117DC97}">
      <dsp:nvSpPr>
        <dsp:cNvPr id="0" name=""/>
        <dsp:cNvSpPr/>
      </dsp:nvSpPr>
      <dsp:spPr>
        <a:xfrm>
          <a:off x="296962" y="40901"/>
          <a:ext cx="4157472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7143" tIns="0" rIns="157143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300" b="0" i="0" kern="1200" baseline="0"/>
            <a:t>定义：</a:t>
          </a:r>
          <a:endParaRPr lang="zh-CN" altLang="en-US" sz="1300" kern="1200"/>
        </a:p>
      </dsp:txBody>
      <dsp:txXfrm>
        <a:off x="315696" y="59635"/>
        <a:ext cx="4120004" cy="346292"/>
      </dsp:txXfrm>
    </dsp:sp>
    <dsp:sp modelId="{F2AB8BFF-2AD7-4B50-B388-024C61D36F09}">
      <dsp:nvSpPr>
        <dsp:cNvPr id="0" name=""/>
        <dsp:cNvSpPr/>
      </dsp:nvSpPr>
      <dsp:spPr>
        <a:xfrm>
          <a:off x="0" y="1272911"/>
          <a:ext cx="5939246" cy="573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0951" tIns="270764" rIns="460951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300" b="0" i="0" kern="1200" baseline="0"/>
            <a:t>“看结果，再调整” </a:t>
          </a:r>
          <a:r>
            <a:rPr lang="en-US" altLang="zh-CN" sz="1300" b="0" i="0" kern="1200" baseline="0"/>
            <a:t>—— </a:t>
          </a:r>
          <a:r>
            <a:rPr lang="zh-CN" altLang="en-US" sz="1300" b="0" i="0" kern="1200" baseline="0"/>
            <a:t>像人一样智能！ </a:t>
          </a:r>
          <a:endParaRPr lang="zh-CN" altLang="en-US" sz="1300" kern="1200"/>
        </a:p>
      </dsp:txBody>
      <dsp:txXfrm>
        <a:off x="0" y="1272911"/>
        <a:ext cx="5939246" cy="573300"/>
      </dsp:txXfrm>
    </dsp:sp>
    <dsp:sp modelId="{51ACF2C6-D5F5-4D0D-9F2F-68844F5B9EF1}">
      <dsp:nvSpPr>
        <dsp:cNvPr id="0" name=""/>
        <dsp:cNvSpPr/>
      </dsp:nvSpPr>
      <dsp:spPr>
        <a:xfrm>
          <a:off x="296962" y="1081031"/>
          <a:ext cx="4157472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7143" tIns="0" rIns="157143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300" b="0" i="0" kern="1200" baseline="0"/>
            <a:t>核心思想： </a:t>
          </a:r>
          <a:endParaRPr lang="zh-CN" altLang="en-US" sz="1300" kern="1200"/>
        </a:p>
      </dsp:txBody>
      <dsp:txXfrm>
        <a:off x="315696" y="1099765"/>
        <a:ext cx="4120004" cy="346292"/>
      </dsp:txXfrm>
    </dsp:sp>
    <dsp:sp modelId="{00A5B271-059B-42AD-B292-309985781CC2}">
      <dsp:nvSpPr>
        <dsp:cNvPr id="0" name=""/>
        <dsp:cNvSpPr/>
      </dsp:nvSpPr>
      <dsp:spPr>
        <a:xfrm>
          <a:off x="0" y="2108291"/>
          <a:ext cx="5939246" cy="12899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0951" tIns="270764" rIns="460951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300" b="0" i="0" kern="1200" baseline="0"/>
            <a:t>设定目标：</a:t>
          </a:r>
          <a:r>
            <a:rPr lang="en-US" altLang="zh-CN" sz="1300" b="0" i="0" kern="1200" baseline="0"/>
            <a:t>100 RPM </a:t>
          </a:r>
          <a:endParaRPr lang="zh-CN" alt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300" b="0" i="0" kern="1200" baseline="0"/>
            <a:t>编码器测出当前转速：</a:t>
          </a:r>
          <a:r>
            <a:rPr lang="en-US" altLang="zh-CN" sz="1300" b="0" i="0" kern="1200" baseline="0"/>
            <a:t>80 RPM </a:t>
          </a:r>
          <a:endParaRPr lang="zh-CN" alt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300" b="0" i="0" kern="1200" baseline="0"/>
            <a:t>误差 </a:t>
          </a:r>
          <a:r>
            <a:rPr lang="en-US" altLang="zh-CN" sz="1300" b="0" i="0" kern="1200" baseline="0"/>
            <a:t>= 100 - 80 = 20 RPM </a:t>
          </a:r>
          <a:endParaRPr lang="zh-CN" alt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300" b="0" i="0" kern="1200" baseline="0"/>
            <a:t>控制器增大 </a:t>
          </a:r>
          <a:r>
            <a:rPr lang="en-US" altLang="zh-CN" sz="1300" b="0" i="0" kern="1200" baseline="0"/>
            <a:t>PWM → </a:t>
          </a:r>
          <a:r>
            <a:rPr lang="zh-CN" altLang="en-US" sz="1300" b="0" i="0" kern="1200" baseline="0"/>
            <a:t>转速回升 → 误差减小 </a:t>
          </a:r>
          <a:endParaRPr lang="zh-CN" altLang="en-US" sz="1300" kern="1200"/>
        </a:p>
      </dsp:txBody>
      <dsp:txXfrm>
        <a:off x="0" y="2108291"/>
        <a:ext cx="5939246" cy="1289925"/>
      </dsp:txXfrm>
    </dsp:sp>
    <dsp:sp modelId="{9DFFED05-027E-4C44-A7BD-DD9EA7E7FEE9}">
      <dsp:nvSpPr>
        <dsp:cNvPr id="0" name=""/>
        <dsp:cNvSpPr/>
      </dsp:nvSpPr>
      <dsp:spPr>
        <a:xfrm>
          <a:off x="296962" y="1916411"/>
          <a:ext cx="4157472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7143" tIns="0" rIns="157143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300" b="0" i="0" kern="1200" baseline="0"/>
            <a:t>举例： </a:t>
          </a:r>
          <a:endParaRPr lang="zh-CN" altLang="en-US" sz="1300" kern="1200"/>
        </a:p>
      </dsp:txBody>
      <dsp:txXfrm>
        <a:off x="315696" y="1935145"/>
        <a:ext cx="4120004" cy="346292"/>
      </dsp:txXfrm>
    </dsp:sp>
    <dsp:sp modelId="{CCCBFBB4-50D4-4ABA-9E34-B0A6A55E5AAC}">
      <dsp:nvSpPr>
        <dsp:cNvPr id="0" name=""/>
        <dsp:cNvSpPr/>
      </dsp:nvSpPr>
      <dsp:spPr>
        <a:xfrm>
          <a:off x="0" y="3660296"/>
          <a:ext cx="5939246" cy="13513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0951" tIns="270764" rIns="460951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300" b="0" i="0" kern="1200" baseline="0"/>
            <a:t>✅ 能自动抑制扰动（如负载突增） </a:t>
          </a:r>
          <a:endParaRPr lang="zh-CN" alt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300" b="0" i="0" kern="1200" baseline="0"/>
            <a:t>✅ 对系统参数变化鲁棒（如电压波动） </a:t>
          </a:r>
          <a:endParaRPr lang="zh-CN" alt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300" b="0" i="0" kern="1200" baseline="0"/>
            <a:t>✅ 可实现高精度控制 </a:t>
          </a:r>
          <a:endParaRPr lang="zh-CN" alt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300" b="0" i="0" kern="1200" baseline="0"/>
            <a:t>❌ 系统更复杂，需传感器和控制器 </a:t>
          </a:r>
          <a:endParaRPr lang="zh-CN" altLang="en-US" sz="1300" kern="1200"/>
        </a:p>
      </dsp:txBody>
      <dsp:txXfrm>
        <a:off x="0" y="3660296"/>
        <a:ext cx="5939246" cy="1351350"/>
      </dsp:txXfrm>
    </dsp:sp>
    <dsp:sp modelId="{EE5C4697-CC77-4DAE-9096-F95FF4A1EF29}">
      <dsp:nvSpPr>
        <dsp:cNvPr id="0" name=""/>
        <dsp:cNvSpPr/>
      </dsp:nvSpPr>
      <dsp:spPr>
        <a:xfrm>
          <a:off x="296962" y="3468416"/>
          <a:ext cx="4157472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7143" tIns="0" rIns="157143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300" b="0" i="0" kern="1200" baseline="0"/>
            <a:t>特点： </a:t>
          </a:r>
          <a:endParaRPr lang="zh-CN" altLang="en-US" sz="1300" kern="1200"/>
        </a:p>
      </dsp:txBody>
      <dsp:txXfrm>
        <a:off x="315696" y="3487150"/>
        <a:ext cx="4120004" cy="346292"/>
      </dsp:txXfrm>
    </dsp:sp>
    <dsp:sp modelId="{AA4D2235-3924-4B17-AB0F-CD03E61264F8}">
      <dsp:nvSpPr>
        <dsp:cNvPr id="0" name=""/>
        <dsp:cNvSpPr/>
      </dsp:nvSpPr>
      <dsp:spPr>
        <a:xfrm>
          <a:off x="0" y="5273726"/>
          <a:ext cx="5939246" cy="573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0951" tIns="270764" rIns="460951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300" b="0" i="0" kern="1200" baseline="0"/>
            <a:t>正常开车：眼睛看车道 → 偏了就微调方向盘 → 保持居中 </a:t>
          </a:r>
          <a:endParaRPr lang="zh-CN" altLang="en-US" sz="1300" kern="1200"/>
        </a:p>
      </dsp:txBody>
      <dsp:txXfrm>
        <a:off x="0" y="5273726"/>
        <a:ext cx="5939246" cy="573300"/>
      </dsp:txXfrm>
    </dsp:sp>
    <dsp:sp modelId="{451A6026-5A46-49C4-9AA7-D07659A5E2A0}">
      <dsp:nvSpPr>
        <dsp:cNvPr id="0" name=""/>
        <dsp:cNvSpPr/>
      </dsp:nvSpPr>
      <dsp:spPr>
        <a:xfrm>
          <a:off x="296962" y="5081846"/>
          <a:ext cx="4157472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7143" tIns="0" rIns="157143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300" b="0" i="0" kern="1200" baseline="0"/>
            <a:t>类比： </a:t>
          </a:r>
          <a:endParaRPr lang="zh-CN" altLang="en-US" sz="1300" kern="1200"/>
        </a:p>
      </dsp:txBody>
      <dsp:txXfrm>
        <a:off x="315696" y="5100580"/>
        <a:ext cx="4120004" cy="34629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EAC47E-59E4-40E0-A63C-BA9921DBEDB1}">
      <dsp:nvSpPr>
        <dsp:cNvPr id="0" name=""/>
        <dsp:cNvSpPr/>
      </dsp:nvSpPr>
      <dsp:spPr>
        <a:xfrm>
          <a:off x="0" y="735359"/>
          <a:ext cx="5532452" cy="1197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9380" tIns="395732" rIns="429380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900" b="0" i="0" kern="1200" baseline="0"/>
            <a:t>负载变化、风阻、摩擦力</a:t>
          </a:r>
          <a:r>
            <a:rPr lang="en-US" altLang="zh-CN" sz="1900" b="0" i="0" kern="1200" baseline="0"/>
            <a:t>……</a:t>
          </a:r>
          <a:r>
            <a:rPr lang="zh-CN" altLang="en-US" sz="1900" b="0" i="0" kern="1200" baseline="0"/>
            <a:t>无法完全预测 </a:t>
          </a:r>
          <a:endParaRPr lang="zh-CN" alt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900" b="0" i="0" kern="1200" baseline="0"/>
            <a:t>反馈能“感知并抵抗”这些干扰 </a:t>
          </a:r>
          <a:endParaRPr lang="zh-CN" altLang="en-US" sz="1900" kern="1200"/>
        </a:p>
      </dsp:txBody>
      <dsp:txXfrm>
        <a:off x="0" y="735359"/>
        <a:ext cx="5532452" cy="1197000"/>
      </dsp:txXfrm>
    </dsp:sp>
    <dsp:sp modelId="{8A31E6F1-3B13-45A7-B39D-59713F2F11A1}">
      <dsp:nvSpPr>
        <dsp:cNvPr id="0" name=""/>
        <dsp:cNvSpPr/>
      </dsp:nvSpPr>
      <dsp:spPr>
        <a:xfrm>
          <a:off x="276622" y="454919"/>
          <a:ext cx="3872716" cy="56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379" tIns="0" rIns="146379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900" b="0" i="0" kern="1200" baseline="0"/>
            <a:t>存在扰动（</a:t>
          </a:r>
          <a:r>
            <a:rPr lang="en-US" altLang="zh-CN" sz="1900" b="0" i="0" kern="1200" baseline="0"/>
            <a:t>Disturbances</a:t>
          </a:r>
          <a:r>
            <a:rPr lang="zh-CN" altLang="en-US" sz="1900" b="0" i="0" kern="1200" baseline="0"/>
            <a:t>） </a:t>
          </a:r>
          <a:endParaRPr lang="zh-CN" altLang="en-US" sz="1900" kern="1200"/>
        </a:p>
      </dsp:txBody>
      <dsp:txXfrm>
        <a:off x="304002" y="482299"/>
        <a:ext cx="3817956" cy="506120"/>
      </dsp:txXfrm>
    </dsp:sp>
    <dsp:sp modelId="{14BE704C-6364-4845-B855-3783560FF3CC}">
      <dsp:nvSpPr>
        <dsp:cNvPr id="0" name=""/>
        <dsp:cNvSpPr/>
      </dsp:nvSpPr>
      <dsp:spPr>
        <a:xfrm>
          <a:off x="0" y="2315400"/>
          <a:ext cx="5532452" cy="1197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9380" tIns="395732" rIns="429380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900" b="0" i="0" kern="1200" baseline="0"/>
            <a:t>电机参数会随温度、老化变化 </a:t>
          </a:r>
          <a:endParaRPr lang="zh-CN" alt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900" b="0" i="0" kern="1200" baseline="0"/>
            <a:t>反馈让系统“不依赖完美模型” </a:t>
          </a:r>
          <a:endParaRPr lang="zh-CN" altLang="en-US" sz="1900" kern="1200"/>
        </a:p>
      </dsp:txBody>
      <dsp:txXfrm>
        <a:off x="0" y="2315400"/>
        <a:ext cx="5532452" cy="1197000"/>
      </dsp:txXfrm>
    </dsp:sp>
    <dsp:sp modelId="{E53A2B19-1C8A-49AB-AEB7-1551306E2907}">
      <dsp:nvSpPr>
        <dsp:cNvPr id="0" name=""/>
        <dsp:cNvSpPr/>
      </dsp:nvSpPr>
      <dsp:spPr>
        <a:xfrm>
          <a:off x="276622" y="2034960"/>
          <a:ext cx="3872716" cy="56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379" tIns="0" rIns="146379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900" b="0" i="0" kern="1200" baseline="0"/>
            <a:t>模型不精确（</a:t>
          </a:r>
          <a:r>
            <a:rPr lang="en-US" altLang="zh-CN" sz="1900" b="0" i="0" kern="1200" baseline="0"/>
            <a:t>Model Uncertainty</a:t>
          </a:r>
          <a:r>
            <a:rPr lang="zh-CN" altLang="en-US" sz="1900" b="0" i="0" kern="1200" baseline="0"/>
            <a:t>） </a:t>
          </a:r>
          <a:endParaRPr lang="zh-CN" altLang="en-US" sz="1900" kern="1200"/>
        </a:p>
      </dsp:txBody>
      <dsp:txXfrm>
        <a:off x="304002" y="2062340"/>
        <a:ext cx="3817956" cy="506120"/>
      </dsp:txXfrm>
    </dsp:sp>
    <dsp:sp modelId="{7C56C0E8-3DDD-430E-98FC-04DE5A3DCB3A}">
      <dsp:nvSpPr>
        <dsp:cNvPr id="0" name=""/>
        <dsp:cNvSpPr/>
      </dsp:nvSpPr>
      <dsp:spPr>
        <a:xfrm>
          <a:off x="0" y="3895440"/>
          <a:ext cx="5532452" cy="1197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9380" tIns="395732" rIns="429380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900" b="0" i="0" kern="1200" baseline="0"/>
            <a:t>人类无法</a:t>
          </a:r>
          <a:r>
            <a:rPr lang="en-US" altLang="zh-CN" sz="1900" b="0" i="0" kern="1200" baseline="0"/>
            <a:t>24</a:t>
          </a:r>
          <a:r>
            <a:rPr lang="zh-CN" altLang="en-US" sz="1900" b="0" i="0" kern="1200" baseline="0"/>
            <a:t>小时盯住电机转速 </a:t>
          </a:r>
          <a:endParaRPr lang="zh-CN" alt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900" b="0" i="0" kern="1200" baseline="0"/>
            <a:t>反馈让机器“自己管自己”</a:t>
          </a:r>
          <a:endParaRPr lang="zh-CN" altLang="en-US" sz="1900" kern="1200"/>
        </a:p>
      </dsp:txBody>
      <dsp:txXfrm>
        <a:off x="0" y="3895440"/>
        <a:ext cx="5532452" cy="1197000"/>
      </dsp:txXfrm>
    </dsp:sp>
    <dsp:sp modelId="{1186BF16-A28F-42E7-A4C5-B9423A8FB80B}">
      <dsp:nvSpPr>
        <dsp:cNvPr id="0" name=""/>
        <dsp:cNvSpPr/>
      </dsp:nvSpPr>
      <dsp:spPr>
        <a:xfrm>
          <a:off x="276622" y="3615000"/>
          <a:ext cx="3872716" cy="56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379" tIns="0" rIns="146379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900" b="0" i="0" kern="1200" baseline="0"/>
            <a:t>实现高精度与自动化 </a:t>
          </a:r>
          <a:endParaRPr lang="zh-CN" altLang="en-US" sz="1900" kern="1200"/>
        </a:p>
      </dsp:txBody>
      <dsp:txXfrm>
        <a:off x="304002" y="3642380"/>
        <a:ext cx="3817956" cy="5061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35AF6-A61D-48FD-9A60-E72F8F36BF54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62781-BAE5-4C95-91E2-1B732473B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37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E33EE-9CF4-FA5B-3761-EB11C13A2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9BB56B4-F573-F2EE-3841-51335B855A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C493529-937D-7BC8-4C0F-5CE0CB07AE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7DD01A-7410-E5EE-E706-6C1CCB95F2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88165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章的直流有刷电机（‘大力出奇迹’的代表，可以粗略控制转速、转向）和第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章的舵机（能定角度，通过减速齿轮和控制板来控制角度），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今天进入第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章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步进电机，这个堪称‘精准主义者’的新伙伴，它和前两种电机最大的区别就是：转不转、转多少，全由‘步数’说了算！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今天先搞懂它‘怎么迈开腿’，下一节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咱们再细聊它的‘体检报告’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那些参数指标到底藏着什么秘密。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8759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先问大家一个问题：你们见过最 “听话” 的转动是什么？是拧瓶盖？还是钟表指针？但步进电机的 “听话”，那可是 “指哪转哪，转多少算多少”。它到底怎么转起来的呢？</a:t>
            </a:r>
          </a:p>
          <a:p>
            <a:br>
              <a:rPr lang="zh-CN" altLang="en-US" dirty="0"/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咱们可以把步进电机的内部想象成一个 “迷你指挥台”。定子上有几个 “指挥官”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就是标记的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这些绕组，转子就是那个 “听话的士兵”。当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A1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指挥官先 “发号施令”（通电），转子就会乖乖转向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；接着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B1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指挥官 “接力下令”，转子又会转向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；然后是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依次 “指挥”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……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转子就这么一步一步跟着转起来了。</a:t>
            </a:r>
          </a:p>
          <a:p>
            <a:br>
              <a:rPr lang="zh-CN" altLang="en-US" dirty="0"/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就像咱们排队走路，第一个人往前走一步，第二个人跟上，第三个人再跟上，整个队伍就整齐地动起来了。步进电机每一步转动的角度，就叫 “步距角”。比如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里第一个例子，假设每一步转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度，那它转一圈就需要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步，跟咱们 “迈四大步走一圈” 似的。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66773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将一大步拆解成小碎步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（一）先看左边：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90°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怎么变成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endParaRPr lang="zh-CN" alt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左边电机，转子转一步是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。关键是类似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B2+A2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同时通电，上、右两个定子同时吸引转子，转子会被吸引到中间；本来转子一步从上到右、现在被拆分成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就像谈恋爱，如果上一个对象不挽留你，你立即被下一个对象吸引过去，但是如果下一个对象吸引你的同时、上一个对象挽留你，你会在中间犹豫一下。</a:t>
            </a:r>
          </a:p>
          <a:p>
            <a:br>
              <a:rPr lang="zh-CN" altLang="en-US" dirty="0"/>
            </a:b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（二）再看右边：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 “小碎步”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定子绕组的布局也变了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定子有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更多小绕组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，像 “磁场分身”，每个小绕组负责 “拉转子一小步” 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就像你找了个会易容术的对象，谈一个对象相当于谈了两个对象。</a:t>
            </a:r>
            <a:br>
              <a:rPr lang="zh-CN" altLang="en-US" dirty="0"/>
            </a:b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三、提炼核心逻辑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想让步距角更小，关键在 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“细化磁场指令”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：通过控制电流方向（比如让绕组 “半程通电”），让定子磁场的 “指挥” 更细腻，转子步子自然变小 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就像给电机装了个 “微调开关”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以前按一下动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，现在按一下动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，精细度直接翻倍！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四、快速引出后续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还不够细咋办？下一页有更绝的 “齿牙错位术”，让转子步子比芝麻还小！先记住：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电流控制是缩小步距角的基础操作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，咱们继续解锁更牛的技巧～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0780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B35C5-0282-3426-25AD-AEF7433F4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2022B22-8356-91C2-2F40-3E77BA0F1C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3395BA7-86A7-BAB5-B074-CBB9637977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将一大步拆解成小碎步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（一）先看左边：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90°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怎么变成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endParaRPr lang="zh-CN" alt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左边电机，转子转一步是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。关键是类似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B2+A2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同时通电，上、右两个定子同时吸引转子，转子会被吸引到中间；本来转子一步从上到右、现在被拆分成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就像谈恋爱，如果上一个对象不挽留你，你立即被下一个对象吸引过去，但是如果下一个对象吸引你的同时、上一个对象挽留你，你会在中间犹豫一下。</a:t>
            </a:r>
          </a:p>
          <a:p>
            <a:br>
              <a:rPr lang="zh-CN" altLang="en-US" dirty="0"/>
            </a:b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（二）再看右边：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 “小碎步”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定子绕组的布局也变了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定子有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更多小绕组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，像 “磁场分身”，每个小绕组负责 “拉转子一小步” 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就像你找了个会易容术的对象，谈一个对象相当于谈了两个对象。</a:t>
            </a:r>
            <a:br>
              <a:rPr lang="zh-CN" altLang="en-US" dirty="0"/>
            </a:b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三、提炼核心逻辑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想让步距角更小，关键在 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“细化磁场指令”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：通过控制电流方向（比如让绕组 “半程通电”），让定子磁场的 “指挥” 更细腻，转子步子自然变小 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就像给电机装了个 “微调开关”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以前按一下动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，现在按一下动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，精细度直接翻倍！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四、快速引出后续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还不够细咋办？下一页有更绝的 “齿牙错位术”，让转子步子比芝麻还小！先记住：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电流控制是缩小步距角的基础操作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，咱们继续解锁更牛的技巧～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CEA0F7-0BDA-0537-9D30-623BC67431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1047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759DE-F316-88BA-5B67-DCF4224FB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305C667-A7B3-EB26-B415-C6063BCA6A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A5BD9EB-4EE7-9D54-E7FE-77EFE6B9B6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将一大步拆解成小碎步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（一）先看左边：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90°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怎么变成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endParaRPr lang="zh-CN" alt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左边电机，转子转一步是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。关键是类似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B2+A2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同时通电，上、右两个定子同时吸引转子，转子会被吸引到中间；本来转子一步从上到右、现在被拆分成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就像谈恋爱，如果上一个对象不挽留你，你立即被下一个对象吸引过去，但是如果下一个对象吸引你的同时、上一个对象挽留你，你会在中间犹豫一下。</a:t>
            </a:r>
          </a:p>
          <a:p>
            <a:br>
              <a:rPr lang="zh-CN" altLang="en-US" dirty="0"/>
            </a:b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（二）再看右边：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 “小碎步”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定子绕组的布局也变了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定子有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更多小绕组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，像 “磁场分身”，每个小绕组负责 “拉转子一小步” 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就像你找了个会易容术的对象，谈一个对象相当于谈了两个对象。</a:t>
            </a:r>
            <a:br>
              <a:rPr lang="zh-CN" altLang="en-US" dirty="0"/>
            </a:b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三、提炼核心逻辑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想让步距角更小，关键在 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“细化磁场指令”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：通过控制电流方向（比如让绕组 “半程通电”），让定子磁场的 “指挥” 更细腻，转子步子自然变小 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就像给电机装了个 “微调开关”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以前按一下动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，现在按一下动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，精细度直接翻倍！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四、快速引出后续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还不够细咋办？下一页有更绝的 “齿牙错位术”，让转子步子比芝麻还小！先记住：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电流控制是缩小步距角的基础操作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，咱们继续解锁更牛的技巧～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FB81FF-9D84-3E4B-5080-84427EFF37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19645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622AB-E850-55D6-BF70-AFD49BA98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A35DC59-E56D-8CC8-AD96-B891A3C5D2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952B885-EF80-29AB-AA5A-2EDEAF7199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将一大步拆解成小碎步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（一）先看左边：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90°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怎么变成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endParaRPr lang="zh-CN" alt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左边电机，转子转一步是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。关键是类似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B2+A2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同时通电，上、右两个定子同时吸引转子，转子会被吸引到中间；本来转子一步从上到右、现在被拆分成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就像谈恋爱，如果上一个对象不挽留你，你立即被下一个对象吸引过去，但是如果下一个对象吸引你的同时、上一个对象挽留你，你会在中间犹豫一下。</a:t>
            </a:r>
          </a:p>
          <a:p>
            <a:br>
              <a:rPr lang="zh-CN" altLang="en-US" dirty="0"/>
            </a:b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（二）再看右边：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 “小碎步”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定子绕组的布局也变了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定子有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更多小绕组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，像 “磁场分身”，每个小绕组负责 “拉转子一小步” 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就像你找了个会易容术的对象，谈一个对象相当于谈了两个对象。</a:t>
            </a:r>
            <a:br>
              <a:rPr lang="zh-CN" altLang="en-US" dirty="0"/>
            </a:b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三、提炼核心逻辑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想让步距角更小，关键在 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“细化磁场指令”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：通过控制电流方向（比如让绕组 “半程通电”），让定子磁场的 “指挥” 更细腻，转子步子自然变小 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就像给电机装了个 “微调开关”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以前按一下动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，现在按一下动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，精细度直接翻倍！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四、快速引出后续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还不够细咋办？下一页有更绝的 “齿牙错位术”，让转子步子比芝麻还小！先记住：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电流控制是缩小步距角的基础操作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，咱们继续解锁更牛的技巧～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901B8C-A88D-B88F-003C-4692EBD192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60597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72EE9-0B0A-BB5E-9299-C017AF189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47F151-790E-5C60-EAC1-34E1CC6E9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96AECB-05A3-B382-9E64-8D6BBEBB3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将一大步拆解成小碎步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（一）先看左边：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90°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怎么变成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endParaRPr lang="zh-CN" alt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左边电机，转子转一步是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。关键是类似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B2+A2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同时通电，上、右两个定子同时吸引转子，转子会被吸引到中间；本来转子一步从上到右、现在被拆分成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就像谈恋爱，如果上一个对象不挽留你，你立即被下一个对象吸引过去，但是如果下一个对象吸引你的同时、上一个对象挽留你，你会在中间犹豫一下。</a:t>
            </a:r>
          </a:p>
          <a:p>
            <a:br>
              <a:rPr lang="zh-CN" altLang="en-US" dirty="0"/>
            </a:b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（二）再看右边：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 “小碎步”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定子绕组的布局也变了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定子有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更多小绕组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，像 “磁场分身”，每个小绕组负责 “拉转子一小步” 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就像你找了个会易容术的对象，谈一个对象相当于谈了两个对象。</a:t>
            </a:r>
            <a:br>
              <a:rPr lang="zh-CN" altLang="en-US" dirty="0"/>
            </a:b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三、提炼核心逻辑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想让步距角更小，关键在 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“细化磁场指令”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：通过控制电流方向（比如让绕组 “半程通电”），让定子磁场的 “指挥” 更细腻，转子步子自然变小 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就像给电机装了个 “微调开关”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以前按一下动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，现在按一下动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，精细度直接翻倍！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四、快速引出后续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还不够细咋办？下一页有更绝的 “齿牙错位术”，让转子步子比芝麻还小！先记住：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电流控制是缩小步距角的基础操作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，咱们继续解锁更牛的技巧～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54E931-82B3-66FA-4302-8B72BDBC95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2344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98010-6D3A-00E5-A9FA-DECFFB45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1EFDD-F9A5-E1E7-5D12-813C0ADE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61DEB-E866-A6CB-C9D9-D70CB857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4FA6D-3848-FE75-BFDB-ED698F73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C8086-56EA-2D74-D57B-897B28CE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74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5CB43-7C60-AD99-B4A9-B399E8C6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2755900"/>
            <a:ext cx="9258300" cy="815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38E94D4-A501-192F-6ED2-5506F3FAE203}"/>
              </a:ext>
            </a:extLst>
          </p:cNvPr>
          <p:cNvSpPr/>
          <p:nvPr/>
        </p:nvSpPr>
        <p:spPr>
          <a:xfrm>
            <a:off x="12739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E92C170-EF74-FE50-678B-F5D875A50DA4}"/>
              </a:ext>
            </a:extLst>
          </p:cNvPr>
          <p:cNvSpPr/>
          <p:nvPr/>
        </p:nvSpPr>
        <p:spPr>
          <a:xfrm>
            <a:off x="1045368" y="2897187"/>
            <a:ext cx="319087" cy="533400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A22F98-0864-A629-77B5-8F14CD2056B6}"/>
              </a:ext>
            </a:extLst>
          </p:cNvPr>
          <p:cNvSpPr/>
          <p:nvPr/>
        </p:nvSpPr>
        <p:spPr>
          <a:xfrm>
            <a:off x="15025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00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112188" y="374795"/>
            <a:ext cx="10528876" cy="390527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08F08C6-3C39-9C11-0725-75CC7427A6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6927" y="208572"/>
            <a:ext cx="568252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2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054784" y="374795"/>
            <a:ext cx="3974034" cy="390527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</p:spTree>
    <p:extLst>
      <p:ext uri="{BB962C8B-B14F-4D97-AF65-F5344CB8AC3E}">
        <p14:creationId xmlns:p14="http://schemas.microsoft.com/office/powerpoint/2010/main" val="82118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7C869B-A0BA-D6AE-D0D4-11E1B533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5A2620-29DE-CD42-F733-2907E2386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3A470E-780F-8158-CABC-A03E9BA79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CEB5A9A-13CC-4F73-B43A-1D8F85083558}" type="datetimeFigureOut">
              <a:rPr lang="zh-CN" altLang="en-US" smtClean="0"/>
              <a:pPr/>
              <a:t>2025/10/16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2838F-97EC-E402-AA26-CEB2CE7D7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2C9C5-7D1E-DCC5-EC29-F23101B58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49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61" r:id="rId3"/>
    <p:sldLayoutId id="214748366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Relationship Id="rId9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9F282-F80C-154F-7C72-A3C8DDAD0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30F8C764-B10E-AF1B-177F-1E4F68C5309A}"/>
              </a:ext>
            </a:extLst>
          </p:cNvPr>
          <p:cNvSpPr txBox="1"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56" name="标题 1">
            <a:extLst>
              <a:ext uri="{FF2B5EF4-FFF2-40B4-BE49-F238E27FC236}">
                <a16:creationId xmlns:a16="http://schemas.microsoft.com/office/drawing/2014/main" id="{435EA853-567B-EB8E-4E36-3177EB2EED9B}"/>
              </a:ext>
            </a:extLst>
          </p:cNvPr>
          <p:cNvSpPr txBox="1"/>
          <p:nvPr/>
        </p:nvSpPr>
        <p:spPr>
          <a:xfrm>
            <a:off x="1948481" y="2605064"/>
            <a:ext cx="6132949" cy="1425748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kumimoji="1" lang="zh-CN" altLang="en-US" sz="5400" b="1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闭环控制系统</a:t>
            </a:r>
            <a:r>
              <a:rPr kumimoji="1" lang="zh-CN" altLang="en-US" sz="54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</a:t>
            </a:r>
            <a:endParaRPr kumimoji="1" lang="en-US" altLang="zh-CN" sz="54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73D92F75-B6EC-970B-3D8C-7A4D750FBECD}"/>
              </a:ext>
            </a:extLst>
          </p:cNvPr>
          <p:cNvSpPr txBox="1"/>
          <p:nvPr/>
        </p:nvSpPr>
        <p:spPr>
          <a:xfrm>
            <a:off x="3390380" y="4004662"/>
            <a:ext cx="5155472" cy="683342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r">
              <a:lnSpc>
                <a:spcPct val="130000"/>
              </a:lnSpc>
            </a:pPr>
            <a:r>
              <a:rPr kumimoji="1" lang="en-US" altLang="zh-CN" sz="36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——PID</a:t>
            </a:r>
            <a:r>
              <a:rPr kumimoji="1" lang="zh-CN" altLang="en-US" sz="36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控制之一</a:t>
            </a:r>
            <a:endParaRPr kumimoji="1" lang="en-US" altLang="zh-CN" sz="3600" b="1" dirty="0">
              <a:ln w="12700"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E3703680-D619-48DF-7ADA-8EEB375587BA}"/>
              </a:ext>
            </a:extLst>
          </p:cNvPr>
          <p:cNvGrpSpPr/>
          <p:nvPr/>
        </p:nvGrpSpPr>
        <p:grpSpPr>
          <a:xfrm>
            <a:off x="7182901" y="1934706"/>
            <a:ext cx="3599598" cy="1199540"/>
            <a:chOff x="4281444" y="2800958"/>
            <a:chExt cx="3599598" cy="1199540"/>
          </a:xfrm>
        </p:grpSpPr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96D822C9-63E1-B737-B3CE-C568157179DB}"/>
                </a:ext>
              </a:extLst>
            </p:cNvPr>
            <p:cNvSpPr/>
            <p:nvPr/>
          </p:nvSpPr>
          <p:spPr>
            <a:xfrm>
              <a:off x="6554309" y="2882257"/>
              <a:ext cx="584460" cy="5473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被控</a:t>
              </a:r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EFABF954-93BF-F71C-E789-73165900E024}"/>
                </a:ext>
              </a:extLst>
            </p:cNvPr>
            <p:cNvSpPr/>
            <p:nvPr/>
          </p:nvSpPr>
          <p:spPr>
            <a:xfrm>
              <a:off x="5644395" y="2881625"/>
              <a:ext cx="584460" cy="5473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控制</a:t>
              </a:r>
            </a:p>
          </p:txBody>
        </p: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1ED489C7-18D6-D3DE-7DA3-DAD0FDD292D3}"/>
                </a:ext>
              </a:extLst>
            </p:cNvPr>
            <p:cNvSpPr/>
            <p:nvPr/>
          </p:nvSpPr>
          <p:spPr>
            <a:xfrm>
              <a:off x="5101227" y="3045429"/>
              <a:ext cx="217714" cy="219767"/>
            </a:xfrm>
            <a:prstGeom prst="ellipse">
              <a:avLst/>
            </a:prstGeom>
            <a:solidFill>
              <a:srgbClr val="FFFF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A667807A-FB82-05ED-28AF-8E8285DBDF66}"/>
                </a:ext>
              </a:extLst>
            </p:cNvPr>
            <p:cNvCxnSpPr>
              <a:stCxn id="57" idx="1"/>
              <a:endCxn id="57" idx="5"/>
            </p:cNvCxnSpPr>
            <p:nvPr/>
          </p:nvCxnSpPr>
          <p:spPr>
            <a:xfrm>
              <a:off x="5133110" y="3077613"/>
              <a:ext cx="153948" cy="155399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EF2642C6-9E00-8B3E-ECAE-92A1E6E99E75}"/>
                </a:ext>
              </a:extLst>
            </p:cNvPr>
            <p:cNvCxnSpPr>
              <a:stCxn id="57" idx="3"/>
              <a:endCxn id="57" idx="7"/>
            </p:cNvCxnSpPr>
            <p:nvPr/>
          </p:nvCxnSpPr>
          <p:spPr>
            <a:xfrm flipV="1">
              <a:off x="5133110" y="3077613"/>
              <a:ext cx="153948" cy="155399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箭头连接符 59">
              <a:extLst>
                <a:ext uri="{FF2B5EF4-FFF2-40B4-BE49-F238E27FC236}">
                  <a16:creationId xmlns:a16="http://schemas.microsoft.com/office/drawing/2014/main" id="{C445B9CB-4728-C35C-00F3-7751BAB4C17B}"/>
                </a:ext>
              </a:extLst>
            </p:cNvPr>
            <p:cNvCxnSpPr/>
            <p:nvPr/>
          </p:nvCxnSpPr>
          <p:spPr>
            <a:xfrm>
              <a:off x="4701540" y="3155312"/>
              <a:ext cx="39968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7F3B03B7-6FED-8B27-621C-87D27216F19F}"/>
                </a:ext>
              </a:extLst>
            </p:cNvPr>
            <p:cNvSpPr/>
            <p:nvPr/>
          </p:nvSpPr>
          <p:spPr>
            <a:xfrm>
              <a:off x="5812035" y="3718560"/>
              <a:ext cx="1198365" cy="28193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测量元件</a:t>
              </a:r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168FF44F-42E3-94C4-A1DC-1B0AFBB8D8F2}"/>
                </a:ext>
              </a:extLst>
            </p:cNvPr>
            <p:cNvSpPr txBox="1"/>
            <p:nvPr/>
          </p:nvSpPr>
          <p:spPr>
            <a:xfrm>
              <a:off x="7157767" y="2854286"/>
              <a:ext cx="7232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被控量</a:t>
              </a:r>
            </a:p>
          </p:txBody>
        </p:sp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E0CFBB16-EC3B-2486-8A85-A5B49DD5282D}"/>
                </a:ext>
              </a:extLst>
            </p:cNvPr>
            <p:cNvCxnSpPr>
              <a:cxnSpLocks/>
            </p:cNvCxnSpPr>
            <p:nvPr/>
          </p:nvCxnSpPr>
          <p:spPr>
            <a:xfrm>
              <a:off x="7138769" y="3163563"/>
              <a:ext cx="67935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4" name="连接符: 肘形 1023">
              <a:extLst>
                <a:ext uri="{FF2B5EF4-FFF2-40B4-BE49-F238E27FC236}">
                  <a16:creationId xmlns:a16="http://schemas.microsoft.com/office/drawing/2014/main" id="{86ED640A-0F8C-FC20-8025-DDAF2DD3DE9F}"/>
                </a:ext>
              </a:extLst>
            </p:cNvPr>
            <p:cNvCxnSpPr>
              <a:stCxn id="61" idx="1"/>
              <a:endCxn id="57" idx="4"/>
            </p:cNvCxnSpPr>
            <p:nvPr/>
          </p:nvCxnSpPr>
          <p:spPr>
            <a:xfrm rot="10800000">
              <a:off x="5210085" y="3265197"/>
              <a:ext cx="601951" cy="594333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6" name="直接箭头连接符 1025">
              <a:extLst>
                <a:ext uri="{FF2B5EF4-FFF2-40B4-BE49-F238E27FC236}">
                  <a16:creationId xmlns:a16="http://schemas.microsoft.com/office/drawing/2014/main" id="{DEAE291E-BE3B-3F2F-9976-64970874F392}"/>
                </a:ext>
              </a:extLst>
            </p:cNvPr>
            <p:cNvCxnSpPr>
              <a:stCxn id="57" idx="6"/>
              <a:endCxn id="55" idx="1"/>
            </p:cNvCxnSpPr>
            <p:nvPr/>
          </p:nvCxnSpPr>
          <p:spPr>
            <a:xfrm flipV="1">
              <a:off x="5318941" y="3155312"/>
              <a:ext cx="325454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7" name="直接箭头连接符 1026">
              <a:extLst>
                <a:ext uri="{FF2B5EF4-FFF2-40B4-BE49-F238E27FC236}">
                  <a16:creationId xmlns:a16="http://schemas.microsoft.com/office/drawing/2014/main" id="{6DAF1951-5B2E-9961-5620-A296A168AC97}"/>
                </a:ext>
              </a:extLst>
            </p:cNvPr>
            <p:cNvCxnSpPr>
              <a:stCxn id="55" idx="3"/>
              <a:endCxn id="53" idx="1"/>
            </p:cNvCxnSpPr>
            <p:nvPr/>
          </p:nvCxnSpPr>
          <p:spPr>
            <a:xfrm>
              <a:off x="6228855" y="3155312"/>
              <a:ext cx="325454" cy="6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1028" name="连接符: 肘形 1027">
              <a:extLst>
                <a:ext uri="{FF2B5EF4-FFF2-40B4-BE49-F238E27FC236}">
                  <a16:creationId xmlns:a16="http://schemas.microsoft.com/office/drawing/2014/main" id="{6C7B8DBF-F2BA-0C48-8611-B85D6EE3A8E3}"/>
                </a:ext>
              </a:extLst>
            </p:cNvPr>
            <p:cNvCxnSpPr>
              <a:cxnSpLocks/>
              <a:stCxn id="62" idx="2"/>
              <a:endCxn id="61" idx="3"/>
            </p:cNvCxnSpPr>
            <p:nvPr/>
          </p:nvCxnSpPr>
          <p:spPr>
            <a:xfrm rot="5400000">
              <a:off x="6916170" y="3256294"/>
              <a:ext cx="697466" cy="509005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9" name="文本框 1028">
              <a:extLst>
                <a:ext uri="{FF2B5EF4-FFF2-40B4-BE49-F238E27FC236}">
                  <a16:creationId xmlns:a16="http://schemas.microsoft.com/office/drawing/2014/main" id="{1AB04B84-419E-2FDE-0910-36FAF2251011}"/>
                </a:ext>
              </a:extLst>
            </p:cNvPr>
            <p:cNvSpPr txBox="1"/>
            <p:nvPr/>
          </p:nvSpPr>
          <p:spPr>
            <a:xfrm>
              <a:off x="4904346" y="2800958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+</a:t>
              </a:r>
              <a:endParaRPr lang="zh-CN" altLang="en-US" dirty="0"/>
            </a:p>
          </p:txBody>
        </p:sp>
        <p:sp>
          <p:nvSpPr>
            <p:cNvPr id="1030" name="文本框 1029">
              <a:extLst>
                <a:ext uri="{FF2B5EF4-FFF2-40B4-BE49-F238E27FC236}">
                  <a16:creationId xmlns:a16="http://schemas.microsoft.com/office/drawing/2014/main" id="{5E8BA3E5-EE9F-54F7-8F14-61F33200F77F}"/>
                </a:ext>
              </a:extLst>
            </p:cNvPr>
            <p:cNvSpPr txBox="1"/>
            <p:nvPr/>
          </p:nvSpPr>
          <p:spPr>
            <a:xfrm>
              <a:off x="5172524" y="314033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-</a:t>
              </a:r>
              <a:endParaRPr lang="zh-CN" altLang="en-US" dirty="0"/>
            </a:p>
          </p:txBody>
        </p:sp>
        <p:sp>
          <p:nvSpPr>
            <p:cNvPr id="1031" name="文本框 1030">
              <a:extLst>
                <a:ext uri="{FF2B5EF4-FFF2-40B4-BE49-F238E27FC236}">
                  <a16:creationId xmlns:a16="http://schemas.microsoft.com/office/drawing/2014/main" id="{5BA06AAA-10E9-B48E-3D74-76DD9E93333C}"/>
                </a:ext>
              </a:extLst>
            </p:cNvPr>
            <p:cNvSpPr txBox="1"/>
            <p:nvPr/>
          </p:nvSpPr>
          <p:spPr>
            <a:xfrm>
              <a:off x="4281444" y="2854286"/>
              <a:ext cx="7232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40496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标题 1"/>
          <p:cNvSpPr txBox="1"/>
          <p:nvPr/>
        </p:nvSpPr>
        <p:spPr>
          <a:xfrm>
            <a:off x="443436" y="50357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4DA22E79-CE64-2DFE-BA96-AAD1C92B5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61" y="249848"/>
            <a:ext cx="568252" cy="722971"/>
          </a:xfrm>
          <a:prstGeom prst="rect">
            <a:avLst/>
          </a:prstGeom>
        </p:spPr>
      </p:pic>
      <p:sp>
        <p:nvSpPr>
          <p:cNvPr id="56" name="标题 1">
            <a:extLst>
              <a:ext uri="{FF2B5EF4-FFF2-40B4-BE49-F238E27FC236}">
                <a16:creationId xmlns:a16="http://schemas.microsoft.com/office/drawing/2014/main" id="{3E23DABD-351E-E28C-D66B-970AFEBBEDFF}"/>
              </a:ext>
            </a:extLst>
          </p:cNvPr>
          <p:cNvSpPr txBox="1"/>
          <p:nvPr/>
        </p:nvSpPr>
        <p:spPr>
          <a:xfrm>
            <a:off x="1997590" y="2818708"/>
            <a:ext cx="4925723" cy="89333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zh-CN" altLang="en-US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为什么需要闭环控制？</a:t>
            </a:r>
            <a:endParaRPr kumimoji="1" lang="en-US" altLang="zh-CN" sz="40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97B368E-A7CA-382B-CDAA-BCB48B30880B}"/>
              </a:ext>
            </a:extLst>
          </p:cNvPr>
          <p:cNvSpPr txBox="1"/>
          <p:nvPr/>
        </p:nvSpPr>
        <p:spPr>
          <a:xfrm>
            <a:off x="8286750" y="473074"/>
            <a:ext cx="3504136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009C039-412F-F46F-73A2-007DE4586162}"/>
              </a:ext>
            </a:extLst>
          </p:cNvPr>
          <p:cNvGrpSpPr/>
          <p:nvPr/>
        </p:nvGrpSpPr>
        <p:grpSpPr>
          <a:xfrm>
            <a:off x="8395710" y="560916"/>
            <a:ext cx="191046" cy="123736"/>
            <a:chOff x="9405360" y="560916"/>
            <a:chExt cx="191046" cy="123736"/>
          </a:xfrm>
        </p:grpSpPr>
        <p:sp>
          <p:nvSpPr>
            <p:cNvPr id="7" name="标题 1">
              <a:extLst>
                <a:ext uri="{FF2B5EF4-FFF2-40B4-BE49-F238E27FC236}">
                  <a16:creationId xmlns:a16="http://schemas.microsoft.com/office/drawing/2014/main" id="{B16617C9-0B65-19CB-A449-FE7201FF3230}"/>
                </a:ext>
              </a:extLst>
            </p:cNvPr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>
              <a:extLst>
                <a:ext uri="{FF2B5EF4-FFF2-40B4-BE49-F238E27FC236}">
                  <a16:creationId xmlns:a16="http://schemas.microsoft.com/office/drawing/2014/main" id="{91F4996C-216D-A58E-B51D-F934E91657D8}"/>
                </a:ext>
              </a:extLst>
            </p:cNvPr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>
              <a:extLst>
                <a:ext uri="{FF2B5EF4-FFF2-40B4-BE49-F238E27FC236}">
                  <a16:creationId xmlns:a16="http://schemas.microsoft.com/office/drawing/2014/main" id="{2051DA12-8F5E-043E-B013-630975152B47}"/>
                </a:ext>
              </a:extLst>
            </p:cNvPr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8" name="标题 1">
            <a:extLst>
              <a:ext uri="{FF2B5EF4-FFF2-40B4-BE49-F238E27FC236}">
                <a16:creationId xmlns:a16="http://schemas.microsoft.com/office/drawing/2014/main" id="{C6AF0379-367A-0305-C0CF-CAACD139A808}"/>
              </a:ext>
            </a:extLst>
          </p:cNvPr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E7383071-5452-D100-93D8-A8B3C57DDEC8}"/>
              </a:ext>
            </a:extLst>
          </p:cNvPr>
          <p:cNvSpPr txBox="1"/>
          <p:nvPr/>
        </p:nvSpPr>
        <p:spPr>
          <a:xfrm>
            <a:off x="8586777" y="503954"/>
            <a:ext cx="2815823" cy="2304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b="1" dirty="0" err="1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GenBotter</a:t>
            </a:r>
            <a:r>
              <a:rPr kumimoji="1" lang="zh-CN" altLang="en-US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电机开发教程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8A9E283A-0844-3A11-F79D-90E3F8FFBA93}"/>
              </a:ext>
            </a:extLst>
          </p:cNvPr>
          <p:cNvSpPr txBox="1"/>
          <p:nvPr/>
        </p:nvSpPr>
        <p:spPr>
          <a:xfrm>
            <a:off x="1749598" y="2271335"/>
            <a:ext cx="2460153" cy="54737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8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【07-01】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1065B79-D9FB-31EB-D83B-1DCAD60DE970}"/>
              </a:ext>
            </a:extLst>
          </p:cNvPr>
          <p:cNvSpPr txBox="1"/>
          <p:nvPr/>
        </p:nvSpPr>
        <p:spPr>
          <a:xfrm>
            <a:off x="3848782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7D81CDC7-1EC0-EBB6-2724-E1CB98E1C542}"/>
              </a:ext>
            </a:extLst>
          </p:cNvPr>
          <p:cNvSpPr txBox="1"/>
          <p:nvPr/>
        </p:nvSpPr>
        <p:spPr>
          <a:xfrm>
            <a:off x="4175906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DF89CA-9DC5-5479-F9F5-74BC96FCA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/>
              <a:t>学习目标</a:t>
            </a:r>
          </a:p>
        </p:txBody>
      </p:sp>
      <p:graphicFrame>
        <p:nvGraphicFramePr>
          <p:cNvPr id="3" name="内容占位符 2">
            <a:extLst>
              <a:ext uri="{FF2B5EF4-FFF2-40B4-BE49-F238E27FC236}">
                <a16:creationId xmlns:a16="http://schemas.microsoft.com/office/drawing/2014/main" id="{4418066D-7B8A-06B6-8BF8-68AAD7754025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759317297"/>
              </p:ext>
            </p:extLst>
          </p:nvPr>
        </p:nvGraphicFramePr>
        <p:xfrm>
          <a:off x="1785257" y="1306286"/>
          <a:ext cx="8769532" cy="46068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54865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6EF45-B8C8-A58C-4E29-E141193BC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03FA229-6591-F6A4-A727-47150D92F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生活中的“控制”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F059FD0F-2621-E516-B328-2C3C235CCB60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758398619"/>
              </p:ext>
            </p:extLst>
          </p:nvPr>
        </p:nvGraphicFramePr>
        <p:xfrm>
          <a:off x="3061122" y="1463402"/>
          <a:ext cx="7655760" cy="2403204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118992">
                  <a:extLst>
                    <a:ext uri="{9D8B030D-6E8A-4147-A177-3AD203B41FA5}">
                      <a16:colId xmlns:a16="http://schemas.microsoft.com/office/drawing/2014/main" val="1814759073"/>
                    </a:ext>
                  </a:extLst>
                </a:gridCol>
                <a:gridCol w="2551612">
                  <a:extLst>
                    <a:ext uri="{9D8B030D-6E8A-4147-A177-3AD203B41FA5}">
                      <a16:colId xmlns:a16="http://schemas.microsoft.com/office/drawing/2014/main" val="4178080929"/>
                    </a:ext>
                  </a:extLst>
                </a:gridCol>
                <a:gridCol w="3985156">
                  <a:extLst>
                    <a:ext uri="{9D8B030D-6E8A-4147-A177-3AD203B41FA5}">
                      <a16:colId xmlns:a16="http://schemas.microsoft.com/office/drawing/2014/main" val="213132784"/>
                    </a:ext>
                  </a:extLst>
                </a:gridCol>
              </a:tblGrid>
              <a:tr h="600801">
                <a:tc>
                  <a:txBody>
                    <a:bodyPr/>
                    <a:lstStyle/>
                    <a:p>
                      <a:pPr algn="ctr" eaLnBrk="1" fontAlgn="t" latinLnBrk="0" hangingPunct="1">
                        <a:buNone/>
                      </a:pPr>
                      <a:r>
                        <a:rPr lang="zh-CN" altLang="en-US" sz="1800" dirty="0">
                          <a:solidFill>
                            <a:srgbClr val="1D1D2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场景</a:t>
                      </a:r>
                      <a:endParaRPr lang="zh-CN" altLang="en-US" sz="18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3740" marR="83740" marT="83740" marB="8374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fontAlgn="t" latinLnBrk="0" hangingPunct="1">
                        <a:buNone/>
                      </a:pPr>
                      <a:r>
                        <a:rPr lang="zh-CN" altLang="en-US" sz="1800" dirty="0">
                          <a:solidFill>
                            <a:srgbClr val="1D1D2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我们想控制什么？</a:t>
                      </a:r>
                      <a:endParaRPr lang="zh-CN" altLang="en-US" sz="18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3740" marR="83740" marT="83740" marB="8374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fontAlgn="t" latinLnBrk="0" hangingPunct="1">
                        <a:buNone/>
                      </a:pPr>
                      <a:r>
                        <a:rPr lang="zh-CN" altLang="en-US" sz="1800" dirty="0">
                          <a:solidFill>
                            <a:srgbClr val="1D1D2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如何实现</a:t>
                      </a:r>
                      <a:endParaRPr lang="zh-CN" altLang="en-US" sz="18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3740" marR="83740" marT="83740" marB="8374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7137786"/>
                  </a:ext>
                </a:extLst>
              </a:tr>
              <a:tr h="600801"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zh-CN" altLang="en-US" sz="1800">
                          <a:solidFill>
                            <a:srgbClr val="1D1D2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开车</a:t>
                      </a:r>
                      <a:endParaRPr lang="zh-CN" altLang="en-US" sz="18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3740" marR="83740" marT="83740" marB="83740"/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zh-CN" altLang="en-US" sz="1800">
                          <a:solidFill>
                            <a:srgbClr val="1D1D2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车辆沿车道行驶</a:t>
                      </a:r>
                      <a:endParaRPr lang="zh-CN" altLang="en-US" sz="18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3740" marR="83740" marT="83740" marB="83740"/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zh-CN" altLang="en-US" sz="1800">
                          <a:solidFill>
                            <a:srgbClr val="1D1D2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眼睛看路 → 大脑判断 → 手打方向盘</a:t>
                      </a:r>
                      <a:endParaRPr lang="zh-CN" altLang="en-US" sz="18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3740" marR="83740" marT="83740" marB="83740"/>
                </a:tc>
                <a:extLst>
                  <a:ext uri="{0D108BD9-81ED-4DB2-BD59-A6C34878D82A}">
                    <a16:rowId xmlns:a16="http://schemas.microsoft.com/office/drawing/2014/main" val="2791799366"/>
                  </a:ext>
                </a:extLst>
              </a:tr>
              <a:tr h="600801"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zh-CN" altLang="en-US" sz="1800">
                          <a:solidFill>
                            <a:srgbClr val="1D1D2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烧水</a:t>
                      </a:r>
                      <a:endParaRPr lang="zh-CN" altLang="en-US" sz="18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3740" marR="83740" marT="83740" marB="83740"/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zh-CN" altLang="en-US" sz="1800">
                          <a:solidFill>
                            <a:srgbClr val="1D1D2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水温达到</a:t>
                      </a:r>
                      <a:r>
                        <a:rPr lang="en-US" altLang="zh-CN" sz="1800">
                          <a:solidFill>
                            <a:srgbClr val="1D1D2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100℃</a:t>
                      </a:r>
                      <a:endParaRPr lang="zh-CN" altLang="en-US" sz="18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3740" marR="83740" marT="83740" marB="83740"/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zh-CN" altLang="en-US" sz="1800">
                          <a:solidFill>
                            <a:srgbClr val="1D1D2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看水是否沸腾 → 决定是否关火</a:t>
                      </a:r>
                      <a:endParaRPr lang="zh-CN" altLang="en-US" sz="18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3740" marR="83740" marT="83740" marB="83740"/>
                </a:tc>
                <a:extLst>
                  <a:ext uri="{0D108BD9-81ED-4DB2-BD59-A6C34878D82A}">
                    <a16:rowId xmlns:a16="http://schemas.microsoft.com/office/drawing/2014/main" val="1271151142"/>
                  </a:ext>
                </a:extLst>
              </a:tr>
              <a:tr h="600801"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zh-CN" altLang="en-US" sz="1800">
                          <a:solidFill>
                            <a:srgbClr val="1D1D2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空调</a:t>
                      </a:r>
                      <a:endParaRPr lang="zh-CN" altLang="en-US" sz="18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3740" marR="83740" marT="83740" marB="83740"/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zh-CN" altLang="en-US" sz="1800" dirty="0">
                          <a:solidFill>
                            <a:srgbClr val="1D1D2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室温维持</a:t>
                      </a:r>
                      <a:r>
                        <a:rPr lang="en-US" altLang="zh-CN" sz="1800" dirty="0">
                          <a:solidFill>
                            <a:srgbClr val="1D1D2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25℃</a:t>
                      </a:r>
                      <a:endParaRPr lang="zh-CN" altLang="en-US" sz="18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3740" marR="83740" marT="83740" marB="83740"/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zh-CN" altLang="en-US" sz="1800" dirty="0">
                          <a:solidFill>
                            <a:srgbClr val="1D1D2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温度传感器检测 → 自动启停压缩机</a:t>
                      </a:r>
                      <a:endParaRPr lang="zh-CN" altLang="en-US" sz="18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3740" marR="83740" marT="83740" marB="83740"/>
                </a:tc>
                <a:extLst>
                  <a:ext uri="{0D108BD9-81ED-4DB2-BD59-A6C34878D82A}">
                    <a16:rowId xmlns:a16="http://schemas.microsoft.com/office/drawing/2014/main" val="2761085517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1993867A-5A42-3422-5A68-3458CCC77B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360" y="4380020"/>
            <a:ext cx="62440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感知当前状态 → 与目标比较 → 调整行为 这就是反馈控制！</a:t>
            </a:r>
          </a:p>
        </p:txBody>
      </p:sp>
    </p:spTree>
    <p:extLst>
      <p:ext uri="{BB962C8B-B14F-4D97-AF65-F5344CB8AC3E}">
        <p14:creationId xmlns:p14="http://schemas.microsoft.com/office/powerpoint/2010/main" val="2811269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5C44B-0E79-578B-B271-AFE3E2C9C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97691B46-AD61-928F-E4A8-0BF58831A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工程中的“控制”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1BD496C-A841-C3FD-E750-593007742A34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1292257" y="1574893"/>
            <a:ext cx="7918601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在电机系统中，我们希望： 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转速稳定在 1000 RPM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位置精确停在 90°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力矩恒定输出以提起重物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但现实充满挑战： 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电池电压会下降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负载会突然变化（如机器人爬坡）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摩擦、老化、温度都会影响性能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4DB4C08-608A-577C-5506-09F212572DB6}"/>
              </a:ext>
            </a:extLst>
          </p:cNvPr>
          <p:cNvSpPr txBox="1"/>
          <p:nvPr/>
        </p:nvSpPr>
        <p:spPr>
          <a:xfrm>
            <a:off x="1112188" y="5495497"/>
            <a:ext cx="79186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❓ 问题：如果我们只“发指令”，不“看结果”，系统能可靠工作吗？ </a:t>
            </a:r>
          </a:p>
        </p:txBody>
      </p:sp>
    </p:spTree>
    <p:extLst>
      <p:ext uri="{BB962C8B-B14F-4D97-AF65-F5344CB8AC3E}">
        <p14:creationId xmlns:p14="http://schemas.microsoft.com/office/powerpoint/2010/main" val="3706010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0715F-63FE-6F61-0F73-8CA636393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06492E2-8391-BB84-0BF6-CF9F25B54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开环控制（</a:t>
            </a:r>
            <a:r>
              <a:rPr lang="en-US" altLang="zh-CN" dirty="0"/>
              <a:t>Open-Loop Control</a:t>
            </a:r>
            <a:r>
              <a:rPr lang="zh-CN" altLang="en-US" dirty="0"/>
              <a:t>）</a:t>
            </a:r>
          </a:p>
        </p:txBody>
      </p:sp>
      <p:graphicFrame>
        <p:nvGraphicFramePr>
          <p:cNvPr id="12" name="内容占位符 11">
            <a:extLst>
              <a:ext uri="{FF2B5EF4-FFF2-40B4-BE49-F238E27FC236}">
                <a16:creationId xmlns:a16="http://schemas.microsoft.com/office/drawing/2014/main" id="{AEAD809E-F2B1-3B76-C58B-D70724C66ECE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400270163"/>
              </p:ext>
            </p:extLst>
          </p:nvPr>
        </p:nvGraphicFramePr>
        <p:xfrm>
          <a:off x="151434" y="1053737"/>
          <a:ext cx="6345159" cy="52686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" name="图片 9">
            <a:extLst>
              <a:ext uri="{FF2B5EF4-FFF2-40B4-BE49-F238E27FC236}">
                <a16:creationId xmlns:a16="http://schemas.microsoft.com/office/drawing/2014/main" id="{61670AB5-B3F9-7F72-7EEE-215B6E026A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9475" y="2223362"/>
            <a:ext cx="5175802" cy="146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390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8F5B1-56F1-7FB3-C99A-F65C87E7D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607EF24-1BCC-9855-0824-7FD83ED51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dirty="0"/>
              <a:t>4.</a:t>
            </a:r>
            <a:r>
              <a:rPr lang="zh-CN" altLang="en-US" sz="2400" dirty="0"/>
              <a:t>  闭环控制（</a:t>
            </a:r>
            <a:r>
              <a:rPr lang="en-US" altLang="zh-CN" sz="2400" dirty="0"/>
              <a:t>Closed-Loop Control / Feedback Control</a:t>
            </a:r>
            <a:r>
              <a:rPr lang="zh-CN" altLang="en-US" sz="2400" dirty="0"/>
              <a:t>）</a:t>
            </a:r>
          </a:p>
        </p:txBody>
      </p:sp>
      <p:graphicFrame>
        <p:nvGraphicFramePr>
          <p:cNvPr id="9" name="图示 8">
            <a:extLst>
              <a:ext uri="{FF2B5EF4-FFF2-40B4-BE49-F238E27FC236}">
                <a16:creationId xmlns:a16="http://schemas.microsoft.com/office/drawing/2014/main" id="{1767D88D-74A9-F489-6AA1-4E493D2785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39499370"/>
              </p:ext>
            </p:extLst>
          </p:nvPr>
        </p:nvGraphicFramePr>
        <p:xfrm>
          <a:off x="304801" y="861215"/>
          <a:ext cx="5939246" cy="58879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147" name="Picture 3">
            <a:extLst>
              <a:ext uri="{FF2B5EF4-FFF2-40B4-BE49-F238E27FC236}">
                <a16:creationId xmlns:a16="http://schemas.microsoft.com/office/drawing/2014/main" id="{C04ABECB-DF4B-62DA-64B0-4418F0F1B1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5586" y="1666875"/>
            <a:ext cx="5314950" cy="176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73AB0955-9C6E-8D32-9E93-B27CD12925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5586" y="4061341"/>
            <a:ext cx="5248275" cy="173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060952B-89B9-2D5C-6692-9AA06AC8EF30}"/>
              </a:ext>
            </a:extLst>
          </p:cNvPr>
          <p:cNvSpPr txBox="1"/>
          <p:nvPr/>
        </p:nvSpPr>
        <p:spPr>
          <a:xfrm>
            <a:off x="8906557" y="356050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反馈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6584C51-1160-9C45-C244-0BFF05798470}"/>
              </a:ext>
            </a:extLst>
          </p:cNvPr>
          <p:cNvSpPr txBox="1"/>
          <p:nvPr/>
        </p:nvSpPr>
        <p:spPr>
          <a:xfrm>
            <a:off x="6605805" y="6113873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为什么要闭环、反馈才能控制好？</a:t>
            </a:r>
          </a:p>
        </p:txBody>
      </p:sp>
    </p:spTree>
    <p:extLst>
      <p:ext uri="{BB962C8B-B14F-4D97-AF65-F5344CB8AC3E}">
        <p14:creationId xmlns:p14="http://schemas.microsoft.com/office/powerpoint/2010/main" val="77128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F1FB9E-35C1-3E6A-9692-D9E2B4342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</a:t>
            </a:r>
            <a:r>
              <a:rPr lang="zh-CN" altLang="en-US" dirty="0"/>
              <a:t> 为什么需要反馈？</a:t>
            </a:r>
            <a:r>
              <a:rPr lang="en-US" altLang="zh-CN" dirty="0"/>
              <a:t>—— </a:t>
            </a:r>
            <a:r>
              <a:rPr lang="zh-CN" altLang="en-US" dirty="0"/>
              <a:t>三个核心原因</a:t>
            </a:r>
          </a:p>
        </p:txBody>
      </p:sp>
      <p:graphicFrame>
        <p:nvGraphicFramePr>
          <p:cNvPr id="11" name="内容占位符 10">
            <a:extLst>
              <a:ext uri="{FF2B5EF4-FFF2-40B4-BE49-F238E27FC236}">
                <a16:creationId xmlns:a16="http://schemas.microsoft.com/office/drawing/2014/main" id="{B8B4CF2A-183F-BDD0-DAF5-AC897FDF4AAA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007849130"/>
              </p:ext>
            </p:extLst>
          </p:nvPr>
        </p:nvGraphicFramePr>
        <p:xfrm>
          <a:off x="1112188" y="1010194"/>
          <a:ext cx="5532452" cy="5547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C18A4AB5-1B7B-3BD2-D7E4-BA40680F9341}"/>
              </a:ext>
            </a:extLst>
          </p:cNvPr>
          <p:cNvSpPr txBox="1"/>
          <p:nvPr/>
        </p:nvSpPr>
        <p:spPr>
          <a:xfrm>
            <a:off x="7088776" y="1557049"/>
            <a:ext cx="44360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🌟 反馈 = 赋予机器“感知”与“自适应”能力 </a:t>
            </a:r>
          </a:p>
        </p:txBody>
      </p:sp>
    </p:spTree>
    <p:extLst>
      <p:ext uri="{BB962C8B-B14F-4D97-AF65-F5344CB8AC3E}">
        <p14:creationId xmlns:p14="http://schemas.microsoft.com/office/powerpoint/2010/main" val="1051345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A8F7E-ABCF-13FA-71F1-5AE281A1C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923158A1-C324-89E6-D498-905FA29DB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 </a:t>
            </a:r>
            <a:r>
              <a:rPr lang="zh-CN" altLang="en-US" dirty="0"/>
              <a:t>开环 </a:t>
            </a:r>
            <a:r>
              <a:rPr lang="en-US" altLang="zh-CN" dirty="0"/>
              <a:t>vs </a:t>
            </a:r>
            <a:r>
              <a:rPr lang="zh-CN" altLang="en-US" dirty="0"/>
              <a:t>闭环：关键对比</a:t>
            </a:r>
          </a:p>
        </p:txBody>
      </p:sp>
      <p:graphicFrame>
        <p:nvGraphicFramePr>
          <p:cNvPr id="6" name="内容占位符 5">
            <a:extLst>
              <a:ext uri="{FF2B5EF4-FFF2-40B4-BE49-F238E27FC236}">
                <a16:creationId xmlns:a16="http://schemas.microsoft.com/office/drawing/2014/main" id="{A7604F25-8CC0-08D1-CAFE-FFE3342F83B5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056193088"/>
              </p:ext>
            </p:extLst>
          </p:nvPr>
        </p:nvGraphicFramePr>
        <p:xfrm>
          <a:off x="1112188" y="1184727"/>
          <a:ext cx="9675222" cy="3465651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824086">
                  <a:extLst>
                    <a:ext uri="{9D8B030D-6E8A-4147-A177-3AD203B41FA5}">
                      <a16:colId xmlns:a16="http://schemas.microsoft.com/office/drawing/2014/main" val="2204481316"/>
                    </a:ext>
                  </a:extLst>
                </a:gridCol>
                <a:gridCol w="3361509">
                  <a:extLst>
                    <a:ext uri="{9D8B030D-6E8A-4147-A177-3AD203B41FA5}">
                      <a16:colId xmlns:a16="http://schemas.microsoft.com/office/drawing/2014/main" val="3493962048"/>
                    </a:ext>
                  </a:extLst>
                </a:gridCol>
                <a:gridCol w="3489627">
                  <a:extLst>
                    <a:ext uri="{9D8B030D-6E8A-4147-A177-3AD203B41FA5}">
                      <a16:colId xmlns:a16="http://schemas.microsoft.com/office/drawing/2014/main" val="1524157174"/>
                    </a:ext>
                  </a:extLst>
                </a:gridCol>
              </a:tblGrid>
              <a:tr h="495093">
                <a:tc>
                  <a:txBody>
                    <a:bodyPr/>
                    <a:lstStyle/>
                    <a:p>
                      <a:pPr algn="ctr" eaLnBrk="1" fontAlgn="t" latinLnBrk="0" hangingPunct="1">
                        <a:buNone/>
                      </a:pPr>
                      <a:r>
                        <a:rPr lang="zh-CN" altLang="en-US" sz="2000" dirty="0">
                          <a:solidFill>
                            <a:srgbClr val="1D1D20"/>
                          </a:solidFill>
                          <a:effectLst/>
                        </a:rPr>
                        <a:t>特性</a:t>
                      </a:r>
                      <a:endParaRPr lang="zh-CN" altLang="en-US" sz="20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344" marR="27344" marT="27344" marB="27344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fontAlgn="t" latinLnBrk="0" hangingPunct="1">
                        <a:buNone/>
                      </a:pPr>
                      <a:r>
                        <a:rPr lang="zh-CN" altLang="en-US" sz="2000" dirty="0">
                          <a:solidFill>
                            <a:srgbClr val="1D1D20"/>
                          </a:solidFill>
                          <a:effectLst/>
                        </a:rPr>
                        <a:t>开环控制</a:t>
                      </a:r>
                      <a:endParaRPr lang="zh-CN" altLang="en-US" sz="20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344" marR="27344" marT="27344" marB="27344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eaLnBrk="1" fontAlgn="t" latinLnBrk="0" hangingPunct="1">
                        <a:buNone/>
                      </a:pPr>
                      <a:r>
                        <a:rPr lang="zh-CN" altLang="en-US" sz="2000" dirty="0">
                          <a:solidFill>
                            <a:srgbClr val="1D1D20"/>
                          </a:solidFill>
                          <a:effectLst/>
                        </a:rPr>
                        <a:t>闭环控制</a:t>
                      </a:r>
                      <a:endParaRPr lang="zh-CN" altLang="en-US" sz="20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344" marR="27344" marT="27344" marB="27344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43920"/>
                  </a:ext>
                </a:extLst>
              </a:tr>
              <a:tr h="495093"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zh-CN" altLang="en-US" sz="2000">
                          <a:solidFill>
                            <a:srgbClr val="1D1D20"/>
                          </a:solidFill>
                          <a:effectLst/>
                        </a:rPr>
                        <a:t>是否使用反馈</a:t>
                      </a:r>
                      <a:endParaRPr lang="zh-CN" altLang="en-US" sz="20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344" marR="27344" marT="27344" marB="27344"/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zh-CN" altLang="en-US" sz="2000">
                          <a:solidFill>
                            <a:srgbClr val="1D1D20"/>
                          </a:solidFill>
                          <a:effectLst/>
                        </a:rPr>
                        <a:t>❌ 否</a:t>
                      </a:r>
                      <a:endParaRPr lang="zh-CN" altLang="en-US" sz="20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344" marR="27344" marT="27344" marB="27344"/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zh-CN" altLang="en-US" sz="2000">
                          <a:solidFill>
                            <a:srgbClr val="1D1D20"/>
                          </a:solidFill>
                          <a:effectLst/>
                        </a:rPr>
                        <a:t>✅ 是</a:t>
                      </a:r>
                      <a:endParaRPr lang="zh-CN" altLang="en-US" sz="20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344" marR="27344" marT="27344" marB="27344"/>
                </a:tc>
                <a:extLst>
                  <a:ext uri="{0D108BD9-81ED-4DB2-BD59-A6C34878D82A}">
                    <a16:rowId xmlns:a16="http://schemas.microsoft.com/office/drawing/2014/main" val="3168375514"/>
                  </a:ext>
                </a:extLst>
              </a:tr>
              <a:tr h="495093"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zh-CN" altLang="en-US" sz="2000" dirty="0">
                          <a:solidFill>
                            <a:srgbClr val="1D1D20"/>
                          </a:solidFill>
                          <a:effectLst/>
                        </a:rPr>
                        <a:t>抗扰动能力</a:t>
                      </a:r>
                      <a:endParaRPr lang="zh-CN" altLang="en-US" sz="20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344" marR="27344" marT="27344" marB="27344"/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zh-CN" altLang="en-US" sz="2000">
                          <a:solidFill>
                            <a:srgbClr val="1D1D20"/>
                          </a:solidFill>
                          <a:effectLst/>
                        </a:rPr>
                        <a:t>弱</a:t>
                      </a:r>
                      <a:endParaRPr lang="zh-CN" altLang="en-US" sz="20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344" marR="27344" marT="27344" marB="27344"/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zh-CN" altLang="en-US" sz="2000">
                          <a:solidFill>
                            <a:srgbClr val="1D1D20"/>
                          </a:solidFill>
                          <a:effectLst/>
                        </a:rPr>
                        <a:t>强</a:t>
                      </a:r>
                      <a:endParaRPr lang="zh-CN" altLang="en-US" sz="20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344" marR="27344" marT="27344" marB="27344"/>
                </a:tc>
                <a:extLst>
                  <a:ext uri="{0D108BD9-81ED-4DB2-BD59-A6C34878D82A}">
                    <a16:rowId xmlns:a16="http://schemas.microsoft.com/office/drawing/2014/main" val="4007660240"/>
                  </a:ext>
                </a:extLst>
              </a:tr>
              <a:tr h="495093"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zh-CN" altLang="en-US" sz="2000">
                          <a:solidFill>
                            <a:srgbClr val="1D1D20"/>
                          </a:solidFill>
                          <a:effectLst/>
                        </a:rPr>
                        <a:t>控制精度</a:t>
                      </a:r>
                      <a:endParaRPr lang="zh-CN" altLang="en-US" sz="20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344" marR="27344" marT="27344" marB="27344"/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zh-CN" altLang="en-US" sz="2000">
                          <a:solidFill>
                            <a:srgbClr val="1D1D20"/>
                          </a:solidFill>
                          <a:effectLst/>
                        </a:rPr>
                        <a:t>低</a:t>
                      </a:r>
                      <a:endParaRPr lang="zh-CN" altLang="en-US" sz="20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344" marR="27344" marT="27344" marB="27344"/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zh-CN" altLang="en-US" sz="2000" dirty="0">
                          <a:solidFill>
                            <a:srgbClr val="1D1D20"/>
                          </a:solidFill>
                          <a:effectLst/>
                        </a:rPr>
                        <a:t>高</a:t>
                      </a:r>
                      <a:endParaRPr lang="zh-CN" altLang="en-US" sz="20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344" marR="27344" marT="27344" marB="27344"/>
                </a:tc>
                <a:extLst>
                  <a:ext uri="{0D108BD9-81ED-4DB2-BD59-A6C34878D82A}">
                    <a16:rowId xmlns:a16="http://schemas.microsoft.com/office/drawing/2014/main" val="1094006526"/>
                  </a:ext>
                </a:extLst>
              </a:tr>
              <a:tr h="495093"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zh-CN" altLang="en-US" sz="2000">
                          <a:solidFill>
                            <a:srgbClr val="1D1D20"/>
                          </a:solidFill>
                          <a:effectLst/>
                        </a:rPr>
                        <a:t>系统复杂度</a:t>
                      </a:r>
                      <a:endParaRPr lang="zh-CN" altLang="en-US" sz="20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344" marR="27344" marT="27344" marB="27344"/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zh-CN" altLang="en-US" sz="2000">
                          <a:solidFill>
                            <a:srgbClr val="1D1D20"/>
                          </a:solidFill>
                          <a:effectLst/>
                        </a:rPr>
                        <a:t>简单</a:t>
                      </a:r>
                      <a:endParaRPr lang="zh-CN" altLang="en-US" sz="20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344" marR="27344" marT="27344" marB="27344"/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zh-CN" altLang="en-US" sz="2000">
                          <a:solidFill>
                            <a:srgbClr val="1D1D20"/>
                          </a:solidFill>
                          <a:effectLst/>
                        </a:rPr>
                        <a:t>较复杂</a:t>
                      </a:r>
                      <a:endParaRPr lang="zh-CN" altLang="en-US" sz="20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344" marR="27344" marT="27344" marB="27344"/>
                </a:tc>
                <a:extLst>
                  <a:ext uri="{0D108BD9-81ED-4DB2-BD59-A6C34878D82A}">
                    <a16:rowId xmlns:a16="http://schemas.microsoft.com/office/drawing/2014/main" val="1631386369"/>
                  </a:ext>
                </a:extLst>
              </a:tr>
              <a:tr h="495093"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zh-CN" altLang="en-US" sz="2000">
                          <a:solidFill>
                            <a:srgbClr val="1D1D20"/>
                          </a:solidFill>
                          <a:effectLst/>
                        </a:rPr>
                        <a:t>成本</a:t>
                      </a:r>
                      <a:endParaRPr lang="zh-CN" altLang="en-US" sz="20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344" marR="27344" marT="27344" marB="27344"/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zh-CN" altLang="en-US" sz="2000">
                          <a:solidFill>
                            <a:srgbClr val="1D1D20"/>
                          </a:solidFill>
                          <a:effectLst/>
                        </a:rPr>
                        <a:t>低</a:t>
                      </a:r>
                      <a:endParaRPr lang="zh-CN" altLang="en-US" sz="20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344" marR="27344" marT="27344" marB="27344"/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zh-CN" altLang="en-US" sz="2000">
                          <a:solidFill>
                            <a:srgbClr val="1D1D20"/>
                          </a:solidFill>
                          <a:effectLst/>
                        </a:rPr>
                        <a:t>较高（需传感器）</a:t>
                      </a:r>
                      <a:endParaRPr lang="zh-CN" altLang="en-US" sz="20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344" marR="27344" marT="27344" marB="27344"/>
                </a:tc>
                <a:extLst>
                  <a:ext uri="{0D108BD9-81ED-4DB2-BD59-A6C34878D82A}">
                    <a16:rowId xmlns:a16="http://schemas.microsoft.com/office/drawing/2014/main" val="383003779"/>
                  </a:ext>
                </a:extLst>
              </a:tr>
              <a:tr h="495093"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zh-CN" altLang="en-US" sz="2000" dirty="0">
                          <a:solidFill>
                            <a:srgbClr val="1D1D20"/>
                          </a:solidFill>
                          <a:effectLst/>
                        </a:rPr>
                        <a:t>典型应用</a:t>
                      </a:r>
                      <a:endParaRPr lang="zh-CN" altLang="en-US" sz="20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344" marR="27344" marT="27344" marB="27344"/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zh-CN" altLang="en-US" sz="2000">
                          <a:solidFill>
                            <a:srgbClr val="1D1D20"/>
                          </a:solidFill>
                          <a:effectLst/>
                        </a:rPr>
                        <a:t>简易风扇、玩具车</a:t>
                      </a:r>
                      <a:endParaRPr lang="zh-CN" altLang="en-US" sz="20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344" marR="27344" marT="27344" marB="27344"/>
                </a:tc>
                <a:tc>
                  <a:txBody>
                    <a:bodyPr/>
                    <a:lstStyle/>
                    <a:p>
                      <a:pPr algn="l" eaLnBrk="1" fontAlgn="t" latinLnBrk="0" hangingPunct="1">
                        <a:buNone/>
                      </a:pPr>
                      <a:r>
                        <a:rPr lang="zh-CN" altLang="en-US" sz="2000" dirty="0">
                          <a:solidFill>
                            <a:srgbClr val="1D1D20"/>
                          </a:solidFill>
                          <a:effectLst/>
                        </a:rPr>
                        <a:t>无人机、机器人、数控机床</a:t>
                      </a:r>
                      <a:endParaRPr lang="zh-CN" altLang="en-US" sz="20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344" marR="27344" marT="27344" marB="27344"/>
                </a:tc>
                <a:extLst>
                  <a:ext uri="{0D108BD9-81ED-4DB2-BD59-A6C34878D82A}">
                    <a16:rowId xmlns:a16="http://schemas.microsoft.com/office/drawing/2014/main" val="1394769963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9C2D2FD6-89D0-9767-65A3-171E18691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2188" y="5069783"/>
            <a:ext cx="897853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💡 工程取舍：不是所有场景都需要闭环！</a:t>
            </a:r>
            <a:endParaRPr lang="en-US" altLang="zh-CN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但只要对性能、稳定性有要求，闭环几乎是必须的。</a:t>
            </a:r>
          </a:p>
        </p:txBody>
      </p:sp>
    </p:spTree>
    <p:extLst>
      <p:ext uri="{BB962C8B-B14F-4D97-AF65-F5344CB8AC3E}">
        <p14:creationId xmlns:p14="http://schemas.microsoft.com/office/powerpoint/2010/main" val="1501305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66071C5-AB2F-24FA-038E-C8B59E561172}"/>
              </a:ext>
            </a:extLst>
          </p:cNvPr>
          <p:cNvSpPr/>
          <p:nvPr/>
        </p:nvSpPr>
        <p:spPr>
          <a:xfrm>
            <a:off x="-15720" y="0"/>
            <a:ext cx="12207720" cy="6858000"/>
          </a:xfrm>
          <a:prstGeom prst="rect">
            <a:avLst/>
          </a:prstGeom>
          <a:solidFill>
            <a:srgbClr val="9D9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6313" y="473074"/>
            <a:ext cx="2614572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1019175" y="1331496"/>
            <a:ext cx="3713246" cy="10202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8000" dirty="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Source Han Sans CN Regular"/>
                <a:ea typeface="Source Han Sans CN Regular"/>
                <a:cs typeface="Source Han Sans CN Regular"/>
              </a:rPr>
              <a:t>2025</a:t>
            </a:r>
            <a:endParaRPr kumimoji="1" lang="zh-CN" altLang="en-US" dirty="0"/>
          </a:p>
        </p:txBody>
      </p:sp>
      <p:sp>
        <p:nvSpPr>
          <p:cNvPr id="27" name="标题 1"/>
          <p:cNvSpPr txBox="1"/>
          <p:nvPr/>
        </p:nvSpPr>
        <p:spPr>
          <a:xfrm>
            <a:off x="1019429" y="2401896"/>
            <a:ext cx="6135350" cy="1977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谢谢大家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405360" y="560916"/>
            <a:ext cx="191046" cy="123736"/>
            <a:chOff x="9405360" y="560916"/>
            <a:chExt cx="191046" cy="123736"/>
          </a:xfrm>
        </p:grpSpPr>
        <p:sp>
          <p:nvSpPr>
            <p:cNvPr id="41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9549657" y="512137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POWERPOINT  DESIGN</a:t>
            </a: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8088931" y="4110248"/>
            <a:ext cx="2429500" cy="191900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2025.9</a:t>
            </a:r>
            <a:endParaRPr kumimoji="1" lang="zh-CN" altLang="en-US" dirty="0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5661</TotalTime>
  <Words>2482</Words>
  <Application>Microsoft Office PowerPoint</Application>
  <PresentationFormat>宽屏</PresentationFormat>
  <Paragraphs>193</Paragraphs>
  <Slides>10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Source Han Sans</vt:lpstr>
      <vt:lpstr>Source Han Sans CN Regular</vt:lpstr>
      <vt:lpstr>等线</vt:lpstr>
      <vt:lpstr>微软雅黑</vt:lpstr>
      <vt:lpstr>Arial</vt:lpstr>
      <vt:lpstr>Office 主题​​</vt:lpstr>
      <vt:lpstr>PowerPoint 演示文稿</vt:lpstr>
      <vt:lpstr>PowerPoint 演示文稿</vt:lpstr>
      <vt:lpstr>学习目标</vt:lpstr>
      <vt:lpstr>1. 生活中的“控制”</vt:lpstr>
      <vt:lpstr>2. 工程中的“控制”</vt:lpstr>
      <vt:lpstr>3. 开环控制（Open-Loop Control）</vt:lpstr>
      <vt:lpstr>4.  闭环控制（Closed-Loop Control / Feedback Control）</vt:lpstr>
      <vt:lpstr>5. 为什么需要反馈？—— 三个核心原因</vt:lpstr>
      <vt:lpstr>6. 开环 vs 闭环：关键对比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延增 高</dc:creator>
  <cp:lastModifiedBy>延增 高</cp:lastModifiedBy>
  <cp:revision>150</cp:revision>
  <dcterms:created xsi:type="dcterms:W3CDTF">2025-05-21T06:55:53Z</dcterms:created>
  <dcterms:modified xsi:type="dcterms:W3CDTF">2025-10-16T10:51:57Z</dcterms:modified>
</cp:coreProperties>
</file>