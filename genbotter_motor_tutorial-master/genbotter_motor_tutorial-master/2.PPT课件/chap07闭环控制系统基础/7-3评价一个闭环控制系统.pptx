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9" r:id="rId2"/>
    <p:sldId id="802" r:id="rId3"/>
    <p:sldId id="800" r:id="rId4"/>
    <p:sldId id="804" r:id="rId5"/>
    <p:sldId id="805" r:id="rId6"/>
    <p:sldId id="807" r:id="rId7"/>
    <p:sldId id="808" r:id="rId8"/>
    <p:sldId id="810" r:id="rId9"/>
    <p:sldId id="806" r:id="rId10"/>
    <p:sldId id="809" r:id="rId11"/>
    <p:sldId id="812" r:id="rId12"/>
    <p:sldId id="28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3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85FB7-14D1-4146-8BB1-D591D423DED8}" type="doc">
      <dgm:prSet loTypeId="urn:microsoft.com/office/officeart/2008/layout/VerticalCircle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10F82C0-62DB-47BD-BCD6-E8B2C8E0C519}">
      <dgm:prSet custT="1"/>
      <dgm:spPr/>
      <dgm:t>
        <a:bodyPr/>
        <a:lstStyle/>
        <a:p>
          <a:r>
            <a: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学习目标</a:t>
          </a:r>
        </a:p>
      </dgm:t>
    </dgm:pt>
    <dgm:pt modelId="{E4E2BD36-BC80-4551-BBF3-D5A49BF95391}" type="parTrans" cxnId="{2A057DF9-0B17-4BC7-A917-ECD1B1CBA36E}">
      <dgm:prSet/>
      <dgm:spPr/>
      <dgm:t>
        <a:bodyPr/>
        <a:lstStyle/>
        <a:p>
          <a:endParaRPr lang="zh-CN" altLang="en-US" sz="3200"/>
        </a:p>
      </dgm:t>
    </dgm:pt>
    <dgm:pt modelId="{3F2B362D-DD8B-4BC0-B74C-A22F95B42EBA}" type="sibTrans" cxnId="{2A057DF9-0B17-4BC7-A917-ECD1B1CBA36E}">
      <dgm:prSet/>
      <dgm:spPr/>
      <dgm:t>
        <a:bodyPr/>
        <a:lstStyle/>
        <a:p>
          <a:endParaRPr lang="zh-CN" altLang="en-US" sz="3200"/>
        </a:p>
      </dgm:t>
    </dgm:pt>
    <dgm:pt modelId="{B50695CC-325B-42D1-8903-AC61EB74D7D8}">
      <dgm:prSet custT="1"/>
      <dgm:spPr/>
      <dgm:t>
        <a:bodyPr/>
        <a:lstStyle/>
        <a:p>
          <a:r>
            <a:rPr lang="zh-CN" altLang="en-US" sz="3200" dirty="0"/>
            <a:t>能通过指标判断系统好坏</a:t>
          </a:r>
        </a:p>
      </dgm:t>
    </dgm:pt>
    <dgm:pt modelId="{B4721567-47EE-440B-9A13-18DC926121E9}" type="parTrans" cxnId="{8E7EA3C5-113C-41F7-B713-01A2D06234B2}">
      <dgm:prSet/>
      <dgm:spPr/>
      <dgm:t>
        <a:bodyPr/>
        <a:lstStyle/>
        <a:p>
          <a:endParaRPr lang="zh-CN" altLang="en-US" sz="3200"/>
        </a:p>
      </dgm:t>
    </dgm:pt>
    <dgm:pt modelId="{F28B6526-77BB-47DC-81D8-A0869445594D}" type="sibTrans" cxnId="{8E7EA3C5-113C-41F7-B713-01A2D06234B2}">
      <dgm:prSet/>
      <dgm:spPr/>
      <dgm:t>
        <a:bodyPr/>
        <a:lstStyle/>
        <a:p>
          <a:endParaRPr lang="zh-CN" altLang="en-US" sz="3200"/>
        </a:p>
      </dgm:t>
    </dgm:pt>
    <dgm:pt modelId="{B1C286F5-DF55-4D12-8364-EB11D872B4B6}">
      <dgm:prSet custT="1"/>
      <dgm:spPr/>
      <dgm:t>
        <a:bodyPr/>
        <a:lstStyle/>
        <a:p>
          <a:r>
            <a:rPr lang="zh-CN" altLang="en-US" sz="3200" dirty="0"/>
            <a:t>能分析系统响应曲线</a:t>
          </a:r>
        </a:p>
      </dgm:t>
    </dgm:pt>
    <dgm:pt modelId="{021A6D5C-A8BA-421A-8BE8-1475F380D84B}" type="parTrans" cxnId="{E07AE0DF-7B55-4153-871B-31488EC21683}">
      <dgm:prSet/>
      <dgm:spPr/>
      <dgm:t>
        <a:bodyPr/>
        <a:lstStyle/>
        <a:p>
          <a:endParaRPr lang="zh-CN" altLang="en-US" sz="3200"/>
        </a:p>
      </dgm:t>
    </dgm:pt>
    <dgm:pt modelId="{BFF25E7A-C9E8-4628-933E-41DED4FDED2C}" type="sibTrans" cxnId="{E07AE0DF-7B55-4153-871B-31488EC21683}">
      <dgm:prSet/>
      <dgm:spPr/>
      <dgm:t>
        <a:bodyPr/>
        <a:lstStyle/>
        <a:p>
          <a:endParaRPr lang="zh-CN" altLang="en-US" sz="3200"/>
        </a:p>
      </dgm:t>
    </dgm:pt>
    <dgm:pt modelId="{D5D6723F-9E7C-433E-A76A-4DD2464CE0E2}">
      <dgm:prSet custT="1"/>
      <dgm:spPr/>
      <dgm:t>
        <a:bodyPr/>
        <a:lstStyle/>
        <a:p>
          <a:r>
            <a:rPr lang="zh-CN" altLang="en-US" sz="3200" b="1" dirty="0"/>
            <a:t>关键衡量指标有哪些</a:t>
          </a:r>
          <a:endParaRPr lang="zh-CN" altLang="en-US" sz="3200" dirty="0"/>
        </a:p>
      </dgm:t>
    </dgm:pt>
    <dgm:pt modelId="{BC2FB8B5-8D45-4142-8285-BACDF3AEE733}" type="parTrans" cxnId="{F426661E-F545-43BF-83DF-5579D094EE8B}">
      <dgm:prSet/>
      <dgm:spPr/>
      <dgm:t>
        <a:bodyPr/>
        <a:lstStyle/>
        <a:p>
          <a:endParaRPr lang="zh-CN" altLang="en-US" sz="3200"/>
        </a:p>
      </dgm:t>
    </dgm:pt>
    <dgm:pt modelId="{34DE6EDE-3457-4433-8B50-86EE9668F19A}" type="sibTrans" cxnId="{F426661E-F545-43BF-83DF-5579D094EE8B}">
      <dgm:prSet/>
      <dgm:spPr/>
      <dgm:t>
        <a:bodyPr/>
        <a:lstStyle/>
        <a:p>
          <a:endParaRPr lang="zh-CN" altLang="en-US" sz="3200"/>
        </a:p>
      </dgm:t>
    </dgm:pt>
    <dgm:pt modelId="{E63735E4-51B5-4726-8DD9-14F6FDEF6E3A}" type="pres">
      <dgm:prSet presAssocID="{F9E85FB7-14D1-4146-8BB1-D591D423DED8}" presName="Name0" presStyleCnt="0">
        <dgm:presLayoutVars>
          <dgm:dir/>
        </dgm:presLayoutVars>
      </dgm:prSet>
      <dgm:spPr/>
    </dgm:pt>
    <dgm:pt modelId="{F0407AAC-BF36-4933-9722-BEB7DB5652B6}" type="pres">
      <dgm:prSet presAssocID="{310F82C0-62DB-47BD-BCD6-E8B2C8E0C519}" presName="withChildren" presStyleCnt="0"/>
      <dgm:spPr/>
    </dgm:pt>
    <dgm:pt modelId="{D61ACFDC-FF5B-4955-A86A-A36B2ED374CD}" type="pres">
      <dgm:prSet presAssocID="{310F82C0-62DB-47BD-BCD6-E8B2C8E0C519}" presName="bigCircle" presStyleLbl="vennNode1" presStyleIdx="0" presStyleCnt="4" custScaleX="200091"/>
      <dgm:spPr/>
    </dgm:pt>
    <dgm:pt modelId="{8B88DECD-C779-46D7-87ED-7FF2262DE312}" type="pres">
      <dgm:prSet presAssocID="{310F82C0-62DB-47BD-BCD6-E8B2C8E0C519}" presName="medCircle" presStyleLbl="vennNode1" presStyleIdx="1" presStyleCnt="4"/>
      <dgm:spPr/>
    </dgm:pt>
    <dgm:pt modelId="{29B8B654-A61C-4E4E-979B-93E0C9501199}" type="pres">
      <dgm:prSet presAssocID="{310F82C0-62DB-47BD-BCD6-E8B2C8E0C519}" presName="txLvl1" presStyleLbl="revTx" presStyleIdx="0" presStyleCnt="4" custLinFactNeighborX="8974" custLinFactNeighborY="-2717"/>
      <dgm:spPr/>
    </dgm:pt>
    <dgm:pt modelId="{224C3053-61AC-41F0-92B2-5A1310B06163}" type="pres">
      <dgm:prSet presAssocID="{310F82C0-62DB-47BD-BCD6-E8B2C8E0C519}" presName="lin" presStyleCnt="0"/>
      <dgm:spPr/>
    </dgm:pt>
    <dgm:pt modelId="{7C2F5F63-22F6-4138-879F-E621AAA7E03E}" type="pres">
      <dgm:prSet presAssocID="{D5D6723F-9E7C-433E-A76A-4DD2464CE0E2}" presName="txLvl2" presStyleLbl="revTx" presStyleIdx="1" presStyleCnt="4" custLinFactY="28253" custLinFactNeighborX="508" custLinFactNeighborY="100000"/>
      <dgm:spPr/>
    </dgm:pt>
    <dgm:pt modelId="{1001C6BC-CB82-4F36-82D3-BC0DBCF140CF}" type="pres">
      <dgm:prSet presAssocID="{34DE6EDE-3457-4433-8B50-86EE9668F19A}" presName="smCircle" presStyleLbl="vennNode1" presStyleIdx="2" presStyleCnt="4" custLinFactX="-145085" custLinFactNeighborX="-200000" custLinFactNeighborY="-13273"/>
      <dgm:spPr/>
    </dgm:pt>
    <dgm:pt modelId="{5F76BA36-D67E-493C-A011-E2BCD9B6AC05}" type="pres">
      <dgm:prSet presAssocID="{B50695CC-325B-42D1-8903-AC61EB74D7D8}" presName="txLvl2" presStyleLbl="revTx" presStyleIdx="2" presStyleCnt="4" custLinFactY="100000" custLinFactNeighborX="847" custLinFactNeighborY="183161"/>
      <dgm:spPr/>
    </dgm:pt>
    <dgm:pt modelId="{0E1ED0A5-E98A-4799-B0D1-49C0956D867C}" type="pres">
      <dgm:prSet presAssocID="{F28B6526-77BB-47DC-81D8-A0869445594D}" presName="smCircle" presStyleLbl="vennNode1" presStyleIdx="3" presStyleCnt="4" custLinFactX="-145085" custLinFactNeighborX="-200000" custLinFactNeighborY="65750"/>
      <dgm:spPr/>
    </dgm:pt>
    <dgm:pt modelId="{DAD1D525-CF84-4B87-99EF-FC53287AD6B4}" type="pres">
      <dgm:prSet presAssocID="{B1C286F5-DF55-4D12-8364-EB11D872B4B6}" presName="txLvl2" presStyleLbl="revTx" presStyleIdx="3" presStyleCnt="4" custLinFactY="198079" custLinFactNeighborX="-169" custLinFactNeighborY="200000"/>
      <dgm:spPr/>
    </dgm:pt>
  </dgm:ptLst>
  <dgm:cxnLst>
    <dgm:cxn modelId="{C4A1000A-F576-470C-87F0-7496274DEFA8}" type="presOf" srcId="{B1C286F5-DF55-4D12-8364-EB11D872B4B6}" destId="{DAD1D525-CF84-4B87-99EF-FC53287AD6B4}" srcOrd="0" destOrd="0" presId="urn:microsoft.com/office/officeart/2008/layout/VerticalCircleList"/>
    <dgm:cxn modelId="{99D4471C-D9F3-4B0B-8B21-9ED7D0C3EFB4}" type="presOf" srcId="{310F82C0-62DB-47BD-BCD6-E8B2C8E0C519}" destId="{29B8B654-A61C-4E4E-979B-93E0C9501199}" srcOrd="0" destOrd="0" presId="urn:microsoft.com/office/officeart/2008/layout/VerticalCircleList"/>
    <dgm:cxn modelId="{F426661E-F545-43BF-83DF-5579D094EE8B}" srcId="{310F82C0-62DB-47BD-BCD6-E8B2C8E0C519}" destId="{D5D6723F-9E7C-433E-A76A-4DD2464CE0E2}" srcOrd="0" destOrd="0" parTransId="{BC2FB8B5-8D45-4142-8285-BACDF3AEE733}" sibTransId="{34DE6EDE-3457-4433-8B50-86EE9668F19A}"/>
    <dgm:cxn modelId="{DF1B4B67-8503-4D56-AE90-A805BF2EBEF6}" type="presOf" srcId="{F9E85FB7-14D1-4146-8BB1-D591D423DED8}" destId="{E63735E4-51B5-4726-8DD9-14F6FDEF6E3A}" srcOrd="0" destOrd="0" presId="urn:microsoft.com/office/officeart/2008/layout/VerticalCircleList"/>
    <dgm:cxn modelId="{C0A7CA56-98D5-4840-B916-5F9B9031FF89}" type="presOf" srcId="{D5D6723F-9E7C-433E-A76A-4DD2464CE0E2}" destId="{7C2F5F63-22F6-4138-879F-E621AAA7E03E}" srcOrd="0" destOrd="0" presId="urn:microsoft.com/office/officeart/2008/layout/VerticalCircleList"/>
    <dgm:cxn modelId="{E5C998AA-79BF-4894-9A3E-EA853C9FB3B6}" type="presOf" srcId="{B50695CC-325B-42D1-8903-AC61EB74D7D8}" destId="{5F76BA36-D67E-493C-A011-E2BCD9B6AC05}" srcOrd="0" destOrd="0" presId="urn:microsoft.com/office/officeart/2008/layout/VerticalCircleList"/>
    <dgm:cxn modelId="{8E7EA3C5-113C-41F7-B713-01A2D06234B2}" srcId="{310F82C0-62DB-47BD-BCD6-E8B2C8E0C519}" destId="{B50695CC-325B-42D1-8903-AC61EB74D7D8}" srcOrd="1" destOrd="0" parTransId="{B4721567-47EE-440B-9A13-18DC926121E9}" sibTransId="{F28B6526-77BB-47DC-81D8-A0869445594D}"/>
    <dgm:cxn modelId="{E07AE0DF-7B55-4153-871B-31488EC21683}" srcId="{310F82C0-62DB-47BD-BCD6-E8B2C8E0C519}" destId="{B1C286F5-DF55-4D12-8364-EB11D872B4B6}" srcOrd="2" destOrd="0" parTransId="{021A6D5C-A8BA-421A-8BE8-1475F380D84B}" sibTransId="{BFF25E7A-C9E8-4628-933E-41DED4FDED2C}"/>
    <dgm:cxn modelId="{2A057DF9-0B17-4BC7-A917-ECD1B1CBA36E}" srcId="{F9E85FB7-14D1-4146-8BB1-D591D423DED8}" destId="{310F82C0-62DB-47BD-BCD6-E8B2C8E0C519}" srcOrd="0" destOrd="0" parTransId="{E4E2BD36-BC80-4551-BBF3-D5A49BF95391}" sibTransId="{3F2B362D-DD8B-4BC0-B74C-A22F95B42EBA}"/>
    <dgm:cxn modelId="{280D6205-BB66-4141-86DA-5A51A2FB796D}" type="presParOf" srcId="{E63735E4-51B5-4726-8DD9-14F6FDEF6E3A}" destId="{F0407AAC-BF36-4933-9722-BEB7DB5652B6}" srcOrd="0" destOrd="0" presId="urn:microsoft.com/office/officeart/2008/layout/VerticalCircleList"/>
    <dgm:cxn modelId="{05679D40-F31B-4E29-879C-3FCCA0209B62}" type="presParOf" srcId="{F0407AAC-BF36-4933-9722-BEB7DB5652B6}" destId="{D61ACFDC-FF5B-4955-A86A-A36B2ED374CD}" srcOrd="0" destOrd="0" presId="urn:microsoft.com/office/officeart/2008/layout/VerticalCircleList"/>
    <dgm:cxn modelId="{32789385-2E75-401D-99F8-8F1EA78ADDF2}" type="presParOf" srcId="{F0407AAC-BF36-4933-9722-BEB7DB5652B6}" destId="{8B88DECD-C779-46D7-87ED-7FF2262DE312}" srcOrd="1" destOrd="0" presId="urn:microsoft.com/office/officeart/2008/layout/VerticalCircleList"/>
    <dgm:cxn modelId="{C57E0B76-45D8-4454-95A9-9746BBBE1430}" type="presParOf" srcId="{F0407AAC-BF36-4933-9722-BEB7DB5652B6}" destId="{29B8B654-A61C-4E4E-979B-93E0C9501199}" srcOrd="2" destOrd="0" presId="urn:microsoft.com/office/officeart/2008/layout/VerticalCircleList"/>
    <dgm:cxn modelId="{1976E94C-B631-40D6-B01A-BFF20D4D4640}" type="presParOf" srcId="{F0407AAC-BF36-4933-9722-BEB7DB5652B6}" destId="{224C3053-61AC-41F0-92B2-5A1310B06163}" srcOrd="3" destOrd="0" presId="urn:microsoft.com/office/officeart/2008/layout/VerticalCircleList"/>
    <dgm:cxn modelId="{964733C3-1126-4DEE-8F80-822E82ABA5CF}" type="presParOf" srcId="{224C3053-61AC-41F0-92B2-5A1310B06163}" destId="{7C2F5F63-22F6-4138-879F-E621AAA7E03E}" srcOrd="0" destOrd="0" presId="urn:microsoft.com/office/officeart/2008/layout/VerticalCircleList"/>
    <dgm:cxn modelId="{A8BC88AE-9CDE-4C1A-B32B-A25D2173C84E}" type="presParOf" srcId="{224C3053-61AC-41F0-92B2-5A1310B06163}" destId="{1001C6BC-CB82-4F36-82D3-BC0DBCF140CF}" srcOrd="1" destOrd="0" presId="urn:microsoft.com/office/officeart/2008/layout/VerticalCircleList"/>
    <dgm:cxn modelId="{C18102F1-0D45-4CF8-BAC6-C077D6797B93}" type="presParOf" srcId="{224C3053-61AC-41F0-92B2-5A1310B06163}" destId="{5F76BA36-D67E-493C-A011-E2BCD9B6AC05}" srcOrd="2" destOrd="0" presId="urn:microsoft.com/office/officeart/2008/layout/VerticalCircleList"/>
    <dgm:cxn modelId="{BC7C8104-7339-47B5-82BD-4DFD4BA59C28}" type="presParOf" srcId="{224C3053-61AC-41F0-92B2-5A1310B06163}" destId="{0E1ED0A5-E98A-4799-B0D1-49C0956D867C}" srcOrd="3" destOrd="0" presId="urn:microsoft.com/office/officeart/2008/layout/VerticalCircleList"/>
    <dgm:cxn modelId="{7AB4DA6D-8DD1-441A-871F-97DF2E403036}" type="presParOf" srcId="{224C3053-61AC-41F0-92B2-5A1310B06163}" destId="{DAD1D525-CF84-4B87-99EF-FC53287AD6B4}" srcOrd="4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57EE78-2966-4FB4-B77B-BE622323FA9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E7DF127-3FC1-4BFD-A5A7-10F9CAB16ECB}">
      <dgm:prSet/>
      <dgm:spPr/>
      <dgm:t>
        <a:bodyPr/>
        <a:lstStyle/>
        <a:p>
          <a:r>
            <a:rPr lang="zh-CN" b="1"/>
            <a:t>稳定性</a:t>
          </a:r>
          <a:r>
            <a:rPr lang="zh-CN"/>
            <a:t> </a:t>
          </a:r>
        </a:p>
      </dgm:t>
    </dgm:pt>
    <dgm:pt modelId="{E883A2DE-E99A-4368-9F79-FFAA00F06ABE}" type="parTrans" cxnId="{46239759-9024-44A6-B87B-D32C12EFC6A8}">
      <dgm:prSet/>
      <dgm:spPr/>
      <dgm:t>
        <a:bodyPr/>
        <a:lstStyle/>
        <a:p>
          <a:endParaRPr lang="zh-CN" altLang="en-US"/>
        </a:p>
      </dgm:t>
    </dgm:pt>
    <dgm:pt modelId="{CCDF9C3B-B6B5-4882-ADB1-3FAB32C76737}" type="sibTrans" cxnId="{46239759-9024-44A6-B87B-D32C12EFC6A8}">
      <dgm:prSet/>
      <dgm:spPr/>
      <dgm:t>
        <a:bodyPr/>
        <a:lstStyle/>
        <a:p>
          <a:endParaRPr lang="zh-CN" altLang="en-US"/>
        </a:p>
      </dgm:t>
    </dgm:pt>
    <dgm:pt modelId="{54AC0442-B9CB-4774-9F08-1031BB3C4ECB}">
      <dgm:prSet/>
      <dgm:spPr/>
      <dgm:t>
        <a:bodyPr/>
        <a:lstStyle/>
        <a:p>
          <a:r>
            <a:rPr lang="zh-CN"/>
            <a:t>系统是否会收敛？</a:t>
          </a:r>
        </a:p>
      </dgm:t>
    </dgm:pt>
    <dgm:pt modelId="{A43162F9-D8F4-489B-99F8-16DF735510CC}" type="parTrans" cxnId="{9237C5F8-B6BC-4603-A5B3-411E34BD02D1}">
      <dgm:prSet/>
      <dgm:spPr/>
      <dgm:t>
        <a:bodyPr/>
        <a:lstStyle/>
        <a:p>
          <a:endParaRPr lang="zh-CN" altLang="en-US"/>
        </a:p>
      </dgm:t>
    </dgm:pt>
    <dgm:pt modelId="{B5F98D2B-8318-4FF1-AD26-EE3C04262214}" type="sibTrans" cxnId="{9237C5F8-B6BC-4603-A5B3-411E34BD02D1}">
      <dgm:prSet/>
      <dgm:spPr/>
      <dgm:t>
        <a:bodyPr/>
        <a:lstStyle/>
        <a:p>
          <a:endParaRPr lang="zh-CN" altLang="en-US"/>
        </a:p>
      </dgm:t>
    </dgm:pt>
    <dgm:pt modelId="{9A6D63B9-0D48-472F-B67D-8FEE467B8BFE}">
      <dgm:prSet/>
      <dgm:spPr/>
      <dgm:t>
        <a:bodyPr/>
        <a:lstStyle/>
        <a:p>
          <a:r>
            <a:rPr lang="zh-CN" b="1"/>
            <a:t>响应速度</a:t>
          </a:r>
          <a:endParaRPr lang="zh-CN"/>
        </a:p>
      </dgm:t>
    </dgm:pt>
    <dgm:pt modelId="{651F270F-8FAB-40C5-B90D-B68F1F71352B}" type="parTrans" cxnId="{C009C4B0-2543-440E-8027-DAEFBD2F0480}">
      <dgm:prSet/>
      <dgm:spPr/>
      <dgm:t>
        <a:bodyPr/>
        <a:lstStyle/>
        <a:p>
          <a:endParaRPr lang="zh-CN" altLang="en-US"/>
        </a:p>
      </dgm:t>
    </dgm:pt>
    <dgm:pt modelId="{84C06872-DE87-4C5A-86A3-072C1DE4801D}" type="sibTrans" cxnId="{C009C4B0-2543-440E-8027-DAEFBD2F0480}">
      <dgm:prSet/>
      <dgm:spPr/>
      <dgm:t>
        <a:bodyPr/>
        <a:lstStyle/>
        <a:p>
          <a:endParaRPr lang="zh-CN" altLang="en-US"/>
        </a:p>
      </dgm:t>
    </dgm:pt>
    <dgm:pt modelId="{470B0531-E25F-4869-907B-923F782FD971}">
      <dgm:prSet/>
      <dgm:spPr/>
      <dgm:t>
        <a:bodyPr/>
        <a:lstStyle/>
        <a:p>
          <a:r>
            <a:rPr lang="zh-CN" dirty="0"/>
            <a:t>系统反应有多快？</a:t>
          </a:r>
        </a:p>
      </dgm:t>
    </dgm:pt>
    <dgm:pt modelId="{BB7CC6D4-EE69-49DD-96E8-863AE8042C2A}" type="parTrans" cxnId="{6D558632-D437-4F18-BC64-9F5880679AD4}">
      <dgm:prSet/>
      <dgm:spPr/>
      <dgm:t>
        <a:bodyPr/>
        <a:lstStyle/>
        <a:p>
          <a:endParaRPr lang="zh-CN" altLang="en-US"/>
        </a:p>
      </dgm:t>
    </dgm:pt>
    <dgm:pt modelId="{0584AFEB-30AB-4783-9626-EBB8B77048E4}" type="sibTrans" cxnId="{6D558632-D437-4F18-BC64-9F5880679AD4}">
      <dgm:prSet/>
      <dgm:spPr/>
      <dgm:t>
        <a:bodyPr/>
        <a:lstStyle/>
        <a:p>
          <a:endParaRPr lang="zh-CN" altLang="en-US"/>
        </a:p>
      </dgm:t>
    </dgm:pt>
    <dgm:pt modelId="{48691DD6-EEDB-4663-AE27-23D88DE22E51}">
      <dgm:prSet/>
      <dgm:spPr/>
      <dgm:t>
        <a:bodyPr/>
        <a:lstStyle/>
        <a:p>
          <a:r>
            <a:rPr lang="zh-CN" i="0" dirty="0"/>
            <a:t>关键子指标：</a:t>
          </a:r>
        </a:p>
      </dgm:t>
    </dgm:pt>
    <dgm:pt modelId="{EBC0CCBB-17C1-483E-B0BC-EFB0CE2420D4}" type="parTrans" cxnId="{9DFD981B-03D1-4FEE-B1BF-5B2151641D1F}">
      <dgm:prSet/>
      <dgm:spPr/>
      <dgm:t>
        <a:bodyPr/>
        <a:lstStyle/>
        <a:p>
          <a:endParaRPr lang="zh-CN" altLang="en-US"/>
        </a:p>
      </dgm:t>
    </dgm:pt>
    <dgm:pt modelId="{68583798-85E2-4292-8F56-FF93EEF0CD2B}" type="sibTrans" cxnId="{9DFD981B-03D1-4FEE-B1BF-5B2151641D1F}">
      <dgm:prSet/>
      <dgm:spPr/>
      <dgm:t>
        <a:bodyPr/>
        <a:lstStyle/>
        <a:p>
          <a:endParaRPr lang="zh-CN" altLang="en-US"/>
        </a:p>
      </dgm:t>
    </dgm:pt>
    <dgm:pt modelId="{F360D375-DA25-4843-BAC8-54C416E76051}">
      <dgm:prSet/>
      <dgm:spPr/>
      <dgm:t>
        <a:bodyPr/>
        <a:lstStyle/>
        <a:p>
          <a:r>
            <a:rPr lang="zh-CN" b="1"/>
            <a:t>稳态精度</a:t>
          </a:r>
          <a:endParaRPr lang="zh-CN"/>
        </a:p>
      </dgm:t>
    </dgm:pt>
    <dgm:pt modelId="{BEFBE0E2-3371-4C40-8E6A-9392EC7978BF}" type="parTrans" cxnId="{A457E8F3-AC1B-497E-9179-2AC1244C35DD}">
      <dgm:prSet/>
      <dgm:spPr/>
      <dgm:t>
        <a:bodyPr/>
        <a:lstStyle/>
        <a:p>
          <a:endParaRPr lang="zh-CN" altLang="en-US"/>
        </a:p>
      </dgm:t>
    </dgm:pt>
    <dgm:pt modelId="{1534A4DD-5138-4000-907A-53DE74DB41E7}" type="sibTrans" cxnId="{A457E8F3-AC1B-497E-9179-2AC1244C35DD}">
      <dgm:prSet/>
      <dgm:spPr/>
      <dgm:t>
        <a:bodyPr/>
        <a:lstStyle/>
        <a:p>
          <a:endParaRPr lang="zh-CN" altLang="en-US"/>
        </a:p>
      </dgm:t>
    </dgm:pt>
    <dgm:pt modelId="{CEC8037F-CA88-42CE-B437-1E0501D18DFB}">
      <dgm:prSet/>
      <dgm:spPr/>
      <dgm:t>
        <a:bodyPr/>
        <a:lstStyle/>
        <a:p>
          <a:r>
            <a:rPr lang="zh-CN" dirty="0"/>
            <a:t>控制最终有多准？</a:t>
          </a:r>
        </a:p>
      </dgm:t>
    </dgm:pt>
    <dgm:pt modelId="{059D1239-03DC-4F71-A844-D272FBFE4EF8}" type="parTrans" cxnId="{6D030C34-411D-49D6-9A84-D1B8EFEA37B2}">
      <dgm:prSet/>
      <dgm:spPr/>
      <dgm:t>
        <a:bodyPr/>
        <a:lstStyle/>
        <a:p>
          <a:endParaRPr lang="zh-CN" altLang="en-US"/>
        </a:p>
      </dgm:t>
    </dgm:pt>
    <dgm:pt modelId="{CB585A95-C9C5-4F54-A51E-3734613C4FA1}" type="sibTrans" cxnId="{6D030C34-411D-49D6-9A84-D1B8EFEA37B2}">
      <dgm:prSet/>
      <dgm:spPr/>
      <dgm:t>
        <a:bodyPr/>
        <a:lstStyle/>
        <a:p>
          <a:endParaRPr lang="zh-CN" altLang="en-US"/>
        </a:p>
      </dgm:t>
    </dgm:pt>
    <dgm:pt modelId="{DDD3B7BB-FB73-4247-9B54-332A2E112842}">
      <dgm:prSet/>
      <dgm:spPr/>
      <dgm:t>
        <a:bodyPr/>
        <a:lstStyle/>
        <a:p>
          <a:r>
            <a:rPr lang="zh-CN" b="1"/>
            <a:t>抗干扰性</a:t>
          </a:r>
          <a:endParaRPr lang="zh-CN"/>
        </a:p>
      </dgm:t>
    </dgm:pt>
    <dgm:pt modelId="{CC54B72B-E7CF-4C2E-99E3-0BBF2A4F518B}" type="parTrans" cxnId="{AC97F264-ACE6-41D6-AF1A-84CB7C51C3FC}">
      <dgm:prSet/>
      <dgm:spPr/>
      <dgm:t>
        <a:bodyPr/>
        <a:lstStyle/>
        <a:p>
          <a:endParaRPr lang="zh-CN" altLang="en-US"/>
        </a:p>
      </dgm:t>
    </dgm:pt>
    <dgm:pt modelId="{1CCCA987-D72F-4CE1-8097-6049DFD7FC8D}" type="sibTrans" cxnId="{AC97F264-ACE6-41D6-AF1A-84CB7C51C3FC}">
      <dgm:prSet/>
      <dgm:spPr/>
      <dgm:t>
        <a:bodyPr/>
        <a:lstStyle/>
        <a:p>
          <a:endParaRPr lang="zh-CN" altLang="en-US"/>
        </a:p>
      </dgm:t>
    </dgm:pt>
    <dgm:pt modelId="{D46E3707-D3A1-454F-A2F9-19FC260BC6BD}">
      <dgm:prSet/>
      <dgm:spPr/>
      <dgm:t>
        <a:bodyPr/>
        <a:lstStyle/>
        <a:p>
          <a:r>
            <a:rPr lang="zh-CN" dirty="0"/>
            <a:t>受到干扰后恢复能力如何？</a:t>
          </a:r>
        </a:p>
      </dgm:t>
    </dgm:pt>
    <dgm:pt modelId="{95D588DB-FF01-4DB5-97C2-BF8E07892DE7}" type="parTrans" cxnId="{B46721FA-AC8B-4005-B15D-E8EAE55CC200}">
      <dgm:prSet/>
      <dgm:spPr/>
      <dgm:t>
        <a:bodyPr/>
        <a:lstStyle/>
        <a:p>
          <a:endParaRPr lang="zh-CN" altLang="en-US"/>
        </a:p>
      </dgm:t>
    </dgm:pt>
    <dgm:pt modelId="{37584093-C307-4206-B294-4E2D323D51B2}" type="sibTrans" cxnId="{B46721FA-AC8B-4005-B15D-E8EAE55CC200}">
      <dgm:prSet/>
      <dgm:spPr/>
      <dgm:t>
        <a:bodyPr/>
        <a:lstStyle/>
        <a:p>
          <a:endParaRPr lang="zh-CN" altLang="en-US"/>
        </a:p>
      </dgm:t>
    </dgm:pt>
    <dgm:pt modelId="{D6FE1E5D-63D3-4F0B-901C-E602FE3E186B}">
      <dgm:prSet/>
      <dgm:spPr/>
      <dgm:t>
        <a:bodyPr/>
        <a:lstStyle/>
        <a:p>
          <a:r>
            <a:rPr lang="zh-CN" i="0" dirty="0"/>
            <a:t>上升时间</a:t>
          </a:r>
        </a:p>
      </dgm:t>
    </dgm:pt>
    <dgm:pt modelId="{7C2313B4-070F-46A3-8508-8AD51D8822FC}" type="parTrans" cxnId="{E00CD772-2F77-4525-A361-3113701EB00B}">
      <dgm:prSet/>
      <dgm:spPr/>
      <dgm:t>
        <a:bodyPr/>
        <a:lstStyle/>
        <a:p>
          <a:endParaRPr lang="zh-CN" altLang="en-US"/>
        </a:p>
      </dgm:t>
    </dgm:pt>
    <dgm:pt modelId="{4D5F384E-2E84-461C-85DD-3CD242C8EB6B}" type="sibTrans" cxnId="{E00CD772-2F77-4525-A361-3113701EB00B}">
      <dgm:prSet/>
      <dgm:spPr/>
      <dgm:t>
        <a:bodyPr/>
        <a:lstStyle/>
        <a:p>
          <a:endParaRPr lang="zh-CN" altLang="en-US"/>
        </a:p>
      </dgm:t>
    </dgm:pt>
    <dgm:pt modelId="{035FCAEF-6BB9-48C3-9ABC-21E3B18FD9E8}">
      <dgm:prSet/>
      <dgm:spPr/>
      <dgm:t>
        <a:bodyPr/>
        <a:lstStyle/>
        <a:p>
          <a:r>
            <a:rPr lang="zh-CN" i="0" dirty="0"/>
            <a:t>调节时间</a:t>
          </a:r>
        </a:p>
      </dgm:t>
    </dgm:pt>
    <dgm:pt modelId="{DD482B40-0792-4EE4-AE8D-9DF74E4D60D7}" type="parTrans" cxnId="{F4281E54-9FA1-4F02-A76E-7DC34FC44D77}">
      <dgm:prSet/>
      <dgm:spPr/>
      <dgm:t>
        <a:bodyPr/>
        <a:lstStyle/>
        <a:p>
          <a:endParaRPr lang="zh-CN" altLang="en-US"/>
        </a:p>
      </dgm:t>
    </dgm:pt>
    <dgm:pt modelId="{1E58944F-1D16-4971-B3C1-303846A82655}" type="sibTrans" cxnId="{F4281E54-9FA1-4F02-A76E-7DC34FC44D77}">
      <dgm:prSet/>
      <dgm:spPr/>
      <dgm:t>
        <a:bodyPr/>
        <a:lstStyle/>
        <a:p>
          <a:endParaRPr lang="zh-CN" altLang="en-US"/>
        </a:p>
      </dgm:t>
    </dgm:pt>
    <dgm:pt modelId="{1634A1F7-F20D-4FFB-B262-61AA58F398F7}">
      <dgm:prSet/>
      <dgm:spPr/>
      <dgm:t>
        <a:bodyPr/>
        <a:lstStyle/>
        <a:p>
          <a:r>
            <a:rPr lang="zh-CN" b="1" i="0" dirty="0"/>
            <a:t>超调量</a:t>
          </a:r>
          <a:endParaRPr lang="zh-CN" i="0" dirty="0"/>
        </a:p>
      </dgm:t>
    </dgm:pt>
    <dgm:pt modelId="{68D70FCB-5D03-43A2-96A2-B046D130F239}" type="parTrans" cxnId="{2F822BE2-2508-4D26-9775-DA5E4579AFFE}">
      <dgm:prSet/>
      <dgm:spPr/>
      <dgm:t>
        <a:bodyPr/>
        <a:lstStyle/>
        <a:p>
          <a:endParaRPr lang="zh-CN" altLang="en-US"/>
        </a:p>
      </dgm:t>
    </dgm:pt>
    <dgm:pt modelId="{D88CE48E-6E65-439B-A1CD-2EC2655039CD}" type="sibTrans" cxnId="{2F822BE2-2508-4D26-9775-DA5E4579AFFE}">
      <dgm:prSet/>
      <dgm:spPr/>
      <dgm:t>
        <a:bodyPr/>
        <a:lstStyle/>
        <a:p>
          <a:endParaRPr lang="zh-CN" altLang="en-US"/>
        </a:p>
      </dgm:t>
    </dgm:pt>
    <dgm:pt modelId="{3B21F896-1314-4FE9-836C-C45D33A0F9E2}" type="pres">
      <dgm:prSet presAssocID="{3157EE78-2966-4FB4-B77B-BE622323FA9A}" presName="Name0" presStyleCnt="0">
        <dgm:presLayoutVars>
          <dgm:dir/>
          <dgm:animLvl val="lvl"/>
          <dgm:resizeHandles val="exact"/>
        </dgm:presLayoutVars>
      </dgm:prSet>
      <dgm:spPr/>
    </dgm:pt>
    <dgm:pt modelId="{2AF3DE74-C2FF-4511-A12D-F629EB632C15}" type="pres">
      <dgm:prSet presAssocID="{1E7DF127-3FC1-4BFD-A5A7-10F9CAB16ECB}" presName="composite" presStyleCnt="0"/>
      <dgm:spPr/>
    </dgm:pt>
    <dgm:pt modelId="{556D40B6-149A-4175-A0E2-6041FEBBB8E7}" type="pres">
      <dgm:prSet presAssocID="{1E7DF127-3FC1-4BFD-A5A7-10F9CAB16EC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68698FB-57E9-419D-BF3D-421DEBFE8F99}" type="pres">
      <dgm:prSet presAssocID="{1E7DF127-3FC1-4BFD-A5A7-10F9CAB16ECB}" presName="desTx" presStyleLbl="alignAccFollowNode1" presStyleIdx="0" presStyleCnt="4">
        <dgm:presLayoutVars>
          <dgm:bulletEnabled val="1"/>
        </dgm:presLayoutVars>
      </dgm:prSet>
      <dgm:spPr/>
    </dgm:pt>
    <dgm:pt modelId="{37169130-E022-41EC-A5B6-9BCBEC460F6F}" type="pres">
      <dgm:prSet presAssocID="{CCDF9C3B-B6B5-4882-ADB1-3FAB32C76737}" presName="space" presStyleCnt="0"/>
      <dgm:spPr/>
    </dgm:pt>
    <dgm:pt modelId="{E19577BD-3447-4582-B5F9-8A8D11230221}" type="pres">
      <dgm:prSet presAssocID="{9A6D63B9-0D48-472F-B67D-8FEE467B8BFE}" presName="composite" presStyleCnt="0"/>
      <dgm:spPr/>
    </dgm:pt>
    <dgm:pt modelId="{CC7241FC-AF1D-4E97-9A1D-F4FA18ACFAA8}" type="pres">
      <dgm:prSet presAssocID="{9A6D63B9-0D48-472F-B67D-8FEE467B8BF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8D428E41-0620-41F5-BFE6-7681BD47C33F}" type="pres">
      <dgm:prSet presAssocID="{9A6D63B9-0D48-472F-B67D-8FEE467B8BFE}" presName="desTx" presStyleLbl="alignAccFollowNode1" presStyleIdx="1" presStyleCnt="4">
        <dgm:presLayoutVars>
          <dgm:bulletEnabled val="1"/>
        </dgm:presLayoutVars>
      </dgm:prSet>
      <dgm:spPr/>
    </dgm:pt>
    <dgm:pt modelId="{F8EFFB7D-ED1F-4713-B05D-E10AAE78578C}" type="pres">
      <dgm:prSet presAssocID="{84C06872-DE87-4C5A-86A3-072C1DE4801D}" presName="space" presStyleCnt="0"/>
      <dgm:spPr/>
    </dgm:pt>
    <dgm:pt modelId="{8C2E76DA-5322-4F66-9914-8D03CFF29690}" type="pres">
      <dgm:prSet presAssocID="{F360D375-DA25-4843-BAC8-54C416E76051}" presName="composite" presStyleCnt="0"/>
      <dgm:spPr/>
    </dgm:pt>
    <dgm:pt modelId="{9AD16A69-356E-4E3D-A7D9-E3F52ED06100}" type="pres">
      <dgm:prSet presAssocID="{F360D375-DA25-4843-BAC8-54C416E76051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1109CF4-FED8-43CD-8C09-CA3CD06C117E}" type="pres">
      <dgm:prSet presAssocID="{F360D375-DA25-4843-BAC8-54C416E76051}" presName="desTx" presStyleLbl="alignAccFollowNode1" presStyleIdx="2" presStyleCnt="4">
        <dgm:presLayoutVars>
          <dgm:bulletEnabled val="1"/>
        </dgm:presLayoutVars>
      </dgm:prSet>
      <dgm:spPr/>
    </dgm:pt>
    <dgm:pt modelId="{D41E62A0-F29B-48EA-ADE3-13ECF65C74A6}" type="pres">
      <dgm:prSet presAssocID="{1534A4DD-5138-4000-907A-53DE74DB41E7}" presName="space" presStyleCnt="0"/>
      <dgm:spPr/>
    </dgm:pt>
    <dgm:pt modelId="{EFAD9C9D-3B5C-48A8-BF9D-28A3FC5FF2B4}" type="pres">
      <dgm:prSet presAssocID="{DDD3B7BB-FB73-4247-9B54-332A2E112842}" presName="composite" presStyleCnt="0"/>
      <dgm:spPr/>
    </dgm:pt>
    <dgm:pt modelId="{7720949C-4861-4DAD-92D2-FB8A61967155}" type="pres">
      <dgm:prSet presAssocID="{DDD3B7BB-FB73-4247-9B54-332A2E11284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E5209814-5AEF-430A-B8B4-EB0831814F01}" type="pres">
      <dgm:prSet presAssocID="{DDD3B7BB-FB73-4247-9B54-332A2E112842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1454C70E-CEC1-43BD-A41A-A6CFFC15CEBF}" type="presOf" srcId="{1E7DF127-3FC1-4BFD-A5A7-10F9CAB16ECB}" destId="{556D40B6-149A-4175-A0E2-6041FEBBB8E7}" srcOrd="0" destOrd="0" presId="urn:microsoft.com/office/officeart/2005/8/layout/hList1"/>
    <dgm:cxn modelId="{9DFD981B-03D1-4FEE-B1BF-5B2151641D1F}" srcId="{9A6D63B9-0D48-472F-B67D-8FEE467B8BFE}" destId="{48691DD6-EEDB-4663-AE27-23D88DE22E51}" srcOrd="1" destOrd="0" parTransId="{EBC0CCBB-17C1-483E-B0BC-EFB0CE2420D4}" sibTransId="{68583798-85E2-4292-8F56-FF93EEF0CD2B}"/>
    <dgm:cxn modelId="{45083E1C-074F-4D11-847B-2EBA36A27B7A}" type="presOf" srcId="{3157EE78-2966-4FB4-B77B-BE622323FA9A}" destId="{3B21F896-1314-4FE9-836C-C45D33A0F9E2}" srcOrd="0" destOrd="0" presId="urn:microsoft.com/office/officeart/2005/8/layout/hList1"/>
    <dgm:cxn modelId="{B88B5B28-B4AC-4DD9-9065-FC3AB7943AA7}" type="presOf" srcId="{54AC0442-B9CB-4774-9F08-1031BB3C4ECB}" destId="{968698FB-57E9-419D-BF3D-421DEBFE8F99}" srcOrd="0" destOrd="0" presId="urn:microsoft.com/office/officeart/2005/8/layout/hList1"/>
    <dgm:cxn modelId="{6D558632-D437-4F18-BC64-9F5880679AD4}" srcId="{9A6D63B9-0D48-472F-B67D-8FEE467B8BFE}" destId="{470B0531-E25F-4869-907B-923F782FD971}" srcOrd="0" destOrd="0" parTransId="{BB7CC6D4-EE69-49DD-96E8-863AE8042C2A}" sibTransId="{0584AFEB-30AB-4783-9626-EBB8B77048E4}"/>
    <dgm:cxn modelId="{6D030C34-411D-49D6-9A84-D1B8EFEA37B2}" srcId="{F360D375-DA25-4843-BAC8-54C416E76051}" destId="{CEC8037F-CA88-42CE-B437-1E0501D18DFB}" srcOrd="0" destOrd="0" parTransId="{059D1239-03DC-4F71-A844-D272FBFE4EF8}" sibTransId="{CB585A95-C9C5-4F54-A51E-3734613C4FA1}"/>
    <dgm:cxn modelId="{C01F0564-BCEC-41B7-9AE3-4D1A281A1B71}" type="presOf" srcId="{470B0531-E25F-4869-907B-923F782FD971}" destId="{8D428E41-0620-41F5-BFE6-7681BD47C33F}" srcOrd="0" destOrd="0" presId="urn:microsoft.com/office/officeart/2005/8/layout/hList1"/>
    <dgm:cxn modelId="{AC97F264-ACE6-41D6-AF1A-84CB7C51C3FC}" srcId="{3157EE78-2966-4FB4-B77B-BE622323FA9A}" destId="{DDD3B7BB-FB73-4247-9B54-332A2E112842}" srcOrd="3" destOrd="0" parTransId="{CC54B72B-E7CF-4C2E-99E3-0BBF2A4F518B}" sibTransId="{1CCCA987-D72F-4CE1-8097-6049DFD7FC8D}"/>
    <dgm:cxn modelId="{77E8C46A-9288-44E9-A6D3-A03C3A16BEBC}" type="presOf" srcId="{F360D375-DA25-4843-BAC8-54C416E76051}" destId="{9AD16A69-356E-4E3D-A7D9-E3F52ED06100}" srcOrd="0" destOrd="0" presId="urn:microsoft.com/office/officeart/2005/8/layout/hList1"/>
    <dgm:cxn modelId="{97244B4C-9BBC-4E41-9C3B-FB2040CB9A19}" type="presOf" srcId="{CEC8037F-CA88-42CE-B437-1E0501D18DFB}" destId="{71109CF4-FED8-43CD-8C09-CA3CD06C117E}" srcOrd="0" destOrd="0" presId="urn:microsoft.com/office/officeart/2005/8/layout/hList1"/>
    <dgm:cxn modelId="{95E62E4D-8240-4419-98AD-7F0CD96ECF44}" type="presOf" srcId="{D46E3707-D3A1-454F-A2F9-19FC260BC6BD}" destId="{E5209814-5AEF-430A-B8B4-EB0831814F01}" srcOrd="0" destOrd="0" presId="urn:microsoft.com/office/officeart/2005/8/layout/hList1"/>
    <dgm:cxn modelId="{E00CD772-2F77-4525-A361-3113701EB00B}" srcId="{48691DD6-EEDB-4663-AE27-23D88DE22E51}" destId="{D6FE1E5D-63D3-4F0B-901C-E602FE3E186B}" srcOrd="0" destOrd="0" parTransId="{7C2313B4-070F-46A3-8508-8AD51D8822FC}" sibTransId="{4D5F384E-2E84-461C-85DD-3CD242C8EB6B}"/>
    <dgm:cxn modelId="{F4281E54-9FA1-4F02-A76E-7DC34FC44D77}" srcId="{48691DD6-EEDB-4663-AE27-23D88DE22E51}" destId="{035FCAEF-6BB9-48C3-9ABC-21E3B18FD9E8}" srcOrd="1" destOrd="0" parTransId="{DD482B40-0792-4EE4-AE8D-9DF74E4D60D7}" sibTransId="{1E58944F-1D16-4971-B3C1-303846A82655}"/>
    <dgm:cxn modelId="{46239759-9024-44A6-B87B-D32C12EFC6A8}" srcId="{3157EE78-2966-4FB4-B77B-BE622323FA9A}" destId="{1E7DF127-3FC1-4BFD-A5A7-10F9CAB16ECB}" srcOrd="0" destOrd="0" parTransId="{E883A2DE-E99A-4368-9F79-FFAA00F06ABE}" sibTransId="{CCDF9C3B-B6B5-4882-ADB1-3FAB32C76737}"/>
    <dgm:cxn modelId="{BFA9DE88-05C4-49F1-AF16-35574C6720A3}" type="presOf" srcId="{48691DD6-EEDB-4663-AE27-23D88DE22E51}" destId="{8D428E41-0620-41F5-BFE6-7681BD47C33F}" srcOrd="0" destOrd="1" presId="urn:microsoft.com/office/officeart/2005/8/layout/hList1"/>
    <dgm:cxn modelId="{AA0EB390-8624-4C67-8828-1BEA64DFB6E1}" type="presOf" srcId="{D6FE1E5D-63D3-4F0B-901C-E602FE3E186B}" destId="{8D428E41-0620-41F5-BFE6-7681BD47C33F}" srcOrd="0" destOrd="2" presId="urn:microsoft.com/office/officeart/2005/8/layout/hList1"/>
    <dgm:cxn modelId="{11B85C91-A0DB-434B-B6DF-43E7C0720E78}" type="presOf" srcId="{9A6D63B9-0D48-472F-B67D-8FEE467B8BFE}" destId="{CC7241FC-AF1D-4E97-9A1D-F4FA18ACFAA8}" srcOrd="0" destOrd="0" presId="urn:microsoft.com/office/officeart/2005/8/layout/hList1"/>
    <dgm:cxn modelId="{C009C4B0-2543-440E-8027-DAEFBD2F0480}" srcId="{3157EE78-2966-4FB4-B77B-BE622323FA9A}" destId="{9A6D63B9-0D48-472F-B67D-8FEE467B8BFE}" srcOrd="1" destOrd="0" parTransId="{651F270F-8FAB-40C5-B90D-B68F1F71352B}" sibTransId="{84C06872-DE87-4C5A-86A3-072C1DE4801D}"/>
    <dgm:cxn modelId="{2F822BE2-2508-4D26-9775-DA5E4579AFFE}" srcId="{48691DD6-EEDB-4663-AE27-23D88DE22E51}" destId="{1634A1F7-F20D-4FFB-B262-61AA58F398F7}" srcOrd="2" destOrd="0" parTransId="{68D70FCB-5D03-43A2-96A2-B046D130F239}" sibTransId="{D88CE48E-6E65-439B-A1CD-2EC2655039CD}"/>
    <dgm:cxn modelId="{EAED4FE5-0CDC-4582-B839-C09ECBD02FDF}" type="presOf" srcId="{DDD3B7BB-FB73-4247-9B54-332A2E112842}" destId="{7720949C-4861-4DAD-92D2-FB8A61967155}" srcOrd="0" destOrd="0" presId="urn:microsoft.com/office/officeart/2005/8/layout/hList1"/>
    <dgm:cxn modelId="{41ED66EB-1820-4A06-9AAE-FE853591D833}" type="presOf" srcId="{1634A1F7-F20D-4FFB-B262-61AA58F398F7}" destId="{8D428E41-0620-41F5-BFE6-7681BD47C33F}" srcOrd="0" destOrd="4" presId="urn:microsoft.com/office/officeart/2005/8/layout/hList1"/>
    <dgm:cxn modelId="{72044EEB-0020-4776-AC6F-8AE540F43472}" type="presOf" srcId="{035FCAEF-6BB9-48C3-9ABC-21E3B18FD9E8}" destId="{8D428E41-0620-41F5-BFE6-7681BD47C33F}" srcOrd="0" destOrd="3" presId="urn:microsoft.com/office/officeart/2005/8/layout/hList1"/>
    <dgm:cxn modelId="{A457E8F3-AC1B-497E-9179-2AC1244C35DD}" srcId="{3157EE78-2966-4FB4-B77B-BE622323FA9A}" destId="{F360D375-DA25-4843-BAC8-54C416E76051}" srcOrd="2" destOrd="0" parTransId="{BEFBE0E2-3371-4C40-8E6A-9392EC7978BF}" sibTransId="{1534A4DD-5138-4000-907A-53DE74DB41E7}"/>
    <dgm:cxn modelId="{9237C5F8-B6BC-4603-A5B3-411E34BD02D1}" srcId="{1E7DF127-3FC1-4BFD-A5A7-10F9CAB16ECB}" destId="{54AC0442-B9CB-4774-9F08-1031BB3C4ECB}" srcOrd="0" destOrd="0" parTransId="{A43162F9-D8F4-489B-99F8-16DF735510CC}" sibTransId="{B5F98D2B-8318-4FF1-AD26-EE3C04262214}"/>
    <dgm:cxn modelId="{B46721FA-AC8B-4005-B15D-E8EAE55CC200}" srcId="{DDD3B7BB-FB73-4247-9B54-332A2E112842}" destId="{D46E3707-D3A1-454F-A2F9-19FC260BC6BD}" srcOrd="0" destOrd="0" parTransId="{95D588DB-FF01-4DB5-97C2-BF8E07892DE7}" sibTransId="{37584093-C307-4206-B294-4E2D323D51B2}"/>
    <dgm:cxn modelId="{232233D0-E820-421E-A652-250D7267F781}" type="presParOf" srcId="{3B21F896-1314-4FE9-836C-C45D33A0F9E2}" destId="{2AF3DE74-C2FF-4511-A12D-F629EB632C15}" srcOrd="0" destOrd="0" presId="urn:microsoft.com/office/officeart/2005/8/layout/hList1"/>
    <dgm:cxn modelId="{A2140CD2-3D8D-4D59-9203-025AF0072B63}" type="presParOf" srcId="{2AF3DE74-C2FF-4511-A12D-F629EB632C15}" destId="{556D40B6-149A-4175-A0E2-6041FEBBB8E7}" srcOrd="0" destOrd="0" presId="urn:microsoft.com/office/officeart/2005/8/layout/hList1"/>
    <dgm:cxn modelId="{DBAD15A3-C976-4888-987D-94245FCAD493}" type="presParOf" srcId="{2AF3DE74-C2FF-4511-A12D-F629EB632C15}" destId="{968698FB-57E9-419D-BF3D-421DEBFE8F99}" srcOrd="1" destOrd="0" presId="urn:microsoft.com/office/officeart/2005/8/layout/hList1"/>
    <dgm:cxn modelId="{63E9E6F0-2F2D-41E1-A599-757EA467CA8E}" type="presParOf" srcId="{3B21F896-1314-4FE9-836C-C45D33A0F9E2}" destId="{37169130-E022-41EC-A5B6-9BCBEC460F6F}" srcOrd="1" destOrd="0" presId="urn:microsoft.com/office/officeart/2005/8/layout/hList1"/>
    <dgm:cxn modelId="{378C6B55-8416-4C6F-AFF0-477FC179364E}" type="presParOf" srcId="{3B21F896-1314-4FE9-836C-C45D33A0F9E2}" destId="{E19577BD-3447-4582-B5F9-8A8D11230221}" srcOrd="2" destOrd="0" presId="urn:microsoft.com/office/officeart/2005/8/layout/hList1"/>
    <dgm:cxn modelId="{13452AB0-C0EB-4D66-920C-E31C438632DC}" type="presParOf" srcId="{E19577BD-3447-4582-B5F9-8A8D11230221}" destId="{CC7241FC-AF1D-4E97-9A1D-F4FA18ACFAA8}" srcOrd="0" destOrd="0" presId="urn:microsoft.com/office/officeart/2005/8/layout/hList1"/>
    <dgm:cxn modelId="{044A7024-0B72-41CC-9CE4-5F46244B7848}" type="presParOf" srcId="{E19577BD-3447-4582-B5F9-8A8D11230221}" destId="{8D428E41-0620-41F5-BFE6-7681BD47C33F}" srcOrd="1" destOrd="0" presId="urn:microsoft.com/office/officeart/2005/8/layout/hList1"/>
    <dgm:cxn modelId="{BD8A09B0-F38D-476A-BDBD-79A5A840BD09}" type="presParOf" srcId="{3B21F896-1314-4FE9-836C-C45D33A0F9E2}" destId="{F8EFFB7D-ED1F-4713-B05D-E10AAE78578C}" srcOrd="3" destOrd="0" presId="urn:microsoft.com/office/officeart/2005/8/layout/hList1"/>
    <dgm:cxn modelId="{1682B588-2210-4DA3-9DEF-A317FA74FB08}" type="presParOf" srcId="{3B21F896-1314-4FE9-836C-C45D33A0F9E2}" destId="{8C2E76DA-5322-4F66-9914-8D03CFF29690}" srcOrd="4" destOrd="0" presId="urn:microsoft.com/office/officeart/2005/8/layout/hList1"/>
    <dgm:cxn modelId="{1CB64406-E6E9-456D-94A5-265F8ED3CD56}" type="presParOf" srcId="{8C2E76DA-5322-4F66-9914-8D03CFF29690}" destId="{9AD16A69-356E-4E3D-A7D9-E3F52ED06100}" srcOrd="0" destOrd="0" presId="urn:microsoft.com/office/officeart/2005/8/layout/hList1"/>
    <dgm:cxn modelId="{5C1BE3E4-712F-4EF3-98B4-CB5BEA35E43F}" type="presParOf" srcId="{8C2E76DA-5322-4F66-9914-8D03CFF29690}" destId="{71109CF4-FED8-43CD-8C09-CA3CD06C117E}" srcOrd="1" destOrd="0" presId="urn:microsoft.com/office/officeart/2005/8/layout/hList1"/>
    <dgm:cxn modelId="{E3A660E4-EED0-4011-B1E7-D17B29EC8915}" type="presParOf" srcId="{3B21F896-1314-4FE9-836C-C45D33A0F9E2}" destId="{D41E62A0-F29B-48EA-ADE3-13ECF65C74A6}" srcOrd="5" destOrd="0" presId="urn:microsoft.com/office/officeart/2005/8/layout/hList1"/>
    <dgm:cxn modelId="{685A2B38-161A-4FC2-89B7-9F7F74852901}" type="presParOf" srcId="{3B21F896-1314-4FE9-836C-C45D33A0F9E2}" destId="{EFAD9C9D-3B5C-48A8-BF9D-28A3FC5FF2B4}" srcOrd="6" destOrd="0" presId="urn:microsoft.com/office/officeart/2005/8/layout/hList1"/>
    <dgm:cxn modelId="{0D53C02C-0E6B-4C20-981B-4495632A4AC0}" type="presParOf" srcId="{EFAD9C9D-3B5C-48A8-BF9D-28A3FC5FF2B4}" destId="{7720949C-4861-4DAD-92D2-FB8A61967155}" srcOrd="0" destOrd="0" presId="urn:microsoft.com/office/officeart/2005/8/layout/hList1"/>
    <dgm:cxn modelId="{614B44C5-B687-4177-BEE1-C0C062F26AC5}" type="presParOf" srcId="{EFAD9C9D-3B5C-48A8-BF9D-28A3FC5FF2B4}" destId="{E5209814-5AEF-430A-B8B4-EB0831814F0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C5A3B9-41A5-44B8-B481-9F1A2121515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CF816285-B1A7-4599-A589-EEBCFBA5AC5F}">
      <dgm:prSet/>
      <dgm:spPr/>
      <dgm:t>
        <a:bodyPr/>
        <a:lstStyle/>
        <a:p>
          <a:r>
            <a:rPr lang="zh-CN" b="0" i="0"/>
            <a:t>最大偏差</a:t>
          </a:r>
          <a:r>
            <a:rPr lang="en-US" b="1"/>
            <a:t>Maximum Deviation</a:t>
          </a:r>
          <a:r>
            <a:rPr lang="zh-CN" b="0" i="0"/>
            <a:t>：</a:t>
          </a:r>
          <a:endParaRPr lang="zh-CN"/>
        </a:p>
      </dgm:t>
    </dgm:pt>
    <dgm:pt modelId="{4EF93F68-3FBF-4EBC-A25E-D0EB9AB3C5A1}" type="parTrans" cxnId="{4CB4944F-D2FD-4973-882A-8C764DCB8FEB}">
      <dgm:prSet/>
      <dgm:spPr/>
      <dgm:t>
        <a:bodyPr/>
        <a:lstStyle/>
        <a:p>
          <a:endParaRPr lang="zh-CN" altLang="en-US"/>
        </a:p>
      </dgm:t>
    </dgm:pt>
    <dgm:pt modelId="{D5F49487-A5F6-46BF-9648-C76CFF523E75}" type="sibTrans" cxnId="{4CB4944F-D2FD-4973-882A-8C764DCB8FEB}">
      <dgm:prSet/>
      <dgm:spPr/>
      <dgm:t>
        <a:bodyPr/>
        <a:lstStyle/>
        <a:p>
          <a:endParaRPr lang="zh-CN" altLang="en-US"/>
        </a:p>
      </dgm:t>
    </dgm:pt>
    <dgm:pt modelId="{F8CC05D9-053C-47C6-B0E8-2A47E68F07DF}">
      <dgm:prSet/>
      <dgm:spPr/>
      <dgm:t>
        <a:bodyPr/>
        <a:lstStyle/>
        <a:p>
          <a:r>
            <a:rPr lang="zh-CN" b="0" i="0"/>
            <a:t>系统在扰动发生后，输出量偏离稳态值的</a:t>
          </a:r>
          <a:r>
            <a:rPr lang="zh-CN" b="1" i="0"/>
            <a:t>最大幅度</a:t>
          </a:r>
          <a:r>
            <a:rPr lang="zh-CN" b="0" i="0"/>
            <a:t>。</a:t>
          </a:r>
          <a:endParaRPr lang="zh-CN"/>
        </a:p>
      </dgm:t>
    </dgm:pt>
    <dgm:pt modelId="{01A6DCD3-8A5B-4F0F-A8B4-F0A8A86073FD}" type="parTrans" cxnId="{BA581E26-DB88-4C25-A2B5-430150F1638F}">
      <dgm:prSet/>
      <dgm:spPr/>
      <dgm:t>
        <a:bodyPr/>
        <a:lstStyle/>
        <a:p>
          <a:endParaRPr lang="zh-CN" altLang="en-US"/>
        </a:p>
      </dgm:t>
    </dgm:pt>
    <dgm:pt modelId="{8AE01E22-E4E4-4A85-96C1-15622AF7BAA8}" type="sibTrans" cxnId="{BA581E26-DB88-4C25-A2B5-430150F1638F}">
      <dgm:prSet/>
      <dgm:spPr/>
      <dgm:t>
        <a:bodyPr/>
        <a:lstStyle/>
        <a:p>
          <a:endParaRPr lang="zh-CN" altLang="en-US"/>
        </a:p>
      </dgm:t>
    </dgm:pt>
    <dgm:pt modelId="{17D9934C-D745-474F-BE34-F68442F4C1EA}">
      <dgm:prSet/>
      <dgm:spPr/>
      <dgm:t>
        <a:bodyPr/>
        <a:lstStyle/>
        <a:p>
          <a:r>
            <a:rPr lang="zh-CN" b="1"/>
            <a:t>恢复时间</a:t>
          </a:r>
          <a:r>
            <a:rPr lang="en-US" b="1"/>
            <a:t>Recovery Time </a:t>
          </a:r>
          <a:r>
            <a:rPr lang="zh-CN" b="1"/>
            <a:t>：</a:t>
          </a:r>
          <a:endParaRPr lang="zh-CN"/>
        </a:p>
      </dgm:t>
    </dgm:pt>
    <dgm:pt modelId="{10B89FAB-6E0B-44A7-B669-01F436E2ECBE}" type="parTrans" cxnId="{D8CDA62D-F675-46A0-A1FA-BF4DE06B5341}">
      <dgm:prSet/>
      <dgm:spPr/>
      <dgm:t>
        <a:bodyPr/>
        <a:lstStyle/>
        <a:p>
          <a:endParaRPr lang="zh-CN" altLang="en-US"/>
        </a:p>
      </dgm:t>
    </dgm:pt>
    <dgm:pt modelId="{C783817D-6FDE-46A9-998B-2605A64AA7FB}" type="sibTrans" cxnId="{D8CDA62D-F675-46A0-A1FA-BF4DE06B5341}">
      <dgm:prSet/>
      <dgm:spPr/>
      <dgm:t>
        <a:bodyPr/>
        <a:lstStyle/>
        <a:p>
          <a:endParaRPr lang="zh-CN" altLang="en-US"/>
        </a:p>
      </dgm:t>
    </dgm:pt>
    <dgm:pt modelId="{9C5E0C73-E895-4336-8A0B-A9164454F336}">
      <dgm:prSet/>
      <dgm:spPr/>
      <dgm:t>
        <a:bodyPr/>
        <a:lstStyle/>
        <a:p>
          <a:r>
            <a:rPr lang="zh-CN"/>
            <a:t>从扰动发生时刻开始，到系统输出</a:t>
          </a:r>
          <a:r>
            <a:rPr lang="zh-CN" b="1"/>
            <a:t>重新进入并保持在误差带内</a:t>
          </a:r>
          <a:r>
            <a:rPr lang="zh-CN"/>
            <a:t>（如 </a:t>
          </a:r>
          <a:r>
            <a:rPr lang="en-US"/>
            <a:t>±2%</a:t>
          </a:r>
          <a:r>
            <a:rPr lang="zh-CN"/>
            <a:t>）所需的时间。</a:t>
          </a:r>
        </a:p>
      </dgm:t>
    </dgm:pt>
    <dgm:pt modelId="{04158AAA-61CC-4265-B165-3734090141CF}" type="parTrans" cxnId="{06928098-41F7-4D84-BA5B-7E9B247832AB}">
      <dgm:prSet/>
      <dgm:spPr/>
      <dgm:t>
        <a:bodyPr/>
        <a:lstStyle/>
        <a:p>
          <a:endParaRPr lang="zh-CN" altLang="en-US"/>
        </a:p>
      </dgm:t>
    </dgm:pt>
    <dgm:pt modelId="{5491880B-3738-4963-B68B-18664DA3C860}" type="sibTrans" cxnId="{06928098-41F7-4D84-BA5B-7E9B247832AB}">
      <dgm:prSet/>
      <dgm:spPr/>
      <dgm:t>
        <a:bodyPr/>
        <a:lstStyle/>
        <a:p>
          <a:endParaRPr lang="zh-CN" altLang="en-US"/>
        </a:p>
      </dgm:t>
    </dgm:pt>
    <dgm:pt modelId="{FC5708A9-D9AF-4CBF-83BC-426009E6FFFD}" type="pres">
      <dgm:prSet presAssocID="{78C5A3B9-41A5-44B8-B481-9F1A21215152}" presName="linear" presStyleCnt="0">
        <dgm:presLayoutVars>
          <dgm:dir/>
          <dgm:animLvl val="lvl"/>
          <dgm:resizeHandles val="exact"/>
        </dgm:presLayoutVars>
      </dgm:prSet>
      <dgm:spPr/>
    </dgm:pt>
    <dgm:pt modelId="{EC6CCBBC-70CB-430F-971A-F855FF03FAF4}" type="pres">
      <dgm:prSet presAssocID="{CF816285-B1A7-4599-A589-EEBCFBA5AC5F}" presName="parentLin" presStyleCnt="0"/>
      <dgm:spPr/>
    </dgm:pt>
    <dgm:pt modelId="{6E94A599-B265-436A-9620-2492270D09C0}" type="pres">
      <dgm:prSet presAssocID="{CF816285-B1A7-4599-A589-EEBCFBA5AC5F}" presName="parentLeftMargin" presStyleLbl="node1" presStyleIdx="0" presStyleCnt="2"/>
      <dgm:spPr/>
    </dgm:pt>
    <dgm:pt modelId="{4BED99CC-6E3B-4755-9BB2-678A55E19EF9}" type="pres">
      <dgm:prSet presAssocID="{CF816285-B1A7-4599-A589-EEBCFBA5AC5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BEA68D-284A-4070-81C7-CE824B7BB9C2}" type="pres">
      <dgm:prSet presAssocID="{CF816285-B1A7-4599-A589-EEBCFBA5AC5F}" presName="negativeSpace" presStyleCnt="0"/>
      <dgm:spPr/>
    </dgm:pt>
    <dgm:pt modelId="{F09486FA-2EA4-4F2E-A881-076127BB67FA}" type="pres">
      <dgm:prSet presAssocID="{CF816285-B1A7-4599-A589-EEBCFBA5AC5F}" presName="childText" presStyleLbl="conFgAcc1" presStyleIdx="0" presStyleCnt="2">
        <dgm:presLayoutVars>
          <dgm:bulletEnabled val="1"/>
        </dgm:presLayoutVars>
      </dgm:prSet>
      <dgm:spPr/>
    </dgm:pt>
    <dgm:pt modelId="{B1FF9D9B-584B-42C9-80E8-9E70527FC474}" type="pres">
      <dgm:prSet presAssocID="{D5F49487-A5F6-46BF-9648-C76CFF523E75}" presName="spaceBetweenRectangles" presStyleCnt="0"/>
      <dgm:spPr/>
    </dgm:pt>
    <dgm:pt modelId="{106AE31A-FDD2-43D4-A3DC-CB7AFBF38C64}" type="pres">
      <dgm:prSet presAssocID="{17D9934C-D745-474F-BE34-F68442F4C1EA}" presName="parentLin" presStyleCnt="0"/>
      <dgm:spPr/>
    </dgm:pt>
    <dgm:pt modelId="{ABC3BE69-3456-4C3E-BDB8-E41D8F8B55D1}" type="pres">
      <dgm:prSet presAssocID="{17D9934C-D745-474F-BE34-F68442F4C1EA}" presName="parentLeftMargin" presStyleLbl="node1" presStyleIdx="0" presStyleCnt="2"/>
      <dgm:spPr/>
    </dgm:pt>
    <dgm:pt modelId="{3E880B79-1FA3-4CAA-9C3A-F318C5F8C8F8}" type="pres">
      <dgm:prSet presAssocID="{17D9934C-D745-474F-BE34-F68442F4C1E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E97DE4C-610A-436F-A1BB-DBF8E982603C}" type="pres">
      <dgm:prSet presAssocID="{17D9934C-D745-474F-BE34-F68442F4C1EA}" presName="negativeSpace" presStyleCnt="0"/>
      <dgm:spPr/>
    </dgm:pt>
    <dgm:pt modelId="{FA574739-73BA-44A1-A967-B0D4D9AA865A}" type="pres">
      <dgm:prSet presAssocID="{17D9934C-D745-474F-BE34-F68442F4C1E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A581E26-DB88-4C25-A2B5-430150F1638F}" srcId="{CF816285-B1A7-4599-A589-EEBCFBA5AC5F}" destId="{F8CC05D9-053C-47C6-B0E8-2A47E68F07DF}" srcOrd="0" destOrd="0" parTransId="{01A6DCD3-8A5B-4F0F-A8B4-F0A8A86073FD}" sibTransId="{8AE01E22-E4E4-4A85-96C1-15622AF7BAA8}"/>
    <dgm:cxn modelId="{AD6E342B-42F9-4027-A3D5-D0B5BB02C8E9}" type="presOf" srcId="{17D9934C-D745-474F-BE34-F68442F4C1EA}" destId="{3E880B79-1FA3-4CAA-9C3A-F318C5F8C8F8}" srcOrd="1" destOrd="0" presId="urn:microsoft.com/office/officeart/2005/8/layout/list1"/>
    <dgm:cxn modelId="{28BDD32C-4E57-45AD-9009-59CE56C68B7B}" type="presOf" srcId="{CF816285-B1A7-4599-A589-EEBCFBA5AC5F}" destId="{6E94A599-B265-436A-9620-2492270D09C0}" srcOrd="0" destOrd="0" presId="urn:microsoft.com/office/officeart/2005/8/layout/list1"/>
    <dgm:cxn modelId="{D8CDA62D-F675-46A0-A1FA-BF4DE06B5341}" srcId="{78C5A3B9-41A5-44B8-B481-9F1A21215152}" destId="{17D9934C-D745-474F-BE34-F68442F4C1EA}" srcOrd="1" destOrd="0" parTransId="{10B89FAB-6E0B-44A7-B669-01F436E2ECBE}" sibTransId="{C783817D-6FDE-46A9-998B-2605A64AA7FB}"/>
    <dgm:cxn modelId="{BE3A6333-6058-4AFC-B447-1D1FDD44430D}" type="presOf" srcId="{78C5A3B9-41A5-44B8-B481-9F1A21215152}" destId="{FC5708A9-D9AF-4CBF-83BC-426009E6FFFD}" srcOrd="0" destOrd="0" presId="urn:microsoft.com/office/officeart/2005/8/layout/list1"/>
    <dgm:cxn modelId="{1AF0555C-1F49-4833-9A6B-88CD00BC8B29}" type="presOf" srcId="{CF816285-B1A7-4599-A589-EEBCFBA5AC5F}" destId="{4BED99CC-6E3B-4755-9BB2-678A55E19EF9}" srcOrd="1" destOrd="0" presId="urn:microsoft.com/office/officeart/2005/8/layout/list1"/>
    <dgm:cxn modelId="{2F71DA5C-A95E-42A1-B450-DCC6C4974D90}" type="presOf" srcId="{F8CC05D9-053C-47C6-B0E8-2A47E68F07DF}" destId="{F09486FA-2EA4-4F2E-A881-076127BB67FA}" srcOrd="0" destOrd="0" presId="urn:microsoft.com/office/officeart/2005/8/layout/list1"/>
    <dgm:cxn modelId="{4CB4944F-D2FD-4973-882A-8C764DCB8FEB}" srcId="{78C5A3B9-41A5-44B8-B481-9F1A21215152}" destId="{CF816285-B1A7-4599-A589-EEBCFBA5AC5F}" srcOrd="0" destOrd="0" parTransId="{4EF93F68-3FBF-4EBC-A25E-D0EB9AB3C5A1}" sibTransId="{D5F49487-A5F6-46BF-9648-C76CFF523E75}"/>
    <dgm:cxn modelId="{013FDC7A-51A3-41F1-8ADD-BF32EB96951B}" type="presOf" srcId="{17D9934C-D745-474F-BE34-F68442F4C1EA}" destId="{ABC3BE69-3456-4C3E-BDB8-E41D8F8B55D1}" srcOrd="0" destOrd="0" presId="urn:microsoft.com/office/officeart/2005/8/layout/list1"/>
    <dgm:cxn modelId="{06928098-41F7-4D84-BA5B-7E9B247832AB}" srcId="{17D9934C-D745-474F-BE34-F68442F4C1EA}" destId="{9C5E0C73-E895-4336-8A0B-A9164454F336}" srcOrd="0" destOrd="0" parTransId="{04158AAA-61CC-4265-B165-3734090141CF}" sibTransId="{5491880B-3738-4963-B68B-18664DA3C860}"/>
    <dgm:cxn modelId="{CC6B12C2-D8B2-4AF6-AF4C-BA78F69B7969}" type="presOf" srcId="{9C5E0C73-E895-4336-8A0B-A9164454F336}" destId="{FA574739-73BA-44A1-A967-B0D4D9AA865A}" srcOrd="0" destOrd="0" presId="urn:microsoft.com/office/officeart/2005/8/layout/list1"/>
    <dgm:cxn modelId="{294086CA-125E-4891-AACE-E0D91280A9F4}" type="presParOf" srcId="{FC5708A9-D9AF-4CBF-83BC-426009E6FFFD}" destId="{EC6CCBBC-70CB-430F-971A-F855FF03FAF4}" srcOrd="0" destOrd="0" presId="urn:microsoft.com/office/officeart/2005/8/layout/list1"/>
    <dgm:cxn modelId="{65CD2528-055B-4243-9385-F62281242FBE}" type="presParOf" srcId="{EC6CCBBC-70CB-430F-971A-F855FF03FAF4}" destId="{6E94A599-B265-436A-9620-2492270D09C0}" srcOrd="0" destOrd="0" presId="urn:microsoft.com/office/officeart/2005/8/layout/list1"/>
    <dgm:cxn modelId="{F1526F02-9528-4CD8-9ECF-89E70B0D8191}" type="presParOf" srcId="{EC6CCBBC-70CB-430F-971A-F855FF03FAF4}" destId="{4BED99CC-6E3B-4755-9BB2-678A55E19EF9}" srcOrd="1" destOrd="0" presId="urn:microsoft.com/office/officeart/2005/8/layout/list1"/>
    <dgm:cxn modelId="{104C3ECC-F884-4B2D-A07F-1C6BBCA33280}" type="presParOf" srcId="{FC5708A9-D9AF-4CBF-83BC-426009E6FFFD}" destId="{45BEA68D-284A-4070-81C7-CE824B7BB9C2}" srcOrd="1" destOrd="0" presId="urn:microsoft.com/office/officeart/2005/8/layout/list1"/>
    <dgm:cxn modelId="{F120D8EC-7962-4843-A3C6-5465CD4EBEA4}" type="presParOf" srcId="{FC5708A9-D9AF-4CBF-83BC-426009E6FFFD}" destId="{F09486FA-2EA4-4F2E-A881-076127BB67FA}" srcOrd="2" destOrd="0" presId="urn:microsoft.com/office/officeart/2005/8/layout/list1"/>
    <dgm:cxn modelId="{F7248347-2326-4B1C-8C5C-7775B4E7B073}" type="presParOf" srcId="{FC5708A9-D9AF-4CBF-83BC-426009E6FFFD}" destId="{B1FF9D9B-584B-42C9-80E8-9E70527FC474}" srcOrd="3" destOrd="0" presId="urn:microsoft.com/office/officeart/2005/8/layout/list1"/>
    <dgm:cxn modelId="{A7039B30-2DB8-4713-BF3E-77B8ABD15F45}" type="presParOf" srcId="{FC5708A9-D9AF-4CBF-83BC-426009E6FFFD}" destId="{106AE31A-FDD2-43D4-A3DC-CB7AFBF38C64}" srcOrd="4" destOrd="0" presId="urn:microsoft.com/office/officeart/2005/8/layout/list1"/>
    <dgm:cxn modelId="{C7B26F0C-56E7-4FEC-9CB8-C161CBE9C0B0}" type="presParOf" srcId="{106AE31A-FDD2-43D4-A3DC-CB7AFBF38C64}" destId="{ABC3BE69-3456-4C3E-BDB8-E41D8F8B55D1}" srcOrd="0" destOrd="0" presId="urn:microsoft.com/office/officeart/2005/8/layout/list1"/>
    <dgm:cxn modelId="{995AB4C1-9E2E-437C-A1F5-7A704D117E1E}" type="presParOf" srcId="{106AE31A-FDD2-43D4-A3DC-CB7AFBF38C64}" destId="{3E880B79-1FA3-4CAA-9C3A-F318C5F8C8F8}" srcOrd="1" destOrd="0" presId="urn:microsoft.com/office/officeart/2005/8/layout/list1"/>
    <dgm:cxn modelId="{E0036649-F7CA-47BC-8A3D-E6EE22BDF6BA}" type="presParOf" srcId="{FC5708A9-D9AF-4CBF-83BC-426009E6FFFD}" destId="{CE97DE4C-610A-436F-A1BB-DBF8E982603C}" srcOrd="5" destOrd="0" presId="urn:microsoft.com/office/officeart/2005/8/layout/list1"/>
    <dgm:cxn modelId="{F79BD9CF-7D9E-4B5E-9637-FC37EFBA57D9}" type="presParOf" srcId="{FC5708A9-D9AF-4CBF-83BC-426009E6FFFD}" destId="{FA574739-73BA-44A1-A967-B0D4D9AA865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ACFDC-FF5B-4955-A86A-A36B2ED374CD}">
      <dsp:nvSpPr>
        <dsp:cNvPr id="0" name=""/>
        <dsp:cNvSpPr/>
      </dsp:nvSpPr>
      <dsp:spPr>
        <a:xfrm>
          <a:off x="1" y="1733"/>
          <a:ext cx="10688437" cy="5341788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B88DECD-C779-46D7-87ED-7FF2262DE312}">
      <dsp:nvSpPr>
        <dsp:cNvPr id="0" name=""/>
        <dsp:cNvSpPr/>
      </dsp:nvSpPr>
      <dsp:spPr>
        <a:xfrm>
          <a:off x="2926018" y="226088"/>
          <a:ext cx="961521" cy="96152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B8B654-A61C-4E4E-979B-93E0C9501199}">
      <dsp:nvSpPr>
        <dsp:cNvPr id="0" name=""/>
        <dsp:cNvSpPr/>
      </dsp:nvSpPr>
      <dsp:spPr>
        <a:xfrm>
          <a:off x="3868321" y="199963"/>
          <a:ext cx="5143102" cy="9615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学习目标</a:t>
          </a:r>
        </a:p>
      </dsp:txBody>
      <dsp:txXfrm>
        <a:off x="3868321" y="199963"/>
        <a:ext cx="5143102" cy="961521"/>
      </dsp:txXfrm>
    </dsp:sp>
    <dsp:sp modelId="{7C2F5F63-22F6-4138-879F-E621AAA7E03E}">
      <dsp:nvSpPr>
        <dsp:cNvPr id="0" name=""/>
        <dsp:cNvSpPr/>
      </dsp:nvSpPr>
      <dsp:spPr>
        <a:xfrm>
          <a:off x="3432906" y="1440159"/>
          <a:ext cx="5143102" cy="393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b="1" kern="1200" dirty="0"/>
            <a:t>关键衡量指标有哪些</a:t>
          </a:r>
          <a:endParaRPr lang="zh-CN" altLang="en-US" sz="3200" kern="1200" dirty="0"/>
        </a:p>
      </dsp:txBody>
      <dsp:txXfrm>
        <a:off x="3432906" y="1440159"/>
        <a:ext cx="5143102" cy="393682"/>
      </dsp:txXfrm>
    </dsp:sp>
    <dsp:sp modelId="{1001C6BC-CB82-4F36-82D3-BC0DBCF140CF}">
      <dsp:nvSpPr>
        <dsp:cNvPr id="0" name=""/>
        <dsp:cNvSpPr/>
      </dsp:nvSpPr>
      <dsp:spPr>
        <a:xfrm>
          <a:off x="2919098" y="1529039"/>
          <a:ext cx="141321" cy="14132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F76BA36-D67E-493C-A011-E2BCD9B6AC05}">
      <dsp:nvSpPr>
        <dsp:cNvPr id="0" name=""/>
        <dsp:cNvSpPr/>
      </dsp:nvSpPr>
      <dsp:spPr>
        <a:xfrm>
          <a:off x="3450341" y="2375142"/>
          <a:ext cx="5143102" cy="393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能通过指标判断系统好坏</a:t>
          </a:r>
        </a:p>
      </dsp:txBody>
      <dsp:txXfrm>
        <a:off x="3450341" y="2375142"/>
        <a:ext cx="5143102" cy="393682"/>
      </dsp:txXfrm>
    </dsp:sp>
    <dsp:sp modelId="{0E1ED0A5-E98A-4799-B0D1-49C0956D867C}">
      <dsp:nvSpPr>
        <dsp:cNvPr id="0" name=""/>
        <dsp:cNvSpPr/>
      </dsp:nvSpPr>
      <dsp:spPr>
        <a:xfrm>
          <a:off x="2919098" y="2375142"/>
          <a:ext cx="141321" cy="141321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AD1D525-CF84-4B87-99EF-FC53287AD6B4}">
      <dsp:nvSpPr>
        <dsp:cNvPr id="0" name=""/>
        <dsp:cNvSpPr/>
      </dsp:nvSpPr>
      <dsp:spPr>
        <a:xfrm>
          <a:off x="3398087" y="3320063"/>
          <a:ext cx="5143102" cy="393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0640" rIns="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/>
            <a:t>能分析系统响应曲线</a:t>
          </a:r>
        </a:p>
      </dsp:txBody>
      <dsp:txXfrm>
        <a:off x="3398087" y="3320063"/>
        <a:ext cx="5143102" cy="393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D40B6-149A-4175-A0E2-6041FEBBB8E7}">
      <dsp:nvSpPr>
        <dsp:cNvPr id="0" name=""/>
        <dsp:cNvSpPr/>
      </dsp:nvSpPr>
      <dsp:spPr>
        <a:xfrm>
          <a:off x="4018" y="325850"/>
          <a:ext cx="2416380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b="1" kern="1200"/>
            <a:t>稳定性</a:t>
          </a:r>
          <a:r>
            <a:rPr lang="zh-CN" sz="2900" kern="1200"/>
            <a:t> </a:t>
          </a:r>
        </a:p>
      </dsp:txBody>
      <dsp:txXfrm>
        <a:off x="4018" y="325850"/>
        <a:ext cx="2416380" cy="835200"/>
      </dsp:txXfrm>
    </dsp:sp>
    <dsp:sp modelId="{968698FB-57E9-419D-BF3D-421DEBFE8F99}">
      <dsp:nvSpPr>
        <dsp:cNvPr id="0" name=""/>
        <dsp:cNvSpPr/>
      </dsp:nvSpPr>
      <dsp:spPr>
        <a:xfrm>
          <a:off x="4018" y="1161050"/>
          <a:ext cx="2416380" cy="3858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kern="1200"/>
            <a:t>系统是否会收敛？</a:t>
          </a:r>
        </a:p>
      </dsp:txBody>
      <dsp:txXfrm>
        <a:off x="4018" y="1161050"/>
        <a:ext cx="2416380" cy="3858354"/>
      </dsp:txXfrm>
    </dsp:sp>
    <dsp:sp modelId="{CC7241FC-AF1D-4E97-9A1D-F4FA18ACFAA8}">
      <dsp:nvSpPr>
        <dsp:cNvPr id="0" name=""/>
        <dsp:cNvSpPr/>
      </dsp:nvSpPr>
      <dsp:spPr>
        <a:xfrm>
          <a:off x="2758692" y="325850"/>
          <a:ext cx="2416380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b="1" kern="1200"/>
            <a:t>响应速度</a:t>
          </a:r>
          <a:endParaRPr lang="zh-CN" sz="2900" kern="1200"/>
        </a:p>
      </dsp:txBody>
      <dsp:txXfrm>
        <a:off x="2758692" y="325850"/>
        <a:ext cx="2416380" cy="835200"/>
      </dsp:txXfrm>
    </dsp:sp>
    <dsp:sp modelId="{8D428E41-0620-41F5-BFE6-7681BD47C33F}">
      <dsp:nvSpPr>
        <dsp:cNvPr id="0" name=""/>
        <dsp:cNvSpPr/>
      </dsp:nvSpPr>
      <dsp:spPr>
        <a:xfrm>
          <a:off x="2758692" y="1161050"/>
          <a:ext cx="2416380" cy="3858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kern="1200" dirty="0"/>
            <a:t>系统反应有多快？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i="0" kern="1200" dirty="0"/>
            <a:t>关键子指标：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i="0" kern="1200" dirty="0"/>
            <a:t>上升时间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i="0" kern="1200" dirty="0"/>
            <a:t>调节时间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b="1" i="0" kern="1200" dirty="0"/>
            <a:t>超调量</a:t>
          </a:r>
          <a:endParaRPr lang="zh-CN" sz="2900" i="0" kern="1200" dirty="0"/>
        </a:p>
      </dsp:txBody>
      <dsp:txXfrm>
        <a:off x="2758692" y="1161050"/>
        <a:ext cx="2416380" cy="3858354"/>
      </dsp:txXfrm>
    </dsp:sp>
    <dsp:sp modelId="{9AD16A69-356E-4E3D-A7D9-E3F52ED06100}">
      <dsp:nvSpPr>
        <dsp:cNvPr id="0" name=""/>
        <dsp:cNvSpPr/>
      </dsp:nvSpPr>
      <dsp:spPr>
        <a:xfrm>
          <a:off x="5513367" y="325850"/>
          <a:ext cx="2416380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b="1" kern="1200"/>
            <a:t>稳态精度</a:t>
          </a:r>
          <a:endParaRPr lang="zh-CN" sz="2900" kern="1200"/>
        </a:p>
      </dsp:txBody>
      <dsp:txXfrm>
        <a:off x="5513367" y="325850"/>
        <a:ext cx="2416380" cy="835200"/>
      </dsp:txXfrm>
    </dsp:sp>
    <dsp:sp modelId="{71109CF4-FED8-43CD-8C09-CA3CD06C117E}">
      <dsp:nvSpPr>
        <dsp:cNvPr id="0" name=""/>
        <dsp:cNvSpPr/>
      </dsp:nvSpPr>
      <dsp:spPr>
        <a:xfrm>
          <a:off x="5513367" y="1161050"/>
          <a:ext cx="2416380" cy="3858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kern="1200" dirty="0"/>
            <a:t>控制最终有多准？</a:t>
          </a:r>
        </a:p>
      </dsp:txBody>
      <dsp:txXfrm>
        <a:off x="5513367" y="1161050"/>
        <a:ext cx="2416380" cy="3858354"/>
      </dsp:txXfrm>
    </dsp:sp>
    <dsp:sp modelId="{7720949C-4861-4DAD-92D2-FB8A61967155}">
      <dsp:nvSpPr>
        <dsp:cNvPr id="0" name=""/>
        <dsp:cNvSpPr/>
      </dsp:nvSpPr>
      <dsp:spPr>
        <a:xfrm>
          <a:off x="8268041" y="325850"/>
          <a:ext cx="2416380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900" b="1" kern="1200"/>
            <a:t>抗干扰性</a:t>
          </a:r>
          <a:endParaRPr lang="zh-CN" sz="2900" kern="1200"/>
        </a:p>
      </dsp:txBody>
      <dsp:txXfrm>
        <a:off x="8268041" y="325850"/>
        <a:ext cx="2416380" cy="835200"/>
      </dsp:txXfrm>
    </dsp:sp>
    <dsp:sp modelId="{E5209814-5AEF-430A-B8B4-EB0831814F01}">
      <dsp:nvSpPr>
        <dsp:cNvPr id="0" name=""/>
        <dsp:cNvSpPr/>
      </dsp:nvSpPr>
      <dsp:spPr>
        <a:xfrm>
          <a:off x="8268041" y="1161050"/>
          <a:ext cx="2416380" cy="3858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900" kern="1200" dirty="0"/>
            <a:t>受到干扰后恢复能力如何？</a:t>
          </a:r>
        </a:p>
      </dsp:txBody>
      <dsp:txXfrm>
        <a:off x="8268041" y="1161050"/>
        <a:ext cx="2416380" cy="38583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9486FA-2EA4-4F2E-A881-076127BB67FA}">
      <dsp:nvSpPr>
        <dsp:cNvPr id="0" name=""/>
        <dsp:cNvSpPr/>
      </dsp:nvSpPr>
      <dsp:spPr>
        <a:xfrm>
          <a:off x="0" y="372906"/>
          <a:ext cx="550381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7157" tIns="333248" rIns="4271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i="0" kern="1200"/>
            <a:t>系统在扰动发生后，输出量偏离稳态值的</a:t>
          </a:r>
          <a:r>
            <a:rPr lang="zh-CN" sz="1600" b="1" i="0" kern="1200"/>
            <a:t>最大幅度</a:t>
          </a:r>
          <a:r>
            <a:rPr lang="zh-CN" sz="1600" b="0" i="0" kern="1200"/>
            <a:t>。</a:t>
          </a:r>
          <a:endParaRPr lang="zh-CN" sz="1600" kern="1200"/>
        </a:p>
      </dsp:txBody>
      <dsp:txXfrm>
        <a:off x="0" y="372906"/>
        <a:ext cx="5503815" cy="705600"/>
      </dsp:txXfrm>
    </dsp:sp>
    <dsp:sp modelId="{4BED99CC-6E3B-4755-9BB2-678A55E19EF9}">
      <dsp:nvSpPr>
        <dsp:cNvPr id="0" name=""/>
        <dsp:cNvSpPr/>
      </dsp:nvSpPr>
      <dsp:spPr>
        <a:xfrm>
          <a:off x="275190" y="136746"/>
          <a:ext cx="385267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622" tIns="0" rIns="1456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0" i="0" kern="1200"/>
            <a:t>最大偏差</a:t>
          </a:r>
          <a:r>
            <a:rPr lang="en-US" sz="1600" b="1" kern="1200"/>
            <a:t>Maximum Deviation</a:t>
          </a:r>
          <a:r>
            <a:rPr lang="zh-CN" sz="1600" b="0" i="0" kern="1200"/>
            <a:t>：</a:t>
          </a:r>
          <a:endParaRPr lang="zh-CN" sz="1600" kern="1200"/>
        </a:p>
      </dsp:txBody>
      <dsp:txXfrm>
        <a:off x="298247" y="159803"/>
        <a:ext cx="3806557" cy="426206"/>
      </dsp:txXfrm>
    </dsp:sp>
    <dsp:sp modelId="{FA574739-73BA-44A1-A967-B0D4D9AA865A}">
      <dsp:nvSpPr>
        <dsp:cNvPr id="0" name=""/>
        <dsp:cNvSpPr/>
      </dsp:nvSpPr>
      <dsp:spPr>
        <a:xfrm>
          <a:off x="0" y="1401066"/>
          <a:ext cx="5503815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7157" tIns="333248" rIns="4271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/>
            <a:t>从扰动发生时刻开始，到系统输出</a:t>
          </a:r>
          <a:r>
            <a:rPr lang="zh-CN" sz="1600" b="1" kern="1200"/>
            <a:t>重新进入并保持在误差带内</a:t>
          </a:r>
          <a:r>
            <a:rPr lang="zh-CN" sz="1600" kern="1200"/>
            <a:t>（如 </a:t>
          </a:r>
          <a:r>
            <a:rPr lang="en-US" sz="1600" kern="1200"/>
            <a:t>±2%</a:t>
          </a:r>
          <a:r>
            <a:rPr lang="zh-CN" sz="1600" kern="1200"/>
            <a:t>）所需的时间。</a:t>
          </a:r>
        </a:p>
      </dsp:txBody>
      <dsp:txXfrm>
        <a:off x="0" y="1401066"/>
        <a:ext cx="5503815" cy="957600"/>
      </dsp:txXfrm>
    </dsp:sp>
    <dsp:sp modelId="{3E880B79-1FA3-4CAA-9C3A-F318C5F8C8F8}">
      <dsp:nvSpPr>
        <dsp:cNvPr id="0" name=""/>
        <dsp:cNvSpPr/>
      </dsp:nvSpPr>
      <dsp:spPr>
        <a:xfrm>
          <a:off x="275190" y="1164906"/>
          <a:ext cx="385267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622" tIns="0" rIns="14562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600" b="1" kern="1200"/>
            <a:t>恢复时间</a:t>
          </a:r>
          <a:r>
            <a:rPr lang="en-US" sz="1600" b="1" kern="1200"/>
            <a:t>Recovery Time </a:t>
          </a:r>
          <a:r>
            <a:rPr lang="zh-CN" sz="1600" b="1" kern="1200"/>
            <a:t>：</a:t>
          </a:r>
          <a:endParaRPr lang="zh-CN" sz="1600" kern="1200"/>
        </a:p>
      </dsp:txBody>
      <dsp:txXfrm>
        <a:off x="298247" y="1187963"/>
        <a:ext cx="3806557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35C5-0282-3426-25AD-AEF7433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022B22-8356-91C2-2F40-3E77BA0F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395BA7-86A7-BAB5-B074-CBB96379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EA0F7-0BDA-0537-9D30-623BC674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4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6921374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如何评价一个闭环控制系统？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【07-03】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6E549E4D-FCE1-DD3E-548D-B62F1A924CF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985594095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为什么需要量化指标评价一个闭环系统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9EC830-F220-6AE6-ADF2-45C9D3F8E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852" y="3109061"/>
            <a:ext cx="1091286" cy="99267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3D909B8-FD6F-FA99-49B0-DD0C44980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348" y="2273363"/>
            <a:ext cx="3825850" cy="2664073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55FA8BC2-BA49-0D2D-F1E5-01B06A2CAD39}"/>
              </a:ext>
            </a:extLst>
          </p:cNvPr>
          <p:cNvSpPr txBox="1"/>
          <p:nvPr/>
        </p:nvSpPr>
        <p:spPr>
          <a:xfrm>
            <a:off x="1854926" y="1196177"/>
            <a:ext cx="8032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要实现电机的闭环控制，在控制算法环节有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多种可选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，哪种更好呢？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C57CDE4-E57F-D845-80D3-4A2F649F35D2}"/>
              </a:ext>
            </a:extLst>
          </p:cNvPr>
          <p:cNvSpPr txBox="1"/>
          <p:nvPr/>
        </p:nvSpPr>
        <p:spPr>
          <a:xfrm>
            <a:off x="1854926" y="5045124"/>
            <a:ext cx="7188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3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量化标准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，更稳定、更快、更精确、抗干扰能力更好？</a:t>
            </a: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C44B-0E79-578B-B271-AFE3E2C9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7691B46-AD61-928F-E4A8-0BF58831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四大核心性能指标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85F2BD2B-E4E1-5888-4353-6CC1689E52B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134576575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31B73766-0EC3-14F2-1167-B026165268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9" t="3657" r="8051" b="17865"/>
          <a:stretch>
            <a:fillRect/>
          </a:stretch>
        </p:blipFill>
        <p:spPr bwMode="auto">
          <a:xfrm>
            <a:off x="8347241" y="3800756"/>
            <a:ext cx="3293823" cy="231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01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指标</a:t>
            </a:r>
            <a:r>
              <a:rPr lang="en-US" altLang="zh-CN" dirty="0"/>
              <a:t>1——</a:t>
            </a:r>
            <a:r>
              <a:rPr lang="zh-CN" altLang="en-US" dirty="0"/>
              <a:t>稳定性</a:t>
            </a:r>
          </a:p>
        </p:txBody>
      </p:sp>
      <p:sp>
        <p:nvSpPr>
          <p:cNvPr id="24" name="内容占位符 23">
            <a:extLst>
              <a:ext uri="{FF2B5EF4-FFF2-40B4-BE49-F238E27FC236}">
                <a16:creationId xmlns:a16="http://schemas.microsoft.com/office/drawing/2014/main" id="{FB9933EA-B183-2034-A99F-F245B5E4ED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2203149"/>
          </a:xfrm>
        </p:spPr>
        <p:txBody>
          <a:bodyPr/>
          <a:lstStyle/>
          <a:p>
            <a:r>
              <a:rPr lang="zh-CN" altLang="en-US" b="1" dirty="0"/>
              <a:t>定义</a:t>
            </a:r>
            <a:r>
              <a:rPr lang="zh-CN" altLang="en-US" dirty="0"/>
              <a:t>：</a:t>
            </a:r>
            <a:r>
              <a:rPr lang="zh-CN" altLang="en-US" sz="1800" dirty="0"/>
              <a:t>当系统受到个</a:t>
            </a:r>
            <a:r>
              <a:rPr lang="zh-CN" altLang="en-US" sz="1800" b="1" dirty="0"/>
              <a:t>暂态输入</a:t>
            </a:r>
            <a:r>
              <a:rPr lang="zh-CN" altLang="en-US" sz="1800" dirty="0"/>
              <a:t>（如阶跃信号、脉冲信号）或</a:t>
            </a:r>
            <a:r>
              <a:rPr lang="zh-CN" altLang="en-US" sz="1800" b="1" dirty="0"/>
              <a:t>外部扰动</a:t>
            </a:r>
            <a:r>
              <a:rPr lang="zh-CN" altLang="en-US" sz="1800" dirty="0"/>
              <a:t>后，其输出量能够随着时间的推移，最终</a:t>
            </a:r>
            <a:r>
              <a:rPr lang="zh-CN" altLang="en-US" sz="1800" b="1" dirty="0"/>
              <a:t>收敛并恢复到</a:t>
            </a:r>
            <a:r>
              <a:rPr lang="zh-CN" altLang="en-US" sz="1800" dirty="0"/>
              <a:t>一个平衡状态（设定值或一个新的稳定值），而不会</a:t>
            </a:r>
            <a:r>
              <a:rPr lang="zh-CN" altLang="en-US" sz="1800" b="1" dirty="0"/>
              <a:t>持续振荡</a:t>
            </a:r>
            <a:r>
              <a:rPr lang="zh-CN" altLang="en-US" sz="1800" dirty="0"/>
              <a:t>或</a:t>
            </a:r>
            <a:r>
              <a:rPr lang="zh-CN" altLang="en-US" sz="1800" b="1" dirty="0"/>
              <a:t>发散</a:t>
            </a:r>
            <a:r>
              <a:rPr lang="zh-CN" altLang="en-US" sz="1800" dirty="0"/>
              <a:t>。</a:t>
            </a:r>
          </a:p>
          <a:p>
            <a:r>
              <a:rPr lang="zh-CN" altLang="en-US" b="1" dirty="0"/>
              <a:t>判断方式</a:t>
            </a:r>
            <a:r>
              <a:rPr lang="zh-CN" altLang="en-US" dirty="0"/>
              <a:t>：</a:t>
            </a:r>
            <a:r>
              <a:rPr lang="zh-CN" altLang="en-US" sz="1800" dirty="0"/>
              <a:t>观察输出是否趋于设定值</a:t>
            </a:r>
            <a:endParaRPr lang="zh-CN" altLang="en-US" dirty="0"/>
          </a:p>
          <a:p>
            <a:r>
              <a:rPr lang="zh-CN" altLang="en-US" b="1" dirty="0"/>
              <a:t>不稳定表现</a:t>
            </a:r>
            <a:r>
              <a:rPr lang="zh-CN" altLang="en-US" dirty="0"/>
              <a:t>：</a:t>
            </a:r>
            <a:r>
              <a:rPr lang="zh-CN" altLang="en-US" sz="1800" dirty="0"/>
              <a:t>持续振荡、发散失控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2078939-FAEC-295C-65D5-7E1C4E4F4A70}"/>
              </a:ext>
            </a:extLst>
          </p:cNvPr>
          <p:cNvGrpSpPr/>
          <p:nvPr/>
        </p:nvGrpSpPr>
        <p:grpSpPr>
          <a:xfrm>
            <a:off x="7768046" y="3545541"/>
            <a:ext cx="4423954" cy="2904309"/>
            <a:chOff x="6662056" y="3527686"/>
            <a:chExt cx="4286569" cy="2732688"/>
          </a:xfrm>
        </p:grpSpPr>
        <p:pic>
          <p:nvPicPr>
            <p:cNvPr id="2050" name="Picture 2" descr="控制系统稳定性判断">
              <a:extLst>
                <a:ext uri="{FF2B5EF4-FFF2-40B4-BE49-F238E27FC236}">
                  <a16:creationId xmlns:a16="http://schemas.microsoft.com/office/drawing/2014/main" id="{9C651BA1-5FCE-47F5-FFE5-098FC4D469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2056" y="3527686"/>
              <a:ext cx="4286569" cy="2732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30FFB3B-CCA3-D447-2CFF-0A6B840692E1}"/>
                </a:ext>
              </a:extLst>
            </p:cNvPr>
            <p:cNvSpPr/>
            <p:nvPr/>
          </p:nvSpPr>
          <p:spPr>
            <a:xfrm>
              <a:off x="9675223" y="5956663"/>
              <a:ext cx="1262743" cy="287383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GenBotter</a:t>
              </a:r>
              <a:endParaRPr lang="zh-CN" altLang="en-US" dirty="0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E8C9BC7-79C1-B700-1543-CCC0967BEE24}"/>
              </a:ext>
            </a:extLst>
          </p:cNvPr>
          <p:cNvSpPr txBox="1"/>
          <p:nvPr/>
        </p:nvSpPr>
        <p:spPr>
          <a:xfrm>
            <a:off x="279220" y="3509792"/>
            <a:ext cx="739303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buNone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电机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为例：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转速稳定在 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1000 RPM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稳定系统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742950" lvl="1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当突然增加负载（扰动）时，转速会瞬间下降，但通过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控制器调节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占空比，转速能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平滑地回到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1000 RPM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42950" lvl="1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当改变目标转速时（如从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500 RPM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升至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1000 RPM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），电机转速能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平稳地过渡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到新值，没有剧烈抖动。</a:t>
            </a:r>
          </a:p>
          <a:p>
            <a:pPr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不稳定系统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742950" lvl="1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转速在</a:t>
            </a:r>
            <a:r>
              <a:rPr lang="en-US" altLang="zh-CN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1000 RPM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上下</a:t>
            </a:r>
            <a:r>
              <a:rPr lang="zh-CN" altLang="en-US" sz="16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摆动幅度越来越大</a:t>
            </a: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，最后失去控制。</a:t>
            </a:r>
          </a:p>
          <a:p>
            <a:pPr marL="742950" lvl="1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或者，电机发出异常的啸叫声，转速完全失控。</a:t>
            </a: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指标</a:t>
            </a:r>
            <a:r>
              <a:rPr lang="en-US" altLang="zh-CN" dirty="0"/>
              <a:t>2——</a:t>
            </a:r>
            <a:r>
              <a:rPr lang="zh-CN" altLang="en-US" dirty="0"/>
              <a:t>响应速度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A3626A-B292-F855-04AA-E48277C87C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1886" y="1062567"/>
            <a:ext cx="7590485" cy="156742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/>
              <a:t>系统从指令发出到接近目标值的时间</a:t>
            </a:r>
          </a:p>
          <a:p>
            <a:r>
              <a:rPr lang="zh-CN" altLang="en-US" sz="2400" b="1" dirty="0"/>
              <a:t>关键指标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2000" b="1" dirty="0"/>
              <a:t>上升时间</a:t>
            </a:r>
            <a:r>
              <a:rPr lang="zh-CN" altLang="en-US" sz="2000" dirty="0"/>
              <a:t>：从</a:t>
            </a:r>
            <a:r>
              <a:rPr lang="en-US" altLang="zh-CN" sz="2000" dirty="0"/>
              <a:t>10%</a:t>
            </a:r>
            <a:r>
              <a:rPr lang="zh-CN" altLang="en-US" sz="2000" dirty="0"/>
              <a:t>到</a:t>
            </a:r>
            <a:r>
              <a:rPr lang="en-US" altLang="zh-CN" sz="2000" dirty="0"/>
              <a:t>90%</a:t>
            </a:r>
            <a:r>
              <a:rPr lang="zh-CN" altLang="en-US" sz="2000" dirty="0"/>
              <a:t>目标值的时间</a:t>
            </a:r>
          </a:p>
          <a:p>
            <a:pPr lvl="1"/>
            <a:r>
              <a:rPr lang="zh-CN" altLang="en-US" sz="2000" b="1" dirty="0"/>
              <a:t>调节时间</a:t>
            </a:r>
            <a:r>
              <a:rPr lang="zh-CN" altLang="en-US" sz="2000" dirty="0"/>
              <a:t>：进入并保持在目标值</a:t>
            </a:r>
            <a:r>
              <a:rPr lang="en-US" altLang="zh-CN" sz="2000" dirty="0"/>
              <a:t>±</a:t>
            </a:r>
            <a:r>
              <a:rPr lang="zh-CN" altLang="en-US" sz="2000" dirty="0"/>
              <a:t>误差带内的时间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5C863B1-1F53-861F-35EF-EE1536A3DC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9" t="3657" r="8051" b="17865"/>
          <a:stretch>
            <a:fillRect/>
          </a:stretch>
        </p:blipFill>
        <p:spPr bwMode="auto">
          <a:xfrm>
            <a:off x="744658" y="2831440"/>
            <a:ext cx="4924191" cy="346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CA4B40D-19EA-54D6-1290-01F6F8B36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97494"/>
              </p:ext>
            </p:extLst>
          </p:nvPr>
        </p:nvGraphicFramePr>
        <p:xfrm>
          <a:off x="5556069" y="2927234"/>
          <a:ext cx="6635930" cy="3298589"/>
        </p:xfrm>
        <a:graphic>
          <a:graphicData uri="http://schemas.openxmlformats.org/drawingml/2006/table">
            <a:tbl>
              <a:tblPr/>
              <a:tblGrid>
                <a:gridCol w="658395">
                  <a:extLst>
                    <a:ext uri="{9D8B030D-6E8A-4147-A177-3AD203B41FA5}">
                      <a16:colId xmlns:a16="http://schemas.microsoft.com/office/drawing/2014/main" val="2994592086"/>
                    </a:ext>
                  </a:extLst>
                </a:gridCol>
                <a:gridCol w="1100213">
                  <a:extLst>
                    <a:ext uri="{9D8B030D-6E8A-4147-A177-3AD203B41FA5}">
                      <a16:colId xmlns:a16="http://schemas.microsoft.com/office/drawing/2014/main" val="696114892"/>
                    </a:ext>
                  </a:extLst>
                </a:gridCol>
                <a:gridCol w="3543206">
                  <a:extLst>
                    <a:ext uri="{9D8B030D-6E8A-4147-A177-3AD203B41FA5}">
                      <a16:colId xmlns:a16="http://schemas.microsoft.com/office/drawing/2014/main" val="2551984949"/>
                    </a:ext>
                  </a:extLst>
                </a:gridCol>
                <a:gridCol w="1334116">
                  <a:extLst>
                    <a:ext uri="{9D8B030D-6E8A-4147-A177-3AD203B41FA5}">
                      <a16:colId xmlns:a16="http://schemas.microsoft.com/office/drawing/2014/main" val="3051266688"/>
                    </a:ext>
                  </a:extLst>
                </a:gridCol>
              </a:tblGrid>
              <a:tr h="264712">
                <a:tc>
                  <a:txBody>
                    <a:bodyPr/>
                    <a:lstStyle/>
                    <a:p>
                      <a:pPr algn="l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符号</a:t>
                      </a:r>
                    </a:p>
                  </a:txBody>
                  <a:tcPr marL="114300" marR="114300" marT="76200" marB="762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名称</a:t>
                      </a:r>
                    </a:p>
                  </a:txBody>
                  <a:tcPr marL="114300" marR="114300" marT="76200" marB="762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定义</a:t>
                      </a:r>
                    </a:p>
                  </a:txBody>
                  <a:tcPr marL="114300" marR="114300" marT="76200" marB="762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物理意义</a:t>
                      </a:r>
                    </a:p>
                  </a:txBody>
                  <a:tcPr marL="114300" marR="114300" marT="76200" marB="762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59653"/>
                  </a:ext>
                </a:extLst>
              </a:tr>
              <a:tr h="638045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600" b="0" i="1">
                          <a:effectLst/>
                          <a:latin typeface="KaTeX_Math"/>
                        </a:rPr>
                        <a:t>td</a:t>
                      </a:r>
                      <a:r>
                        <a:rPr lang="en-US" sz="1600" b="0">
                          <a:effectLst/>
                          <a:latin typeface="KaTeX_Main"/>
                        </a:rPr>
                        <a:t>​</a:t>
                      </a:r>
                      <a:endParaRPr lang="en-US" sz="1600" b="0">
                        <a:effectLst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延迟时间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输出首次达到稳态值 </a:t>
                      </a:r>
                      <a:r>
                        <a:rPr lang="en-US" altLang="zh-CN" sz="1600" b="0">
                          <a:effectLst/>
                        </a:rPr>
                        <a:t>50% </a:t>
                      </a:r>
                      <a:r>
                        <a:rPr lang="zh-CN" altLang="en-US" sz="1600" b="0">
                          <a:effectLst/>
                        </a:rPr>
                        <a:t>的时间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启动快慢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983105"/>
                  </a:ext>
                </a:extLst>
              </a:tr>
              <a:tr h="796872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600" b="0" i="1">
                          <a:effectLst/>
                          <a:latin typeface="KaTeX_Math"/>
                        </a:rPr>
                        <a:t>tr</a:t>
                      </a:r>
                      <a:r>
                        <a:rPr lang="en-US" sz="1600" b="0">
                          <a:effectLst/>
                          <a:latin typeface="KaTeX_Main"/>
                        </a:rPr>
                        <a:t>​</a:t>
                      </a:r>
                      <a:endParaRPr lang="en-US" sz="1600" b="0">
                        <a:effectLst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上升时间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</a:rPr>
                        <a:t>输出从 </a:t>
                      </a:r>
                      <a:r>
                        <a:rPr lang="en-US" altLang="zh-CN" sz="1600" b="0" dirty="0">
                          <a:effectLst/>
                        </a:rPr>
                        <a:t>10% </a:t>
                      </a:r>
                      <a:r>
                        <a:rPr lang="zh-CN" altLang="en-US" sz="1600" b="0" dirty="0">
                          <a:effectLst/>
                        </a:rPr>
                        <a:t>上升到 </a:t>
                      </a:r>
                      <a:r>
                        <a:rPr lang="en-US" altLang="zh-CN" sz="1600" b="0" dirty="0">
                          <a:effectLst/>
                        </a:rPr>
                        <a:t>90% </a:t>
                      </a:r>
                      <a:r>
                        <a:rPr lang="zh-CN" altLang="en-US" sz="1600" b="0" dirty="0">
                          <a:effectLst/>
                        </a:rPr>
                        <a:t>稳态值的时间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响应速度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234236"/>
                  </a:ext>
                </a:extLst>
              </a:tr>
              <a:tr h="638045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600" b="0" i="1">
                          <a:effectLst/>
                          <a:latin typeface="KaTeX_Math"/>
                        </a:rPr>
                        <a:t>tp</a:t>
                      </a:r>
                      <a:r>
                        <a:rPr lang="en-US" sz="1600" b="0">
                          <a:effectLst/>
                          <a:latin typeface="KaTeX_Main"/>
                        </a:rPr>
                        <a:t>​</a:t>
                      </a:r>
                      <a:endParaRPr lang="en-US" sz="1600" b="0">
                        <a:effectLst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</a:rPr>
                        <a:t>峰值时间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输出首次达到最大超调量的时间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振荡频率 </a:t>
                      </a:r>
                      <a:r>
                        <a:rPr lang="en-US" altLang="zh-CN" sz="1600" b="0">
                          <a:effectLst/>
                        </a:rPr>
                        <a:t>/ </a:t>
                      </a:r>
                      <a:r>
                        <a:rPr lang="zh-CN" altLang="en-US" sz="1600" b="0">
                          <a:effectLst/>
                        </a:rPr>
                        <a:t>快速性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16719"/>
                  </a:ext>
                </a:extLst>
              </a:tr>
              <a:tr h="796872"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600" b="0" i="1">
                          <a:effectLst/>
                          <a:latin typeface="KaTeX_Math"/>
                        </a:rPr>
                        <a:t>ts</a:t>
                      </a:r>
                      <a:r>
                        <a:rPr lang="en-US" sz="1600" b="0">
                          <a:effectLst/>
                          <a:latin typeface="KaTeX_Main"/>
                        </a:rPr>
                        <a:t>​</a:t>
                      </a:r>
                      <a:endParaRPr lang="en-US" sz="1600" b="0">
                        <a:effectLst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调节时间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effectLst/>
                        </a:rPr>
                        <a:t>输出进入并保持在误差带（如</a:t>
                      </a:r>
                      <a:r>
                        <a:rPr lang="en-US" altLang="zh-CN" sz="1600" b="0">
                          <a:effectLst/>
                        </a:rPr>
                        <a:t>±2%</a:t>
                      </a:r>
                      <a:r>
                        <a:rPr lang="zh-CN" altLang="en-US" sz="1600" b="0">
                          <a:effectLst/>
                        </a:rPr>
                        <a:t>）内的时间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</a:rPr>
                        <a:t>系统稳定所需时间</a:t>
                      </a: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245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指标</a:t>
            </a:r>
            <a:r>
              <a:rPr lang="en-US" altLang="zh-CN" dirty="0"/>
              <a:t>3——</a:t>
            </a:r>
            <a:r>
              <a:rPr lang="zh-CN" altLang="en-US" dirty="0"/>
              <a:t>稳态精度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F52B729-8C75-2690-9583-4316B0402F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154129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系统稳定后与目标值的偏差</a:t>
            </a:r>
          </a:p>
          <a:p>
            <a:r>
              <a:rPr lang="zh-CN" altLang="en-US" sz="2000" b="1" dirty="0"/>
              <a:t>指标</a:t>
            </a:r>
            <a:r>
              <a:rPr lang="zh-CN" altLang="en-US" sz="2000" dirty="0"/>
              <a:t>：</a:t>
            </a:r>
            <a:r>
              <a:rPr lang="zh-CN" altLang="en-US" sz="2000" b="1" dirty="0"/>
              <a:t>稳态误差</a:t>
            </a:r>
            <a:endParaRPr lang="zh-CN" altLang="en-US" sz="2000" dirty="0"/>
          </a:p>
          <a:p>
            <a:pPr lvl="1"/>
            <a:r>
              <a:rPr lang="zh-CN" altLang="en-US" sz="1800" dirty="0"/>
              <a:t>理想情况：误差为</a:t>
            </a:r>
            <a:r>
              <a:rPr lang="en-US" altLang="zh-CN" sz="1800" dirty="0"/>
              <a:t>0</a:t>
            </a:r>
          </a:p>
          <a:p>
            <a:pPr lvl="1"/>
            <a:r>
              <a:rPr lang="zh-CN" altLang="en-US" sz="1800" dirty="0"/>
              <a:t>影响因素：传感器精度、积分作用、系统建模误差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CE31B85-83D7-C74C-0CF1-323428EE5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88" y="3316885"/>
            <a:ext cx="5915629" cy="15814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5FC8234-99A2-F745-9955-C0FB41815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65" y="3097205"/>
            <a:ext cx="3142857" cy="1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FB20F-EDC7-D011-EE82-0EB1A758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指标</a:t>
            </a:r>
            <a:r>
              <a:rPr lang="en-US" altLang="zh-CN" dirty="0"/>
              <a:t>4——</a:t>
            </a:r>
            <a:r>
              <a:rPr lang="zh-CN" altLang="en-US" dirty="0"/>
              <a:t>抗干扰性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DDA5D7-F4E9-B8B6-4543-1F89F97A08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24810" y="1088692"/>
            <a:ext cx="6015327" cy="1558714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系统在受到外部扰动后的恢复能力</a:t>
            </a:r>
          </a:p>
          <a:p>
            <a:r>
              <a:rPr lang="zh-CN" altLang="en-US" sz="1800" b="1" dirty="0"/>
              <a:t>指标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r>
              <a:rPr lang="en-US" altLang="zh-CN" sz="1800" dirty="0"/>
              <a:t>	</a:t>
            </a:r>
            <a:r>
              <a:rPr lang="zh-CN" altLang="en-US" sz="1800" dirty="0"/>
              <a:t>恢复时间、最大偏差</a:t>
            </a:r>
            <a:endParaRPr lang="en-US" altLang="zh-CN" sz="1800" dirty="0"/>
          </a:p>
          <a:p>
            <a:r>
              <a:rPr lang="en-US" altLang="zh-CN" sz="1800" dirty="0"/>
              <a:t>	</a:t>
            </a:r>
            <a:r>
              <a:rPr lang="zh-CN" altLang="en-US" sz="1800" dirty="0"/>
              <a:t>典型干扰：负载突变、电压波动、外部力矩</a:t>
            </a:r>
          </a:p>
          <a:p>
            <a:endParaRPr lang="zh-CN" altLang="en-US" sz="18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D5C366-529B-1458-67C7-68D7D9A7D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10" y="3622410"/>
            <a:ext cx="6180791" cy="1995026"/>
          </a:xfrm>
          <a:prstGeom prst="rect">
            <a:avLst/>
          </a:prstGeom>
        </p:spPr>
      </p:pic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05FF9250-BF82-ADA8-50FD-11EB13A0D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9255384"/>
              </p:ext>
            </p:extLst>
          </p:nvPr>
        </p:nvGraphicFramePr>
        <p:xfrm>
          <a:off x="6540137" y="1088692"/>
          <a:ext cx="5503816" cy="2495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4709D87D-5D54-2979-BF21-2E322E4D9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455" y="3907475"/>
            <a:ext cx="3630225" cy="1229475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F70B77C-C627-3ED3-8D29-59CED338FD18}"/>
              </a:ext>
            </a:extLst>
          </p:cNvPr>
          <p:cNvCxnSpPr/>
          <p:nvPr/>
        </p:nvCxnSpPr>
        <p:spPr>
          <a:xfrm flipV="1">
            <a:off x="9340567" y="4548917"/>
            <a:ext cx="0" cy="11760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23EC561-A8E7-B42F-8179-80B8AA91A9B9}"/>
              </a:ext>
            </a:extLst>
          </p:cNvPr>
          <p:cNvSpPr txBox="1"/>
          <p:nvPr/>
        </p:nvSpPr>
        <p:spPr>
          <a:xfrm>
            <a:off x="9340567" y="57249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干扰发生</a:t>
            </a:r>
          </a:p>
        </p:txBody>
      </p:sp>
    </p:spTree>
    <p:extLst>
      <p:ext uri="{BB962C8B-B14F-4D97-AF65-F5344CB8AC3E}">
        <p14:creationId xmlns:p14="http://schemas.microsoft.com/office/powerpoint/2010/main" val="175459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超调量：响应速度与稳定性的权衡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ED345-B03C-45EC-C56B-06DFC147718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181997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000" dirty="0"/>
              <a:t>超调量是衡量</a:t>
            </a:r>
            <a:r>
              <a:rPr lang="zh-CN" altLang="en-US" sz="2000" b="1" dirty="0"/>
              <a:t>响应速度</a:t>
            </a:r>
            <a:r>
              <a:rPr lang="zh-CN" altLang="en-US" sz="2000" dirty="0"/>
              <a:t>品质的关键指标。</a:t>
            </a:r>
          </a:p>
          <a:p>
            <a:r>
              <a:rPr lang="zh-CN" altLang="en-US" sz="2000" dirty="0"/>
              <a:t>它揭示了系统内在的</a:t>
            </a:r>
            <a:r>
              <a:rPr lang="zh-CN" altLang="en-US" sz="2000" b="1" dirty="0"/>
              <a:t>矛盾</a:t>
            </a:r>
            <a:r>
              <a:rPr lang="zh-CN" altLang="en-US" sz="2000" dirty="0"/>
              <a:t>：过分追求速度会导致过大超调，破坏稳定性；过分追求稳定（无超调）则会牺牲速度。</a:t>
            </a:r>
          </a:p>
          <a:p>
            <a:r>
              <a:rPr lang="zh-CN" altLang="en-US" sz="2000" b="1" dirty="0"/>
              <a:t>结论</a:t>
            </a:r>
            <a:r>
              <a:rPr lang="zh-CN" altLang="en-US" sz="2000" dirty="0"/>
              <a:t>：超调量是我们在调节“响应速度”时必须同时关注和优化的</a:t>
            </a:r>
            <a:r>
              <a:rPr lang="zh-CN" altLang="en-US" sz="2000" b="1" dirty="0"/>
              <a:t>关联指标</a:t>
            </a:r>
            <a:r>
              <a:rPr lang="zh-CN" altLang="en-US" sz="2000" dirty="0"/>
              <a:t>。</a:t>
            </a:r>
            <a:br>
              <a:rPr lang="zh-CN" altLang="en-US" sz="2000" dirty="0"/>
            </a:b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A4E716-57A1-199C-7ACB-9A4D81DCD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288" y="3386250"/>
            <a:ext cx="4922523" cy="24178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14EBDB6-346F-F885-078A-18C6C2E52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98" y="2695699"/>
            <a:ext cx="3347513" cy="77189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C206A6A-0B8E-4B8B-954C-C0E43DD2D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9" t="3657" r="8051" b="17865"/>
          <a:stretch>
            <a:fillRect/>
          </a:stretch>
        </p:blipFill>
        <p:spPr bwMode="auto">
          <a:xfrm>
            <a:off x="952624" y="3660709"/>
            <a:ext cx="3535249" cy="248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358AC-79ED-1F35-3DBC-70EBE927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 </a:t>
            </a:r>
            <a:r>
              <a:rPr lang="zh-CN" altLang="en-US" dirty="0"/>
              <a:t>典型响应曲线与指标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0979062-E1E5-BB23-F2D3-13956A9575A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B87E1B3B-FF02-8A65-8374-D4FF9AE33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t="6334" r="7814"/>
          <a:stretch>
            <a:fillRect/>
          </a:stretch>
        </p:blipFill>
        <p:spPr bwMode="auto">
          <a:xfrm>
            <a:off x="1968136" y="1457958"/>
            <a:ext cx="8038012" cy="448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E10BC-86F0-D97F-AAF4-17D8ED26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 </a:t>
            </a:r>
            <a:r>
              <a:rPr lang="zh-CN" altLang="en-US" dirty="0"/>
              <a:t>如何优化这些指标？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E8F856-D60F-F1BE-F260-8A95AF8CA30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3927446"/>
          </a:xfrm>
        </p:spPr>
        <p:txBody>
          <a:bodyPr/>
          <a:lstStyle/>
          <a:p>
            <a:r>
              <a:rPr lang="zh-CN" altLang="en-US" b="1" dirty="0"/>
              <a:t>以</a:t>
            </a:r>
            <a:r>
              <a:rPr lang="en-US" altLang="zh-CN" b="1" dirty="0"/>
              <a:t>PID</a:t>
            </a:r>
            <a:r>
              <a:rPr lang="zh-CN" altLang="en-US" b="1" dirty="0"/>
              <a:t>控制算法为例。</a:t>
            </a:r>
            <a:endParaRPr lang="en-US" altLang="zh-CN" b="1" dirty="0"/>
          </a:p>
          <a:p>
            <a:r>
              <a:rPr lang="en-US" altLang="zh-CN" b="1" dirty="0"/>
              <a:t>1. PID</a:t>
            </a:r>
            <a:r>
              <a:rPr lang="zh-CN" altLang="en-US" b="1" dirty="0"/>
              <a:t>（算法）参数调节</a:t>
            </a:r>
            <a:r>
              <a:rPr lang="zh-CN" altLang="en-US" dirty="0"/>
              <a:t>：</a:t>
            </a:r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：影响响应速度与超调</a:t>
            </a:r>
          </a:p>
          <a:p>
            <a:pPr lvl="1"/>
            <a:r>
              <a:rPr lang="en-US" altLang="zh-CN" dirty="0"/>
              <a:t>I</a:t>
            </a:r>
            <a:r>
              <a:rPr lang="zh-CN" altLang="en-US" dirty="0"/>
              <a:t>：消除稳态误差</a:t>
            </a:r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：抑制超调，提高稳定性</a:t>
            </a:r>
          </a:p>
          <a:p>
            <a:r>
              <a:rPr lang="en-US" altLang="zh-CN" b="1" dirty="0"/>
              <a:t>2. </a:t>
            </a:r>
            <a:r>
              <a:rPr lang="zh-CN" altLang="en-US" b="1" dirty="0"/>
              <a:t>传感器精度</a:t>
            </a:r>
            <a:r>
              <a:rPr lang="zh-CN" altLang="en-US" dirty="0"/>
              <a:t>：影响稳态误差</a:t>
            </a:r>
          </a:p>
          <a:p>
            <a:r>
              <a:rPr lang="en-US" altLang="zh-CN" b="1" dirty="0"/>
              <a:t>3. </a:t>
            </a:r>
            <a:r>
              <a:rPr lang="zh-CN" altLang="en-US" b="1" dirty="0"/>
              <a:t>控制频率</a:t>
            </a:r>
            <a:r>
              <a:rPr lang="zh-CN" altLang="en-US" dirty="0"/>
              <a:t>：影响响应速度与抗干扰性</a:t>
            </a:r>
          </a:p>
        </p:txBody>
      </p:sp>
    </p:spTree>
    <p:extLst>
      <p:ext uri="{BB962C8B-B14F-4D97-AF65-F5344CB8AC3E}">
        <p14:creationId xmlns:p14="http://schemas.microsoft.com/office/powerpoint/2010/main" val="3220462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2025.10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6373</TotalTime>
  <Words>2538</Words>
  <Application>Microsoft Office PowerPoint</Application>
  <PresentationFormat>宽屏</PresentationFormat>
  <Paragraphs>174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KaTeX_Main</vt:lpstr>
      <vt:lpstr>KaTeX_Math</vt:lpstr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学习目标</vt:lpstr>
      <vt:lpstr>1.为什么需要量化指标评价一个闭环系统</vt:lpstr>
      <vt:lpstr>2. 四大核心性能指标</vt:lpstr>
      <vt:lpstr>3. 指标1——稳定性</vt:lpstr>
      <vt:lpstr>4. 指标2——响应速度</vt:lpstr>
      <vt:lpstr>5. 指标3——稳态精度</vt:lpstr>
      <vt:lpstr>6. 指标4——抗干扰性</vt:lpstr>
      <vt:lpstr>7. 超调量：响应速度与稳定性的权衡</vt:lpstr>
      <vt:lpstr>8. 典型响应曲线与指标</vt:lpstr>
      <vt:lpstr>9. 如何优化这些指标？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176</cp:revision>
  <dcterms:created xsi:type="dcterms:W3CDTF">2025-05-21T06:55:53Z</dcterms:created>
  <dcterms:modified xsi:type="dcterms:W3CDTF">2025-10-25T08:56:29Z</dcterms:modified>
</cp:coreProperties>
</file>